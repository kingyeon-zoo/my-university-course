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2"/>
    <p:sldId id="257" r:id="rId3"/>
    <p:sldId id="258" r:id="rId4"/>
    <p:sldId id="259" r:id="rId5"/>
    <p:sldId id="261" r:id="rId6"/>
    <p:sldId id="260"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5" r:id="rId39"/>
  </p:sldIdLst>
  <p:sldSz cx="12192000" cy="6858000"/>
  <p:notesSz cx="6858000" cy="9144000"/>
  <p:embeddedFontLst>
    <p:embeddedFont>
      <p:font typeface="OPPOSans B" panose="02010600030101010101" charset="-122"/>
      <p:regular r:id="rId40"/>
    </p:embeddedFont>
    <p:embeddedFont>
      <p:font typeface="OPPOSans H" panose="02010600030101010101" charset="-122"/>
      <p:regular r:id="rId41"/>
    </p:embeddedFont>
    <p:embeddedFont>
      <p:font typeface="OPPOSans L" panose="02010600030101010101" charset="-122"/>
      <p:regular r:id="rId42"/>
    </p:embeddedFont>
    <p:embeddedFont>
      <p:font typeface="OPPOSans R" panose="02010600030101010101" charset="-122"/>
      <p:regular r:id="rId43"/>
    </p:embeddedFont>
    <p:embeddedFont>
      <p:font typeface="Source Han Sans" panose="02010600030101010101" charset="-122"/>
      <p:regular r:id="rId44"/>
    </p:embeddedFont>
    <p:embeddedFont>
      <p:font typeface="Source Han Sans CN Bold" panose="02010600030101010101" charset="-122"/>
      <p:regular r:id="rId45"/>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77" y="16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57385"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12971575">
            <a:off x="6066310" y="973629"/>
            <a:ext cx="1859493" cy="1859493"/>
          </a:xfrm>
          <a:prstGeom prst="ellipse">
            <a:avLst/>
          </a:prstGeom>
          <a:gradFill>
            <a:gsLst>
              <a:gs pos="0">
                <a:schemeClr val="accent2">
                  <a:lumMod val="20000"/>
                  <a:lumOff val="80000"/>
                  <a:alpha val="0"/>
                </a:schemeClr>
              </a:gs>
              <a:gs pos="100000">
                <a:schemeClr val="accent2">
                  <a:alpha val="4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rot="20292424">
            <a:off x="-861535" y="-1870201"/>
            <a:ext cx="5517653" cy="5517653"/>
          </a:xfrm>
          <a:prstGeom prst="ellipse">
            <a:avLst/>
          </a:prstGeom>
          <a:gradFill>
            <a:gsLst>
              <a:gs pos="0">
                <a:schemeClr val="accent2">
                  <a:lumMod val="20000"/>
                  <a:lumOff val="80000"/>
                  <a:alpha val="10000"/>
                </a:schemeClr>
              </a:gs>
              <a:gs pos="100000">
                <a:schemeClr val="accent2">
                  <a:lumMod val="60000"/>
                  <a:lumOff val="40000"/>
                  <a:alpha val="32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266700" y="0"/>
            <a:ext cx="12192000" cy="6858000"/>
          </a:xfrm>
          <a:custGeom>
            <a:avLst/>
            <a:gdLst>
              <a:gd name="connsiteX0" fmla="*/ 113129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702116 h 6858000"/>
              <a:gd name="connsiteX5" fmla="*/ 35522 w 12192000"/>
              <a:gd name="connsiteY5" fmla="*/ 6686253 h 6858000"/>
              <a:gd name="connsiteX6" fmla="*/ 2463801 w 12192000"/>
              <a:gd name="connsiteY6" fmla="*/ 5867400 h 6858000"/>
              <a:gd name="connsiteX7" fmla="*/ 5219701 w 12192000"/>
              <a:gd name="connsiteY7" fmla="*/ 5918200 h 6858000"/>
              <a:gd name="connsiteX8" fmla="*/ 7010401 w 12192000"/>
              <a:gd name="connsiteY8" fmla="*/ 5283200 h 6858000"/>
              <a:gd name="connsiteX9" fmla="*/ 8267701 w 12192000"/>
              <a:gd name="connsiteY9" fmla="*/ 4368800 h 6858000"/>
              <a:gd name="connsiteX10" fmla="*/ 9753303 w 12192000"/>
              <a:gd name="connsiteY10" fmla="*/ 4102100 h 6858000"/>
              <a:gd name="connsiteX11" fmla="*/ 9775436 w 12192000"/>
              <a:gd name="connsiteY11" fmla="*/ 4096261 h 6858000"/>
              <a:gd name="connsiteX12" fmla="*/ 9872640 w 12192000"/>
              <a:gd name="connsiteY12" fmla="*/ 4085901 h 6858000"/>
              <a:gd name="connsiteX13" fmla="*/ 10871964 w 12192000"/>
              <a:gd name="connsiteY13" fmla="*/ 3011090 h 6858000"/>
              <a:gd name="connsiteX14" fmla="*/ 10879893 w 12192000"/>
              <a:gd name="connsiteY14" fmla="*/ 2929399 h 6858000"/>
              <a:gd name="connsiteX15" fmla="*/ 10896601 w 12192000"/>
              <a:gd name="connsiteY15" fmla="*/ 2844800 h 6858000"/>
              <a:gd name="connsiteX16" fmla="*/ 10899119 w 12192000"/>
              <a:gd name="connsiteY16" fmla="*/ 2673412 h 6858000"/>
              <a:gd name="connsiteX17" fmla="*/ 10885081 w 12192000"/>
              <a:gd name="connsiteY17" fmla="*/ 2593548 h 6858000"/>
              <a:gd name="connsiteX18" fmla="*/ 10877638 w 12192000"/>
              <a:gd name="connsiteY18" fmla="*/ 2498494 h 6858000"/>
              <a:gd name="connsiteX19" fmla="*/ 10816392 w 12192000"/>
              <a:gd name="connsiteY19" fmla="*/ 2262974 h 6858000"/>
              <a:gd name="connsiteX20" fmla="*/ 10744803 w 12192000"/>
              <a:gd name="connsiteY20" fmla="*/ 2108945 h 6858000"/>
              <a:gd name="connsiteX21" fmla="*/ 10738645 w 12192000"/>
              <a:gd name="connsiteY21" fmla="*/ 2091531 h 6858000"/>
              <a:gd name="connsiteX22" fmla="*/ 10541001 w 12192000"/>
              <a:gd name="connsiteY22" fmla="*/ 1371600 h 6858000"/>
              <a:gd name="connsiteX23" fmla="*/ 10544822 w 12192000"/>
              <a:gd name="connsiteY23" fmla="*/ 1332977 h 6858000"/>
              <a:gd name="connsiteX24" fmla="*/ 10541001 w 12192000"/>
              <a:gd name="connsiteY24" fmla="*/ 1257301 h 6858000"/>
              <a:gd name="connsiteX25" fmla="*/ 11308933 w 12192000"/>
              <a:gd name="connsiteY25" fmla="*/ 1821 h 6858000"/>
            </a:gdLst>
            <a:ahLst/>
            <a:cxnLst/>
            <a:rect l="l" t="t" r="r" b="b"/>
            <a:pathLst>
              <a:path w="12192000" h="6858000">
                <a:moveTo>
                  <a:pt x="11312928" y="0"/>
                </a:moveTo>
                <a:lnTo>
                  <a:pt x="12192000" y="0"/>
                </a:lnTo>
                <a:lnTo>
                  <a:pt x="12192000" y="6858000"/>
                </a:lnTo>
                <a:lnTo>
                  <a:pt x="0" y="6858000"/>
                </a:lnTo>
                <a:lnTo>
                  <a:pt x="0" y="6702116"/>
                </a:lnTo>
                <a:lnTo>
                  <a:pt x="35522" y="6686253"/>
                </a:lnTo>
                <a:cubicBezTo>
                  <a:pt x="678260" y="6404372"/>
                  <a:pt x="1757363" y="5991225"/>
                  <a:pt x="2463801" y="5867400"/>
                </a:cubicBezTo>
                <a:cubicBezTo>
                  <a:pt x="3405718" y="5702300"/>
                  <a:pt x="4461935" y="6015567"/>
                  <a:pt x="5219701" y="5918200"/>
                </a:cubicBezTo>
                <a:cubicBezTo>
                  <a:pt x="5977468" y="5820833"/>
                  <a:pt x="6502402" y="5541433"/>
                  <a:pt x="7010401" y="5283200"/>
                </a:cubicBezTo>
                <a:cubicBezTo>
                  <a:pt x="7518401" y="5024967"/>
                  <a:pt x="7742768" y="4588933"/>
                  <a:pt x="8267701" y="4368800"/>
                </a:cubicBezTo>
                <a:cubicBezTo>
                  <a:pt x="8661401" y="4203700"/>
                  <a:pt x="9282510" y="4200525"/>
                  <a:pt x="9753303" y="4102100"/>
                </a:cubicBezTo>
                <a:lnTo>
                  <a:pt x="9775436" y="4096261"/>
                </a:lnTo>
                <a:lnTo>
                  <a:pt x="9872640" y="4085901"/>
                </a:lnTo>
                <a:cubicBezTo>
                  <a:pt x="10350579" y="4007524"/>
                  <a:pt x="10765727" y="3583520"/>
                  <a:pt x="10871964" y="3011090"/>
                </a:cubicBezTo>
                <a:lnTo>
                  <a:pt x="10879893" y="2929399"/>
                </a:lnTo>
                <a:lnTo>
                  <a:pt x="10896601" y="2844800"/>
                </a:lnTo>
                <a:cubicBezTo>
                  <a:pt x="10904538" y="2790825"/>
                  <a:pt x="10904770" y="2733378"/>
                  <a:pt x="10899119" y="2673412"/>
                </a:cubicBezTo>
                <a:lnTo>
                  <a:pt x="10885081" y="2593548"/>
                </a:lnTo>
                <a:lnTo>
                  <a:pt x="10877638" y="2498494"/>
                </a:lnTo>
                <a:cubicBezTo>
                  <a:pt x="10863957" y="2417017"/>
                  <a:pt x="10843349" y="2338180"/>
                  <a:pt x="10816392" y="2262974"/>
                </a:cubicBezTo>
                <a:lnTo>
                  <a:pt x="10744803" y="2108945"/>
                </a:lnTo>
                <a:lnTo>
                  <a:pt x="10738645" y="2091531"/>
                </a:lnTo>
                <a:cubicBezTo>
                  <a:pt x="10640485" y="1825625"/>
                  <a:pt x="10535710" y="1565275"/>
                  <a:pt x="10541001" y="1371600"/>
                </a:cubicBezTo>
                <a:lnTo>
                  <a:pt x="10544822" y="1332977"/>
                </a:lnTo>
                <a:lnTo>
                  <a:pt x="10541001" y="1257301"/>
                </a:lnTo>
                <a:cubicBezTo>
                  <a:pt x="10541001" y="709879"/>
                  <a:pt x="10853029" y="235335"/>
                  <a:pt x="11308933" y="1821"/>
                </a:cubicBezTo>
                <a:close/>
              </a:path>
            </a:pathLst>
          </a:custGeom>
          <a:gradFill>
            <a:gsLst>
              <a:gs pos="0">
                <a:schemeClr val="accent2">
                  <a:alpha val="99000"/>
                </a:schemeClr>
              </a:gs>
              <a:gs pos="100000">
                <a:schemeClr val="accent2">
                  <a:lumMod val="40000"/>
                  <a:lumOff val="6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0" y="0"/>
            <a:ext cx="12192000" cy="6858000"/>
          </a:xfrm>
          <a:custGeom>
            <a:avLst/>
            <a:gdLst>
              <a:gd name="connsiteX0" fmla="*/ 113129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702116 h 6858000"/>
              <a:gd name="connsiteX5" fmla="*/ 35522 w 12192000"/>
              <a:gd name="connsiteY5" fmla="*/ 6686253 h 6858000"/>
              <a:gd name="connsiteX6" fmla="*/ 2463801 w 12192000"/>
              <a:gd name="connsiteY6" fmla="*/ 5867400 h 6858000"/>
              <a:gd name="connsiteX7" fmla="*/ 5219701 w 12192000"/>
              <a:gd name="connsiteY7" fmla="*/ 5918200 h 6858000"/>
              <a:gd name="connsiteX8" fmla="*/ 7010401 w 12192000"/>
              <a:gd name="connsiteY8" fmla="*/ 5283200 h 6858000"/>
              <a:gd name="connsiteX9" fmla="*/ 8267701 w 12192000"/>
              <a:gd name="connsiteY9" fmla="*/ 4368800 h 6858000"/>
              <a:gd name="connsiteX10" fmla="*/ 9753303 w 12192000"/>
              <a:gd name="connsiteY10" fmla="*/ 4102100 h 6858000"/>
              <a:gd name="connsiteX11" fmla="*/ 9775436 w 12192000"/>
              <a:gd name="connsiteY11" fmla="*/ 4096261 h 6858000"/>
              <a:gd name="connsiteX12" fmla="*/ 9872640 w 12192000"/>
              <a:gd name="connsiteY12" fmla="*/ 4085901 h 6858000"/>
              <a:gd name="connsiteX13" fmla="*/ 10871964 w 12192000"/>
              <a:gd name="connsiteY13" fmla="*/ 3011090 h 6858000"/>
              <a:gd name="connsiteX14" fmla="*/ 10879893 w 12192000"/>
              <a:gd name="connsiteY14" fmla="*/ 2929399 h 6858000"/>
              <a:gd name="connsiteX15" fmla="*/ 10896601 w 12192000"/>
              <a:gd name="connsiteY15" fmla="*/ 2844800 h 6858000"/>
              <a:gd name="connsiteX16" fmla="*/ 10899119 w 12192000"/>
              <a:gd name="connsiteY16" fmla="*/ 2673412 h 6858000"/>
              <a:gd name="connsiteX17" fmla="*/ 10885081 w 12192000"/>
              <a:gd name="connsiteY17" fmla="*/ 2593548 h 6858000"/>
              <a:gd name="connsiteX18" fmla="*/ 10877638 w 12192000"/>
              <a:gd name="connsiteY18" fmla="*/ 2498494 h 6858000"/>
              <a:gd name="connsiteX19" fmla="*/ 10816392 w 12192000"/>
              <a:gd name="connsiteY19" fmla="*/ 2262974 h 6858000"/>
              <a:gd name="connsiteX20" fmla="*/ 10744803 w 12192000"/>
              <a:gd name="connsiteY20" fmla="*/ 2108945 h 6858000"/>
              <a:gd name="connsiteX21" fmla="*/ 10738645 w 12192000"/>
              <a:gd name="connsiteY21" fmla="*/ 2091531 h 6858000"/>
              <a:gd name="connsiteX22" fmla="*/ 10541001 w 12192000"/>
              <a:gd name="connsiteY22" fmla="*/ 1371600 h 6858000"/>
              <a:gd name="connsiteX23" fmla="*/ 10544822 w 12192000"/>
              <a:gd name="connsiteY23" fmla="*/ 1332977 h 6858000"/>
              <a:gd name="connsiteX24" fmla="*/ 10541001 w 12192000"/>
              <a:gd name="connsiteY24" fmla="*/ 1257301 h 6858000"/>
              <a:gd name="connsiteX25" fmla="*/ 11308933 w 12192000"/>
              <a:gd name="connsiteY25" fmla="*/ 1821 h 6858000"/>
            </a:gdLst>
            <a:ahLst/>
            <a:cxnLst/>
            <a:rect l="l" t="t" r="r" b="b"/>
            <a:pathLst>
              <a:path w="12192000" h="6858000">
                <a:moveTo>
                  <a:pt x="11312928" y="0"/>
                </a:moveTo>
                <a:lnTo>
                  <a:pt x="12192000" y="0"/>
                </a:lnTo>
                <a:lnTo>
                  <a:pt x="12192000" y="6858000"/>
                </a:lnTo>
                <a:lnTo>
                  <a:pt x="0" y="6858000"/>
                </a:lnTo>
                <a:lnTo>
                  <a:pt x="0" y="6702116"/>
                </a:lnTo>
                <a:lnTo>
                  <a:pt x="35522" y="6686253"/>
                </a:lnTo>
                <a:cubicBezTo>
                  <a:pt x="678260" y="6404372"/>
                  <a:pt x="1757363" y="5991225"/>
                  <a:pt x="2463801" y="5867400"/>
                </a:cubicBezTo>
                <a:cubicBezTo>
                  <a:pt x="3405718" y="5702300"/>
                  <a:pt x="4461935" y="6015567"/>
                  <a:pt x="5219701" y="5918200"/>
                </a:cubicBezTo>
                <a:cubicBezTo>
                  <a:pt x="5977468" y="5820833"/>
                  <a:pt x="6502402" y="5541433"/>
                  <a:pt x="7010401" y="5283200"/>
                </a:cubicBezTo>
                <a:cubicBezTo>
                  <a:pt x="7518401" y="5024967"/>
                  <a:pt x="7742768" y="4588933"/>
                  <a:pt x="8267701" y="4368800"/>
                </a:cubicBezTo>
                <a:cubicBezTo>
                  <a:pt x="8661401" y="4203700"/>
                  <a:pt x="9282510" y="4200525"/>
                  <a:pt x="9753303" y="4102100"/>
                </a:cubicBezTo>
                <a:lnTo>
                  <a:pt x="9775436" y="4096261"/>
                </a:lnTo>
                <a:lnTo>
                  <a:pt x="9872640" y="4085901"/>
                </a:lnTo>
                <a:cubicBezTo>
                  <a:pt x="10350579" y="4007524"/>
                  <a:pt x="10765727" y="3583520"/>
                  <a:pt x="10871964" y="3011090"/>
                </a:cubicBezTo>
                <a:lnTo>
                  <a:pt x="10879893" y="2929399"/>
                </a:lnTo>
                <a:lnTo>
                  <a:pt x="10896601" y="2844800"/>
                </a:lnTo>
                <a:cubicBezTo>
                  <a:pt x="10904538" y="2790825"/>
                  <a:pt x="10904770" y="2733378"/>
                  <a:pt x="10899119" y="2673412"/>
                </a:cubicBezTo>
                <a:lnTo>
                  <a:pt x="10885081" y="2593548"/>
                </a:lnTo>
                <a:lnTo>
                  <a:pt x="10877638" y="2498494"/>
                </a:lnTo>
                <a:cubicBezTo>
                  <a:pt x="10863957" y="2417017"/>
                  <a:pt x="10843349" y="2338180"/>
                  <a:pt x="10816392" y="2262974"/>
                </a:cubicBezTo>
                <a:lnTo>
                  <a:pt x="10744803" y="2108945"/>
                </a:lnTo>
                <a:lnTo>
                  <a:pt x="10738645" y="2091531"/>
                </a:lnTo>
                <a:cubicBezTo>
                  <a:pt x="10640485" y="1825625"/>
                  <a:pt x="10535710" y="1565275"/>
                  <a:pt x="10541001" y="1371600"/>
                </a:cubicBezTo>
                <a:lnTo>
                  <a:pt x="10544822" y="1332977"/>
                </a:lnTo>
                <a:lnTo>
                  <a:pt x="10541001" y="1257301"/>
                </a:lnTo>
                <a:cubicBezTo>
                  <a:pt x="10541001" y="709879"/>
                  <a:pt x="10853029" y="235335"/>
                  <a:pt x="11308933" y="1821"/>
                </a:cubicBezTo>
                <a:close/>
              </a:path>
            </a:pathLst>
          </a:custGeom>
          <a:gradFill>
            <a:gsLst>
              <a:gs pos="27000">
                <a:schemeClr val="accent1"/>
              </a:gs>
              <a:gs pos="100000">
                <a:schemeClr val="accent2"/>
              </a:gs>
            </a:gsLst>
            <a:lin ang="108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7" name="图片 6"/>
          <p:cNvPicPr>
            <a:picLocks noChangeAspect="1"/>
          </p:cNvPicPr>
          <p:nvPr/>
        </p:nvPicPr>
        <p:blipFill>
          <a:blip r:embed="rId2">
            <a:alphaModFix/>
          </a:blip>
          <a:srcRect/>
          <a:stretch>
            <a:fillRect/>
          </a:stretch>
        </p:blipFill>
        <p:spPr>
          <a:xfrm>
            <a:off x="4038600" y="2485878"/>
            <a:ext cx="8118785" cy="4372121"/>
          </a:xfrm>
          <a:prstGeom prst="rect">
            <a:avLst/>
          </a:prstGeom>
          <a:noFill/>
          <a:ln>
            <a:noFill/>
          </a:ln>
        </p:spPr>
      </p:pic>
      <p:sp>
        <p:nvSpPr>
          <p:cNvPr id="8" name="标题 1"/>
          <p:cNvSpPr txBox="1"/>
          <p:nvPr/>
        </p:nvSpPr>
        <p:spPr>
          <a:xfrm>
            <a:off x="426883" y="1484525"/>
            <a:ext cx="7905750" cy="2586671"/>
          </a:xfrm>
          <a:prstGeom prst="rect">
            <a:avLst/>
          </a:prstGeom>
          <a:noFill/>
          <a:ln>
            <a:noFill/>
          </a:ln>
        </p:spPr>
        <p:txBody>
          <a:bodyPr vert="horz" wrap="square" lIns="91440" tIns="45720" rIns="91440" bIns="45720" rtlCol="0" anchor="ctr"/>
          <a:lstStyle/>
          <a:p>
            <a:pPr algn="l">
              <a:lnSpc>
                <a:spcPct val="130000"/>
              </a:lnSpc>
            </a:pPr>
            <a:r>
              <a:rPr kumimoji="1" lang="en-US" altLang="zh-CN" sz="6900">
                <a:ln w="12700">
                  <a:noFill/>
                </a:ln>
                <a:solidFill>
                  <a:srgbClr val="000000">
                    <a:alpha val="100000"/>
                  </a:srgbClr>
                </a:solidFill>
                <a:latin typeface="Source Han Sans CN Bold"/>
                <a:ea typeface="Source Han Sans CN Bold"/>
                <a:cs typeface="Source Han Sans CN Bold"/>
              </a:rPr>
              <a:t>Verilog HDL 基础入门教程</a:t>
            </a:r>
            <a:endParaRPr kumimoji="1" lang="zh-CN" altLang="en-US"/>
          </a:p>
        </p:txBody>
      </p:sp>
      <p:sp>
        <p:nvSpPr>
          <p:cNvPr id="9" name="标题 1"/>
          <p:cNvSpPr txBox="1"/>
          <p:nvPr/>
        </p:nvSpPr>
        <p:spPr>
          <a:xfrm>
            <a:off x="8648700" y="2362379"/>
            <a:ext cx="610616" cy="610616"/>
          </a:xfrm>
          <a:prstGeom prst="ellipse">
            <a:avLst/>
          </a:prstGeom>
          <a:gradFill>
            <a:gsLst>
              <a:gs pos="0">
                <a:schemeClr val="accent1"/>
              </a:gs>
              <a:gs pos="100000">
                <a:schemeClr val="accent2"/>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9689076" y="1634397"/>
            <a:ext cx="353151" cy="353151"/>
          </a:xfrm>
          <a:prstGeom prst="ellipse">
            <a:avLst/>
          </a:prstGeom>
          <a:gradFill>
            <a:gsLst>
              <a:gs pos="0">
                <a:schemeClr val="accent3"/>
              </a:gs>
              <a:gs pos="100000">
                <a:schemeClr val="accent4"/>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652700" y="5565780"/>
            <a:ext cx="578874" cy="578874"/>
          </a:xfrm>
          <a:prstGeom prst="ellipse">
            <a:avLst/>
          </a:prstGeom>
          <a:gradFill>
            <a:gsLst>
              <a:gs pos="0">
                <a:schemeClr val="accent1"/>
              </a:gs>
              <a:gs pos="100000">
                <a:schemeClr val="accent2"/>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rot="1349991">
            <a:off x="11457839" y="586853"/>
            <a:ext cx="1539544" cy="1539544"/>
          </a:xfrm>
          <a:prstGeom prst="ellipse">
            <a:avLst/>
          </a:prstGeom>
          <a:gradFill>
            <a:gsLst>
              <a:gs pos="0">
                <a:schemeClr val="accent1">
                  <a:alpha val="68000"/>
                </a:schemeClr>
              </a:gs>
              <a:gs pos="100000">
                <a:schemeClr val="accent2">
                  <a:alpha val="6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10211" y="516852"/>
            <a:ext cx="3908087" cy="743548"/>
          </a:xfrm>
          <a:custGeom>
            <a:avLst/>
            <a:gdLst>
              <a:gd name="connsiteX0" fmla="*/ 0 w 3425499"/>
              <a:gd name="connsiteY0" fmla="*/ 0 h 743548"/>
              <a:gd name="connsiteX1" fmla="*/ 3053725 w 3425499"/>
              <a:gd name="connsiteY1" fmla="*/ 0 h 743548"/>
              <a:gd name="connsiteX2" fmla="*/ 3425499 w 3425499"/>
              <a:gd name="connsiteY2" fmla="*/ 371774 h 743548"/>
              <a:gd name="connsiteX3" fmla="*/ 3053725 w 3425499"/>
              <a:gd name="connsiteY3" fmla="*/ 743548 h 743548"/>
              <a:gd name="connsiteX4" fmla="*/ 0 w 3425499"/>
              <a:gd name="connsiteY4" fmla="*/ 743548 h 743548"/>
            </a:gdLst>
            <a:ahLst/>
            <a:cxnLst/>
            <a:rect l="l" t="t" r="r" b="b"/>
            <a:pathLst>
              <a:path w="3425499" h="743548">
                <a:moveTo>
                  <a:pt x="0" y="0"/>
                </a:moveTo>
                <a:lnTo>
                  <a:pt x="3053725" y="0"/>
                </a:lnTo>
                <a:cubicBezTo>
                  <a:pt x="3259050" y="0"/>
                  <a:pt x="3425499" y="166449"/>
                  <a:pt x="3425499" y="371774"/>
                </a:cubicBezTo>
                <a:cubicBezTo>
                  <a:pt x="3425499" y="577099"/>
                  <a:pt x="3259050" y="743548"/>
                  <a:pt x="3053725" y="743548"/>
                </a:cubicBezTo>
                <a:lnTo>
                  <a:pt x="0" y="743548"/>
                </a:ln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571514" y="704923"/>
            <a:ext cx="2958699" cy="367406"/>
          </a:xfrm>
          <a:custGeom>
            <a:avLst/>
            <a:gdLst>
              <a:gd name="connsiteX0" fmla="*/ 353068 w 1228797"/>
              <a:gd name="connsiteY0" fmla="*/ 146933 h 152590"/>
              <a:gd name="connsiteX1" fmla="*/ 353259 w 1228797"/>
              <a:gd name="connsiteY1" fmla="*/ 146971 h 152590"/>
              <a:gd name="connsiteX2" fmla="*/ 352878 w 1228797"/>
              <a:gd name="connsiteY2" fmla="*/ 146971 h 152590"/>
              <a:gd name="connsiteX3" fmla="*/ 463654 w 1228797"/>
              <a:gd name="connsiteY3" fmla="*/ 28766 h 152590"/>
              <a:gd name="connsiteX4" fmla="*/ 457368 w 1228797"/>
              <a:gd name="connsiteY4" fmla="*/ 35052 h 152590"/>
              <a:gd name="connsiteX5" fmla="*/ 457368 w 1228797"/>
              <a:gd name="connsiteY5" fmla="*/ 66866 h 152590"/>
              <a:gd name="connsiteX6" fmla="*/ 463464 w 1228797"/>
              <a:gd name="connsiteY6" fmla="*/ 73152 h 152590"/>
              <a:gd name="connsiteX7" fmla="*/ 463654 w 1228797"/>
              <a:gd name="connsiteY7" fmla="*/ 73152 h 152590"/>
              <a:gd name="connsiteX8" fmla="*/ 502611 w 1228797"/>
              <a:gd name="connsiteY8" fmla="*/ 73152 h 152590"/>
              <a:gd name="connsiteX9" fmla="*/ 525281 w 1228797"/>
              <a:gd name="connsiteY9" fmla="*/ 51911 h 152590"/>
              <a:gd name="connsiteX10" fmla="*/ 504450 w 1228797"/>
              <a:gd name="connsiteY10" fmla="*/ 28795 h 152590"/>
              <a:gd name="connsiteX11" fmla="*/ 503183 w 1228797"/>
              <a:gd name="connsiteY11" fmla="*/ 28766 h 152590"/>
              <a:gd name="connsiteX12" fmla="*/ 1154216 w 1228797"/>
              <a:gd name="connsiteY12" fmla="*/ 28194 h 152590"/>
              <a:gd name="connsiteX13" fmla="*/ 1154216 w 1228797"/>
              <a:gd name="connsiteY13" fmla="*/ 28765 h 152590"/>
              <a:gd name="connsiteX14" fmla="*/ 1104877 w 1228797"/>
              <a:gd name="connsiteY14" fmla="*/ 77914 h 152590"/>
              <a:gd name="connsiteX15" fmla="*/ 1154026 w 1228797"/>
              <a:gd name="connsiteY15" fmla="*/ 127254 h 152590"/>
              <a:gd name="connsiteX16" fmla="*/ 1203365 w 1228797"/>
              <a:gd name="connsiteY16" fmla="*/ 78105 h 152590"/>
              <a:gd name="connsiteX17" fmla="*/ 1203365 w 1228797"/>
              <a:gd name="connsiteY17" fmla="*/ 78009 h 152590"/>
              <a:gd name="connsiteX18" fmla="*/ 1154502 w 1228797"/>
              <a:gd name="connsiteY18" fmla="*/ 28195 h 152590"/>
              <a:gd name="connsiteX19" fmla="*/ 1154216 w 1228797"/>
              <a:gd name="connsiteY19" fmla="*/ 28194 h 152590"/>
              <a:gd name="connsiteX20" fmla="*/ 836558 w 1228797"/>
              <a:gd name="connsiteY20" fmla="*/ 25718 h 152590"/>
              <a:gd name="connsiteX21" fmla="*/ 787314 w 1228797"/>
              <a:gd name="connsiteY21" fmla="*/ 74962 h 152590"/>
              <a:gd name="connsiteX22" fmla="*/ 836558 w 1228797"/>
              <a:gd name="connsiteY22" fmla="*/ 124207 h 152590"/>
              <a:gd name="connsiteX23" fmla="*/ 885802 w 1228797"/>
              <a:gd name="connsiteY23" fmla="*/ 74962 h 152590"/>
              <a:gd name="connsiteX24" fmla="*/ 885802 w 1228797"/>
              <a:gd name="connsiteY24" fmla="*/ 74867 h 152590"/>
              <a:gd name="connsiteX25" fmla="*/ 836558 w 1228797"/>
              <a:gd name="connsiteY25" fmla="*/ 25718 h 152590"/>
              <a:gd name="connsiteX26" fmla="*/ 200954 w 1228797"/>
              <a:gd name="connsiteY26" fmla="*/ 25527 h 152590"/>
              <a:gd name="connsiteX27" fmla="*/ 200954 w 1228797"/>
              <a:gd name="connsiteY27" fmla="*/ 25908 h 152590"/>
              <a:gd name="connsiteX28" fmla="*/ 151424 w 1228797"/>
              <a:gd name="connsiteY28" fmla="*/ 75248 h 152590"/>
              <a:gd name="connsiteX29" fmla="*/ 200764 w 1228797"/>
              <a:gd name="connsiteY29" fmla="*/ 124778 h 152590"/>
              <a:gd name="connsiteX30" fmla="*/ 250294 w 1228797"/>
              <a:gd name="connsiteY30" fmla="*/ 75438 h 152590"/>
              <a:gd name="connsiteX31" fmla="*/ 250294 w 1228797"/>
              <a:gd name="connsiteY31" fmla="*/ 75248 h 152590"/>
              <a:gd name="connsiteX32" fmla="*/ 201145 w 1228797"/>
              <a:gd name="connsiteY32" fmla="*/ 25528 h 152590"/>
              <a:gd name="connsiteX33" fmla="*/ 200954 w 1228797"/>
              <a:gd name="connsiteY33" fmla="*/ 25527 h 152590"/>
              <a:gd name="connsiteX34" fmla="*/ 437841 w 1228797"/>
              <a:gd name="connsiteY34" fmla="*/ 3429 h 152590"/>
              <a:gd name="connsiteX35" fmla="*/ 502040 w 1228797"/>
              <a:gd name="connsiteY35" fmla="*/ 3429 h 152590"/>
              <a:gd name="connsiteX36" fmla="*/ 535949 w 1228797"/>
              <a:gd name="connsiteY36" fmla="*/ 16764 h 152590"/>
              <a:gd name="connsiteX37" fmla="*/ 550808 w 1228797"/>
              <a:gd name="connsiteY37" fmla="*/ 49340 h 152590"/>
              <a:gd name="connsiteX38" fmla="*/ 528615 w 1228797"/>
              <a:gd name="connsiteY38" fmla="*/ 91345 h 152590"/>
              <a:gd name="connsiteX39" fmla="*/ 526233 w 1228797"/>
              <a:gd name="connsiteY39" fmla="*/ 99251 h 152590"/>
              <a:gd name="connsiteX40" fmla="*/ 544712 w 1228797"/>
              <a:gd name="connsiteY40" fmla="*/ 138017 h 152590"/>
              <a:gd name="connsiteX41" fmla="*/ 541683 w 1228797"/>
              <a:gd name="connsiteY41" fmla="*/ 146377 h 152590"/>
              <a:gd name="connsiteX42" fmla="*/ 538997 w 1228797"/>
              <a:gd name="connsiteY42" fmla="*/ 146971 h 152590"/>
              <a:gd name="connsiteX43" fmla="*/ 525567 w 1228797"/>
              <a:gd name="connsiteY43" fmla="*/ 146971 h 152590"/>
              <a:gd name="connsiteX44" fmla="*/ 519947 w 1228797"/>
              <a:gd name="connsiteY44" fmla="*/ 143447 h 152590"/>
              <a:gd name="connsiteX45" fmla="*/ 500230 w 1228797"/>
              <a:gd name="connsiteY45" fmla="*/ 102203 h 152590"/>
              <a:gd name="connsiteX46" fmla="*/ 494611 w 1228797"/>
              <a:gd name="connsiteY46" fmla="*/ 98679 h 152590"/>
              <a:gd name="connsiteX47" fmla="*/ 463654 w 1228797"/>
              <a:gd name="connsiteY47" fmla="*/ 98679 h 152590"/>
              <a:gd name="connsiteX48" fmla="*/ 457368 w 1228797"/>
              <a:gd name="connsiteY48" fmla="*/ 104773 h 152590"/>
              <a:gd name="connsiteX49" fmla="*/ 457368 w 1228797"/>
              <a:gd name="connsiteY49" fmla="*/ 104966 h 152590"/>
              <a:gd name="connsiteX50" fmla="*/ 457368 w 1228797"/>
              <a:gd name="connsiteY50" fmla="*/ 140684 h 152590"/>
              <a:gd name="connsiteX51" fmla="*/ 451081 w 1228797"/>
              <a:gd name="connsiteY51" fmla="*/ 146971 h 152590"/>
              <a:gd name="connsiteX52" fmla="*/ 437841 w 1228797"/>
              <a:gd name="connsiteY52" fmla="*/ 146971 h 152590"/>
              <a:gd name="connsiteX53" fmla="*/ 431555 w 1228797"/>
              <a:gd name="connsiteY53" fmla="*/ 140684 h 152590"/>
              <a:gd name="connsiteX54" fmla="*/ 431555 w 1228797"/>
              <a:gd name="connsiteY54" fmla="*/ 9716 h 152590"/>
              <a:gd name="connsiteX55" fmla="*/ 437841 w 1228797"/>
              <a:gd name="connsiteY55" fmla="*/ 3429 h 152590"/>
              <a:gd name="connsiteX56" fmla="*/ 293633 w 1228797"/>
              <a:gd name="connsiteY56" fmla="*/ 3429 h 152590"/>
              <a:gd name="connsiteX57" fmla="*/ 306777 w 1228797"/>
              <a:gd name="connsiteY57" fmla="*/ 3429 h 152590"/>
              <a:gd name="connsiteX58" fmla="*/ 312683 w 1228797"/>
              <a:gd name="connsiteY58" fmla="*/ 9715 h 152590"/>
              <a:gd name="connsiteX59" fmla="*/ 312683 w 1228797"/>
              <a:gd name="connsiteY59" fmla="*/ 80677 h 152590"/>
              <a:gd name="connsiteX60" fmla="*/ 350592 w 1228797"/>
              <a:gd name="connsiteY60" fmla="*/ 123032 h 152590"/>
              <a:gd name="connsiteX61" fmla="*/ 392950 w 1228797"/>
              <a:gd name="connsiteY61" fmla="*/ 85118 h 152590"/>
              <a:gd name="connsiteX62" fmla="*/ 392978 w 1228797"/>
              <a:gd name="connsiteY62" fmla="*/ 81248 h 152590"/>
              <a:gd name="connsiteX63" fmla="*/ 392978 w 1228797"/>
              <a:gd name="connsiteY63" fmla="*/ 9715 h 152590"/>
              <a:gd name="connsiteX64" fmla="*/ 399265 w 1228797"/>
              <a:gd name="connsiteY64" fmla="*/ 3429 h 152590"/>
              <a:gd name="connsiteX65" fmla="*/ 412505 w 1228797"/>
              <a:gd name="connsiteY65" fmla="*/ 3429 h 152590"/>
              <a:gd name="connsiteX66" fmla="*/ 418696 w 1228797"/>
              <a:gd name="connsiteY66" fmla="*/ 9715 h 152590"/>
              <a:gd name="connsiteX67" fmla="*/ 418696 w 1228797"/>
              <a:gd name="connsiteY67" fmla="*/ 81153 h 152590"/>
              <a:gd name="connsiteX68" fmla="*/ 378496 w 1228797"/>
              <a:gd name="connsiteY68" fmla="*/ 141799 h 152590"/>
              <a:gd name="connsiteX69" fmla="*/ 353068 w 1228797"/>
              <a:gd name="connsiteY69" fmla="*/ 146933 h 152590"/>
              <a:gd name="connsiteX70" fmla="*/ 327634 w 1228797"/>
              <a:gd name="connsiteY70" fmla="*/ 141836 h 152590"/>
              <a:gd name="connsiteX71" fmla="*/ 287346 w 1228797"/>
              <a:gd name="connsiteY71" fmla="*/ 81248 h 152590"/>
              <a:gd name="connsiteX72" fmla="*/ 287346 w 1228797"/>
              <a:gd name="connsiteY72" fmla="*/ 81153 h 152590"/>
              <a:gd name="connsiteX73" fmla="*/ 287346 w 1228797"/>
              <a:gd name="connsiteY73" fmla="*/ 9715 h 152590"/>
              <a:gd name="connsiteX74" fmla="*/ 293633 w 1228797"/>
              <a:gd name="connsiteY74" fmla="*/ 3429 h 152590"/>
              <a:gd name="connsiteX75" fmla="*/ 6264 w 1228797"/>
              <a:gd name="connsiteY75" fmla="*/ 3333 h 152590"/>
              <a:gd name="connsiteX76" fmla="*/ 18646 w 1228797"/>
              <a:gd name="connsiteY76" fmla="*/ 3333 h 152590"/>
              <a:gd name="connsiteX77" fmla="*/ 23790 w 1228797"/>
              <a:gd name="connsiteY77" fmla="*/ 6000 h 152590"/>
              <a:gd name="connsiteX78" fmla="*/ 61890 w 1228797"/>
              <a:gd name="connsiteY78" fmla="*/ 59817 h 152590"/>
              <a:gd name="connsiteX79" fmla="*/ 67033 w 1228797"/>
              <a:gd name="connsiteY79" fmla="*/ 62388 h 152590"/>
              <a:gd name="connsiteX80" fmla="*/ 72081 w 1228797"/>
              <a:gd name="connsiteY80" fmla="*/ 59817 h 152590"/>
              <a:gd name="connsiteX81" fmla="*/ 110181 w 1228797"/>
              <a:gd name="connsiteY81" fmla="*/ 6000 h 152590"/>
              <a:gd name="connsiteX82" fmla="*/ 115325 w 1228797"/>
              <a:gd name="connsiteY82" fmla="*/ 3333 h 152590"/>
              <a:gd name="connsiteX83" fmla="*/ 127707 w 1228797"/>
              <a:gd name="connsiteY83" fmla="*/ 3333 h 152590"/>
              <a:gd name="connsiteX84" fmla="*/ 134065 w 1228797"/>
              <a:gd name="connsiteY84" fmla="*/ 9548 h 152590"/>
              <a:gd name="connsiteX85" fmla="*/ 132851 w 1228797"/>
              <a:gd name="connsiteY85" fmla="*/ 13335 h 152590"/>
              <a:gd name="connsiteX86" fmla="*/ 81702 w 1228797"/>
              <a:gd name="connsiteY86" fmla="*/ 83724 h 152590"/>
              <a:gd name="connsiteX87" fmla="*/ 79987 w 1228797"/>
              <a:gd name="connsiteY87" fmla="*/ 89154 h 152590"/>
              <a:gd name="connsiteX88" fmla="*/ 79987 w 1228797"/>
              <a:gd name="connsiteY88" fmla="*/ 140684 h 152590"/>
              <a:gd name="connsiteX89" fmla="*/ 73701 w 1228797"/>
              <a:gd name="connsiteY89" fmla="*/ 146970 h 152590"/>
              <a:gd name="connsiteX90" fmla="*/ 60270 w 1228797"/>
              <a:gd name="connsiteY90" fmla="*/ 146970 h 152590"/>
              <a:gd name="connsiteX91" fmla="*/ 53984 w 1228797"/>
              <a:gd name="connsiteY91" fmla="*/ 140684 h 152590"/>
              <a:gd name="connsiteX92" fmla="*/ 53984 w 1228797"/>
              <a:gd name="connsiteY92" fmla="*/ 89154 h 152590"/>
              <a:gd name="connsiteX93" fmla="*/ 52269 w 1228797"/>
              <a:gd name="connsiteY93" fmla="*/ 83724 h 152590"/>
              <a:gd name="connsiteX94" fmla="*/ 1215 w 1228797"/>
              <a:gd name="connsiteY94" fmla="*/ 13335 h 152590"/>
              <a:gd name="connsiteX95" fmla="*/ 2572 w 1228797"/>
              <a:gd name="connsiteY95" fmla="*/ 4549 h 152590"/>
              <a:gd name="connsiteX96" fmla="*/ 6264 w 1228797"/>
              <a:gd name="connsiteY96" fmla="*/ 3333 h 152590"/>
              <a:gd name="connsiteX97" fmla="*/ 1154026 w 1228797"/>
              <a:gd name="connsiteY97" fmla="*/ 3238 h 152590"/>
              <a:gd name="connsiteX98" fmla="*/ 1228797 w 1228797"/>
              <a:gd name="connsiteY98" fmla="*/ 77819 h 152590"/>
              <a:gd name="connsiteX99" fmla="*/ 1228797 w 1228797"/>
              <a:gd name="connsiteY99" fmla="*/ 77914 h 152590"/>
              <a:gd name="connsiteX100" fmla="*/ 1154216 w 1228797"/>
              <a:gd name="connsiteY100" fmla="*/ 152590 h 152590"/>
              <a:gd name="connsiteX101" fmla="*/ 1079445 w 1228797"/>
              <a:gd name="connsiteY101" fmla="*/ 78009 h 152590"/>
              <a:gd name="connsiteX102" fmla="*/ 1154026 w 1228797"/>
              <a:gd name="connsiteY102" fmla="*/ 3238 h 152590"/>
              <a:gd name="connsiteX103" fmla="*/ 646058 w 1228797"/>
              <a:gd name="connsiteY103" fmla="*/ 2096 h 152590"/>
              <a:gd name="connsiteX104" fmla="*/ 659774 w 1228797"/>
              <a:gd name="connsiteY104" fmla="*/ 2096 h 152590"/>
              <a:gd name="connsiteX105" fmla="*/ 666060 w 1228797"/>
              <a:gd name="connsiteY105" fmla="*/ 8382 h 152590"/>
              <a:gd name="connsiteX106" fmla="*/ 666060 w 1228797"/>
              <a:gd name="connsiteY106" fmla="*/ 116491 h 152590"/>
              <a:gd name="connsiteX107" fmla="*/ 672346 w 1228797"/>
              <a:gd name="connsiteY107" fmla="*/ 122778 h 152590"/>
              <a:gd name="connsiteX108" fmla="*/ 750166 w 1228797"/>
              <a:gd name="connsiteY108" fmla="*/ 122778 h 152590"/>
              <a:gd name="connsiteX109" fmla="*/ 756452 w 1228797"/>
              <a:gd name="connsiteY109" fmla="*/ 129064 h 152590"/>
              <a:gd name="connsiteX110" fmla="*/ 756452 w 1228797"/>
              <a:gd name="connsiteY110" fmla="*/ 141733 h 152590"/>
              <a:gd name="connsiteX111" fmla="*/ 750356 w 1228797"/>
              <a:gd name="connsiteY111" fmla="*/ 148019 h 152590"/>
              <a:gd name="connsiteX112" fmla="*/ 750166 w 1228797"/>
              <a:gd name="connsiteY112" fmla="*/ 148019 h 152590"/>
              <a:gd name="connsiteX113" fmla="*/ 646058 w 1228797"/>
              <a:gd name="connsiteY113" fmla="*/ 148019 h 152590"/>
              <a:gd name="connsiteX114" fmla="*/ 639771 w 1228797"/>
              <a:gd name="connsiteY114" fmla="*/ 141733 h 152590"/>
              <a:gd name="connsiteX115" fmla="*/ 639771 w 1228797"/>
              <a:gd name="connsiteY115" fmla="*/ 8382 h 152590"/>
              <a:gd name="connsiteX116" fmla="*/ 646058 w 1228797"/>
              <a:gd name="connsiteY116" fmla="*/ 2096 h 152590"/>
              <a:gd name="connsiteX117" fmla="*/ 995720 w 1228797"/>
              <a:gd name="connsiteY117" fmla="*/ 191 h 152590"/>
              <a:gd name="connsiteX118" fmla="*/ 1040488 w 1228797"/>
              <a:gd name="connsiteY118" fmla="*/ 15621 h 152590"/>
              <a:gd name="connsiteX119" fmla="*/ 1051060 w 1228797"/>
              <a:gd name="connsiteY119" fmla="*/ 25146 h 152590"/>
              <a:gd name="connsiteX120" fmla="*/ 1051251 w 1228797"/>
              <a:gd name="connsiteY120" fmla="*/ 25418 h 152590"/>
              <a:gd name="connsiteX121" fmla="*/ 1049536 w 1228797"/>
              <a:gd name="connsiteY121" fmla="*/ 34004 h 152590"/>
              <a:gd name="connsiteX122" fmla="*/ 1038964 w 1228797"/>
              <a:gd name="connsiteY122" fmla="*/ 41434 h 152590"/>
              <a:gd name="connsiteX123" fmla="*/ 1030867 w 1228797"/>
              <a:gd name="connsiteY123" fmla="*/ 40767 h 152590"/>
              <a:gd name="connsiteX124" fmla="*/ 1028010 w 1228797"/>
              <a:gd name="connsiteY124" fmla="*/ 38100 h 152590"/>
              <a:gd name="connsiteX125" fmla="*/ 1027343 w 1228797"/>
              <a:gd name="connsiteY125" fmla="*/ 37624 h 152590"/>
              <a:gd name="connsiteX126" fmla="*/ 995911 w 1228797"/>
              <a:gd name="connsiteY126" fmla="*/ 26194 h 152590"/>
              <a:gd name="connsiteX127" fmla="*/ 993815 w 1228797"/>
              <a:gd name="connsiteY127" fmla="*/ 26194 h 152590"/>
              <a:gd name="connsiteX128" fmla="*/ 990386 w 1228797"/>
              <a:gd name="connsiteY128" fmla="*/ 26194 h 152590"/>
              <a:gd name="connsiteX129" fmla="*/ 981623 w 1228797"/>
              <a:gd name="connsiteY129" fmla="*/ 28004 h 152590"/>
              <a:gd name="connsiteX130" fmla="*/ 947638 w 1228797"/>
              <a:gd name="connsiteY130" fmla="*/ 64456 h 152590"/>
              <a:gd name="connsiteX131" fmla="*/ 984957 w 1228797"/>
              <a:gd name="connsiteY131" fmla="*/ 123254 h 152590"/>
              <a:gd name="connsiteX132" fmla="*/ 988957 w 1228797"/>
              <a:gd name="connsiteY132" fmla="*/ 124016 h 152590"/>
              <a:gd name="connsiteX133" fmla="*/ 992291 w 1228797"/>
              <a:gd name="connsiteY133" fmla="*/ 122968 h 152590"/>
              <a:gd name="connsiteX134" fmla="*/ 1001816 w 1228797"/>
              <a:gd name="connsiteY134" fmla="*/ 122968 h 152590"/>
              <a:gd name="connsiteX135" fmla="*/ 1009150 w 1228797"/>
              <a:gd name="connsiteY135" fmla="*/ 121920 h 152590"/>
              <a:gd name="connsiteX136" fmla="*/ 1010484 w 1228797"/>
              <a:gd name="connsiteY136" fmla="*/ 121920 h 152590"/>
              <a:gd name="connsiteX137" fmla="*/ 1011817 w 1228797"/>
              <a:gd name="connsiteY137" fmla="*/ 121920 h 152590"/>
              <a:gd name="connsiteX138" fmla="*/ 1017437 w 1228797"/>
              <a:gd name="connsiteY138" fmla="*/ 119920 h 152590"/>
              <a:gd name="connsiteX139" fmla="*/ 1018580 w 1228797"/>
              <a:gd name="connsiteY139" fmla="*/ 119444 h 152590"/>
              <a:gd name="connsiteX140" fmla="*/ 1019723 w 1228797"/>
              <a:gd name="connsiteY140" fmla="*/ 118967 h 152590"/>
              <a:gd name="connsiteX141" fmla="*/ 1020866 w 1228797"/>
              <a:gd name="connsiteY141" fmla="*/ 118396 h 152590"/>
              <a:gd name="connsiteX142" fmla="*/ 1023438 w 1228797"/>
              <a:gd name="connsiteY142" fmla="*/ 117062 h 152590"/>
              <a:gd name="connsiteX143" fmla="*/ 1024200 w 1228797"/>
              <a:gd name="connsiteY143" fmla="*/ 116491 h 152590"/>
              <a:gd name="connsiteX144" fmla="*/ 1041154 w 1228797"/>
              <a:gd name="connsiteY144" fmla="*/ 95345 h 152590"/>
              <a:gd name="connsiteX145" fmla="*/ 1040202 w 1228797"/>
              <a:gd name="connsiteY145" fmla="*/ 90297 h 152590"/>
              <a:gd name="connsiteX146" fmla="*/ 1036106 w 1228797"/>
              <a:gd name="connsiteY146" fmla="*/ 88583 h 152590"/>
              <a:gd name="connsiteX147" fmla="*/ 1008579 w 1228797"/>
              <a:gd name="connsiteY147" fmla="*/ 88583 h 152590"/>
              <a:gd name="connsiteX148" fmla="*/ 1002292 w 1228797"/>
              <a:gd name="connsiteY148" fmla="*/ 82296 h 152590"/>
              <a:gd name="connsiteX149" fmla="*/ 1002292 w 1228797"/>
              <a:gd name="connsiteY149" fmla="*/ 69437 h 152590"/>
              <a:gd name="connsiteX150" fmla="*/ 1002292 w 1228797"/>
              <a:gd name="connsiteY150" fmla="*/ 69245 h 152590"/>
              <a:gd name="connsiteX151" fmla="*/ 1008579 w 1228797"/>
              <a:gd name="connsiteY151" fmla="*/ 63151 h 152590"/>
              <a:gd name="connsiteX152" fmla="*/ 1065729 w 1228797"/>
              <a:gd name="connsiteY152" fmla="*/ 63151 h 152590"/>
              <a:gd name="connsiteX153" fmla="*/ 1066205 w 1228797"/>
              <a:gd name="connsiteY153" fmla="*/ 63151 h 152590"/>
              <a:gd name="connsiteX154" fmla="*/ 1066777 w 1228797"/>
              <a:gd name="connsiteY154" fmla="*/ 63151 h 152590"/>
              <a:gd name="connsiteX155" fmla="*/ 1068205 w 1228797"/>
              <a:gd name="connsiteY155" fmla="*/ 68771 h 152590"/>
              <a:gd name="connsiteX156" fmla="*/ 1068205 w 1228797"/>
              <a:gd name="connsiteY156" fmla="*/ 80391 h 152590"/>
              <a:gd name="connsiteX157" fmla="*/ 1043155 w 1228797"/>
              <a:gd name="connsiteY157" fmla="*/ 136112 h 152590"/>
              <a:gd name="connsiteX158" fmla="*/ 1040869 w 1228797"/>
              <a:gd name="connsiteY158" fmla="*/ 138113 h 152590"/>
              <a:gd name="connsiteX159" fmla="*/ 1039630 w 1228797"/>
              <a:gd name="connsiteY159" fmla="*/ 139065 h 152590"/>
              <a:gd name="connsiteX160" fmla="*/ 1037249 w 1228797"/>
              <a:gd name="connsiteY160" fmla="*/ 140780 h 152590"/>
              <a:gd name="connsiteX161" fmla="*/ 1036011 w 1228797"/>
              <a:gd name="connsiteY161" fmla="*/ 141637 h 152590"/>
              <a:gd name="connsiteX162" fmla="*/ 1033630 w 1228797"/>
              <a:gd name="connsiteY162" fmla="*/ 143161 h 152590"/>
              <a:gd name="connsiteX163" fmla="*/ 1032391 w 1228797"/>
              <a:gd name="connsiteY163" fmla="*/ 143923 h 152590"/>
              <a:gd name="connsiteX164" fmla="*/ 1029915 w 1228797"/>
              <a:gd name="connsiteY164" fmla="*/ 145352 h 152590"/>
              <a:gd name="connsiteX165" fmla="*/ 1029343 w 1228797"/>
              <a:gd name="connsiteY165" fmla="*/ 145352 h 152590"/>
              <a:gd name="connsiteX166" fmla="*/ 1025343 w 1228797"/>
              <a:gd name="connsiteY166" fmla="*/ 147257 h 152590"/>
              <a:gd name="connsiteX167" fmla="*/ 1024676 w 1228797"/>
              <a:gd name="connsiteY167" fmla="*/ 147257 h 152590"/>
              <a:gd name="connsiteX168" fmla="*/ 1022104 w 1228797"/>
              <a:gd name="connsiteY168" fmla="*/ 148209 h 152590"/>
              <a:gd name="connsiteX169" fmla="*/ 1020866 w 1228797"/>
              <a:gd name="connsiteY169" fmla="*/ 148209 h 152590"/>
              <a:gd name="connsiteX170" fmla="*/ 1020104 w 1228797"/>
              <a:gd name="connsiteY170" fmla="*/ 148209 h 152590"/>
              <a:gd name="connsiteX171" fmla="*/ 1018009 w 1228797"/>
              <a:gd name="connsiteY171" fmla="*/ 148971 h 152590"/>
              <a:gd name="connsiteX172" fmla="*/ 1017151 w 1228797"/>
              <a:gd name="connsiteY172" fmla="*/ 148971 h 152590"/>
              <a:gd name="connsiteX173" fmla="*/ 1015913 w 1228797"/>
              <a:gd name="connsiteY173" fmla="*/ 148971 h 152590"/>
              <a:gd name="connsiteX174" fmla="*/ 1015056 w 1228797"/>
              <a:gd name="connsiteY174" fmla="*/ 148971 h 152590"/>
              <a:gd name="connsiteX175" fmla="*/ 1013151 w 1228797"/>
              <a:gd name="connsiteY175" fmla="*/ 149447 h 152590"/>
              <a:gd name="connsiteX176" fmla="*/ 1012103 w 1228797"/>
              <a:gd name="connsiteY176" fmla="*/ 149447 h 152590"/>
              <a:gd name="connsiteX177" fmla="*/ 1010960 w 1228797"/>
              <a:gd name="connsiteY177" fmla="*/ 149447 h 152590"/>
              <a:gd name="connsiteX178" fmla="*/ 1009912 w 1228797"/>
              <a:gd name="connsiteY178" fmla="*/ 149447 h 152590"/>
              <a:gd name="connsiteX179" fmla="*/ 1008103 w 1228797"/>
              <a:gd name="connsiteY179" fmla="*/ 149447 h 152590"/>
              <a:gd name="connsiteX180" fmla="*/ 1006960 w 1228797"/>
              <a:gd name="connsiteY180" fmla="*/ 149447 h 152590"/>
              <a:gd name="connsiteX181" fmla="*/ 1005817 w 1228797"/>
              <a:gd name="connsiteY181" fmla="*/ 149447 h 152590"/>
              <a:gd name="connsiteX182" fmla="*/ 1004578 w 1228797"/>
              <a:gd name="connsiteY182" fmla="*/ 149447 h 152590"/>
              <a:gd name="connsiteX183" fmla="*/ 1002864 w 1228797"/>
              <a:gd name="connsiteY183" fmla="*/ 149447 h 152590"/>
              <a:gd name="connsiteX184" fmla="*/ 995720 w 1228797"/>
              <a:gd name="connsiteY184" fmla="*/ 149447 h 152590"/>
              <a:gd name="connsiteX185" fmla="*/ 990386 w 1228797"/>
              <a:gd name="connsiteY185" fmla="*/ 149447 h 152590"/>
              <a:gd name="connsiteX186" fmla="*/ 918425 w 1228797"/>
              <a:gd name="connsiteY186" fmla="*/ 72152 h 152590"/>
              <a:gd name="connsiteX187" fmla="*/ 995720 w 1228797"/>
              <a:gd name="connsiteY187" fmla="*/ 191 h 152590"/>
              <a:gd name="connsiteX188" fmla="*/ 836558 w 1228797"/>
              <a:gd name="connsiteY188" fmla="*/ 191 h 152590"/>
              <a:gd name="connsiteX189" fmla="*/ 911234 w 1228797"/>
              <a:gd name="connsiteY189" fmla="*/ 74867 h 152590"/>
              <a:gd name="connsiteX190" fmla="*/ 836558 w 1228797"/>
              <a:gd name="connsiteY190" fmla="*/ 149543 h 152590"/>
              <a:gd name="connsiteX191" fmla="*/ 761882 w 1228797"/>
              <a:gd name="connsiteY191" fmla="*/ 74867 h 152590"/>
              <a:gd name="connsiteX192" fmla="*/ 836558 w 1228797"/>
              <a:gd name="connsiteY192" fmla="*/ 191 h 152590"/>
              <a:gd name="connsiteX193" fmla="*/ 200954 w 1228797"/>
              <a:gd name="connsiteY193" fmla="*/ 0 h 152590"/>
              <a:gd name="connsiteX194" fmla="*/ 275821 w 1228797"/>
              <a:gd name="connsiteY194" fmla="*/ 74867 h 152590"/>
              <a:gd name="connsiteX195" fmla="*/ 200954 w 1228797"/>
              <a:gd name="connsiteY195" fmla="*/ 149733 h 152590"/>
              <a:gd name="connsiteX196" fmla="*/ 126088 w 1228797"/>
              <a:gd name="connsiteY196" fmla="*/ 74867 h 152590"/>
              <a:gd name="connsiteX197" fmla="*/ 200954 w 1228797"/>
              <a:gd name="connsiteY197" fmla="*/ 0 h 152590"/>
            </a:gdLst>
            <a:ahLst/>
            <a:cxnLst/>
            <a:rect l="l" t="t" r="r" b="b"/>
            <a:pathLst>
              <a:path w="1228797" h="152590">
                <a:moveTo>
                  <a:pt x="353068" y="146933"/>
                </a:moveTo>
                <a:lnTo>
                  <a:pt x="353259" y="146971"/>
                </a:lnTo>
                <a:lnTo>
                  <a:pt x="352878" y="146971"/>
                </a:lnTo>
                <a:close/>
                <a:moveTo>
                  <a:pt x="463654" y="28766"/>
                </a:moveTo>
                <a:cubicBezTo>
                  <a:pt x="460187" y="28766"/>
                  <a:pt x="457368" y="31580"/>
                  <a:pt x="457368" y="35052"/>
                </a:cubicBezTo>
                <a:lnTo>
                  <a:pt x="457368" y="66866"/>
                </a:lnTo>
                <a:cubicBezTo>
                  <a:pt x="457311" y="70284"/>
                  <a:pt x="460044" y="73099"/>
                  <a:pt x="463464" y="73152"/>
                </a:cubicBezTo>
                <a:cubicBezTo>
                  <a:pt x="463530" y="73153"/>
                  <a:pt x="463588" y="73153"/>
                  <a:pt x="463654" y="73152"/>
                </a:cubicBezTo>
                <a:lnTo>
                  <a:pt x="502611" y="73152"/>
                </a:lnTo>
                <a:cubicBezTo>
                  <a:pt x="514613" y="73223"/>
                  <a:pt x="524576" y="63892"/>
                  <a:pt x="525281" y="51911"/>
                </a:cubicBezTo>
                <a:cubicBezTo>
                  <a:pt x="525910" y="39775"/>
                  <a:pt x="516585" y="29427"/>
                  <a:pt x="504450" y="28795"/>
                </a:cubicBezTo>
                <a:cubicBezTo>
                  <a:pt x="504031" y="28773"/>
                  <a:pt x="503602" y="28763"/>
                  <a:pt x="503183" y="28766"/>
                </a:cubicBezTo>
                <a:close/>
                <a:moveTo>
                  <a:pt x="1154216" y="28194"/>
                </a:moveTo>
                <a:lnTo>
                  <a:pt x="1154216" y="28765"/>
                </a:lnTo>
                <a:cubicBezTo>
                  <a:pt x="1127022" y="28713"/>
                  <a:pt x="1104934" y="50717"/>
                  <a:pt x="1104877" y="77914"/>
                </a:cubicBezTo>
                <a:cubicBezTo>
                  <a:pt x="1104820" y="105111"/>
                  <a:pt x="1126832" y="127201"/>
                  <a:pt x="1154026" y="127254"/>
                </a:cubicBezTo>
                <a:cubicBezTo>
                  <a:pt x="1181220" y="127306"/>
                  <a:pt x="1203308" y="105301"/>
                  <a:pt x="1203365" y="78105"/>
                </a:cubicBezTo>
                <a:cubicBezTo>
                  <a:pt x="1203365" y="78073"/>
                  <a:pt x="1203365" y="78041"/>
                  <a:pt x="1203365" y="78009"/>
                </a:cubicBezTo>
                <a:cubicBezTo>
                  <a:pt x="1203632" y="50761"/>
                  <a:pt x="1181753" y="28458"/>
                  <a:pt x="1154502" y="28195"/>
                </a:cubicBezTo>
                <a:cubicBezTo>
                  <a:pt x="1154407" y="28195"/>
                  <a:pt x="1154312" y="28194"/>
                  <a:pt x="1154216" y="28194"/>
                </a:cubicBezTo>
                <a:close/>
                <a:moveTo>
                  <a:pt x="836558" y="25718"/>
                </a:moveTo>
                <a:cubicBezTo>
                  <a:pt x="809364" y="25718"/>
                  <a:pt x="787314" y="47766"/>
                  <a:pt x="787314" y="74962"/>
                </a:cubicBezTo>
                <a:cubicBezTo>
                  <a:pt x="787314" y="102159"/>
                  <a:pt x="809364" y="124207"/>
                  <a:pt x="836558" y="124207"/>
                </a:cubicBezTo>
                <a:cubicBezTo>
                  <a:pt x="863752" y="124207"/>
                  <a:pt x="885802" y="102159"/>
                  <a:pt x="885802" y="74962"/>
                </a:cubicBezTo>
                <a:cubicBezTo>
                  <a:pt x="885802" y="74931"/>
                  <a:pt x="885802" y="74898"/>
                  <a:pt x="885802" y="74867"/>
                </a:cubicBezTo>
                <a:cubicBezTo>
                  <a:pt x="885745" y="47707"/>
                  <a:pt x="863714" y="25718"/>
                  <a:pt x="836558" y="25718"/>
                </a:cubicBezTo>
                <a:close/>
                <a:moveTo>
                  <a:pt x="200954" y="25527"/>
                </a:moveTo>
                <a:lnTo>
                  <a:pt x="200954" y="25908"/>
                </a:lnTo>
                <a:cubicBezTo>
                  <a:pt x="173652" y="25856"/>
                  <a:pt x="151477" y="47945"/>
                  <a:pt x="151424" y="75248"/>
                </a:cubicBezTo>
                <a:cubicBezTo>
                  <a:pt x="151372" y="102550"/>
                  <a:pt x="173462" y="124725"/>
                  <a:pt x="200764" y="124778"/>
                </a:cubicBezTo>
                <a:cubicBezTo>
                  <a:pt x="228063" y="124830"/>
                  <a:pt x="250237" y="102740"/>
                  <a:pt x="250294" y="75438"/>
                </a:cubicBezTo>
                <a:cubicBezTo>
                  <a:pt x="250294" y="75374"/>
                  <a:pt x="250294" y="75311"/>
                  <a:pt x="250294" y="75248"/>
                </a:cubicBezTo>
                <a:cubicBezTo>
                  <a:pt x="250456" y="47946"/>
                  <a:pt x="228444" y="25686"/>
                  <a:pt x="201145" y="25528"/>
                </a:cubicBezTo>
                <a:cubicBezTo>
                  <a:pt x="201078" y="25527"/>
                  <a:pt x="201021" y="25527"/>
                  <a:pt x="200954" y="25527"/>
                </a:cubicBezTo>
                <a:close/>
                <a:moveTo>
                  <a:pt x="437841" y="3429"/>
                </a:moveTo>
                <a:lnTo>
                  <a:pt x="502040" y="3429"/>
                </a:lnTo>
                <a:cubicBezTo>
                  <a:pt x="514623" y="3414"/>
                  <a:pt x="526748" y="8180"/>
                  <a:pt x="535949" y="16764"/>
                </a:cubicBezTo>
                <a:cubicBezTo>
                  <a:pt x="545074" y="25190"/>
                  <a:pt x="550427" y="36928"/>
                  <a:pt x="550808" y="49340"/>
                </a:cubicBezTo>
                <a:cubicBezTo>
                  <a:pt x="551303" y="66268"/>
                  <a:pt x="542883" y="82215"/>
                  <a:pt x="528615" y="91345"/>
                </a:cubicBezTo>
                <a:cubicBezTo>
                  <a:pt x="525881" y="92959"/>
                  <a:pt x="524852" y="96397"/>
                  <a:pt x="526233" y="99251"/>
                </a:cubicBezTo>
                <a:lnTo>
                  <a:pt x="544712" y="138017"/>
                </a:lnTo>
                <a:cubicBezTo>
                  <a:pt x="546188" y="141161"/>
                  <a:pt x="544826" y="144904"/>
                  <a:pt x="541683" y="146377"/>
                </a:cubicBezTo>
                <a:cubicBezTo>
                  <a:pt x="540845" y="146772"/>
                  <a:pt x="539930" y="146974"/>
                  <a:pt x="538997" y="146971"/>
                </a:cubicBezTo>
                <a:lnTo>
                  <a:pt x="525567" y="146971"/>
                </a:lnTo>
                <a:cubicBezTo>
                  <a:pt x="523166" y="146983"/>
                  <a:pt x="520976" y="145611"/>
                  <a:pt x="519947" y="143447"/>
                </a:cubicBezTo>
                <a:lnTo>
                  <a:pt x="500230" y="102203"/>
                </a:lnTo>
                <a:cubicBezTo>
                  <a:pt x="499221" y="100023"/>
                  <a:pt x="497011" y="98643"/>
                  <a:pt x="494611" y="98679"/>
                </a:cubicBezTo>
                <a:lnTo>
                  <a:pt x="463654" y="98679"/>
                </a:lnTo>
                <a:cubicBezTo>
                  <a:pt x="460235" y="98626"/>
                  <a:pt x="457425" y="101355"/>
                  <a:pt x="457368" y="104773"/>
                </a:cubicBezTo>
                <a:cubicBezTo>
                  <a:pt x="457368" y="104838"/>
                  <a:pt x="457368" y="104902"/>
                  <a:pt x="457368" y="104966"/>
                </a:cubicBezTo>
                <a:lnTo>
                  <a:pt x="457368" y="140684"/>
                </a:lnTo>
                <a:cubicBezTo>
                  <a:pt x="457368" y="144156"/>
                  <a:pt x="454558" y="146971"/>
                  <a:pt x="451081" y="146971"/>
                </a:cubicBezTo>
                <a:lnTo>
                  <a:pt x="437841" y="146971"/>
                </a:lnTo>
                <a:cubicBezTo>
                  <a:pt x="434365" y="146971"/>
                  <a:pt x="431555" y="144156"/>
                  <a:pt x="431555" y="140684"/>
                </a:cubicBezTo>
                <a:lnTo>
                  <a:pt x="431555" y="9716"/>
                </a:lnTo>
                <a:cubicBezTo>
                  <a:pt x="431603" y="6265"/>
                  <a:pt x="434393" y="3480"/>
                  <a:pt x="437841" y="3429"/>
                </a:cubicBezTo>
                <a:close/>
                <a:moveTo>
                  <a:pt x="293633" y="3429"/>
                </a:moveTo>
                <a:lnTo>
                  <a:pt x="306777" y="3429"/>
                </a:lnTo>
                <a:cubicBezTo>
                  <a:pt x="310101" y="3631"/>
                  <a:pt x="312692" y="6387"/>
                  <a:pt x="312683" y="9715"/>
                </a:cubicBezTo>
                <a:lnTo>
                  <a:pt x="312683" y="80677"/>
                </a:lnTo>
                <a:cubicBezTo>
                  <a:pt x="311454" y="102842"/>
                  <a:pt x="328427" y="121805"/>
                  <a:pt x="350592" y="123032"/>
                </a:cubicBezTo>
                <a:cubicBezTo>
                  <a:pt x="372757" y="124258"/>
                  <a:pt x="391721" y="107284"/>
                  <a:pt x="392950" y="85118"/>
                </a:cubicBezTo>
                <a:cubicBezTo>
                  <a:pt x="393026" y="83830"/>
                  <a:pt x="393035" y="82538"/>
                  <a:pt x="392978" y="81248"/>
                </a:cubicBezTo>
                <a:lnTo>
                  <a:pt x="392978" y="9715"/>
                </a:lnTo>
                <a:cubicBezTo>
                  <a:pt x="393026" y="6265"/>
                  <a:pt x="395817" y="3480"/>
                  <a:pt x="399265" y="3429"/>
                </a:cubicBezTo>
                <a:lnTo>
                  <a:pt x="412505" y="3429"/>
                </a:lnTo>
                <a:cubicBezTo>
                  <a:pt x="415943" y="3481"/>
                  <a:pt x="418696" y="6281"/>
                  <a:pt x="418696" y="9715"/>
                </a:cubicBezTo>
                <a:lnTo>
                  <a:pt x="418696" y="81153"/>
                </a:lnTo>
                <a:cubicBezTo>
                  <a:pt x="418696" y="108416"/>
                  <a:pt x="402119" y="131807"/>
                  <a:pt x="378496" y="141799"/>
                </a:cubicBezTo>
                <a:lnTo>
                  <a:pt x="353068" y="146933"/>
                </a:lnTo>
                <a:lnTo>
                  <a:pt x="327634" y="141836"/>
                </a:lnTo>
                <a:cubicBezTo>
                  <a:pt x="303998" y="131878"/>
                  <a:pt x="287389" y="108511"/>
                  <a:pt x="287346" y="81248"/>
                </a:cubicBezTo>
                <a:cubicBezTo>
                  <a:pt x="287346" y="81217"/>
                  <a:pt x="287346" y="81184"/>
                  <a:pt x="287346" y="81153"/>
                </a:cubicBezTo>
                <a:lnTo>
                  <a:pt x="287346" y="9715"/>
                </a:lnTo>
                <a:cubicBezTo>
                  <a:pt x="287394" y="6265"/>
                  <a:pt x="290184" y="3480"/>
                  <a:pt x="293633" y="3429"/>
                </a:cubicBezTo>
                <a:close/>
                <a:moveTo>
                  <a:pt x="6264" y="3333"/>
                </a:moveTo>
                <a:lnTo>
                  <a:pt x="18646" y="3333"/>
                </a:lnTo>
                <a:cubicBezTo>
                  <a:pt x="20692" y="3332"/>
                  <a:pt x="22611" y="4327"/>
                  <a:pt x="23790" y="6000"/>
                </a:cubicBezTo>
                <a:lnTo>
                  <a:pt x="61890" y="59817"/>
                </a:lnTo>
                <a:cubicBezTo>
                  <a:pt x="63109" y="61430"/>
                  <a:pt x="65011" y="62381"/>
                  <a:pt x="67033" y="62388"/>
                </a:cubicBezTo>
                <a:cubicBezTo>
                  <a:pt x="69032" y="62397"/>
                  <a:pt x="70913" y="61439"/>
                  <a:pt x="72081" y="59817"/>
                </a:cubicBezTo>
                <a:lnTo>
                  <a:pt x="110181" y="6000"/>
                </a:lnTo>
                <a:cubicBezTo>
                  <a:pt x="111360" y="4327"/>
                  <a:pt x="113279" y="3332"/>
                  <a:pt x="115325" y="3333"/>
                </a:cubicBezTo>
                <a:lnTo>
                  <a:pt x="127707" y="3333"/>
                </a:lnTo>
                <a:cubicBezTo>
                  <a:pt x="131179" y="3293"/>
                  <a:pt x="134026" y="6076"/>
                  <a:pt x="134065" y="9548"/>
                </a:cubicBezTo>
                <a:cubicBezTo>
                  <a:pt x="134082" y="10908"/>
                  <a:pt x="133655" y="12237"/>
                  <a:pt x="132851" y="13335"/>
                </a:cubicBezTo>
                <a:lnTo>
                  <a:pt x="81702" y="83724"/>
                </a:lnTo>
                <a:cubicBezTo>
                  <a:pt x="80555" y="85300"/>
                  <a:pt x="79953" y="87206"/>
                  <a:pt x="79987" y="89154"/>
                </a:cubicBezTo>
                <a:lnTo>
                  <a:pt x="79987" y="140684"/>
                </a:lnTo>
                <a:cubicBezTo>
                  <a:pt x="79987" y="144156"/>
                  <a:pt x="77172" y="146970"/>
                  <a:pt x="73701" y="146970"/>
                </a:cubicBezTo>
                <a:lnTo>
                  <a:pt x="60270" y="146970"/>
                </a:lnTo>
                <a:cubicBezTo>
                  <a:pt x="56798" y="146970"/>
                  <a:pt x="53984" y="144156"/>
                  <a:pt x="53984" y="140684"/>
                </a:cubicBezTo>
                <a:lnTo>
                  <a:pt x="53984" y="89154"/>
                </a:lnTo>
                <a:cubicBezTo>
                  <a:pt x="54018" y="87206"/>
                  <a:pt x="53416" y="85300"/>
                  <a:pt x="52269" y="83724"/>
                </a:cubicBezTo>
                <a:lnTo>
                  <a:pt x="1215" y="13335"/>
                </a:lnTo>
                <a:cubicBezTo>
                  <a:pt x="-836" y="10533"/>
                  <a:pt x="-229" y="6600"/>
                  <a:pt x="2572" y="4549"/>
                </a:cubicBezTo>
                <a:cubicBezTo>
                  <a:pt x="3643" y="3764"/>
                  <a:pt x="4936" y="3338"/>
                  <a:pt x="6264" y="3333"/>
                </a:cubicBezTo>
                <a:close/>
                <a:moveTo>
                  <a:pt x="1154026" y="3238"/>
                </a:moveTo>
                <a:cubicBezTo>
                  <a:pt x="1195269" y="3186"/>
                  <a:pt x="1228740" y="36577"/>
                  <a:pt x="1228797" y="77819"/>
                </a:cubicBezTo>
                <a:cubicBezTo>
                  <a:pt x="1228797" y="77850"/>
                  <a:pt x="1228797" y="77883"/>
                  <a:pt x="1228797" y="77914"/>
                </a:cubicBezTo>
                <a:cubicBezTo>
                  <a:pt x="1228740" y="119097"/>
                  <a:pt x="1195402" y="152485"/>
                  <a:pt x="1154216" y="152590"/>
                </a:cubicBezTo>
                <a:cubicBezTo>
                  <a:pt x="1112973" y="152642"/>
                  <a:pt x="1079502" y="119252"/>
                  <a:pt x="1079445" y="78009"/>
                </a:cubicBezTo>
                <a:cubicBezTo>
                  <a:pt x="1079388" y="36767"/>
                  <a:pt x="1112783" y="3290"/>
                  <a:pt x="1154026" y="3238"/>
                </a:cubicBezTo>
                <a:close/>
                <a:moveTo>
                  <a:pt x="646058" y="2096"/>
                </a:moveTo>
                <a:lnTo>
                  <a:pt x="659774" y="2096"/>
                </a:lnTo>
                <a:cubicBezTo>
                  <a:pt x="663250" y="2096"/>
                  <a:pt x="666060" y="4911"/>
                  <a:pt x="666060" y="8382"/>
                </a:cubicBezTo>
                <a:lnTo>
                  <a:pt x="666060" y="116491"/>
                </a:lnTo>
                <a:cubicBezTo>
                  <a:pt x="666060" y="119963"/>
                  <a:pt x="668870" y="122778"/>
                  <a:pt x="672346" y="122778"/>
                </a:cubicBezTo>
                <a:lnTo>
                  <a:pt x="750166" y="122778"/>
                </a:lnTo>
                <a:cubicBezTo>
                  <a:pt x="753633" y="122778"/>
                  <a:pt x="756452" y="125592"/>
                  <a:pt x="756452" y="129064"/>
                </a:cubicBezTo>
                <a:lnTo>
                  <a:pt x="756452" y="141733"/>
                </a:lnTo>
                <a:cubicBezTo>
                  <a:pt x="756509" y="145151"/>
                  <a:pt x="753776" y="147966"/>
                  <a:pt x="750356" y="148019"/>
                </a:cubicBezTo>
                <a:cubicBezTo>
                  <a:pt x="750290" y="148020"/>
                  <a:pt x="750232" y="148020"/>
                  <a:pt x="750166" y="148019"/>
                </a:cubicBezTo>
                <a:lnTo>
                  <a:pt x="646058" y="148019"/>
                </a:lnTo>
                <a:cubicBezTo>
                  <a:pt x="642581" y="148019"/>
                  <a:pt x="639771" y="145204"/>
                  <a:pt x="639771" y="141733"/>
                </a:cubicBezTo>
                <a:lnTo>
                  <a:pt x="639771" y="8382"/>
                </a:lnTo>
                <a:cubicBezTo>
                  <a:pt x="639819" y="4932"/>
                  <a:pt x="642609" y="2147"/>
                  <a:pt x="646058" y="2096"/>
                </a:cubicBezTo>
                <a:close/>
                <a:moveTo>
                  <a:pt x="995720" y="191"/>
                </a:moveTo>
                <a:cubicBezTo>
                  <a:pt x="1011922" y="355"/>
                  <a:pt x="1027629" y="5769"/>
                  <a:pt x="1040488" y="15621"/>
                </a:cubicBezTo>
                <a:cubicBezTo>
                  <a:pt x="1044298" y="18466"/>
                  <a:pt x="1047831" y="21654"/>
                  <a:pt x="1051060" y="25146"/>
                </a:cubicBezTo>
                <a:cubicBezTo>
                  <a:pt x="1051127" y="25235"/>
                  <a:pt x="1051194" y="25326"/>
                  <a:pt x="1051251" y="25418"/>
                </a:cubicBezTo>
                <a:cubicBezTo>
                  <a:pt x="1053146" y="28264"/>
                  <a:pt x="1052384" y="32107"/>
                  <a:pt x="1049536" y="34004"/>
                </a:cubicBezTo>
                <a:lnTo>
                  <a:pt x="1038964" y="41434"/>
                </a:lnTo>
                <a:cubicBezTo>
                  <a:pt x="1036478" y="43261"/>
                  <a:pt x="1033020" y="42976"/>
                  <a:pt x="1030867" y="40767"/>
                </a:cubicBezTo>
                <a:cubicBezTo>
                  <a:pt x="1029962" y="39830"/>
                  <a:pt x="1029010" y="38939"/>
                  <a:pt x="1028010" y="38100"/>
                </a:cubicBezTo>
                <a:cubicBezTo>
                  <a:pt x="1027753" y="37997"/>
                  <a:pt x="1027524" y="37834"/>
                  <a:pt x="1027343" y="37624"/>
                </a:cubicBezTo>
                <a:cubicBezTo>
                  <a:pt x="1018532" y="30242"/>
                  <a:pt x="1007407" y="26196"/>
                  <a:pt x="995911" y="26194"/>
                </a:cubicBezTo>
                <a:lnTo>
                  <a:pt x="993815" y="26194"/>
                </a:lnTo>
                <a:cubicBezTo>
                  <a:pt x="992672" y="26099"/>
                  <a:pt x="991529" y="26099"/>
                  <a:pt x="990386" y="26194"/>
                </a:cubicBezTo>
                <a:cubicBezTo>
                  <a:pt x="987414" y="26512"/>
                  <a:pt x="984481" y="27118"/>
                  <a:pt x="981623" y="28004"/>
                </a:cubicBezTo>
                <a:cubicBezTo>
                  <a:pt x="964526" y="33101"/>
                  <a:pt x="951524" y="47046"/>
                  <a:pt x="947638" y="64456"/>
                </a:cubicBezTo>
                <a:cubicBezTo>
                  <a:pt x="941704" y="90998"/>
                  <a:pt x="958411" y="117323"/>
                  <a:pt x="984957" y="123254"/>
                </a:cubicBezTo>
                <a:lnTo>
                  <a:pt x="988957" y="124016"/>
                </a:lnTo>
                <a:lnTo>
                  <a:pt x="992291" y="122968"/>
                </a:lnTo>
                <a:lnTo>
                  <a:pt x="1001816" y="122968"/>
                </a:lnTo>
                <a:cubicBezTo>
                  <a:pt x="1004274" y="122753"/>
                  <a:pt x="1006731" y="122403"/>
                  <a:pt x="1009150" y="121920"/>
                </a:cubicBezTo>
                <a:lnTo>
                  <a:pt x="1010484" y="121920"/>
                </a:lnTo>
                <a:lnTo>
                  <a:pt x="1011817" y="121920"/>
                </a:lnTo>
                <a:lnTo>
                  <a:pt x="1017437" y="119920"/>
                </a:lnTo>
                <a:lnTo>
                  <a:pt x="1018580" y="119444"/>
                </a:lnTo>
                <a:lnTo>
                  <a:pt x="1019723" y="118967"/>
                </a:lnTo>
                <a:lnTo>
                  <a:pt x="1020866" y="118396"/>
                </a:lnTo>
                <a:lnTo>
                  <a:pt x="1023438" y="117062"/>
                </a:lnTo>
                <a:lnTo>
                  <a:pt x="1024200" y="116491"/>
                </a:lnTo>
                <a:cubicBezTo>
                  <a:pt x="1031496" y="110931"/>
                  <a:pt x="1037316" y="103671"/>
                  <a:pt x="1041154" y="95345"/>
                </a:cubicBezTo>
                <a:cubicBezTo>
                  <a:pt x="1041764" y="93613"/>
                  <a:pt x="1041393" y="91690"/>
                  <a:pt x="1040202" y="90297"/>
                </a:cubicBezTo>
                <a:cubicBezTo>
                  <a:pt x="1039135" y="89178"/>
                  <a:pt x="1037649" y="88556"/>
                  <a:pt x="1036106" y="88583"/>
                </a:cubicBezTo>
                <a:lnTo>
                  <a:pt x="1008579" y="88583"/>
                </a:lnTo>
                <a:cubicBezTo>
                  <a:pt x="1005102" y="88583"/>
                  <a:pt x="1002292" y="85768"/>
                  <a:pt x="1002292" y="82296"/>
                </a:cubicBezTo>
                <a:lnTo>
                  <a:pt x="1002292" y="69437"/>
                </a:lnTo>
                <a:cubicBezTo>
                  <a:pt x="1002292" y="69373"/>
                  <a:pt x="1002292" y="69310"/>
                  <a:pt x="1002292" y="69245"/>
                </a:cubicBezTo>
                <a:cubicBezTo>
                  <a:pt x="1002350" y="65826"/>
                  <a:pt x="1005159" y="63097"/>
                  <a:pt x="1008579" y="63151"/>
                </a:cubicBezTo>
                <a:lnTo>
                  <a:pt x="1065729" y="63151"/>
                </a:lnTo>
                <a:lnTo>
                  <a:pt x="1066205" y="63151"/>
                </a:lnTo>
                <a:lnTo>
                  <a:pt x="1066777" y="63151"/>
                </a:lnTo>
                <a:cubicBezTo>
                  <a:pt x="1068139" y="64680"/>
                  <a:pt x="1068672" y="66776"/>
                  <a:pt x="1068205" y="68771"/>
                </a:cubicBezTo>
                <a:lnTo>
                  <a:pt x="1068205" y="80391"/>
                </a:lnTo>
                <a:cubicBezTo>
                  <a:pt x="1068244" y="101700"/>
                  <a:pt x="1059119" y="121997"/>
                  <a:pt x="1043155" y="136112"/>
                </a:cubicBezTo>
                <a:lnTo>
                  <a:pt x="1040869" y="138113"/>
                </a:lnTo>
                <a:lnTo>
                  <a:pt x="1039630" y="139065"/>
                </a:lnTo>
                <a:cubicBezTo>
                  <a:pt x="1038878" y="139697"/>
                  <a:pt x="1038087" y="140270"/>
                  <a:pt x="1037249" y="140780"/>
                </a:cubicBezTo>
                <a:lnTo>
                  <a:pt x="1036011" y="141637"/>
                </a:lnTo>
                <a:lnTo>
                  <a:pt x="1033630" y="143161"/>
                </a:lnTo>
                <a:lnTo>
                  <a:pt x="1032391" y="143923"/>
                </a:lnTo>
                <a:lnTo>
                  <a:pt x="1029915" y="145352"/>
                </a:lnTo>
                <a:lnTo>
                  <a:pt x="1029343" y="145352"/>
                </a:lnTo>
                <a:lnTo>
                  <a:pt x="1025343" y="147257"/>
                </a:lnTo>
                <a:lnTo>
                  <a:pt x="1024676" y="147257"/>
                </a:lnTo>
                <a:lnTo>
                  <a:pt x="1022104" y="148209"/>
                </a:lnTo>
                <a:lnTo>
                  <a:pt x="1020866" y="148209"/>
                </a:lnTo>
                <a:lnTo>
                  <a:pt x="1020104" y="148209"/>
                </a:lnTo>
                <a:lnTo>
                  <a:pt x="1018009" y="148971"/>
                </a:lnTo>
                <a:lnTo>
                  <a:pt x="1017151" y="148971"/>
                </a:lnTo>
                <a:lnTo>
                  <a:pt x="1015913" y="148971"/>
                </a:lnTo>
                <a:lnTo>
                  <a:pt x="1015056" y="148971"/>
                </a:lnTo>
                <a:lnTo>
                  <a:pt x="1013151" y="149447"/>
                </a:lnTo>
                <a:lnTo>
                  <a:pt x="1012103" y="149447"/>
                </a:lnTo>
                <a:lnTo>
                  <a:pt x="1010960" y="149447"/>
                </a:lnTo>
                <a:lnTo>
                  <a:pt x="1009912" y="149447"/>
                </a:lnTo>
                <a:lnTo>
                  <a:pt x="1008103" y="149447"/>
                </a:lnTo>
                <a:lnTo>
                  <a:pt x="1006960" y="149447"/>
                </a:lnTo>
                <a:lnTo>
                  <a:pt x="1005817" y="149447"/>
                </a:lnTo>
                <a:lnTo>
                  <a:pt x="1004578" y="149447"/>
                </a:lnTo>
                <a:lnTo>
                  <a:pt x="1002864" y="149447"/>
                </a:lnTo>
                <a:lnTo>
                  <a:pt x="995720" y="149447"/>
                </a:lnTo>
                <a:cubicBezTo>
                  <a:pt x="993939" y="149511"/>
                  <a:pt x="992167" y="149511"/>
                  <a:pt x="990386" y="149447"/>
                </a:cubicBezTo>
                <a:cubicBezTo>
                  <a:pt x="949171" y="147975"/>
                  <a:pt x="916948" y="113368"/>
                  <a:pt x="918425" y="72152"/>
                </a:cubicBezTo>
                <a:cubicBezTo>
                  <a:pt x="919901" y="30936"/>
                  <a:pt x="954505" y="-1282"/>
                  <a:pt x="995720" y="191"/>
                </a:cubicBezTo>
                <a:close/>
                <a:moveTo>
                  <a:pt x="836558" y="191"/>
                </a:moveTo>
                <a:cubicBezTo>
                  <a:pt x="877801" y="191"/>
                  <a:pt x="911234" y="33625"/>
                  <a:pt x="911234" y="74867"/>
                </a:cubicBezTo>
                <a:cubicBezTo>
                  <a:pt x="911234" y="116109"/>
                  <a:pt x="877801" y="149543"/>
                  <a:pt x="836558" y="149543"/>
                </a:cubicBezTo>
                <a:cubicBezTo>
                  <a:pt x="795315" y="149543"/>
                  <a:pt x="761882" y="116109"/>
                  <a:pt x="761882" y="74867"/>
                </a:cubicBezTo>
                <a:cubicBezTo>
                  <a:pt x="761882" y="33625"/>
                  <a:pt x="795315" y="191"/>
                  <a:pt x="836558" y="191"/>
                </a:cubicBezTo>
                <a:close/>
                <a:moveTo>
                  <a:pt x="200954" y="0"/>
                </a:moveTo>
                <a:cubicBezTo>
                  <a:pt x="242302" y="0"/>
                  <a:pt x="275821" y="33518"/>
                  <a:pt x="275821" y="74867"/>
                </a:cubicBezTo>
                <a:cubicBezTo>
                  <a:pt x="275821" y="116215"/>
                  <a:pt x="242302" y="149733"/>
                  <a:pt x="200954" y="149733"/>
                </a:cubicBezTo>
                <a:cubicBezTo>
                  <a:pt x="159606" y="149733"/>
                  <a:pt x="126088" y="116215"/>
                  <a:pt x="126088" y="74867"/>
                </a:cubicBezTo>
                <a:cubicBezTo>
                  <a:pt x="126088" y="33518"/>
                  <a:pt x="159606" y="0"/>
                  <a:pt x="200954" y="0"/>
                </a:cubicBezTo>
                <a:close/>
              </a:path>
            </a:pathLst>
          </a:cu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569994" y="4308035"/>
            <a:ext cx="4967206" cy="472641"/>
          </a:xfrm>
          <a:prstGeom prst="roundRect">
            <a:avLst>
              <a:gd name="adj" fmla="val 50000"/>
            </a:avLst>
          </a:prstGeom>
          <a:solidFill>
            <a:schemeClr val="bg1"/>
          </a:solidFill>
          <a:ln w="15240" cap="sq">
            <a:solidFill>
              <a:schemeClr val="accent1">
                <a:alpha val="100000"/>
              </a:schemeClr>
            </a:solidFill>
            <a:miter/>
          </a:ln>
          <a:effectLst>
            <a:outerShdw blurRad="152400" dist="45720" dir="2699995" algn="tl" rotWithShape="0">
              <a:schemeClr val="accent1">
                <a:alpha val="50000"/>
              </a:schemeClr>
            </a:outerShdw>
          </a:effectLst>
        </p:spPr>
        <p:txBody>
          <a:bodyPr vert="horz" wrap="square" lIns="109728" tIns="54864" rIns="109728" bIns="54864" rtlCol="0" anchor="ctr"/>
          <a:lstStyle/>
          <a:p>
            <a:pPr algn="ctr">
              <a:lnSpc>
                <a:spcPct val="110000"/>
              </a:lnSpc>
            </a:pPr>
            <a:endParaRPr kumimoji="1" lang="zh-CN" altLang="en-US"/>
          </a:p>
        </p:txBody>
      </p:sp>
      <p:sp>
        <p:nvSpPr>
          <p:cNvPr id="16" name="标题 1"/>
          <p:cNvSpPr txBox="1"/>
          <p:nvPr/>
        </p:nvSpPr>
        <p:spPr>
          <a:xfrm>
            <a:off x="757667" y="4254077"/>
            <a:ext cx="4576334" cy="579149"/>
          </a:xfrm>
          <a:prstGeom prst="roundRect">
            <a:avLst>
              <a:gd name="adj" fmla="val 50000"/>
            </a:avLst>
          </a:prstGeom>
          <a:gradFill>
            <a:gsLst>
              <a:gs pos="0">
                <a:schemeClr val="accent1">
                  <a:lumMod val="60000"/>
                  <a:lumOff val="40000"/>
                </a:schemeClr>
              </a:gs>
              <a:gs pos="100000">
                <a:schemeClr val="accent1"/>
              </a:gs>
            </a:gsLst>
            <a:lin ang="13500000" scaled="0"/>
          </a:gradFill>
          <a:ln w="7620" cap="sq">
            <a:solidFill>
              <a:schemeClr val="bg1">
                <a:alpha val="100000"/>
              </a:schemeClr>
            </a:solidFill>
            <a:miter/>
          </a:ln>
          <a:effectLst>
            <a:outerShdw blurRad="88900" dist="88900" dir="2700000" algn="tl" rotWithShape="0">
              <a:schemeClr val="accent1">
                <a:lumMod val="50000"/>
                <a:alpha val="44000"/>
              </a:schemeClr>
            </a:outerShdw>
          </a:effectLst>
        </p:spPr>
        <p:txBody>
          <a:bodyPr vert="horz" wrap="square" lIns="109728" tIns="54864" rIns="109728" bIns="54864" rtlCol="0" anchor="ctr"/>
          <a:lstStyle/>
          <a:p>
            <a:pPr algn="ctr">
              <a:lnSpc>
                <a:spcPct val="110000"/>
              </a:lnSpc>
            </a:pPr>
            <a:endParaRPr kumimoji="1" lang="zh-CN" altLang="en-US"/>
          </a:p>
        </p:txBody>
      </p:sp>
      <p:sp>
        <p:nvSpPr>
          <p:cNvPr id="17" name="标题 1"/>
          <p:cNvSpPr txBox="1"/>
          <p:nvPr/>
        </p:nvSpPr>
        <p:spPr>
          <a:xfrm>
            <a:off x="679262" y="4393314"/>
            <a:ext cx="296153" cy="296153"/>
          </a:xfrm>
          <a:prstGeom prst="ellipse">
            <a:avLst/>
          </a:prstGeom>
          <a:gradFill>
            <a:gsLst>
              <a:gs pos="34000">
                <a:schemeClr val="accent3">
                  <a:lumMod val="75000"/>
                </a:schemeClr>
              </a:gs>
              <a:gs pos="100000">
                <a:schemeClr val="accent3"/>
              </a:gs>
            </a:gsLst>
            <a:lin ang="2700000" scaled="0"/>
          </a:gradFill>
          <a:ln w="11430" cap="sq">
            <a:solidFill>
              <a:schemeClr val="bg1"/>
            </a:solidFill>
            <a:miter/>
          </a:ln>
          <a:effectLst>
            <a:outerShdw blurRad="121920" dist="45720" dir="2699995" algn="tl" rotWithShape="0">
              <a:schemeClr val="accent1">
                <a:alpha val="52000"/>
              </a:schemeClr>
            </a:outerShdw>
          </a:effectLst>
        </p:spPr>
        <p:txBody>
          <a:bodyPr vert="horz" wrap="square" lIns="109728" tIns="54864" rIns="109728" bIns="54864" rtlCol="0" anchor="ctr"/>
          <a:lstStyle/>
          <a:p>
            <a:pPr algn="ctr">
              <a:lnSpc>
                <a:spcPct val="110000"/>
              </a:lnSpc>
            </a:pPr>
            <a:endParaRPr kumimoji="1" lang="zh-CN" altLang="en-US"/>
          </a:p>
        </p:txBody>
      </p:sp>
      <p:sp>
        <p:nvSpPr>
          <p:cNvPr id="18" name="标题 1"/>
          <p:cNvSpPr txBox="1"/>
          <p:nvPr/>
        </p:nvSpPr>
        <p:spPr>
          <a:xfrm>
            <a:off x="1221436" y="4405152"/>
            <a:ext cx="1023952" cy="276999"/>
          </a:xfrm>
          <a:prstGeom prst="rect">
            <a:avLst/>
          </a:prstGeom>
          <a:noFill/>
          <a:ln cap="sq">
            <a:noFill/>
          </a:ln>
        </p:spPr>
        <p:txBody>
          <a:bodyPr vert="horz" wrap="square" lIns="0" tIns="0" rIns="0" bIns="0" rtlCol="0" anchor="ctr"/>
          <a:lstStyle/>
          <a:p>
            <a:pPr algn="l">
              <a:lnSpc>
                <a:spcPct val="110000"/>
              </a:lnSpc>
            </a:pPr>
            <a:r>
              <a:rPr kumimoji="1" lang="en-US" altLang="zh-CN" sz="2000">
                <a:ln w="12700">
                  <a:noFill/>
                </a:ln>
                <a:solidFill>
                  <a:srgbClr val="FFFFFF">
                    <a:alpha val="100000"/>
                  </a:srgbClr>
                </a:solidFill>
                <a:latin typeface="OPPOSans R"/>
                <a:ea typeface="OPPOSans R"/>
                <a:cs typeface="OPPOSans R"/>
              </a:rPr>
              <a:t>主讲人：</a:t>
            </a:r>
            <a:endParaRPr kumimoji="1" lang="zh-CN" altLang="en-US"/>
          </a:p>
        </p:txBody>
      </p:sp>
      <p:sp>
        <p:nvSpPr>
          <p:cNvPr id="19" name="标题 1"/>
          <p:cNvSpPr txBox="1"/>
          <p:nvPr/>
        </p:nvSpPr>
        <p:spPr>
          <a:xfrm>
            <a:off x="3234477" y="4405152"/>
            <a:ext cx="887681" cy="276999"/>
          </a:xfrm>
          <a:prstGeom prst="rect">
            <a:avLst/>
          </a:prstGeom>
          <a:noFill/>
          <a:ln cap="sq">
            <a:noFill/>
          </a:ln>
        </p:spPr>
        <p:txBody>
          <a:bodyPr vert="horz" wrap="square" lIns="0" tIns="0" rIns="0" bIns="0" rtlCol="0" anchor="ctr"/>
          <a:lstStyle/>
          <a:p>
            <a:pPr algn="l">
              <a:lnSpc>
                <a:spcPct val="110000"/>
              </a:lnSpc>
            </a:pPr>
            <a:r>
              <a:rPr kumimoji="1" lang="en-US" altLang="zh-CN" sz="2000">
                <a:ln w="12700">
                  <a:noFill/>
                </a:ln>
                <a:solidFill>
                  <a:srgbClr val="FFFFFF">
                    <a:alpha val="100000"/>
                  </a:srgbClr>
                </a:solidFill>
                <a:latin typeface="OPPOSans R"/>
                <a:ea typeface="OPPOSans R"/>
                <a:cs typeface="OPPOSans R"/>
              </a:rPr>
              <a:t>时间：</a:t>
            </a:r>
            <a:endParaRPr kumimoji="1" lang="zh-CN" altLang="en-US"/>
          </a:p>
        </p:txBody>
      </p:sp>
      <p:sp>
        <p:nvSpPr>
          <p:cNvPr id="20" name="标题 1"/>
          <p:cNvSpPr txBox="1"/>
          <p:nvPr/>
        </p:nvSpPr>
        <p:spPr>
          <a:xfrm>
            <a:off x="2190205" y="4422274"/>
            <a:ext cx="801917" cy="268155"/>
          </a:xfrm>
          <a:prstGeom prst="rect">
            <a:avLst/>
          </a:prstGeom>
          <a:noFill/>
          <a:ln cap="sq">
            <a:noFill/>
          </a:ln>
        </p:spPr>
        <p:txBody>
          <a:bodyPr vert="horz" wrap="square" lIns="0" tIns="0" rIns="0" bIns="0" rtlCol="0" anchor="ctr"/>
          <a:lstStyle/>
          <a:p>
            <a:pPr algn="l">
              <a:lnSpc>
                <a:spcPct val="110000"/>
              </a:lnSpc>
            </a:pPr>
            <a:r>
              <a:rPr kumimoji="1" lang="en-US" altLang="zh-CN" sz="2000">
                <a:ln w="12700">
                  <a:noFill/>
                </a:ln>
                <a:solidFill>
                  <a:srgbClr val="FFFFFF">
                    <a:alpha val="100000"/>
                  </a:srgbClr>
                </a:solidFill>
                <a:latin typeface="OPPOSans R"/>
                <a:ea typeface="OPPOSans R"/>
                <a:cs typeface="OPPOSans R"/>
              </a:rPr>
              <a:t>朱清扬</a:t>
            </a:r>
            <a:endParaRPr kumimoji="1" lang="zh-CN" altLang="en-US"/>
          </a:p>
        </p:txBody>
      </p:sp>
      <p:sp>
        <p:nvSpPr>
          <p:cNvPr id="21" name="标题 1"/>
          <p:cNvSpPr txBox="1"/>
          <p:nvPr/>
        </p:nvSpPr>
        <p:spPr>
          <a:xfrm>
            <a:off x="3935976" y="4417852"/>
            <a:ext cx="1015083" cy="251599"/>
          </a:xfrm>
          <a:prstGeom prst="rect">
            <a:avLst/>
          </a:prstGeom>
          <a:noFill/>
          <a:ln cap="sq">
            <a:noFill/>
          </a:ln>
        </p:spPr>
        <p:txBody>
          <a:bodyPr vert="horz" wrap="square" lIns="0" tIns="0" rIns="0" bIns="0" rtlCol="0" anchor="ctr"/>
          <a:lstStyle/>
          <a:p>
            <a:pPr algn="l">
              <a:lnSpc>
                <a:spcPct val="110000"/>
              </a:lnSpc>
            </a:pPr>
            <a:r>
              <a:rPr kumimoji="1" lang="en-US" altLang="zh-CN" sz="2000">
                <a:ln w="12700">
                  <a:noFill/>
                </a:ln>
                <a:solidFill>
                  <a:srgbClr val="FFFFFF">
                    <a:alpha val="100000"/>
                  </a:srgbClr>
                </a:solidFill>
                <a:latin typeface="OPPOSans R"/>
                <a:ea typeface="OPPOSans R"/>
                <a:cs typeface="OPPOSans R"/>
              </a:rPr>
              <a:t>2025.4</a:t>
            </a:r>
            <a:endParaRPr kumimoji="1"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0" y="0"/>
            <a:ext cx="12192000" cy="6858000"/>
          </a:xfrm>
          <a:prstGeom prst="rect">
            <a:avLst/>
          </a:prstGeom>
          <a:gradFill>
            <a:gsLst>
              <a:gs pos="0">
                <a:schemeClr val="bg1"/>
              </a:gs>
              <a:gs pos="100000">
                <a:schemeClr val="accent1">
                  <a:lumMod val="20000"/>
                  <a:lumOff val="80000"/>
                </a:schemeClr>
              </a:gs>
            </a:gsLst>
            <a:lin ang="5400000" scaled="0"/>
          </a:gradFill>
          <a:ln w="12700" cap="flat">
            <a:noFill/>
            <a:miter/>
          </a:ln>
          <a:effectLst/>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1674289" y="218399"/>
            <a:ext cx="7169838" cy="2555644"/>
          </a:xfrm>
          <a:custGeom>
            <a:avLst/>
            <a:gdLst>
              <a:gd name="connsiteX0" fmla="*/ 1074054 w 8850950"/>
              <a:gd name="connsiteY0" fmla="*/ 0 h 3154866"/>
              <a:gd name="connsiteX1" fmla="*/ 2652105 w 8850950"/>
              <a:gd name="connsiteY1" fmla="*/ 0 h 3154866"/>
              <a:gd name="connsiteX2" fmla="*/ 6198845 w 8850950"/>
              <a:gd name="connsiteY2" fmla="*/ 0 h 3154866"/>
              <a:gd name="connsiteX3" fmla="*/ 7776896 w 8850950"/>
              <a:gd name="connsiteY3" fmla="*/ 0 h 3154866"/>
              <a:gd name="connsiteX4" fmla="*/ 7902517 w 8850950"/>
              <a:gd name="connsiteY4" fmla="*/ 68324 h 3154866"/>
              <a:gd name="connsiteX5" fmla="*/ 8835224 w 8850950"/>
              <a:gd name="connsiteY5" fmla="*/ 1509109 h 3154866"/>
              <a:gd name="connsiteX6" fmla="*/ 8835224 w 8850950"/>
              <a:gd name="connsiteY6" fmla="*/ 1645757 h 3154866"/>
              <a:gd name="connsiteX7" fmla="*/ 7902517 w 8850950"/>
              <a:gd name="connsiteY7" fmla="*/ 3086542 h 3154866"/>
              <a:gd name="connsiteX8" fmla="*/ 7776896 w 8850950"/>
              <a:gd name="connsiteY8" fmla="*/ 3154866 h 3154866"/>
              <a:gd name="connsiteX9" fmla="*/ 6198845 w 8850950"/>
              <a:gd name="connsiteY9" fmla="*/ 3154866 h 3154866"/>
              <a:gd name="connsiteX10" fmla="*/ 2652105 w 8850950"/>
              <a:gd name="connsiteY10" fmla="*/ 3154866 h 3154866"/>
              <a:gd name="connsiteX11" fmla="*/ 1074054 w 8850950"/>
              <a:gd name="connsiteY11" fmla="*/ 3154866 h 3154866"/>
              <a:gd name="connsiteX12" fmla="*/ 948433 w 8850950"/>
              <a:gd name="connsiteY12" fmla="*/ 3086542 h 3154866"/>
              <a:gd name="connsiteX13" fmla="*/ 15726 w 8850950"/>
              <a:gd name="connsiteY13" fmla="*/ 1645757 h 3154866"/>
              <a:gd name="connsiteX14" fmla="*/ 15726 w 8850950"/>
              <a:gd name="connsiteY14" fmla="*/ 1509109 h 3154866"/>
              <a:gd name="connsiteX15" fmla="*/ 948433 w 8850950"/>
              <a:gd name="connsiteY15" fmla="*/ 68324 h 3154866"/>
              <a:gd name="connsiteX16" fmla="*/ 1074054 w 8850950"/>
              <a:gd name="connsiteY16" fmla="*/ 0 h 3154866"/>
            </a:gdLst>
            <a:ahLst/>
            <a:cxnLst/>
            <a:rect l="l" t="t" r="r" b="b"/>
            <a:pathLst>
              <a:path w="8850950" h="3154866">
                <a:moveTo>
                  <a:pt x="1074054" y="0"/>
                </a:moveTo>
                <a:lnTo>
                  <a:pt x="2652105" y="0"/>
                </a:lnTo>
                <a:lnTo>
                  <a:pt x="6198845" y="0"/>
                </a:lnTo>
                <a:lnTo>
                  <a:pt x="7776896" y="0"/>
                </a:lnTo>
                <a:cubicBezTo>
                  <a:pt x="7776896" y="0"/>
                  <a:pt x="7854571" y="6832"/>
                  <a:pt x="7902517" y="68324"/>
                </a:cubicBezTo>
                <a:lnTo>
                  <a:pt x="8835224" y="1509109"/>
                </a:lnTo>
                <a:cubicBezTo>
                  <a:pt x="8835224" y="1509109"/>
                  <a:pt x="8870608" y="1577433"/>
                  <a:pt x="8835224" y="1645757"/>
                </a:cubicBezTo>
                <a:lnTo>
                  <a:pt x="7902517" y="3086542"/>
                </a:lnTo>
                <a:cubicBezTo>
                  <a:pt x="7902517" y="3086542"/>
                  <a:pt x="7854571" y="3148034"/>
                  <a:pt x="7776896" y="3154866"/>
                </a:cubicBezTo>
                <a:lnTo>
                  <a:pt x="6198845" y="3154866"/>
                </a:lnTo>
                <a:lnTo>
                  <a:pt x="2652105" y="3154866"/>
                </a:lnTo>
                <a:lnTo>
                  <a:pt x="1074054" y="3154866"/>
                </a:lnTo>
                <a:cubicBezTo>
                  <a:pt x="1074054" y="3154866"/>
                  <a:pt x="996380" y="3148034"/>
                  <a:pt x="948433" y="3086542"/>
                </a:cubicBezTo>
                <a:lnTo>
                  <a:pt x="15726" y="1645757"/>
                </a:lnTo>
                <a:cubicBezTo>
                  <a:pt x="15726" y="1645757"/>
                  <a:pt x="-19659" y="1577433"/>
                  <a:pt x="15726" y="1509109"/>
                </a:cubicBezTo>
                <a:lnTo>
                  <a:pt x="948433" y="68324"/>
                </a:lnTo>
                <a:cubicBezTo>
                  <a:pt x="948433" y="68324"/>
                  <a:pt x="996380" y="6832"/>
                  <a:pt x="1074054" y="0"/>
                </a:cubicBezTo>
                <a:close/>
              </a:path>
            </a:pathLst>
          </a:custGeom>
          <a:solidFill>
            <a:schemeClr val="accent1">
              <a:alpha val="25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978867" y="354612"/>
            <a:ext cx="6214525" cy="2283219"/>
          </a:xfrm>
          <a:custGeom>
            <a:avLst/>
            <a:gdLst>
              <a:gd name="connsiteX0" fmla="*/ 965200 w 7671645"/>
              <a:gd name="connsiteY0" fmla="*/ 0 h 2818566"/>
              <a:gd name="connsiteX1" fmla="*/ 2145294 w 7671645"/>
              <a:gd name="connsiteY1" fmla="*/ 0 h 2818566"/>
              <a:gd name="connsiteX2" fmla="*/ 5526351 w 7671645"/>
              <a:gd name="connsiteY2" fmla="*/ 0 h 2818566"/>
              <a:gd name="connsiteX3" fmla="*/ 6706445 w 7671645"/>
              <a:gd name="connsiteY3" fmla="*/ 0 h 2818566"/>
              <a:gd name="connsiteX4" fmla="*/ 6832066 w 7671645"/>
              <a:gd name="connsiteY4" fmla="*/ 68324 h 2818566"/>
              <a:gd name="connsiteX5" fmla="*/ 7655920 w 7671645"/>
              <a:gd name="connsiteY5" fmla="*/ 1340959 h 2818566"/>
              <a:gd name="connsiteX6" fmla="*/ 7655920 w 7671645"/>
              <a:gd name="connsiteY6" fmla="*/ 1477607 h 2818566"/>
              <a:gd name="connsiteX7" fmla="*/ 6832066 w 7671645"/>
              <a:gd name="connsiteY7" fmla="*/ 2750242 h 2818566"/>
              <a:gd name="connsiteX8" fmla="*/ 6706445 w 7671645"/>
              <a:gd name="connsiteY8" fmla="*/ 2818566 h 2818566"/>
              <a:gd name="connsiteX9" fmla="*/ 5526351 w 7671645"/>
              <a:gd name="connsiteY9" fmla="*/ 2818566 h 2818566"/>
              <a:gd name="connsiteX10" fmla="*/ 2145294 w 7671645"/>
              <a:gd name="connsiteY10" fmla="*/ 2818566 h 2818566"/>
              <a:gd name="connsiteX11" fmla="*/ 965200 w 7671645"/>
              <a:gd name="connsiteY11" fmla="*/ 2818566 h 2818566"/>
              <a:gd name="connsiteX12" fmla="*/ 839579 w 7671645"/>
              <a:gd name="connsiteY12" fmla="*/ 2750242 h 2818566"/>
              <a:gd name="connsiteX13" fmla="*/ 15726 w 7671645"/>
              <a:gd name="connsiteY13" fmla="*/ 1477607 h 2818566"/>
              <a:gd name="connsiteX14" fmla="*/ 15726 w 7671645"/>
              <a:gd name="connsiteY14" fmla="*/ 1340959 h 2818566"/>
              <a:gd name="connsiteX15" fmla="*/ 839579 w 7671645"/>
              <a:gd name="connsiteY15" fmla="*/ 68324 h 2818566"/>
              <a:gd name="connsiteX16" fmla="*/ 965200 w 7671645"/>
              <a:gd name="connsiteY16" fmla="*/ 0 h 2818566"/>
            </a:gdLst>
            <a:ahLst/>
            <a:cxnLst/>
            <a:rect l="l" t="t" r="r" b="b"/>
            <a:pathLst>
              <a:path w="7671645" h="2818566">
                <a:moveTo>
                  <a:pt x="965200" y="0"/>
                </a:moveTo>
                <a:lnTo>
                  <a:pt x="2145294" y="0"/>
                </a:lnTo>
                <a:lnTo>
                  <a:pt x="5526351" y="0"/>
                </a:lnTo>
                <a:lnTo>
                  <a:pt x="6706445" y="0"/>
                </a:lnTo>
                <a:cubicBezTo>
                  <a:pt x="6706445" y="0"/>
                  <a:pt x="6784120" y="6832"/>
                  <a:pt x="6832066" y="68324"/>
                </a:cubicBezTo>
                <a:lnTo>
                  <a:pt x="7655920" y="1340959"/>
                </a:lnTo>
                <a:cubicBezTo>
                  <a:pt x="7655920" y="1340959"/>
                  <a:pt x="7691303" y="1409283"/>
                  <a:pt x="7655920" y="1477607"/>
                </a:cubicBezTo>
                <a:lnTo>
                  <a:pt x="6832066" y="2750242"/>
                </a:lnTo>
                <a:cubicBezTo>
                  <a:pt x="6832066" y="2750242"/>
                  <a:pt x="6784120" y="2811734"/>
                  <a:pt x="6706445" y="2818566"/>
                </a:cubicBezTo>
                <a:lnTo>
                  <a:pt x="5526351" y="2818566"/>
                </a:lnTo>
                <a:lnTo>
                  <a:pt x="2145294" y="2818566"/>
                </a:lnTo>
                <a:lnTo>
                  <a:pt x="965200" y="2818566"/>
                </a:lnTo>
                <a:cubicBezTo>
                  <a:pt x="965200" y="2818566"/>
                  <a:pt x="887525" y="2811734"/>
                  <a:pt x="839579" y="2750242"/>
                </a:cubicBezTo>
                <a:lnTo>
                  <a:pt x="15726" y="1477607"/>
                </a:lnTo>
                <a:cubicBezTo>
                  <a:pt x="15726" y="1477607"/>
                  <a:pt x="-19658" y="1409283"/>
                  <a:pt x="15726" y="1340959"/>
                </a:cubicBezTo>
                <a:lnTo>
                  <a:pt x="839579" y="68324"/>
                </a:lnTo>
                <a:cubicBezTo>
                  <a:pt x="839579" y="68324"/>
                  <a:pt x="887525" y="6832"/>
                  <a:pt x="965200" y="0"/>
                </a:cubicBezTo>
                <a:close/>
              </a:path>
            </a:pathLst>
          </a:custGeom>
          <a:gradFill>
            <a:gsLst>
              <a:gs pos="49000">
                <a:schemeClr val="accent1"/>
              </a:gs>
              <a:gs pos="100000">
                <a:schemeClr val="accent1">
                  <a:lumMod val="60000"/>
                  <a:lumOff val="40000"/>
                </a:schemeClr>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2795649" y="1759536"/>
            <a:ext cx="2436752" cy="400110"/>
          </a:xfrm>
          <a:prstGeom prst="rect">
            <a:avLst/>
          </a:prstGeom>
          <a:noFill/>
          <a:ln>
            <a:noFill/>
          </a:ln>
        </p:spPr>
        <p:txBody>
          <a:bodyPr vert="horz" wrap="square" lIns="91440" tIns="45720" rIns="91440" bIns="45720" rtlCol="0" anchor="t"/>
          <a:lstStyle/>
          <a:p>
            <a:pPr algn="l">
              <a:lnSpc>
                <a:spcPct val="100000"/>
              </a:lnSpc>
            </a:pPr>
            <a:r>
              <a:rPr kumimoji="1" lang="en-US" altLang="zh-CN" sz="2000">
                <a:ln w="12700">
                  <a:noFill/>
                </a:ln>
                <a:solidFill>
                  <a:srgbClr val="FFFFFF">
                    <a:alpha val="100000"/>
                  </a:srgbClr>
                </a:solidFill>
                <a:latin typeface="OPPOSans R"/>
                <a:ea typeface="OPPOSans R"/>
                <a:cs typeface="OPPOSans R"/>
              </a:rPr>
              <a:t>CONTENTS</a:t>
            </a:r>
            <a:endParaRPr kumimoji="1" lang="zh-CN" altLang="en-US"/>
          </a:p>
        </p:txBody>
      </p:sp>
      <p:sp>
        <p:nvSpPr>
          <p:cNvPr id="7" name="标题 1"/>
          <p:cNvSpPr txBox="1"/>
          <p:nvPr/>
        </p:nvSpPr>
        <p:spPr>
          <a:xfrm>
            <a:off x="612897" y="1003971"/>
            <a:ext cx="2487552" cy="1323439"/>
          </a:xfrm>
          <a:prstGeom prst="rect">
            <a:avLst/>
          </a:prstGeom>
          <a:noFill/>
          <a:ln>
            <a:noFill/>
          </a:ln>
        </p:spPr>
        <p:txBody>
          <a:bodyPr vert="horz" wrap="square" lIns="91440" tIns="45720" rIns="91440" bIns="45720" rtlCol="0" anchor="t"/>
          <a:lstStyle/>
          <a:p>
            <a:pPr algn="l">
              <a:lnSpc>
                <a:spcPct val="100000"/>
              </a:lnSpc>
            </a:pPr>
            <a:r>
              <a:rPr kumimoji="1" lang="en-US" altLang="zh-CN" sz="8000">
                <a:ln w="12700">
                  <a:noFill/>
                </a:ln>
                <a:solidFill>
                  <a:srgbClr val="FFFFFF">
                    <a:alpha val="100000"/>
                  </a:srgbClr>
                </a:solidFill>
                <a:latin typeface="OPPOSans H"/>
                <a:ea typeface="OPPOSans H"/>
                <a:cs typeface="OPPOSans H"/>
              </a:rPr>
              <a:t>目录</a:t>
            </a:r>
            <a:endParaRPr kumimoji="1" lang="zh-CN" altLang="en-US"/>
          </a:p>
        </p:txBody>
      </p:sp>
      <p:sp>
        <p:nvSpPr>
          <p:cNvPr id="8" name="标题 1"/>
          <p:cNvSpPr txBox="1"/>
          <p:nvPr/>
        </p:nvSpPr>
        <p:spPr>
          <a:xfrm>
            <a:off x="910597" y="2416875"/>
            <a:ext cx="1914125" cy="1875726"/>
          </a:xfrm>
          <a:prstGeom prst="roundRect">
            <a:avLst>
              <a:gd name="adj" fmla="val 5658"/>
            </a:avLst>
          </a:prstGeom>
          <a:solidFill>
            <a:schemeClr val="bg1"/>
          </a:solidFill>
          <a:ln w="12700" cap="flat">
            <a:noFill/>
            <a:miter/>
          </a:ln>
          <a:effectLst/>
        </p:spPr>
        <p:txBody>
          <a:bodyPr vert="horz" wrap="square" lIns="91440" tIns="45720" rIns="91440" bIns="45720" rtlCol="0" anchor="ctr"/>
          <a:lstStyle/>
          <a:p>
            <a:pPr algn="ctr">
              <a:lnSpc>
                <a:spcPct val="100000"/>
              </a:lnSpc>
            </a:pPr>
            <a:endParaRPr kumimoji="1" lang="zh-CN" altLang="en-US"/>
          </a:p>
        </p:txBody>
      </p:sp>
      <p:sp>
        <p:nvSpPr>
          <p:cNvPr id="9" name="标题 1"/>
          <p:cNvSpPr txBox="1"/>
          <p:nvPr/>
        </p:nvSpPr>
        <p:spPr>
          <a:xfrm>
            <a:off x="910597" y="2416875"/>
            <a:ext cx="1914125" cy="1875726"/>
          </a:xfrm>
          <a:prstGeom prst="roundRect">
            <a:avLst>
              <a:gd name="adj" fmla="val 5658"/>
            </a:avLst>
          </a:prstGeom>
          <a:solidFill>
            <a:schemeClr val="accent1">
              <a:lumMod val="20000"/>
              <a:lumOff val="80000"/>
              <a:alpha val="45000"/>
            </a:schemeClr>
          </a:solidFill>
          <a:ln w="12700" cap="flat">
            <a:solidFill>
              <a:schemeClr val="accent1">
                <a:lumMod val="40000"/>
                <a:lumOff val="60000"/>
              </a:schemeClr>
            </a:solidFill>
            <a:miter/>
          </a:ln>
          <a:effectLst/>
        </p:spPr>
        <p:txBody>
          <a:bodyPr vert="horz" wrap="square" lIns="91440" tIns="45720" rIns="91440" bIns="45720" rtlCol="0" anchor="ctr"/>
          <a:lstStyle/>
          <a:p>
            <a:pPr algn="ctr">
              <a:lnSpc>
                <a:spcPct val="100000"/>
              </a:lnSpc>
            </a:pPr>
            <a:endParaRPr kumimoji="1" lang="zh-CN" altLang="en-US"/>
          </a:p>
        </p:txBody>
      </p:sp>
      <p:sp>
        <p:nvSpPr>
          <p:cNvPr id="10" name="标题 1"/>
          <p:cNvSpPr txBox="1"/>
          <p:nvPr/>
        </p:nvSpPr>
        <p:spPr>
          <a:xfrm>
            <a:off x="1145276" y="2674497"/>
            <a:ext cx="587829" cy="587829"/>
          </a:xfrm>
          <a:prstGeom prst="roundRect">
            <a:avLst/>
          </a:prstGeom>
          <a:solidFill>
            <a:schemeClr val="bg1"/>
          </a:solidFill>
          <a:ln w="12700" cap="flat">
            <a:noFill/>
            <a:miter/>
          </a:ln>
          <a:effectLst>
            <a:outerShdw blurRad="381000" dist="317500" dir="2700000" algn="tl" rotWithShape="0">
              <a:schemeClr val="tx1">
                <a:alpha val="5000"/>
              </a:schemeClr>
            </a:outerShdw>
          </a:effectLst>
        </p:spPr>
        <p:txBody>
          <a:bodyPr vert="horz" wrap="square" lIns="91440" tIns="45720" rIns="91440" bIns="45720" rtlCol="0" anchor="ctr"/>
          <a:lstStyle/>
          <a:p>
            <a:pPr algn="ctr">
              <a:lnSpc>
                <a:spcPct val="100000"/>
              </a:lnSpc>
            </a:pPr>
            <a:endParaRPr kumimoji="1" lang="zh-CN" altLang="en-US"/>
          </a:p>
        </p:txBody>
      </p:sp>
      <p:sp>
        <p:nvSpPr>
          <p:cNvPr id="11" name="标题 1"/>
          <p:cNvSpPr txBox="1"/>
          <p:nvPr/>
        </p:nvSpPr>
        <p:spPr>
          <a:xfrm>
            <a:off x="1081576" y="3445090"/>
            <a:ext cx="1684175" cy="794170"/>
          </a:xfrm>
          <a:prstGeom prst="rect">
            <a:avLst/>
          </a:prstGeom>
          <a:noFill/>
          <a:ln>
            <a:noFill/>
          </a:ln>
        </p:spPr>
        <p:txBody>
          <a:bodyPr vert="horz" wrap="square" lIns="91440" tIns="45720" rIns="91440" bIns="45720" rtlCol="0" anchor="t"/>
          <a:lstStyle/>
          <a:p>
            <a:pPr algn="l">
              <a:lnSpc>
                <a:spcPct val="100000"/>
              </a:lnSpc>
            </a:pPr>
            <a:r>
              <a:rPr kumimoji="1" lang="en-US" altLang="zh-CN" sz="1400">
                <a:ln w="12700">
                  <a:noFill/>
                </a:ln>
                <a:solidFill>
                  <a:srgbClr val="262626">
                    <a:alpha val="100000"/>
                  </a:srgbClr>
                </a:solidFill>
                <a:latin typeface="OPPOSans H"/>
                <a:ea typeface="OPPOSans H"/>
                <a:cs typeface="OPPOSans H"/>
              </a:rPr>
              <a:t>Verilog 设计方法概述</a:t>
            </a:r>
            <a:endParaRPr kumimoji="1" lang="zh-CN" altLang="en-US"/>
          </a:p>
        </p:txBody>
      </p:sp>
      <p:sp>
        <p:nvSpPr>
          <p:cNvPr id="12" name="标题 1"/>
          <p:cNvSpPr txBox="1"/>
          <p:nvPr/>
        </p:nvSpPr>
        <p:spPr>
          <a:xfrm>
            <a:off x="1207833" y="2770060"/>
            <a:ext cx="462715" cy="396703"/>
          </a:xfrm>
          <a:prstGeom prst="rect">
            <a:avLst/>
          </a:prstGeom>
          <a:noFill/>
          <a:ln cap="sq">
            <a:noFill/>
          </a:ln>
        </p:spPr>
        <p:txBody>
          <a:bodyPr vert="horz" wrap="square" lIns="91440" tIns="45720" rIns="91440" bIns="45720" rtlCol="0" anchor="ctr"/>
          <a:lstStyle/>
          <a:p>
            <a:pPr algn="ctr">
              <a:lnSpc>
                <a:spcPct val="100000"/>
              </a:lnSpc>
            </a:pPr>
            <a:r>
              <a:rPr kumimoji="1" lang="en-US" altLang="zh-CN" sz="2000">
                <a:ln w="6350">
                  <a:noFill/>
                </a:ln>
                <a:solidFill>
                  <a:srgbClr val="1367FF">
                    <a:alpha val="100000"/>
                  </a:srgbClr>
                </a:solidFill>
                <a:latin typeface="OPPOSans R"/>
                <a:ea typeface="OPPOSans R"/>
                <a:cs typeface="OPPOSans R"/>
              </a:rPr>
              <a:t>01</a:t>
            </a:r>
            <a:endParaRPr kumimoji="1" lang="zh-CN" altLang="en-US"/>
          </a:p>
        </p:txBody>
      </p:sp>
      <p:sp>
        <p:nvSpPr>
          <p:cNvPr id="13" name="标题 1"/>
          <p:cNvSpPr txBox="1"/>
          <p:nvPr/>
        </p:nvSpPr>
        <p:spPr>
          <a:xfrm>
            <a:off x="3062133" y="2416875"/>
            <a:ext cx="1914125" cy="1875726"/>
          </a:xfrm>
          <a:prstGeom prst="roundRect">
            <a:avLst>
              <a:gd name="adj" fmla="val 5658"/>
            </a:avLst>
          </a:prstGeom>
          <a:solidFill>
            <a:schemeClr val="bg1"/>
          </a:solidFill>
          <a:ln w="12700" cap="flat">
            <a:noFill/>
            <a:miter/>
          </a:ln>
          <a:effectLst/>
        </p:spPr>
        <p:txBody>
          <a:bodyPr vert="horz" wrap="square" lIns="91440" tIns="45720" rIns="91440" bIns="45720" rtlCol="0" anchor="ctr"/>
          <a:lstStyle/>
          <a:p>
            <a:pPr algn="ctr">
              <a:lnSpc>
                <a:spcPct val="100000"/>
              </a:lnSpc>
            </a:pPr>
            <a:endParaRPr kumimoji="1" lang="zh-CN" altLang="en-US"/>
          </a:p>
        </p:txBody>
      </p:sp>
      <p:sp>
        <p:nvSpPr>
          <p:cNvPr id="14" name="标题 1"/>
          <p:cNvSpPr txBox="1"/>
          <p:nvPr/>
        </p:nvSpPr>
        <p:spPr>
          <a:xfrm>
            <a:off x="3062133" y="2416875"/>
            <a:ext cx="1914125" cy="1875726"/>
          </a:xfrm>
          <a:prstGeom prst="roundRect">
            <a:avLst>
              <a:gd name="adj" fmla="val 5658"/>
            </a:avLst>
          </a:prstGeom>
          <a:solidFill>
            <a:schemeClr val="accent1">
              <a:lumMod val="20000"/>
              <a:lumOff val="80000"/>
              <a:alpha val="45000"/>
            </a:schemeClr>
          </a:solidFill>
          <a:ln w="12700" cap="flat">
            <a:solidFill>
              <a:schemeClr val="accent1">
                <a:lumMod val="40000"/>
                <a:lumOff val="60000"/>
              </a:schemeClr>
            </a:solidFill>
            <a:miter/>
          </a:ln>
          <a:effectLst/>
        </p:spPr>
        <p:txBody>
          <a:bodyPr vert="horz" wrap="square" lIns="91440" tIns="45720" rIns="91440" bIns="45720" rtlCol="0" anchor="ctr"/>
          <a:lstStyle/>
          <a:p>
            <a:pPr algn="ctr">
              <a:lnSpc>
                <a:spcPct val="100000"/>
              </a:lnSpc>
            </a:pPr>
            <a:endParaRPr kumimoji="1" lang="zh-CN" altLang="en-US"/>
          </a:p>
        </p:txBody>
      </p:sp>
      <p:sp>
        <p:nvSpPr>
          <p:cNvPr id="15" name="标题 1"/>
          <p:cNvSpPr txBox="1"/>
          <p:nvPr/>
        </p:nvSpPr>
        <p:spPr>
          <a:xfrm>
            <a:off x="3294741" y="2674497"/>
            <a:ext cx="587829" cy="587829"/>
          </a:xfrm>
          <a:prstGeom prst="roundRect">
            <a:avLst/>
          </a:prstGeom>
          <a:solidFill>
            <a:schemeClr val="bg1"/>
          </a:solidFill>
          <a:ln w="12700" cap="flat">
            <a:noFill/>
            <a:miter/>
          </a:ln>
          <a:effectLst>
            <a:outerShdw blurRad="381000" dist="317500" dir="2700000" algn="tl" rotWithShape="0">
              <a:schemeClr val="tx1">
                <a:alpha val="5000"/>
              </a:schemeClr>
            </a:outerShdw>
          </a:effectLst>
        </p:spPr>
        <p:txBody>
          <a:bodyPr vert="horz" wrap="square" lIns="91440" tIns="45720" rIns="91440" bIns="45720" rtlCol="0" anchor="ctr"/>
          <a:lstStyle/>
          <a:p>
            <a:pPr algn="ctr">
              <a:lnSpc>
                <a:spcPct val="100000"/>
              </a:lnSpc>
            </a:pPr>
            <a:endParaRPr kumimoji="1" lang="zh-CN" altLang="en-US"/>
          </a:p>
        </p:txBody>
      </p:sp>
      <p:sp>
        <p:nvSpPr>
          <p:cNvPr id="16" name="标题 1"/>
          <p:cNvSpPr txBox="1"/>
          <p:nvPr/>
        </p:nvSpPr>
        <p:spPr>
          <a:xfrm>
            <a:off x="3233112" y="3445090"/>
            <a:ext cx="1684175" cy="794170"/>
          </a:xfrm>
          <a:prstGeom prst="rect">
            <a:avLst/>
          </a:prstGeom>
          <a:noFill/>
          <a:ln>
            <a:noFill/>
          </a:ln>
        </p:spPr>
        <p:txBody>
          <a:bodyPr vert="horz" wrap="square" lIns="91440" tIns="45720" rIns="91440" bIns="45720" rtlCol="0" anchor="t"/>
          <a:lstStyle/>
          <a:p>
            <a:pPr algn="l">
              <a:lnSpc>
                <a:spcPct val="100000"/>
              </a:lnSpc>
            </a:pPr>
            <a:r>
              <a:rPr kumimoji="1" lang="en-US" altLang="zh-CN" sz="1400">
                <a:ln w="12700">
                  <a:noFill/>
                </a:ln>
                <a:solidFill>
                  <a:srgbClr val="262626">
                    <a:alpha val="100000"/>
                  </a:srgbClr>
                </a:solidFill>
                <a:latin typeface="OPPOSans H"/>
                <a:ea typeface="OPPOSans H"/>
                <a:cs typeface="OPPOSans H"/>
              </a:rPr>
              <a:t>Verilog 基本语法</a:t>
            </a:r>
            <a:endParaRPr kumimoji="1" lang="zh-CN" altLang="en-US"/>
          </a:p>
        </p:txBody>
      </p:sp>
      <p:sp>
        <p:nvSpPr>
          <p:cNvPr id="17" name="标题 1"/>
          <p:cNvSpPr txBox="1"/>
          <p:nvPr/>
        </p:nvSpPr>
        <p:spPr>
          <a:xfrm>
            <a:off x="3321769" y="2770060"/>
            <a:ext cx="533773" cy="396703"/>
          </a:xfrm>
          <a:prstGeom prst="rect">
            <a:avLst/>
          </a:prstGeom>
          <a:noFill/>
          <a:ln cap="sq">
            <a:noFill/>
          </a:ln>
        </p:spPr>
        <p:txBody>
          <a:bodyPr vert="horz" wrap="square" lIns="91440" tIns="45720" rIns="91440" bIns="45720" rtlCol="0" anchor="ctr"/>
          <a:lstStyle/>
          <a:p>
            <a:pPr algn="ctr">
              <a:lnSpc>
                <a:spcPct val="100000"/>
              </a:lnSpc>
            </a:pPr>
            <a:r>
              <a:rPr kumimoji="1" lang="en-US" altLang="zh-CN" sz="2000">
                <a:ln w="6350">
                  <a:noFill/>
                </a:ln>
                <a:solidFill>
                  <a:srgbClr val="1367FF">
                    <a:alpha val="100000"/>
                  </a:srgbClr>
                </a:solidFill>
                <a:latin typeface="OPPOSans R"/>
                <a:ea typeface="OPPOSans R"/>
                <a:cs typeface="OPPOSans R"/>
              </a:rPr>
              <a:t>02</a:t>
            </a:r>
            <a:endParaRPr kumimoji="1" lang="zh-CN" altLang="en-US"/>
          </a:p>
        </p:txBody>
      </p:sp>
      <p:sp>
        <p:nvSpPr>
          <p:cNvPr id="18" name="标题 1"/>
          <p:cNvSpPr txBox="1"/>
          <p:nvPr/>
        </p:nvSpPr>
        <p:spPr>
          <a:xfrm>
            <a:off x="5213669" y="2416875"/>
            <a:ext cx="1914125" cy="1875726"/>
          </a:xfrm>
          <a:prstGeom prst="roundRect">
            <a:avLst>
              <a:gd name="adj" fmla="val 5658"/>
            </a:avLst>
          </a:prstGeom>
          <a:solidFill>
            <a:schemeClr val="bg1"/>
          </a:solidFill>
          <a:ln w="12700" cap="flat">
            <a:noFill/>
            <a:miter/>
          </a:ln>
          <a:effectLst/>
        </p:spPr>
        <p:txBody>
          <a:bodyPr vert="horz" wrap="square" lIns="91440" tIns="45720" rIns="91440" bIns="45720" rtlCol="0" anchor="ctr"/>
          <a:lstStyle/>
          <a:p>
            <a:pPr algn="ctr">
              <a:lnSpc>
                <a:spcPct val="100000"/>
              </a:lnSpc>
            </a:pPr>
            <a:endParaRPr kumimoji="1" lang="zh-CN" altLang="en-US"/>
          </a:p>
        </p:txBody>
      </p:sp>
      <p:sp>
        <p:nvSpPr>
          <p:cNvPr id="19" name="标题 1"/>
          <p:cNvSpPr txBox="1"/>
          <p:nvPr/>
        </p:nvSpPr>
        <p:spPr>
          <a:xfrm>
            <a:off x="5213669" y="2416875"/>
            <a:ext cx="1914125" cy="1875726"/>
          </a:xfrm>
          <a:prstGeom prst="roundRect">
            <a:avLst>
              <a:gd name="adj" fmla="val 5658"/>
            </a:avLst>
          </a:prstGeom>
          <a:solidFill>
            <a:schemeClr val="accent1">
              <a:lumMod val="20000"/>
              <a:lumOff val="80000"/>
              <a:alpha val="45000"/>
            </a:schemeClr>
          </a:solidFill>
          <a:ln w="12700" cap="flat">
            <a:solidFill>
              <a:schemeClr val="accent1">
                <a:lumMod val="40000"/>
                <a:lumOff val="60000"/>
              </a:schemeClr>
            </a:solidFill>
            <a:miter/>
          </a:ln>
          <a:effectLst/>
        </p:spPr>
        <p:txBody>
          <a:bodyPr vert="horz" wrap="square" lIns="91440" tIns="45720" rIns="91440" bIns="45720" rtlCol="0" anchor="ctr"/>
          <a:lstStyle/>
          <a:p>
            <a:pPr algn="ctr">
              <a:lnSpc>
                <a:spcPct val="100000"/>
              </a:lnSpc>
            </a:pPr>
            <a:endParaRPr kumimoji="1" lang="zh-CN" altLang="en-US"/>
          </a:p>
        </p:txBody>
      </p:sp>
      <p:sp>
        <p:nvSpPr>
          <p:cNvPr id="20" name="标题 1"/>
          <p:cNvSpPr txBox="1"/>
          <p:nvPr/>
        </p:nvSpPr>
        <p:spPr>
          <a:xfrm>
            <a:off x="5448348" y="2674497"/>
            <a:ext cx="587829" cy="587829"/>
          </a:xfrm>
          <a:prstGeom prst="roundRect">
            <a:avLst/>
          </a:prstGeom>
          <a:solidFill>
            <a:schemeClr val="bg1"/>
          </a:solidFill>
          <a:ln w="12700" cap="flat">
            <a:noFill/>
            <a:miter/>
          </a:ln>
          <a:effectLst>
            <a:outerShdw blurRad="381000" dist="317500" dir="2700000" algn="tl" rotWithShape="0">
              <a:schemeClr val="tx1">
                <a:alpha val="5000"/>
              </a:schemeClr>
            </a:outerShdw>
          </a:effectLst>
        </p:spPr>
        <p:txBody>
          <a:bodyPr vert="horz" wrap="square" lIns="91440" tIns="45720" rIns="91440" bIns="45720" rtlCol="0" anchor="ctr"/>
          <a:lstStyle/>
          <a:p>
            <a:pPr algn="ctr">
              <a:lnSpc>
                <a:spcPct val="100000"/>
              </a:lnSpc>
            </a:pPr>
            <a:endParaRPr kumimoji="1" lang="zh-CN" altLang="en-US"/>
          </a:p>
        </p:txBody>
      </p:sp>
      <p:sp>
        <p:nvSpPr>
          <p:cNvPr id="21" name="标题 1"/>
          <p:cNvSpPr txBox="1"/>
          <p:nvPr/>
        </p:nvSpPr>
        <p:spPr>
          <a:xfrm>
            <a:off x="5384648" y="3445090"/>
            <a:ext cx="1684175" cy="794170"/>
          </a:xfrm>
          <a:prstGeom prst="rect">
            <a:avLst/>
          </a:prstGeom>
          <a:noFill/>
          <a:ln>
            <a:noFill/>
          </a:ln>
        </p:spPr>
        <p:txBody>
          <a:bodyPr vert="horz" wrap="square" lIns="91440" tIns="45720" rIns="91440" bIns="45720" rtlCol="0" anchor="t"/>
          <a:lstStyle/>
          <a:p>
            <a:pPr algn="l">
              <a:lnSpc>
                <a:spcPct val="100000"/>
              </a:lnSpc>
            </a:pPr>
            <a:r>
              <a:rPr kumimoji="1" lang="en-US" altLang="zh-CN" sz="1400">
                <a:ln w="12700">
                  <a:noFill/>
                </a:ln>
                <a:solidFill>
                  <a:srgbClr val="262626">
                    <a:alpha val="100000"/>
                  </a:srgbClr>
                </a:solidFill>
                <a:latin typeface="OPPOSans H"/>
                <a:ea typeface="OPPOSans H"/>
                <a:cs typeface="OPPOSans H"/>
              </a:rPr>
              <a:t>Verilog 数字表示</a:t>
            </a:r>
            <a:endParaRPr kumimoji="1" lang="zh-CN" altLang="en-US"/>
          </a:p>
        </p:txBody>
      </p:sp>
      <p:sp>
        <p:nvSpPr>
          <p:cNvPr id="22" name="标题 1"/>
          <p:cNvSpPr txBox="1"/>
          <p:nvPr/>
        </p:nvSpPr>
        <p:spPr>
          <a:xfrm>
            <a:off x="5475376" y="2770060"/>
            <a:ext cx="533773" cy="396703"/>
          </a:xfrm>
          <a:prstGeom prst="rect">
            <a:avLst/>
          </a:prstGeom>
          <a:noFill/>
          <a:ln cap="sq">
            <a:noFill/>
          </a:ln>
        </p:spPr>
        <p:txBody>
          <a:bodyPr vert="horz" wrap="square" lIns="91440" tIns="45720" rIns="91440" bIns="45720" rtlCol="0" anchor="ctr"/>
          <a:lstStyle/>
          <a:p>
            <a:pPr algn="ctr">
              <a:lnSpc>
                <a:spcPct val="100000"/>
              </a:lnSpc>
            </a:pPr>
            <a:r>
              <a:rPr kumimoji="1" lang="en-US" altLang="zh-CN" sz="2000">
                <a:ln w="6350">
                  <a:noFill/>
                </a:ln>
                <a:solidFill>
                  <a:srgbClr val="1367FF">
                    <a:alpha val="100000"/>
                  </a:srgbClr>
                </a:solidFill>
                <a:latin typeface="OPPOSans R"/>
                <a:ea typeface="OPPOSans R"/>
                <a:cs typeface="OPPOSans R"/>
              </a:rPr>
              <a:t>03</a:t>
            </a:r>
            <a:endParaRPr kumimoji="1" lang="zh-CN" altLang="en-US"/>
          </a:p>
        </p:txBody>
      </p:sp>
      <p:sp>
        <p:nvSpPr>
          <p:cNvPr id="23" name="标题 1"/>
          <p:cNvSpPr txBox="1"/>
          <p:nvPr/>
        </p:nvSpPr>
        <p:spPr>
          <a:xfrm>
            <a:off x="7365205" y="2416875"/>
            <a:ext cx="1914125" cy="1875726"/>
          </a:xfrm>
          <a:prstGeom prst="roundRect">
            <a:avLst>
              <a:gd name="adj" fmla="val 5658"/>
            </a:avLst>
          </a:prstGeom>
          <a:solidFill>
            <a:schemeClr val="bg1"/>
          </a:solidFill>
          <a:ln w="12700" cap="flat">
            <a:noFill/>
            <a:miter/>
          </a:ln>
          <a:effectLst/>
        </p:spPr>
        <p:txBody>
          <a:bodyPr vert="horz" wrap="square" lIns="91440" tIns="45720" rIns="91440" bIns="45720" rtlCol="0" anchor="ctr"/>
          <a:lstStyle/>
          <a:p>
            <a:pPr algn="ctr">
              <a:lnSpc>
                <a:spcPct val="100000"/>
              </a:lnSpc>
            </a:pPr>
            <a:endParaRPr kumimoji="1" lang="zh-CN" altLang="en-US"/>
          </a:p>
        </p:txBody>
      </p:sp>
      <p:sp>
        <p:nvSpPr>
          <p:cNvPr id="24" name="标题 1"/>
          <p:cNvSpPr txBox="1"/>
          <p:nvPr/>
        </p:nvSpPr>
        <p:spPr>
          <a:xfrm>
            <a:off x="7365205" y="2416875"/>
            <a:ext cx="1914125" cy="1875726"/>
          </a:xfrm>
          <a:prstGeom prst="roundRect">
            <a:avLst>
              <a:gd name="adj" fmla="val 5658"/>
            </a:avLst>
          </a:prstGeom>
          <a:solidFill>
            <a:schemeClr val="accent1">
              <a:lumMod val="20000"/>
              <a:lumOff val="80000"/>
              <a:alpha val="45000"/>
            </a:schemeClr>
          </a:solidFill>
          <a:ln w="12700" cap="flat">
            <a:solidFill>
              <a:schemeClr val="accent1">
                <a:lumMod val="40000"/>
                <a:lumOff val="60000"/>
              </a:schemeClr>
            </a:solidFill>
            <a:miter/>
          </a:ln>
          <a:effectLst/>
        </p:spPr>
        <p:txBody>
          <a:bodyPr vert="horz" wrap="square" lIns="91440" tIns="45720" rIns="91440" bIns="45720" rtlCol="0" anchor="ctr"/>
          <a:lstStyle/>
          <a:p>
            <a:pPr algn="ctr">
              <a:lnSpc>
                <a:spcPct val="100000"/>
              </a:lnSpc>
            </a:pPr>
            <a:endParaRPr kumimoji="1" lang="zh-CN" altLang="en-US"/>
          </a:p>
        </p:txBody>
      </p:sp>
      <p:sp>
        <p:nvSpPr>
          <p:cNvPr id="25" name="标题 1"/>
          <p:cNvSpPr txBox="1"/>
          <p:nvPr/>
        </p:nvSpPr>
        <p:spPr>
          <a:xfrm>
            <a:off x="7599884" y="2674497"/>
            <a:ext cx="587829" cy="587829"/>
          </a:xfrm>
          <a:prstGeom prst="roundRect">
            <a:avLst/>
          </a:prstGeom>
          <a:solidFill>
            <a:schemeClr val="bg1"/>
          </a:solidFill>
          <a:ln w="12700" cap="flat">
            <a:noFill/>
            <a:miter/>
          </a:ln>
          <a:effectLst>
            <a:outerShdw blurRad="381000" dist="317500" dir="2700000" algn="tl" rotWithShape="0">
              <a:schemeClr val="tx1">
                <a:alpha val="5000"/>
              </a:schemeClr>
            </a:outerShdw>
          </a:effectLst>
        </p:spPr>
        <p:txBody>
          <a:bodyPr vert="horz" wrap="square" lIns="91440" tIns="45720" rIns="91440" bIns="45720" rtlCol="0" anchor="ctr"/>
          <a:lstStyle/>
          <a:p>
            <a:pPr algn="ctr">
              <a:lnSpc>
                <a:spcPct val="100000"/>
              </a:lnSpc>
            </a:pPr>
            <a:endParaRPr kumimoji="1" lang="zh-CN" altLang="en-US"/>
          </a:p>
        </p:txBody>
      </p:sp>
      <p:sp>
        <p:nvSpPr>
          <p:cNvPr id="26" name="标题 1"/>
          <p:cNvSpPr txBox="1"/>
          <p:nvPr/>
        </p:nvSpPr>
        <p:spPr>
          <a:xfrm>
            <a:off x="7536184" y="3445090"/>
            <a:ext cx="1684175" cy="794170"/>
          </a:xfrm>
          <a:prstGeom prst="rect">
            <a:avLst/>
          </a:prstGeom>
          <a:noFill/>
          <a:ln>
            <a:noFill/>
          </a:ln>
        </p:spPr>
        <p:txBody>
          <a:bodyPr vert="horz" wrap="square" lIns="91440" tIns="45720" rIns="91440" bIns="45720" rtlCol="0" anchor="t"/>
          <a:lstStyle/>
          <a:p>
            <a:pPr algn="l">
              <a:lnSpc>
                <a:spcPct val="100000"/>
              </a:lnSpc>
            </a:pPr>
            <a:r>
              <a:rPr kumimoji="1" lang="en-US" altLang="zh-CN" sz="1400">
                <a:ln w="12700">
                  <a:noFill/>
                </a:ln>
                <a:solidFill>
                  <a:srgbClr val="262626">
                    <a:alpha val="100000"/>
                  </a:srgbClr>
                </a:solidFill>
                <a:latin typeface="OPPOSans H"/>
                <a:ea typeface="OPPOSans H"/>
                <a:cs typeface="OPPOSans H"/>
              </a:rPr>
              <a:t>Verilog 数据类型</a:t>
            </a:r>
            <a:endParaRPr kumimoji="1" lang="zh-CN" altLang="en-US"/>
          </a:p>
        </p:txBody>
      </p:sp>
      <p:sp>
        <p:nvSpPr>
          <p:cNvPr id="27" name="标题 1"/>
          <p:cNvSpPr txBox="1"/>
          <p:nvPr/>
        </p:nvSpPr>
        <p:spPr>
          <a:xfrm>
            <a:off x="7626912" y="2770060"/>
            <a:ext cx="533773" cy="396703"/>
          </a:xfrm>
          <a:prstGeom prst="rect">
            <a:avLst/>
          </a:prstGeom>
          <a:noFill/>
          <a:ln cap="sq">
            <a:noFill/>
          </a:ln>
        </p:spPr>
        <p:txBody>
          <a:bodyPr vert="horz" wrap="square" lIns="91440" tIns="45720" rIns="91440" bIns="45720" rtlCol="0" anchor="ctr"/>
          <a:lstStyle/>
          <a:p>
            <a:pPr algn="ctr">
              <a:lnSpc>
                <a:spcPct val="100000"/>
              </a:lnSpc>
            </a:pPr>
            <a:r>
              <a:rPr kumimoji="1" lang="en-US" altLang="zh-CN" sz="2000">
                <a:ln w="6350">
                  <a:noFill/>
                </a:ln>
                <a:solidFill>
                  <a:srgbClr val="1367FF">
                    <a:alpha val="100000"/>
                  </a:srgbClr>
                </a:solidFill>
                <a:latin typeface="OPPOSans R"/>
                <a:ea typeface="OPPOSans R"/>
                <a:cs typeface="OPPOSans R"/>
              </a:rPr>
              <a:t>04</a:t>
            </a:r>
            <a:endParaRPr kumimoji="1" lang="zh-CN" altLang="en-US"/>
          </a:p>
        </p:txBody>
      </p:sp>
      <p:sp>
        <p:nvSpPr>
          <p:cNvPr id="28" name="标题 1"/>
          <p:cNvSpPr txBox="1"/>
          <p:nvPr/>
        </p:nvSpPr>
        <p:spPr>
          <a:xfrm>
            <a:off x="9516739" y="2416875"/>
            <a:ext cx="1914125" cy="1875726"/>
          </a:xfrm>
          <a:prstGeom prst="roundRect">
            <a:avLst>
              <a:gd name="adj" fmla="val 5658"/>
            </a:avLst>
          </a:prstGeom>
          <a:solidFill>
            <a:schemeClr val="bg1"/>
          </a:solidFill>
          <a:ln w="12700" cap="flat">
            <a:noFill/>
            <a:miter/>
          </a:ln>
          <a:effectLst/>
        </p:spPr>
        <p:txBody>
          <a:bodyPr vert="horz" wrap="square" lIns="91440" tIns="45720" rIns="91440" bIns="45720" rtlCol="0" anchor="ctr"/>
          <a:lstStyle/>
          <a:p>
            <a:pPr algn="ctr">
              <a:lnSpc>
                <a:spcPct val="100000"/>
              </a:lnSpc>
            </a:pPr>
            <a:endParaRPr kumimoji="1" lang="zh-CN" altLang="en-US"/>
          </a:p>
        </p:txBody>
      </p:sp>
      <p:sp>
        <p:nvSpPr>
          <p:cNvPr id="29" name="标题 1"/>
          <p:cNvSpPr txBox="1"/>
          <p:nvPr/>
        </p:nvSpPr>
        <p:spPr>
          <a:xfrm>
            <a:off x="9516739" y="2416875"/>
            <a:ext cx="1914125" cy="1875726"/>
          </a:xfrm>
          <a:prstGeom prst="roundRect">
            <a:avLst>
              <a:gd name="adj" fmla="val 5658"/>
            </a:avLst>
          </a:prstGeom>
          <a:solidFill>
            <a:schemeClr val="accent1">
              <a:lumMod val="20000"/>
              <a:lumOff val="80000"/>
              <a:alpha val="45000"/>
            </a:schemeClr>
          </a:solidFill>
          <a:ln w="12700" cap="flat">
            <a:solidFill>
              <a:schemeClr val="accent1">
                <a:lumMod val="40000"/>
                <a:lumOff val="60000"/>
              </a:schemeClr>
            </a:solidFill>
            <a:miter/>
          </a:ln>
          <a:effectLst/>
        </p:spPr>
        <p:txBody>
          <a:bodyPr vert="horz" wrap="square" lIns="91440" tIns="45720" rIns="91440" bIns="45720" rtlCol="0" anchor="ctr"/>
          <a:lstStyle/>
          <a:p>
            <a:pPr algn="ctr">
              <a:lnSpc>
                <a:spcPct val="100000"/>
              </a:lnSpc>
            </a:pPr>
            <a:endParaRPr kumimoji="1" lang="zh-CN" altLang="en-US"/>
          </a:p>
        </p:txBody>
      </p:sp>
      <p:sp>
        <p:nvSpPr>
          <p:cNvPr id="30" name="标题 1"/>
          <p:cNvSpPr txBox="1"/>
          <p:nvPr/>
        </p:nvSpPr>
        <p:spPr>
          <a:xfrm>
            <a:off x="9751418" y="2674497"/>
            <a:ext cx="587829" cy="587829"/>
          </a:xfrm>
          <a:prstGeom prst="roundRect">
            <a:avLst/>
          </a:prstGeom>
          <a:solidFill>
            <a:schemeClr val="bg1"/>
          </a:solidFill>
          <a:ln w="12700" cap="flat">
            <a:noFill/>
            <a:miter/>
          </a:ln>
          <a:effectLst>
            <a:outerShdw blurRad="381000" dist="317500" dir="2700000" algn="tl" rotWithShape="0">
              <a:schemeClr val="tx1">
                <a:alpha val="5000"/>
              </a:schemeClr>
            </a:outerShdw>
          </a:effectLst>
        </p:spPr>
        <p:txBody>
          <a:bodyPr vert="horz" wrap="square" lIns="91440" tIns="45720" rIns="91440" bIns="45720" rtlCol="0" anchor="ctr"/>
          <a:lstStyle/>
          <a:p>
            <a:pPr algn="ctr">
              <a:lnSpc>
                <a:spcPct val="100000"/>
              </a:lnSpc>
            </a:pPr>
            <a:endParaRPr kumimoji="1" lang="zh-CN" altLang="en-US"/>
          </a:p>
        </p:txBody>
      </p:sp>
      <p:sp>
        <p:nvSpPr>
          <p:cNvPr id="31" name="标题 1"/>
          <p:cNvSpPr txBox="1"/>
          <p:nvPr/>
        </p:nvSpPr>
        <p:spPr>
          <a:xfrm>
            <a:off x="9687718" y="3445090"/>
            <a:ext cx="1684175" cy="794170"/>
          </a:xfrm>
          <a:prstGeom prst="rect">
            <a:avLst/>
          </a:prstGeom>
          <a:noFill/>
          <a:ln>
            <a:noFill/>
          </a:ln>
        </p:spPr>
        <p:txBody>
          <a:bodyPr vert="horz" wrap="square" lIns="91440" tIns="45720" rIns="91440" bIns="45720" rtlCol="0" anchor="t"/>
          <a:lstStyle/>
          <a:p>
            <a:pPr algn="l">
              <a:lnSpc>
                <a:spcPct val="100000"/>
              </a:lnSpc>
            </a:pPr>
            <a:r>
              <a:rPr kumimoji="1" lang="en-US" altLang="zh-CN" sz="1400">
                <a:ln w="12700">
                  <a:noFill/>
                </a:ln>
                <a:solidFill>
                  <a:srgbClr val="262626">
                    <a:alpha val="100000"/>
                  </a:srgbClr>
                </a:solidFill>
                <a:latin typeface="OPPOSans H"/>
                <a:ea typeface="OPPOSans H"/>
                <a:cs typeface="OPPOSans H"/>
              </a:rPr>
              <a:t>Verilog 赋值方式</a:t>
            </a:r>
            <a:endParaRPr kumimoji="1" lang="zh-CN" altLang="en-US"/>
          </a:p>
        </p:txBody>
      </p:sp>
      <p:sp>
        <p:nvSpPr>
          <p:cNvPr id="32" name="标题 1"/>
          <p:cNvSpPr txBox="1"/>
          <p:nvPr/>
        </p:nvSpPr>
        <p:spPr>
          <a:xfrm>
            <a:off x="9778446" y="2770060"/>
            <a:ext cx="533773" cy="396703"/>
          </a:xfrm>
          <a:prstGeom prst="rect">
            <a:avLst/>
          </a:prstGeom>
          <a:noFill/>
          <a:ln cap="sq">
            <a:noFill/>
          </a:ln>
        </p:spPr>
        <p:txBody>
          <a:bodyPr vert="horz" wrap="square" lIns="91440" tIns="45720" rIns="91440" bIns="45720" rtlCol="0" anchor="ctr"/>
          <a:lstStyle/>
          <a:p>
            <a:pPr algn="ctr">
              <a:lnSpc>
                <a:spcPct val="100000"/>
              </a:lnSpc>
            </a:pPr>
            <a:r>
              <a:rPr kumimoji="1" lang="en-US" altLang="zh-CN" sz="2000">
                <a:ln w="6350">
                  <a:noFill/>
                </a:ln>
                <a:solidFill>
                  <a:srgbClr val="1367FF">
                    <a:alpha val="100000"/>
                  </a:srgbClr>
                </a:solidFill>
                <a:latin typeface="OPPOSans R"/>
                <a:ea typeface="OPPOSans R"/>
                <a:cs typeface="OPPOSans R"/>
              </a:rPr>
              <a:t>05</a:t>
            </a:r>
            <a:endParaRPr kumimoji="1" lang="zh-CN" altLang="en-US"/>
          </a:p>
        </p:txBody>
      </p:sp>
      <p:sp>
        <p:nvSpPr>
          <p:cNvPr id="33" name="标题 1"/>
          <p:cNvSpPr txBox="1"/>
          <p:nvPr/>
        </p:nvSpPr>
        <p:spPr>
          <a:xfrm>
            <a:off x="910597" y="4461600"/>
            <a:ext cx="1914125" cy="1875726"/>
          </a:xfrm>
          <a:prstGeom prst="roundRect">
            <a:avLst>
              <a:gd name="adj" fmla="val 5658"/>
            </a:avLst>
          </a:prstGeom>
          <a:solidFill>
            <a:schemeClr val="bg1"/>
          </a:solidFill>
          <a:ln w="12700" cap="flat">
            <a:noFill/>
            <a:miter/>
          </a:ln>
          <a:effectLst/>
        </p:spPr>
        <p:txBody>
          <a:bodyPr vert="horz" wrap="square" lIns="91440" tIns="45720" rIns="91440" bIns="45720" rtlCol="0" anchor="ctr"/>
          <a:lstStyle/>
          <a:p>
            <a:pPr algn="ctr">
              <a:lnSpc>
                <a:spcPct val="100000"/>
              </a:lnSpc>
            </a:pPr>
            <a:endParaRPr kumimoji="1" lang="zh-CN" altLang="en-US"/>
          </a:p>
        </p:txBody>
      </p:sp>
      <p:sp>
        <p:nvSpPr>
          <p:cNvPr id="34" name="标题 1"/>
          <p:cNvSpPr txBox="1"/>
          <p:nvPr/>
        </p:nvSpPr>
        <p:spPr>
          <a:xfrm>
            <a:off x="910597" y="4461600"/>
            <a:ext cx="1914125" cy="1875726"/>
          </a:xfrm>
          <a:prstGeom prst="roundRect">
            <a:avLst>
              <a:gd name="adj" fmla="val 5658"/>
            </a:avLst>
          </a:prstGeom>
          <a:solidFill>
            <a:schemeClr val="accent1">
              <a:lumMod val="20000"/>
              <a:lumOff val="80000"/>
              <a:alpha val="45000"/>
            </a:schemeClr>
          </a:solidFill>
          <a:ln w="12700" cap="flat">
            <a:solidFill>
              <a:schemeClr val="accent1">
                <a:lumMod val="40000"/>
                <a:lumOff val="60000"/>
              </a:schemeClr>
            </a:solidFill>
            <a:miter/>
          </a:ln>
          <a:effectLst/>
        </p:spPr>
        <p:txBody>
          <a:bodyPr vert="horz" wrap="square" lIns="91440" tIns="45720" rIns="91440" bIns="45720" rtlCol="0" anchor="ctr"/>
          <a:lstStyle/>
          <a:p>
            <a:pPr algn="ctr">
              <a:lnSpc>
                <a:spcPct val="100000"/>
              </a:lnSpc>
            </a:pPr>
            <a:endParaRPr kumimoji="1" lang="zh-CN" altLang="en-US"/>
          </a:p>
        </p:txBody>
      </p:sp>
      <p:sp>
        <p:nvSpPr>
          <p:cNvPr id="35" name="标题 1"/>
          <p:cNvSpPr txBox="1"/>
          <p:nvPr/>
        </p:nvSpPr>
        <p:spPr>
          <a:xfrm>
            <a:off x="1145276" y="4719222"/>
            <a:ext cx="587829" cy="587829"/>
          </a:xfrm>
          <a:prstGeom prst="roundRect">
            <a:avLst/>
          </a:prstGeom>
          <a:solidFill>
            <a:schemeClr val="bg1"/>
          </a:solidFill>
          <a:ln w="12700" cap="flat">
            <a:noFill/>
            <a:miter/>
          </a:ln>
          <a:effectLst>
            <a:outerShdw blurRad="381000" dist="317500" dir="2700000" algn="tl" rotWithShape="0">
              <a:schemeClr val="tx1">
                <a:alpha val="5000"/>
              </a:schemeClr>
            </a:outerShdw>
          </a:effectLst>
        </p:spPr>
        <p:txBody>
          <a:bodyPr vert="horz" wrap="square" lIns="91440" tIns="45720" rIns="91440" bIns="45720" rtlCol="0" anchor="ctr"/>
          <a:lstStyle/>
          <a:p>
            <a:pPr algn="ctr">
              <a:lnSpc>
                <a:spcPct val="100000"/>
              </a:lnSpc>
            </a:pPr>
            <a:endParaRPr kumimoji="1" lang="zh-CN" altLang="en-US"/>
          </a:p>
        </p:txBody>
      </p:sp>
      <p:sp>
        <p:nvSpPr>
          <p:cNvPr id="36" name="标题 1"/>
          <p:cNvSpPr txBox="1"/>
          <p:nvPr/>
        </p:nvSpPr>
        <p:spPr>
          <a:xfrm>
            <a:off x="1081576" y="5489815"/>
            <a:ext cx="1684175" cy="794170"/>
          </a:xfrm>
          <a:prstGeom prst="rect">
            <a:avLst/>
          </a:prstGeom>
          <a:noFill/>
          <a:ln>
            <a:noFill/>
          </a:ln>
        </p:spPr>
        <p:txBody>
          <a:bodyPr vert="horz" wrap="square" lIns="91440" tIns="45720" rIns="91440" bIns="45720" rtlCol="0" anchor="t"/>
          <a:lstStyle/>
          <a:p>
            <a:pPr algn="l">
              <a:lnSpc>
                <a:spcPct val="100000"/>
              </a:lnSpc>
            </a:pPr>
            <a:r>
              <a:rPr kumimoji="1" lang="en-US" altLang="zh-CN" sz="1400">
                <a:ln w="12700">
                  <a:noFill/>
                </a:ln>
                <a:solidFill>
                  <a:srgbClr val="262626">
                    <a:alpha val="100000"/>
                  </a:srgbClr>
                </a:solidFill>
                <a:latin typeface="OPPOSans H"/>
                <a:ea typeface="OPPOSans H"/>
                <a:cs typeface="OPPOSans H"/>
              </a:rPr>
              <a:t>Verilog 表达式和运算符</a:t>
            </a:r>
            <a:endParaRPr kumimoji="1" lang="zh-CN" altLang="en-US"/>
          </a:p>
        </p:txBody>
      </p:sp>
      <p:sp>
        <p:nvSpPr>
          <p:cNvPr id="37" name="标题 1"/>
          <p:cNvSpPr txBox="1"/>
          <p:nvPr/>
        </p:nvSpPr>
        <p:spPr>
          <a:xfrm>
            <a:off x="1169733" y="4814785"/>
            <a:ext cx="538915" cy="396703"/>
          </a:xfrm>
          <a:prstGeom prst="rect">
            <a:avLst/>
          </a:prstGeom>
          <a:noFill/>
          <a:ln cap="sq">
            <a:noFill/>
          </a:ln>
        </p:spPr>
        <p:txBody>
          <a:bodyPr vert="horz" wrap="square" lIns="91440" tIns="45720" rIns="91440" bIns="45720" rtlCol="0" anchor="ctr"/>
          <a:lstStyle/>
          <a:p>
            <a:pPr algn="ctr">
              <a:lnSpc>
                <a:spcPct val="100000"/>
              </a:lnSpc>
            </a:pPr>
            <a:r>
              <a:rPr kumimoji="1" lang="en-US" altLang="zh-CN" sz="2000">
                <a:ln w="6350">
                  <a:noFill/>
                </a:ln>
                <a:solidFill>
                  <a:srgbClr val="1367FF">
                    <a:alpha val="100000"/>
                  </a:srgbClr>
                </a:solidFill>
                <a:latin typeface="OPPOSans R"/>
                <a:ea typeface="OPPOSans R"/>
                <a:cs typeface="OPPOSans R"/>
              </a:rPr>
              <a:t>06</a:t>
            </a:r>
            <a:endParaRPr kumimoji="1" lang="zh-CN" altLang="en-US"/>
          </a:p>
        </p:txBody>
      </p:sp>
      <p:sp>
        <p:nvSpPr>
          <p:cNvPr id="38" name="标题 1"/>
          <p:cNvSpPr txBox="1"/>
          <p:nvPr/>
        </p:nvSpPr>
        <p:spPr>
          <a:xfrm>
            <a:off x="3062133" y="4461600"/>
            <a:ext cx="1914125" cy="1875726"/>
          </a:xfrm>
          <a:prstGeom prst="roundRect">
            <a:avLst>
              <a:gd name="adj" fmla="val 5658"/>
            </a:avLst>
          </a:prstGeom>
          <a:solidFill>
            <a:schemeClr val="bg1"/>
          </a:solidFill>
          <a:ln w="12700" cap="flat">
            <a:noFill/>
            <a:miter/>
          </a:ln>
          <a:effectLst/>
        </p:spPr>
        <p:txBody>
          <a:bodyPr vert="horz" wrap="square" lIns="91440" tIns="45720" rIns="91440" bIns="45720" rtlCol="0" anchor="ctr"/>
          <a:lstStyle/>
          <a:p>
            <a:pPr algn="ctr">
              <a:lnSpc>
                <a:spcPct val="100000"/>
              </a:lnSpc>
            </a:pPr>
            <a:endParaRPr kumimoji="1" lang="zh-CN" altLang="en-US"/>
          </a:p>
        </p:txBody>
      </p:sp>
      <p:sp>
        <p:nvSpPr>
          <p:cNvPr id="39" name="标题 1"/>
          <p:cNvSpPr txBox="1"/>
          <p:nvPr/>
        </p:nvSpPr>
        <p:spPr>
          <a:xfrm>
            <a:off x="3062133" y="4461600"/>
            <a:ext cx="1914125" cy="1875726"/>
          </a:xfrm>
          <a:prstGeom prst="roundRect">
            <a:avLst>
              <a:gd name="adj" fmla="val 5658"/>
            </a:avLst>
          </a:prstGeom>
          <a:solidFill>
            <a:schemeClr val="accent1">
              <a:lumMod val="20000"/>
              <a:lumOff val="80000"/>
              <a:alpha val="45000"/>
            </a:schemeClr>
          </a:solidFill>
          <a:ln w="12700" cap="flat">
            <a:solidFill>
              <a:schemeClr val="accent1">
                <a:lumMod val="40000"/>
                <a:lumOff val="60000"/>
              </a:schemeClr>
            </a:solidFill>
            <a:miter/>
          </a:ln>
          <a:effectLst/>
        </p:spPr>
        <p:txBody>
          <a:bodyPr vert="horz" wrap="square" lIns="91440" tIns="45720" rIns="91440" bIns="45720" rtlCol="0" anchor="ctr"/>
          <a:lstStyle/>
          <a:p>
            <a:pPr algn="ctr">
              <a:lnSpc>
                <a:spcPct val="100000"/>
              </a:lnSpc>
            </a:pPr>
            <a:endParaRPr kumimoji="1" lang="zh-CN" altLang="en-US"/>
          </a:p>
        </p:txBody>
      </p:sp>
      <p:sp>
        <p:nvSpPr>
          <p:cNvPr id="40" name="标题 1"/>
          <p:cNvSpPr txBox="1"/>
          <p:nvPr/>
        </p:nvSpPr>
        <p:spPr>
          <a:xfrm>
            <a:off x="3294741" y="4719222"/>
            <a:ext cx="587829" cy="587829"/>
          </a:xfrm>
          <a:prstGeom prst="roundRect">
            <a:avLst/>
          </a:prstGeom>
          <a:solidFill>
            <a:schemeClr val="bg1"/>
          </a:solidFill>
          <a:ln w="12700" cap="flat">
            <a:noFill/>
            <a:miter/>
          </a:ln>
          <a:effectLst>
            <a:outerShdw blurRad="381000" dist="317500" dir="2700000" algn="tl" rotWithShape="0">
              <a:schemeClr val="tx1">
                <a:alpha val="5000"/>
              </a:schemeClr>
            </a:outerShdw>
          </a:effectLst>
        </p:spPr>
        <p:txBody>
          <a:bodyPr vert="horz" wrap="square" lIns="91440" tIns="45720" rIns="91440" bIns="45720" rtlCol="0" anchor="ctr"/>
          <a:lstStyle/>
          <a:p>
            <a:pPr algn="ctr">
              <a:lnSpc>
                <a:spcPct val="100000"/>
              </a:lnSpc>
            </a:pPr>
            <a:endParaRPr kumimoji="1" lang="zh-CN" altLang="en-US"/>
          </a:p>
        </p:txBody>
      </p:sp>
      <p:sp>
        <p:nvSpPr>
          <p:cNvPr id="41" name="标题 1"/>
          <p:cNvSpPr txBox="1"/>
          <p:nvPr/>
        </p:nvSpPr>
        <p:spPr>
          <a:xfrm>
            <a:off x="3233112" y="5489815"/>
            <a:ext cx="1684175" cy="794170"/>
          </a:xfrm>
          <a:prstGeom prst="rect">
            <a:avLst/>
          </a:prstGeom>
          <a:noFill/>
          <a:ln>
            <a:noFill/>
          </a:ln>
        </p:spPr>
        <p:txBody>
          <a:bodyPr vert="horz" wrap="square" lIns="91440" tIns="45720" rIns="91440" bIns="45720" rtlCol="0" anchor="t"/>
          <a:lstStyle/>
          <a:p>
            <a:pPr algn="l">
              <a:lnSpc>
                <a:spcPct val="100000"/>
              </a:lnSpc>
            </a:pPr>
            <a:r>
              <a:rPr kumimoji="1" lang="en-US" altLang="zh-CN" sz="1400">
                <a:ln w="12700">
                  <a:noFill/>
                </a:ln>
                <a:solidFill>
                  <a:srgbClr val="262626">
                    <a:alpha val="100000"/>
                  </a:srgbClr>
                </a:solidFill>
                <a:latin typeface="OPPOSans H"/>
                <a:ea typeface="OPPOSans H"/>
                <a:cs typeface="OPPOSans H"/>
              </a:rPr>
              <a:t>Verilog 时间和延迟</a:t>
            </a:r>
            <a:endParaRPr kumimoji="1" lang="zh-CN" altLang="en-US"/>
          </a:p>
        </p:txBody>
      </p:sp>
      <p:sp>
        <p:nvSpPr>
          <p:cNvPr id="42" name="标题 1"/>
          <p:cNvSpPr txBox="1"/>
          <p:nvPr/>
        </p:nvSpPr>
        <p:spPr>
          <a:xfrm>
            <a:off x="3321769" y="4814785"/>
            <a:ext cx="533773" cy="396703"/>
          </a:xfrm>
          <a:prstGeom prst="rect">
            <a:avLst/>
          </a:prstGeom>
          <a:noFill/>
          <a:ln cap="sq">
            <a:noFill/>
          </a:ln>
        </p:spPr>
        <p:txBody>
          <a:bodyPr vert="horz" wrap="square" lIns="91440" tIns="45720" rIns="91440" bIns="45720" rtlCol="0" anchor="ctr"/>
          <a:lstStyle/>
          <a:p>
            <a:pPr algn="ctr">
              <a:lnSpc>
                <a:spcPct val="100000"/>
              </a:lnSpc>
            </a:pPr>
            <a:r>
              <a:rPr kumimoji="1" lang="en-US" altLang="zh-CN" sz="2000">
                <a:ln w="6350">
                  <a:noFill/>
                </a:ln>
                <a:solidFill>
                  <a:srgbClr val="1367FF">
                    <a:alpha val="100000"/>
                  </a:srgbClr>
                </a:solidFill>
                <a:latin typeface="OPPOSans R"/>
                <a:ea typeface="OPPOSans R"/>
                <a:cs typeface="OPPOSans R"/>
              </a:rPr>
              <a:t>07</a:t>
            </a:r>
            <a:endParaRPr kumimoji="1" lang="zh-CN" altLang="en-US"/>
          </a:p>
        </p:txBody>
      </p:sp>
      <p:sp>
        <p:nvSpPr>
          <p:cNvPr id="43" name="标题 1"/>
          <p:cNvSpPr txBox="1"/>
          <p:nvPr/>
        </p:nvSpPr>
        <p:spPr>
          <a:xfrm>
            <a:off x="5213669" y="4461600"/>
            <a:ext cx="1914125" cy="1875726"/>
          </a:xfrm>
          <a:prstGeom prst="roundRect">
            <a:avLst>
              <a:gd name="adj" fmla="val 5658"/>
            </a:avLst>
          </a:prstGeom>
          <a:solidFill>
            <a:schemeClr val="bg1"/>
          </a:solidFill>
          <a:ln w="12700" cap="flat">
            <a:noFill/>
            <a:miter/>
          </a:ln>
          <a:effectLst/>
        </p:spPr>
        <p:txBody>
          <a:bodyPr vert="horz" wrap="square" lIns="91440" tIns="45720" rIns="91440" bIns="45720" rtlCol="0" anchor="ctr"/>
          <a:lstStyle/>
          <a:p>
            <a:pPr algn="ctr">
              <a:lnSpc>
                <a:spcPct val="100000"/>
              </a:lnSpc>
            </a:pPr>
            <a:endParaRPr kumimoji="1" lang="zh-CN" altLang="en-US"/>
          </a:p>
        </p:txBody>
      </p:sp>
      <p:sp>
        <p:nvSpPr>
          <p:cNvPr id="44" name="标题 1"/>
          <p:cNvSpPr txBox="1"/>
          <p:nvPr/>
        </p:nvSpPr>
        <p:spPr>
          <a:xfrm>
            <a:off x="5213669" y="4461600"/>
            <a:ext cx="1914125" cy="1875726"/>
          </a:xfrm>
          <a:prstGeom prst="roundRect">
            <a:avLst>
              <a:gd name="adj" fmla="val 5658"/>
            </a:avLst>
          </a:prstGeom>
          <a:solidFill>
            <a:schemeClr val="accent1">
              <a:lumMod val="20000"/>
              <a:lumOff val="80000"/>
              <a:alpha val="45000"/>
            </a:schemeClr>
          </a:solidFill>
          <a:ln w="12700" cap="flat">
            <a:solidFill>
              <a:schemeClr val="accent1">
                <a:lumMod val="40000"/>
                <a:lumOff val="60000"/>
              </a:schemeClr>
            </a:solidFill>
            <a:miter/>
          </a:ln>
          <a:effectLst/>
        </p:spPr>
        <p:txBody>
          <a:bodyPr vert="horz" wrap="square" lIns="91440" tIns="45720" rIns="91440" bIns="45720" rtlCol="0" anchor="ctr"/>
          <a:lstStyle/>
          <a:p>
            <a:pPr algn="ctr">
              <a:lnSpc>
                <a:spcPct val="100000"/>
              </a:lnSpc>
            </a:pPr>
            <a:endParaRPr kumimoji="1" lang="zh-CN" altLang="en-US"/>
          </a:p>
        </p:txBody>
      </p:sp>
      <p:sp>
        <p:nvSpPr>
          <p:cNvPr id="45" name="标题 1"/>
          <p:cNvSpPr txBox="1"/>
          <p:nvPr/>
        </p:nvSpPr>
        <p:spPr>
          <a:xfrm>
            <a:off x="5448348" y="4719222"/>
            <a:ext cx="587829" cy="587829"/>
          </a:xfrm>
          <a:prstGeom prst="roundRect">
            <a:avLst/>
          </a:prstGeom>
          <a:solidFill>
            <a:schemeClr val="bg1"/>
          </a:solidFill>
          <a:ln w="12700" cap="flat">
            <a:noFill/>
            <a:miter/>
          </a:ln>
          <a:effectLst>
            <a:outerShdw blurRad="381000" dist="317500" dir="2700000" algn="tl" rotWithShape="0">
              <a:schemeClr val="tx1">
                <a:alpha val="5000"/>
              </a:schemeClr>
            </a:outerShdw>
          </a:effectLst>
        </p:spPr>
        <p:txBody>
          <a:bodyPr vert="horz" wrap="square" lIns="91440" tIns="45720" rIns="91440" bIns="45720" rtlCol="0" anchor="ctr"/>
          <a:lstStyle/>
          <a:p>
            <a:pPr algn="ctr">
              <a:lnSpc>
                <a:spcPct val="100000"/>
              </a:lnSpc>
            </a:pPr>
            <a:endParaRPr kumimoji="1" lang="zh-CN" altLang="en-US"/>
          </a:p>
        </p:txBody>
      </p:sp>
      <p:sp>
        <p:nvSpPr>
          <p:cNvPr id="46" name="标题 1"/>
          <p:cNvSpPr txBox="1"/>
          <p:nvPr/>
        </p:nvSpPr>
        <p:spPr>
          <a:xfrm>
            <a:off x="5384648" y="5489815"/>
            <a:ext cx="1684175" cy="794170"/>
          </a:xfrm>
          <a:prstGeom prst="rect">
            <a:avLst/>
          </a:prstGeom>
          <a:noFill/>
          <a:ln>
            <a:noFill/>
          </a:ln>
        </p:spPr>
        <p:txBody>
          <a:bodyPr vert="horz" wrap="square" lIns="91440" tIns="45720" rIns="91440" bIns="45720" rtlCol="0" anchor="t"/>
          <a:lstStyle/>
          <a:p>
            <a:pPr algn="l">
              <a:lnSpc>
                <a:spcPct val="100000"/>
              </a:lnSpc>
            </a:pPr>
            <a:r>
              <a:rPr kumimoji="1" lang="en-US" altLang="zh-CN" sz="1400">
                <a:ln w="12700">
                  <a:noFill/>
                </a:ln>
                <a:solidFill>
                  <a:srgbClr val="262626">
                    <a:alpha val="100000"/>
                  </a:srgbClr>
                </a:solidFill>
                <a:latin typeface="OPPOSans H"/>
                <a:ea typeface="OPPOSans H"/>
                <a:cs typeface="OPPOSans H"/>
              </a:rPr>
              <a:t>Verilog 编译指令</a:t>
            </a:r>
            <a:endParaRPr kumimoji="1" lang="zh-CN" altLang="en-US"/>
          </a:p>
        </p:txBody>
      </p:sp>
      <p:sp>
        <p:nvSpPr>
          <p:cNvPr id="47" name="标题 1"/>
          <p:cNvSpPr txBox="1"/>
          <p:nvPr/>
        </p:nvSpPr>
        <p:spPr>
          <a:xfrm>
            <a:off x="5475376" y="4814785"/>
            <a:ext cx="533773" cy="396703"/>
          </a:xfrm>
          <a:prstGeom prst="rect">
            <a:avLst/>
          </a:prstGeom>
          <a:noFill/>
          <a:ln cap="sq">
            <a:noFill/>
          </a:ln>
        </p:spPr>
        <p:txBody>
          <a:bodyPr vert="horz" wrap="square" lIns="91440" tIns="45720" rIns="91440" bIns="45720" rtlCol="0" anchor="ctr"/>
          <a:lstStyle/>
          <a:p>
            <a:pPr algn="ctr">
              <a:lnSpc>
                <a:spcPct val="100000"/>
              </a:lnSpc>
            </a:pPr>
            <a:r>
              <a:rPr kumimoji="1" lang="en-US" altLang="zh-CN" sz="2000">
                <a:ln w="6350">
                  <a:noFill/>
                </a:ln>
                <a:solidFill>
                  <a:srgbClr val="1367FF">
                    <a:alpha val="100000"/>
                  </a:srgbClr>
                </a:solidFill>
                <a:latin typeface="OPPOSans R"/>
                <a:ea typeface="OPPOSans R"/>
                <a:cs typeface="OPPOSans R"/>
              </a:rPr>
              <a:t>08</a:t>
            </a:r>
            <a:endParaRPr kumimoji="1" lang="zh-CN" altLang="en-US"/>
          </a:p>
        </p:txBody>
      </p:sp>
      <p:sp>
        <p:nvSpPr>
          <p:cNvPr id="48" name="标题 1"/>
          <p:cNvSpPr txBox="1"/>
          <p:nvPr/>
        </p:nvSpPr>
        <p:spPr>
          <a:xfrm>
            <a:off x="7365205" y="4461600"/>
            <a:ext cx="1914125" cy="1875726"/>
          </a:xfrm>
          <a:prstGeom prst="roundRect">
            <a:avLst>
              <a:gd name="adj" fmla="val 5658"/>
            </a:avLst>
          </a:prstGeom>
          <a:solidFill>
            <a:schemeClr val="bg1"/>
          </a:solidFill>
          <a:ln w="12700" cap="flat">
            <a:noFill/>
            <a:miter/>
          </a:ln>
          <a:effectLst/>
        </p:spPr>
        <p:txBody>
          <a:bodyPr vert="horz" wrap="square" lIns="91440" tIns="45720" rIns="91440" bIns="45720" rtlCol="0" anchor="ctr"/>
          <a:lstStyle/>
          <a:p>
            <a:pPr algn="ctr">
              <a:lnSpc>
                <a:spcPct val="100000"/>
              </a:lnSpc>
            </a:pPr>
            <a:endParaRPr kumimoji="1" lang="zh-CN" altLang="en-US"/>
          </a:p>
        </p:txBody>
      </p:sp>
      <p:sp>
        <p:nvSpPr>
          <p:cNvPr id="49" name="标题 1"/>
          <p:cNvSpPr txBox="1"/>
          <p:nvPr/>
        </p:nvSpPr>
        <p:spPr>
          <a:xfrm>
            <a:off x="7365205" y="4461600"/>
            <a:ext cx="1914125" cy="1875726"/>
          </a:xfrm>
          <a:prstGeom prst="roundRect">
            <a:avLst>
              <a:gd name="adj" fmla="val 5658"/>
            </a:avLst>
          </a:prstGeom>
          <a:solidFill>
            <a:schemeClr val="accent1">
              <a:lumMod val="20000"/>
              <a:lumOff val="80000"/>
              <a:alpha val="45000"/>
            </a:schemeClr>
          </a:solidFill>
          <a:ln w="12700" cap="flat">
            <a:solidFill>
              <a:schemeClr val="accent1">
                <a:lumMod val="40000"/>
                <a:lumOff val="60000"/>
              </a:schemeClr>
            </a:solidFill>
            <a:miter/>
          </a:ln>
          <a:effectLst/>
        </p:spPr>
        <p:txBody>
          <a:bodyPr vert="horz" wrap="square" lIns="91440" tIns="45720" rIns="91440" bIns="45720" rtlCol="0" anchor="ctr"/>
          <a:lstStyle/>
          <a:p>
            <a:pPr algn="ctr">
              <a:lnSpc>
                <a:spcPct val="100000"/>
              </a:lnSpc>
            </a:pPr>
            <a:endParaRPr kumimoji="1" lang="zh-CN" altLang="en-US"/>
          </a:p>
        </p:txBody>
      </p:sp>
      <p:sp>
        <p:nvSpPr>
          <p:cNvPr id="50" name="标题 1"/>
          <p:cNvSpPr txBox="1"/>
          <p:nvPr/>
        </p:nvSpPr>
        <p:spPr>
          <a:xfrm>
            <a:off x="7599884" y="4719222"/>
            <a:ext cx="587829" cy="587829"/>
          </a:xfrm>
          <a:prstGeom prst="roundRect">
            <a:avLst/>
          </a:prstGeom>
          <a:solidFill>
            <a:schemeClr val="bg1"/>
          </a:solidFill>
          <a:ln w="12700" cap="flat">
            <a:noFill/>
            <a:miter/>
          </a:ln>
          <a:effectLst>
            <a:outerShdw blurRad="381000" dist="317500" dir="2700000" algn="tl" rotWithShape="0">
              <a:schemeClr val="tx1">
                <a:alpha val="5000"/>
              </a:schemeClr>
            </a:outerShdw>
          </a:effectLst>
        </p:spPr>
        <p:txBody>
          <a:bodyPr vert="horz" wrap="square" lIns="91440" tIns="45720" rIns="91440" bIns="45720" rtlCol="0" anchor="ctr"/>
          <a:lstStyle/>
          <a:p>
            <a:pPr algn="ctr">
              <a:lnSpc>
                <a:spcPct val="100000"/>
              </a:lnSpc>
            </a:pPr>
            <a:endParaRPr kumimoji="1" lang="zh-CN" altLang="en-US"/>
          </a:p>
        </p:txBody>
      </p:sp>
      <p:sp>
        <p:nvSpPr>
          <p:cNvPr id="51" name="标题 1"/>
          <p:cNvSpPr txBox="1"/>
          <p:nvPr/>
        </p:nvSpPr>
        <p:spPr>
          <a:xfrm>
            <a:off x="7536184" y="5489815"/>
            <a:ext cx="1684175" cy="794170"/>
          </a:xfrm>
          <a:prstGeom prst="rect">
            <a:avLst/>
          </a:prstGeom>
          <a:noFill/>
          <a:ln>
            <a:noFill/>
          </a:ln>
        </p:spPr>
        <p:txBody>
          <a:bodyPr vert="horz" wrap="square" lIns="91440" tIns="45720" rIns="91440" bIns="45720" rtlCol="0" anchor="t"/>
          <a:lstStyle/>
          <a:p>
            <a:pPr algn="l">
              <a:lnSpc>
                <a:spcPct val="100000"/>
              </a:lnSpc>
            </a:pPr>
            <a:r>
              <a:rPr kumimoji="1" lang="en-US" altLang="zh-CN" sz="1400">
                <a:ln w="12700">
                  <a:noFill/>
                </a:ln>
                <a:solidFill>
                  <a:srgbClr val="262626">
                    <a:alpha val="100000"/>
                  </a:srgbClr>
                </a:solidFill>
                <a:latin typeface="OPPOSans H"/>
                <a:ea typeface="OPPOSans H"/>
                <a:cs typeface="OPPOSans H"/>
              </a:rPr>
              <a:t>结合设计方法和语法</a:t>
            </a:r>
            <a:endParaRPr kumimoji="1" lang="zh-CN" altLang="en-US"/>
          </a:p>
        </p:txBody>
      </p:sp>
      <p:sp>
        <p:nvSpPr>
          <p:cNvPr id="52" name="标题 1"/>
          <p:cNvSpPr txBox="1"/>
          <p:nvPr/>
        </p:nvSpPr>
        <p:spPr>
          <a:xfrm>
            <a:off x="7626912" y="4814785"/>
            <a:ext cx="533773" cy="396703"/>
          </a:xfrm>
          <a:prstGeom prst="rect">
            <a:avLst/>
          </a:prstGeom>
          <a:noFill/>
          <a:ln cap="sq">
            <a:noFill/>
          </a:ln>
        </p:spPr>
        <p:txBody>
          <a:bodyPr vert="horz" wrap="square" lIns="91440" tIns="45720" rIns="91440" bIns="45720" rtlCol="0" anchor="ctr"/>
          <a:lstStyle/>
          <a:p>
            <a:pPr algn="ctr">
              <a:lnSpc>
                <a:spcPct val="100000"/>
              </a:lnSpc>
            </a:pPr>
            <a:r>
              <a:rPr kumimoji="1" lang="en-US" altLang="zh-CN" sz="2000">
                <a:ln w="6350">
                  <a:noFill/>
                </a:ln>
                <a:solidFill>
                  <a:srgbClr val="1367FF">
                    <a:alpha val="100000"/>
                  </a:srgbClr>
                </a:solidFill>
                <a:latin typeface="OPPOSans R"/>
                <a:ea typeface="OPPOSans R"/>
                <a:cs typeface="OPPOSans R"/>
              </a:rPr>
              <a:t>09</a:t>
            </a:r>
            <a:endParaRPr kumimoji="1"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57385"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12971575">
            <a:off x="6066310" y="973629"/>
            <a:ext cx="1859493" cy="1859493"/>
          </a:xfrm>
          <a:prstGeom prst="ellipse">
            <a:avLst/>
          </a:prstGeom>
          <a:gradFill>
            <a:gsLst>
              <a:gs pos="0">
                <a:schemeClr val="accent2">
                  <a:lumMod val="20000"/>
                  <a:lumOff val="80000"/>
                  <a:alpha val="0"/>
                </a:schemeClr>
              </a:gs>
              <a:gs pos="100000">
                <a:schemeClr val="accent2">
                  <a:alpha val="4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rot="20292424">
            <a:off x="-861535" y="-1870201"/>
            <a:ext cx="5517653" cy="5517653"/>
          </a:xfrm>
          <a:prstGeom prst="ellipse">
            <a:avLst/>
          </a:prstGeom>
          <a:gradFill>
            <a:gsLst>
              <a:gs pos="0">
                <a:schemeClr val="accent2">
                  <a:lumMod val="20000"/>
                  <a:lumOff val="80000"/>
                  <a:alpha val="10000"/>
                </a:schemeClr>
              </a:gs>
              <a:gs pos="100000">
                <a:schemeClr val="accent2">
                  <a:lumMod val="60000"/>
                  <a:lumOff val="40000"/>
                  <a:alpha val="32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266700" y="0"/>
            <a:ext cx="12192000" cy="6858000"/>
          </a:xfrm>
          <a:custGeom>
            <a:avLst/>
            <a:gdLst>
              <a:gd name="connsiteX0" fmla="*/ 113129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702116 h 6858000"/>
              <a:gd name="connsiteX5" fmla="*/ 35522 w 12192000"/>
              <a:gd name="connsiteY5" fmla="*/ 6686253 h 6858000"/>
              <a:gd name="connsiteX6" fmla="*/ 2463801 w 12192000"/>
              <a:gd name="connsiteY6" fmla="*/ 5867400 h 6858000"/>
              <a:gd name="connsiteX7" fmla="*/ 5219701 w 12192000"/>
              <a:gd name="connsiteY7" fmla="*/ 5918200 h 6858000"/>
              <a:gd name="connsiteX8" fmla="*/ 7010401 w 12192000"/>
              <a:gd name="connsiteY8" fmla="*/ 5283200 h 6858000"/>
              <a:gd name="connsiteX9" fmla="*/ 8267701 w 12192000"/>
              <a:gd name="connsiteY9" fmla="*/ 4368800 h 6858000"/>
              <a:gd name="connsiteX10" fmla="*/ 9753303 w 12192000"/>
              <a:gd name="connsiteY10" fmla="*/ 4102100 h 6858000"/>
              <a:gd name="connsiteX11" fmla="*/ 9775436 w 12192000"/>
              <a:gd name="connsiteY11" fmla="*/ 4096261 h 6858000"/>
              <a:gd name="connsiteX12" fmla="*/ 9872640 w 12192000"/>
              <a:gd name="connsiteY12" fmla="*/ 4085901 h 6858000"/>
              <a:gd name="connsiteX13" fmla="*/ 10871964 w 12192000"/>
              <a:gd name="connsiteY13" fmla="*/ 3011090 h 6858000"/>
              <a:gd name="connsiteX14" fmla="*/ 10879893 w 12192000"/>
              <a:gd name="connsiteY14" fmla="*/ 2929399 h 6858000"/>
              <a:gd name="connsiteX15" fmla="*/ 10896601 w 12192000"/>
              <a:gd name="connsiteY15" fmla="*/ 2844800 h 6858000"/>
              <a:gd name="connsiteX16" fmla="*/ 10899119 w 12192000"/>
              <a:gd name="connsiteY16" fmla="*/ 2673412 h 6858000"/>
              <a:gd name="connsiteX17" fmla="*/ 10885081 w 12192000"/>
              <a:gd name="connsiteY17" fmla="*/ 2593548 h 6858000"/>
              <a:gd name="connsiteX18" fmla="*/ 10877638 w 12192000"/>
              <a:gd name="connsiteY18" fmla="*/ 2498494 h 6858000"/>
              <a:gd name="connsiteX19" fmla="*/ 10816392 w 12192000"/>
              <a:gd name="connsiteY19" fmla="*/ 2262974 h 6858000"/>
              <a:gd name="connsiteX20" fmla="*/ 10744803 w 12192000"/>
              <a:gd name="connsiteY20" fmla="*/ 2108945 h 6858000"/>
              <a:gd name="connsiteX21" fmla="*/ 10738645 w 12192000"/>
              <a:gd name="connsiteY21" fmla="*/ 2091531 h 6858000"/>
              <a:gd name="connsiteX22" fmla="*/ 10541001 w 12192000"/>
              <a:gd name="connsiteY22" fmla="*/ 1371600 h 6858000"/>
              <a:gd name="connsiteX23" fmla="*/ 10544822 w 12192000"/>
              <a:gd name="connsiteY23" fmla="*/ 1332977 h 6858000"/>
              <a:gd name="connsiteX24" fmla="*/ 10541001 w 12192000"/>
              <a:gd name="connsiteY24" fmla="*/ 1257301 h 6858000"/>
              <a:gd name="connsiteX25" fmla="*/ 11308933 w 12192000"/>
              <a:gd name="connsiteY25" fmla="*/ 1821 h 6858000"/>
            </a:gdLst>
            <a:ahLst/>
            <a:cxnLst/>
            <a:rect l="l" t="t" r="r" b="b"/>
            <a:pathLst>
              <a:path w="12192000" h="6858000">
                <a:moveTo>
                  <a:pt x="11312928" y="0"/>
                </a:moveTo>
                <a:lnTo>
                  <a:pt x="12192000" y="0"/>
                </a:lnTo>
                <a:lnTo>
                  <a:pt x="12192000" y="6858000"/>
                </a:lnTo>
                <a:lnTo>
                  <a:pt x="0" y="6858000"/>
                </a:lnTo>
                <a:lnTo>
                  <a:pt x="0" y="6702116"/>
                </a:lnTo>
                <a:lnTo>
                  <a:pt x="35522" y="6686253"/>
                </a:lnTo>
                <a:cubicBezTo>
                  <a:pt x="678260" y="6404372"/>
                  <a:pt x="1757363" y="5991225"/>
                  <a:pt x="2463801" y="5867400"/>
                </a:cubicBezTo>
                <a:cubicBezTo>
                  <a:pt x="3405718" y="5702300"/>
                  <a:pt x="4461935" y="6015567"/>
                  <a:pt x="5219701" y="5918200"/>
                </a:cubicBezTo>
                <a:cubicBezTo>
                  <a:pt x="5977468" y="5820833"/>
                  <a:pt x="6502402" y="5541433"/>
                  <a:pt x="7010401" y="5283200"/>
                </a:cubicBezTo>
                <a:cubicBezTo>
                  <a:pt x="7518401" y="5024967"/>
                  <a:pt x="7742768" y="4588933"/>
                  <a:pt x="8267701" y="4368800"/>
                </a:cubicBezTo>
                <a:cubicBezTo>
                  <a:pt x="8661401" y="4203700"/>
                  <a:pt x="9282510" y="4200525"/>
                  <a:pt x="9753303" y="4102100"/>
                </a:cubicBezTo>
                <a:lnTo>
                  <a:pt x="9775436" y="4096261"/>
                </a:lnTo>
                <a:lnTo>
                  <a:pt x="9872640" y="4085901"/>
                </a:lnTo>
                <a:cubicBezTo>
                  <a:pt x="10350579" y="4007524"/>
                  <a:pt x="10765727" y="3583520"/>
                  <a:pt x="10871964" y="3011090"/>
                </a:cubicBezTo>
                <a:lnTo>
                  <a:pt x="10879893" y="2929399"/>
                </a:lnTo>
                <a:lnTo>
                  <a:pt x="10896601" y="2844800"/>
                </a:lnTo>
                <a:cubicBezTo>
                  <a:pt x="10904538" y="2790825"/>
                  <a:pt x="10904770" y="2733378"/>
                  <a:pt x="10899119" y="2673412"/>
                </a:cubicBezTo>
                <a:lnTo>
                  <a:pt x="10885081" y="2593548"/>
                </a:lnTo>
                <a:lnTo>
                  <a:pt x="10877638" y="2498494"/>
                </a:lnTo>
                <a:cubicBezTo>
                  <a:pt x="10863957" y="2417017"/>
                  <a:pt x="10843349" y="2338180"/>
                  <a:pt x="10816392" y="2262974"/>
                </a:cubicBezTo>
                <a:lnTo>
                  <a:pt x="10744803" y="2108945"/>
                </a:lnTo>
                <a:lnTo>
                  <a:pt x="10738645" y="2091531"/>
                </a:lnTo>
                <a:cubicBezTo>
                  <a:pt x="10640485" y="1825625"/>
                  <a:pt x="10535710" y="1565275"/>
                  <a:pt x="10541001" y="1371600"/>
                </a:cubicBezTo>
                <a:lnTo>
                  <a:pt x="10544822" y="1332977"/>
                </a:lnTo>
                <a:lnTo>
                  <a:pt x="10541001" y="1257301"/>
                </a:lnTo>
                <a:cubicBezTo>
                  <a:pt x="10541001" y="709879"/>
                  <a:pt x="10853029" y="235335"/>
                  <a:pt x="11308933" y="1821"/>
                </a:cubicBezTo>
                <a:close/>
              </a:path>
            </a:pathLst>
          </a:custGeom>
          <a:gradFill>
            <a:gsLst>
              <a:gs pos="0">
                <a:schemeClr val="accent2">
                  <a:alpha val="99000"/>
                </a:schemeClr>
              </a:gs>
              <a:gs pos="100000">
                <a:schemeClr val="accent2">
                  <a:lumMod val="40000"/>
                  <a:lumOff val="6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0" y="0"/>
            <a:ext cx="12192000" cy="6858000"/>
          </a:xfrm>
          <a:custGeom>
            <a:avLst/>
            <a:gdLst>
              <a:gd name="connsiteX0" fmla="*/ 113129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702116 h 6858000"/>
              <a:gd name="connsiteX5" fmla="*/ 35522 w 12192000"/>
              <a:gd name="connsiteY5" fmla="*/ 6686253 h 6858000"/>
              <a:gd name="connsiteX6" fmla="*/ 2463801 w 12192000"/>
              <a:gd name="connsiteY6" fmla="*/ 5867400 h 6858000"/>
              <a:gd name="connsiteX7" fmla="*/ 5219701 w 12192000"/>
              <a:gd name="connsiteY7" fmla="*/ 5918200 h 6858000"/>
              <a:gd name="connsiteX8" fmla="*/ 7010401 w 12192000"/>
              <a:gd name="connsiteY8" fmla="*/ 5283200 h 6858000"/>
              <a:gd name="connsiteX9" fmla="*/ 8267701 w 12192000"/>
              <a:gd name="connsiteY9" fmla="*/ 4368800 h 6858000"/>
              <a:gd name="connsiteX10" fmla="*/ 9753303 w 12192000"/>
              <a:gd name="connsiteY10" fmla="*/ 4102100 h 6858000"/>
              <a:gd name="connsiteX11" fmla="*/ 9775436 w 12192000"/>
              <a:gd name="connsiteY11" fmla="*/ 4096261 h 6858000"/>
              <a:gd name="connsiteX12" fmla="*/ 9872640 w 12192000"/>
              <a:gd name="connsiteY12" fmla="*/ 4085901 h 6858000"/>
              <a:gd name="connsiteX13" fmla="*/ 10871964 w 12192000"/>
              <a:gd name="connsiteY13" fmla="*/ 3011090 h 6858000"/>
              <a:gd name="connsiteX14" fmla="*/ 10879893 w 12192000"/>
              <a:gd name="connsiteY14" fmla="*/ 2929399 h 6858000"/>
              <a:gd name="connsiteX15" fmla="*/ 10896601 w 12192000"/>
              <a:gd name="connsiteY15" fmla="*/ 2844800 h 6858000"/>
              <a:gd name="connsiteX16" fmla="*/ 10899119 w 12192000"/>
              <a:gd name="connsiteY16" fmla="*/ 2673412 h 6858000"/>
              <a:gd name="connsiteX17" fmla="*/ 10885081 w 12192000"/>
              <a:gd name="connsiteY17" fmla="*/ 2593548 h 6858000"/>
              <a:gd name="connsiteX18" fmla="*/ 10877638 w 12192000"/>
              <a:gd name="connsiteY18" fmla="*/ 2498494 h 6858000"/>
              <a:gd name="connsiteX19" fmla="*/ 10816392 w 12192000"/>
              <a:gd name="connsiteY19" fmla="*/ 2262974 h 6858000"/>
              <a:gd name="connsiteX20" fmla="*/ 10744803 w 12192000"/>
              <a:gd name="connsiteY20" fmla="*/ 2108945 h 6858000"/>
              <a:gd name="connsiteX21" fmla="*/ 10738645 w 12192000"/>
              <a:gd name="connsiteY21" fmla="*/ 2091531 h 6858000"/>
              <a:gd name="connsiteX22" fmla="*/ 10541001 w 12192000"/>
              <a:gd name="connsiteY22" fmla="*/ 1371600 h 6858000"/>
              <a:gd name="connsiteX23" fmla="*/ 10544822 w 12192000"/>
              <a:gd name="connsiteY23" fmla="*/ 1332977 h 6858000"/>
              <a:gd name="connsiteX24" fmla="*/ 10541001 w 12192000"/>
              <a:gd name="connsiteY24" fmla="*/ 1257301 h 6858000"/>
              <a:gd name="connsiteX25" fmla="*/ 11308933 w 12192000"/>
              <a:gd name="connsiteY25" fmla="*/ 1821 h 6858000"/>
            </a:gdLst>
            <a:ahLst/>
            <a:cxnLst/>
            <a:rect l="l" t="t" r="r" b="b"/>
            <a:pathLst>
              <a:path w="12192000" h="6858000">
                <a:moveTo>
                  <a:pt x="11312928" y="0"/>
                </a:moveTo>
                <a:lnTo>
                  <a:pt x="12192000" y="0"/>
                </a:lnTo>
                <a:lnTo>
                  <a:pt x="12192000" y="6858000"/>
                </a:lnTo>
                <a:lnTo>
                  <a:pt x="0" y="6858000"/>
                </a:lnTo>
                <a:lnTo>
                  <a:pt x="0" y="6702116"/>
                </a:lnTo>
                <a:lnTo>
                  <a:pt x="35522" y="6686253"/>
                </a:lnTo>
                <a:cubicBezTo>
                  <a:pt x="678260" y="6404372"/>
                  <a:pt x="1757363" y="5991225"/>
                  <a:pt x="2463801" y="5867400"/>
                </a:cubicBezTo>
                <a:cubicBezTo>
                  <a:pt x="3405718" y="5702300"/>
                  <a:pt x="4461935" y="6015567"/>
                  <a:pt x="5219701" y="5918200"/>
                </a:cubicBezTo>
                <a:cubicBezTo>
                  <a:pt x="5977468" y="5820833"/>
                  <a:pt x="6502402" y="5541433"/>
                  <a:pt x="7010401" y="5283200"/>
                </a:cubicBezTo>
                <a:cubicBezTo>
                  <a:pt x="7518401" y="5024967"/>
                  <a:pt x="7742768" y="4588933"/>
                  <a:pt x="8267701" y="4368800"/>
                </a:cubicBezTo>
                <a:cubicBezTo>
                  <a:pt x="8661401" y="4203700"/>
                  <a:pt x="9282510" y="4200525"/>
                  <a:pt x="9753303" y="4102100"/>
                </a:cubicBezTo>
                <a:lnTo>
                  <a:pt x="9775436" y="4096261"/>
                </a:lnTo>
                <a:lnTo>
                  <a:pt x="9872640" y="4085901"/>
                </a:lnTo>
                <a:cubicBezTo>
                  <a:pt x="10350579" y="4007524"/>
                  <a:pt x="10765727" y="3583520"/>
                  <a:pt x="10871964" y="3011090"/>
                </a:cubicBezTo>
                <a:lnTo>
                  <a:pt x="10879893" y="2929399"/>
                </a:lnTo>
                <a:lnTo>
                  <a:pt x="10896601" y="2844800"/>
                </a:lnTo>
                <a:cubicBezTo>
                  <a:pt x="10904538" y="2790825"/>
                  <a:pt x="10904770" y="2733378"/>
                  <a:pt x="10899119" y="2673412"/>
                </a:cubicBezTo>
                <a:lnTo>
                  <a:pt x="10885081" y="2593548"/>
                </a:lnTo>
                <a:lnTo>
                  <a:pt x="10877638" y="2498494"/>
                </a:lnTo>
                <a:cubicBezTo>
                  <a:pt x="10863957" y="2417017"/>
                  <a:pt x="10843349" y="2338180"/>
                  <a:pt x="10816392" y="2262974"/>
                </a:cubicBezTo>
                <a:lnTo>
                  <a:pt x="10744803" y="2108945"/>
                </a:lnTo>
                <a:lnTo>
                  <a:pt x="10738645" y="2091531"/>
                </a:lnTo>
                <a:cubicBezTo>
                  <a:pt x="10640485" y="1825625"/>
                  <a:pt x="10535710" y="1565275"/>
                  <a:pt x="10541001" y="1371600"/>
                </a:cubicBezTo>
                <a:lnTo>
                  <a:pt x="10544822" y="1332977"/>
                </a:lnTo>
                <a:lnTo>
                  <a:pt x="10541001" y="1257301"/>
                </a:lnTo>
                <a:cubicBezTo>
                  <a:pt x="10541001" y="709879"/>
                  <a:pt x="10853029" y="235335"/>
                  <a:pt x="11308933" y="1821"/>
                </a:cubicBezTo>
                <a:close/>
              </a:path>
            </a:pathLst>
          </a:custGeom>
          <a:gradFill>
            <a:gsLst>
              <a:gs pos="27000">
                <a:schemeClr val="accent1"/>
              </a:gs>
              <a:gs pos="100000">
                <a:schemeClr val="accent2"/>
              </a:gs>
            </a:gsLst>
            <a:lin ang="108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7" name="图片 6"/>
          <p:cNvPicPr>
            <a:picLocks noChangeAspect="1"/>
          </p:cNvPicPr>
          <p:nvPr/>
        </p:nvPicPr>
        <p:blipFill>
          <a:blip r:embed="rId2">
            <a:alphaModFix/>
          </a:blip>
          <a:srcRect/>
          <a:stretch>
            <a:fillRect/>
          </a:stretch>
        </p:blipFill>
        <p:spPr>
          <a:xfrm>
            <a:off x="4038600" y="2485878"/>
            <a:ext cx="8118785" cy="4372121"/>
          </a:xfrm>
          <a:prstGeom prst="rect">
            <a:avLst/>
          </a:prstGeom>
          <a:noFill/>
          <a:ln>
            <a:noFill/>
          </a:ln>
        </p:spPr>
      </p:pic>
      <p:sp>
        <p:nvSpPr>
          <p:cNvPr id="8" name="标题 1"/>
          <p:cNvSpPr txBox="1"/>
          <p:nvPr/>
        </p:nvSpPr>
        <p:spPr>
          <a:xfrm>
            <a:off x="436052" y="2855974"/>
            <a:ext cx="6307734" cy="1986036"/>
          </a:xfrm>
          <a:prstGeom prst="rect">
            <a:avLst/>
          </a:prstGeom>
          <a:noFill/>
          <a:ln>
            <a:noFill/>
          </a:ln>
        </p:spPr>
        <p:txBody>
          <a:bodyPr vert="horz" wrap="square" lIns="91440" tIns="45720" rIns="91440" bIns="45720" rtlCol="0" anchor="t"/>
          <a:lstStyle/>
          <a:p>
            <a:pPr algn="l">
              <a:lnSpc>
                <a:spcPct val="130000"/>
              </a:lnSpc>
            </a:pPr>
            <a:r>
              <a:rPr kumimoji="1" lang="en-US" altLang="zh-CN" sz="4900">
                <a:ln w="12700">
                  <a:noFill/>
                </a:ln>
                <a:solidFill>
                  <a:srgbClr val="000000">
                    <a:alpha val="100000"/>
                  </a:srgbClr>
                </a:solidFill>
                <a:latin typeface="Source Han Sans CN Bold"/>
                <a:ea typeface="Source Han Sans CN Bold"/>
                <a:cs typeface="Source Han Sans CN Bold"/>
              </a:rPr>
              <a:t>Verilog 设计方法概述</a:t>
            </a:r>
            <a:endParaRPr kumimoji="1" lang="zh-CN" altLang="en-US"/>
          </a:p>
        </p:txBody>
      </p:sp>
      <p:sp>
        <p:nvSpPr>
          <p:cNvPr id="9" name="标题 1"/>
          <p:cNvSpPr txBox="1"/>
          <p:nvPr/>
        </p:nvSpPr>
        <p:spPr>
          <a:xfrm>
            <a:off x="8648700" y="2362379"/>
            <a:ext cx="610616" cy="610616"/>
          </a:xfrm>
          <a:prstGeom prst="ellipse">
            <a:avLst/>
          </a:prstGeom>
          <a:gradFill>
            <a:gsLst>
              <a:gs pos="0">
                <a:schemeClr val="accent1"/>
              </a:gs>
              <a:gs pos="100000">
                <a:schemeClr val="accent2"/>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9689076" y="1634397"/>
            <a:ext cx="353151" cy="353151"/>
          </a:xfrm>
          <a:prstGeom prst="ellipse">
            <a:avLst/>
          </a:prstGeom>
          <a:gradFill>
            <a:gsLst>
              <a:gs pos="0">
                <a:schemeClr val="accent3"/>
              </a:gs>
              <a:gs pos="100000">
                <a:schemeClr val="accent4"/>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538400" y="5483588"/>
            <a:ext cx="578874" cy="578874"/>
          </a:xfrm>
          <a:prstGeom prst="ellipse">
            <a:avLst/>
          </a:prstGeom>
          <a:gradFill>
            <a:gsLst>
              <a:gs pos="0">
                <a:schemeClr val="accent1"/>
              </a:gs>
              <a:gs pos="100000">
                <a:schemeClr val="accent2"/>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rot="1349991">
            <a:off x="11457839" y="586853"/>
            <a:ext cx="1539544" cy="1539544"/>
          </a:xfrm>
          <a:prstGeom prst="ellipse">
            <a:avLst/>
          </a:prstGeom>
          <a:gradFill>
            <a:gsLst>
              <a:gs pos="0">
                <a:schemeClr val="accent1">
                  <a:alpha val="68000"/>
                </a:schemeClr>
              </a:gs>
              <a:gs pos="100000">
                <a:schemeClr val="accent2">
                  <a:alpha val="6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2489" y="529552"/>
            <a:ext cx="3793799" cy="743548"/>
          </a:xfrm>
          <a:custGeom>
            <a:avLst/>
            <a:gdLst>
              <a:gd name="connsiteX0" fmla="*/ 0 w 3425499"/>
              <a:gd name="connsiteY0" fmla="*/ 0 h 743548"/>
              <a:gd name="connsiteX1" fmla="*/ 3053725 w 3425499"/>
              <a:gd name="connsiteY1" fmla="*/ 0 h 743548"/>
              <a:gd name="connsiteX2" fmla="*/ 3425499 w 3425499"/>
              <a:gd name="connsiteY2" fmla="*/ 371774 h 743548"/>
              <a:gd name="connsiteX3" fmla="*/ 3053725 w 3425499"/>
              <a:gd name="connsiteY3" fmla="*/ 743548 h 743548"/>
              <a:gd name="connsiteX4" fmla="*/ 0 w 3425499"/>
              <a:gd name="connsiteY4" fmla="*/ 743548 h 743548"/>
            </a:gdLst>
            <a:ahLst/>
            <a:cxnLst/>
            <a:rect l="l" t="t" r="r" b="b"/>
            <a:pathLst>
              <a:path w="3425499" h="743548">
                <a:moveTo>
                  <a:pt x="0" y="0"/>
                </a:moveTo>
                <a:lnTo>
                  <a:pt x="3053725" y="0"/>
                </a:lnTo>
                <a:cubicBezTo>
                  <a:pt x="3259050" y="0"/>
                  <a:pt x="3425499" y="166449"/>
                  <a:pt x="3425499" y="371774"/>
                </a:cubicBezTo>
                <a:cubicBezTo>
                  <a:pt x="3425499" y="577099"/>
                  <a:pt x="3259050" y="743548"/>
                  <a:pt x="3053725" y="743548"/>
                </a:cubicBezTo>
                <a:lnTo>
                  <a:pt x="0" y="743548"/>
                </a:ln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552822" y="717623"/>
            <a:ext cx="2958699" cy="367406"/>
          </a:xfrm>
          <a:custGeom>
            <a:avLst/>
            <a:gdLst>
              <a:gd name="connsiteX0" fmla="*/ 353068 w 1228797"/>
              <a:gd name="connsiteY0" fmla="*/ 146933 h 152590"/>
              <a:gd name="connsiteX1" fmla="*/ 353259 w 1228797"/>
              <a:gd name="connsiteY1" fmla="*/ 146971 h 152590"/>
              <a:gd name="connsiteX2" fmla="*/ 352878 w 1228797"/>
              <a:gd name="connsiteY2" fmla="*/ 146971 h 152590"/>
              <a:gd name="connsiteX3" fmla="*/ 463654 w 1228797"/>
              <a:gd name="connsiteY3" fmla="*/ 28766 h 152590"/>
              <a:gd name="connsiteX4" fmla="*/ 457368 w 1228797"/>
              <a:gd name="connsiteY4" fmla="*/ 35052 h 152590"/>
              <a:gd name="connsiteX5" fmla="*/ 457368 w 1228797"/>
              <a:gd name="connsiteY5" fmla="*/ 66866 h 152590"/>
              <a:gd name="connsiteX6" fmla="*/ 463464 w 1228797"/>
              <a:gd name="connsiteY6" fmla="*/ 73152 h 152590"/>
              <a:gd name="connsiteX7" fmla="*/ 463654 w 1228797"/>
              <a:gd name="connsiteY7" fmla="*/ 73152 h 152590"/>
              <a:gd name="connsiteX8" fmla="*/ 502611 w 1228797"/>
              <a:gd name="connsiteY8" fmla="*/ 73152 h 152590"/>
              <a:gd name="connsiteX9" fmla="*/ 525281 w 1228797"/>
              <a:gd name="connsiteY9" fmla="*/ 51911 h 152590"/>
              <a:gd name="connsiteX10" fmla="*/ 504450 w 1228797"/>
              <a:gd name="connsiteY10" fmla="*/ 28795 h 152590"/>
              <a:gd name="connsiteX11" fmla="*/ 503183 w 1228797"/>
              <a:gd name="connsiteY11" fmla="*/ 28766 h 152590"/>
              <a:gd name="connsiteX12" fmla="*/ 1154216 w 1228797"/>
              <a:gd name="connsiteY12" fmla="*/ 28194 h 152590"/>
              <a:gd name="connsiteX13" fmla="*/ 1154216 w 1228797"/>
              <a:gd name="connsiteY13" fmla="*/ 28765 h 152590"/>
              <a:gd name="connsiteX14" fmla="*/ 1104877 w 1228797"/>
              <a:gd name="connsiteY14" fmla="*/ 77914 h 152590"/>
              <a:gd name="connsiteX15" fmla="*/ 1154026 w 1228797"/>
              <a:gd name="connsiteY15" fmla="*/ 127254 h 152590"/>
              <a:gd name="connsiteX16" fmla="*/ 1203365 w 1228797"/>
              <a:gd name="connsiteY16" fmla="*/ 78105 h 152590"/>
              <a:gd name="connsiteX17" fmla="*/ 1203365 w 1228797"/>
              <a:gd name="connsiteY17" fmla="*/ 78009 h 152590"/>
              <a:gd name="connsiteX18" fmla="*/ 1154502 w 1228797"/>
              <a:gd name="connsiteY18" fmla="*/ 28195 h 152590"/>
              <a:gd name="connsiteX19" fmla="*/ 1154216 w 1228797"/>
              <a:gd name="connsiteY19" fmla="*/ 28194 h 152590"/>
              <a:gd name="connsiteX20" fmla="*/ 836558 w 1228797"/>
              <a:gd name="connsiteY20" fmla="*/ 25718 h 152590"/>
              <a:gd name="connsiteX21" fmla="*/ 787314 w 1228797"/>
              <a:gd name="connsiteY21" fmla="*/ 74962 h 152590"/>
              <a:gd name="connsiteX22" fmla="*/ 836558 w 1228797"/>
              <a:gd name="connsiteY22" fmla="*/ 124207 h 152590"/>
              <a:gd name="connsiteX23" fmla="*/ 885802 w 1228797"/>
              <a:gd name="connsiteY23" fmla="*/ 74962 h 152590"/>
              <a:gd name="connsiteX24" fmla="*/ 885802 w 1228797"/>
              <a:gd name="connsiteY24" fmla="*/ 74867 h 152590"/>
              <a:gd name="connsiteX25" fmla="*/ 836558 w 1228797"/>
              <a:gd name="connsiteY25" fmla="*/ 25718 h 152590"/>
              <a:gd name="connsiteX26" fmla="*/ 200954 w 1228797"/>
              <a:gd name="connsiteY26" fmla="*/ 25527 h 152590"/>
              <a:gd name="connsiteX27" fmla="*/ 200954 w 1228797"/>
              <a:gd name="connsiteY27" fmla="*/ 25908 h 152590"/>
              <a:gd name="connsiteX28" fmla="*/ 151424 w 1228797"/>
              <a:gd name="connsiteY28" fmla="*/ 75248 h 152590"/>
              <a:gd name="connsiteX29" fmla="*/ 200764 w 1228797"/>
              <a:gd name="connsiteY29" fmla="*/ 124778 h 152590"/>
              <a:gd name="connsiteX30" fmla="*/ 250294 w 1228797"/>
              <a:gd name="connsiteY30" fmla="*/ 75438 h 152590"/>
              <a:gd name="connsiteX31" fmla="*/ 250294 w 1228797"/>
              <a:gd name="connsiteY31" fmla="*/ 75248 h 152590"/>
              <a:gd name="connsiteX32" fmla="*/ 201145 w 1228797"/>
              <a:gd name="connsiteY32" fmla="*/ 25528 h 152590"/>
              <a:gd name="connsiteX33" fmla="*/ 200954 w 1228797"/>
              <a:gd name="connsiteY33" fmla="*/ 25527 h 152590"/>
              <a:gd name="connsiteX34" fmla="*/ 437841 w 1228797"/>
              <a:gd name="connsiteY34" fmla="*/ 3429 h 152590"/>
              <a:gd name="connsiteX35" fmla="*/ 502040 w 1228797"/>
              <a:gd name="connsiteY35" fmla="*/ 3429 h 152590"/>
              <a:gd name="connsiteX36" fmla="*/ 535949 w 1228797"/>
              <a:gd name="connsiteY36" fmla="*/ 16764 h 152590"/>
              <a:gd name="connsiteX37" fmla="*/ 550808 w 1228797"/>
              <a:gd name="connsiteY37" fmla="*/ 49340 h 152590"/>
              <a:gd name="connsiteX38" fmla="*/ 528615 w 1228797"/>
              <a:gd name="connsiteY38" fmla="*/ 91345 h 152590"/>
              <a:gd name="connsiteX39" fmla="*/ 526233 w 1228797"/>
              <a:gd name="connsiteY39" fmla="*/ 99251 h 152590"/>
              <a:gd name="connsiteX40" fmla="*/ 544712 w 1228797"/>
              <a:gd name="connsiteY40" fmla="*/ 138017 h 152590"/>
              <a:gd name="connsiteX41" fmla="*/ 541683 w 1228797"/>
              <a:gd name="connsiteY41" fmla="*/ 146377 h 152590"/>
              <a:gd name="connsiteX42" fmla="*/ 538997 w 1228797"/>
              <a:gd name="connsiteY42" fmla="*/ 146971 h 152590"/>
              <a:gd name="connsiteX43" fmla="*/ 525567 w 1228797"/>
              <a:gd name="connsiteY43" fmla="*/ 146971 h 152590"/>
              <a:gd name="connsiteX44" fmla="*/ 519947 w 1228797"/>
              <a:gd name="connsiteY44" fmla="*/ 143447 h 152590"/>
              <a:gd name="connsiteX45" fmla="*/ 500230 w 1228797"/>
              <a:gd name="connsiteY45" fmla="*/ 102203 h 152590"/>
              <a:gd name="connsiteX46" fmla="*/ 494611 w 1228797"/>
              <a:gd name="connsiteY46" fmla="*/ 98679 h 152590"/>
              <a:gd name="connsiteX47" fmla="*/ 463654 w 1228797"/>
              <a:gd name="connsiteY47" fmla="*/ 98679 h 152590"/>
              <a:gd name="connsiteX48" fmla="*/ 457368 w 1228797"/>
              <a:gd name="connsiteY48" fmla="*/ 104773 h 152590"/>
              <a:gd name="connsiteX49" fmla="*/ 457368 w 1228797"/>
              <a:gd name="connsiteY49" fmla="*/ 104966 h 152590"/>
              <a:gd name="connsiteX50" fmla="*/ 457368 w 1228797"/>
              <a:gd name="connsiteY50" fmla="*/ 140684 h 152590"/>
              <a:gd name="connsiteX51" fmla="*/ 451081 w 1228797"/>
              <a:gd name="connsiteY51" fmla="*/ 146971 h 152590"/>
              <a:gd name="connsiteX52" fmla="*/ 437841 w 1228797"/>
              <a:gd name="connsiteY52" fmla="*/ 146971 h 152590"/>
              <a:gd name="connsiteX53" fmla="*/ 431555 w 1228797"/>
              <a:gd name="connsiteY53" fmla="*/ 140684 h 152590"/>
              <a:gd name="connsiteX54" fmla="*/ 431555 w 1228797"/>
              <a:gd name="connsiteY54" fmla="*/ 9716 h 152590"/>
              <a:gd name="connsiteX55" fmla="*/ 437841 w 1228797"/>
              <a:gd name="connsiteY55" fmla="*/ 3429 h 152590"/>
              <a:gd name="connsiteX56" fmla="*/ 293633 w 1228797"/>
              <a:gd name="connsiteY56" fmla="*/ 3429 h 152590"/>
              <a:gd name="connsiteX57" fmla="*/ 306777 w 1228797"/>
              <a:gd name="connsiteY57" fmla="*/ 3429 h 152590"/>
              <a:gd name="connsiteX58" fmla="*/ 312683 w 1228797"/>
              <a:gd name="connsiteY58" fmla="*/ 9715 h 152590"/>
              <a:gd name="connsiteX59" fmla="*/ 312683 w 1228797"/>
              <a:gd name="connsiteY59" fmla="*/ 80677 h 152590"/>
              <a:gd name="connsiteX60" fmla="*/ 350592 w 1228797"/>
              <a:gd name="connsiteY60" fmla="*/ 123032 h 152590"/>
              <a:gd name="connsiteX61" fmla="*/ 392950 w 1228797"/>
              <a:gd name="connsiteY61" fmla="*/ 85118 h 152590"/>
              <a:gd name="connsiteX62" fmla="*/ 392978 w 1228797"/>
              <a:gd name="connsiteY62" fmla="*/ 81248 h 152590"/>
              <a:gd name="connsiteX63" fmla="*/ 392978 w 1228797"/>
              <a:gd name="connsiteY63" fmla="*/ 9715 h 152590"/>
              <a:gd name="connsiteX64" fmla="*/ 399265 w 1228797"/>
              <a:gd name="connsiteY64" fmla="*/ 3429 h 152590"/>
              <a:gd name="connsiteX65" fmla="*/ 412505 w 1228797"/>
              <a:gd name="connsiteY65" fmla="*/ 3429 h 152590"/>
              <a:gd name="connsiteX66" fmla="*/ 418696 w 1228797"/>
              <a:gd name="connsiteY66" fmla="*/ 9715 h 152590"/>
              <a:gd name="connsiteX67" fmla="*/ 418696 w 1228797"/>
              <a:gd name="connsiteY67" fmla="*/ 81153 h 152590"/>
              <a:gd name="connsiteX68" fmla="*/ 378496 w 1228797"/>
              <a:gd name="connsiteY68" fmla="*/ 141799 h 152590"/>
              <a:gd name="connsiteX69" fmla="*/ 353068 w 1228797"/>
              <a:gd name="connsiteY69" fmla="*/ 146933 h 152590"/>
              <a:gd name="connsiteX70" fmla="*/ 327634 w 1228797"/>
              <a:gd name="connsiteY70" fmla="*/ 141836 h 152590"/>
              <a:gd name="connsiteX71" fmla="*/ 287346 w 1228797"/>
              <a:gd name="connsiteY71" fmla="*/ 81248 h 152590"/>
              <a:gd name="connsiteX72" fmla="*/ 287346 w 1228797"/>
              <a:gd name="connsiteY72" fmla="*/ 81153 h 152590"/>
              <a:gd name="connsiteX73" fmla="*/ 287346 w 1228797"/>
              <a:gd name="connsiteY73" fmla="*/ 9715 h 152590"/>
              <a:gd name="connsiteX74" fmla="*/ 293633 w 1228797"/>
              <a:gd name="connsiteY74" fmla="*/ 3429 h 152590"/>
              <a:gd name="connsiteX75" fmla="*/ 6264 w 1228797"/>
              <a:gd name="connsiteY75" fmla="*/ 3333 h 152590"/>
              <a:gd name="connsiteX76" fmla="*/ 18646 w 1228797"/>
              <a:gd name="connsiteY76" fmla="*/ 3333 h 152590"/>
              <a:gd name="connsiteX77" fmla="*/ 23790 w 1228797"/>
              <a:gd name="connsiteY77" fmla="*/ 6000 h 152590"/>
              <a:gd name="connsiteX78" fmla="*/ 61890 w 1228797"/>
              <a:gd name="connsiteY78" fmla="*/ 59817 h 152590"/>
              <a:gd name="connsiteX79" fmla="*/ 67033 w 1228797"/>
              <a:gd name="connsiteY79" fmla="*/ 62388 h 152590"/>
              <a:gd name="connsiteX80" fmla="*/ 72081 w 1228797"/>
              <a:gd name="connsiteY80" fmla="*/ 59817 h 152590"/>
              <a:gd name="connsiteX81" fmla="*/ 110181 w 1228797"/>
              <a:gd name="connsiteY81" fmla="*/ 6000 h 152590"/>
              <a:gd name="connsiteX82" fmla="*/ 115325 w 1228797"/>
              <a:gd name="connsiteY82" fmla="*/ 3333 h 152590"/>
              <a:gd name="connsiteX83" fmla="*/ 127707 w 1228797"/>
              <a:gd name="connsiteY83" fmla="*/ 3333 h 152590"/>
              <a:gd name="connsiteX84" fmla="*/ 134065 w 1228797"/>
              <a:gd name="connsiteY84" fmla="*/ 9548 h 152590"/>
              <a:gd name="connsiteX85" fmla="*/ 132851 w 1228797"/>
              <a:gd name="connsiteY85" fmla="*/ 13335 h 152590"/>
              <a:gd name="connsiteX86" fmla="*/ 81702 w 1228797"/>
              <a:gd name="connsiteY86" fmla="*/ 83724 h 152590"/>
              <a:gd name="connsiteX87" fmla="*/ 79987 w 1228797"/>
              <a:gd name="connsiteY87" fmla="*/ 89154 h 152590"/>
              <a:gd name="connsiteX88" fmla="*/ 79987 w 1228797"/>
              <a:gd name="connsiteY88" fmla="*/ 140684 h 152590"/>
              <a:gd name="connsiteX89" fmla="*/ 73701 w 1228797"/>
              <a:gd name="connsiteY89" fmla="*/ 146970 h 152590"/>
              <a:gd name="connsiteX90" fmla="*/ 60270 w 1228797"/>
              <a:gd name="connsiteY90" fmla="*/ 146970 h 152590"/>
              <a:gd name="connsiteX91" fmla="*/ 53984 w 1228797"/>
              <a:gd name="connsiteY91" fmla="*/ 140684 h 152590"/>
              <a:gd name="connsiteX92" fmla="*/ 53984 w 1228797"/>
              <a:gd name="connsiteY92" fmla="*/ 89154 h 152590"/>
              <a:gd name="connsiteX93" fmla="*/ 52269 w 1228797"/>
              <a:gd name="connsiteY93" fmla="*/ 83724 h 152590"/>
              <a:gd name="connsiteX94" fmla="*/ 1215 w 1228797"/>
              <a:gd name="connsiteY94" fmla="*/ 13335 h 152590"/>
              <a:gd name="connsiteX95" fmla="*/ 2572 w 1228797"/>
              <a:gd name="connsiteY95" fmla="*/ 4549 h 152590"/>
              <a:gd name="connsiteX96" fmla="*/ 6264 w 1228797"/>
              <a:gd name="connsiteY96" fmla="*/ 3333 h 152590"/>
              <a:gd name="connsiteX97" fmla="*/ 1154026 w 1228797"/>
              <a:gd name="connsiteY97" fmla="*/ 3238 h 152590"/>
              <a:gd name="connsiteX98" fmla="*/ 1228797 w 1228797"/>
              <a:gd name="connsiteY98" fmla="*/ 77819 h 152590"/>
              <a:gd name="connsiteX99" fmla="*/ 1228797 w 1228797"/>
              <a:gd name="connsiteY99" fmla="*/ 77914 h 152590"/>
              <a:gd name="connsiteX100" fmla="*/ 1154216 w 1228797"/>
              <a:gd name="connsiteY100" fmla="*/ 152590 h 152590"/>
              <a:gd name="connsiteX101" fmla="*/ 1079445 w 1228797"/>
              <a:gd name="connsiteY101" fmla="*/ 78009 h 152590"/>
              <a:gd name="connsiteX102" fmla="*/ 1154026 w 1228797"/>
              <a:gd name="connsiteY102" fmla="*/ 3238 h 152590"/>
              <a:gd name="connsiteX103" fmla="*/ 646058 w 1228797"/>
              <a:gd name="connsiteY103" fmla="*/ 2096 h 152590"/>
              <a:gd name="connsiteX104" fmla="*/ 659774 w 1228797"/>
              <a:gd name="connsiteY104" fmla="*/ 2096 h 152590"/>
              <a:gd name="connsiteX105" fmla="*/ 666060 w 1228797"/>
              <a:gd name="connsiteY105" fmla="*/ 8382 h 152590"/>
              <a:gd name="connsiteX106" fmla="*/ 666060 w 1228797"/>
              <a:gd name="connsiteY106" fmla="*/ 116491 h 152590"/>
              <a:gd name="connsiteX107" fmla="*/ 672346 w 1228797"/>
              <a:gd name="connsiteY107" fmla="*/ 122778 h 152590"/>
              <a:gd name="connsiteX108" fmla="*/ 750166 w 1228797"/>
              <a:gd name="connsiteY108" fmla="*/ 122778 h 152590"/>
              <a:gd name="connsiteX109" fmla="*/ 756452 w 1228797"/>
              <a:gd name="connsiteY109" fmla="*/ 129064 h 152590"/>
              <a:gd name="connsiteX110" fmla="*/ 756452 w 1228797"/>
              <a:gd name="connsiteY110" fmla="*/ 141733 h 152590"/>
              <a:gd name="connsiteX111" fmla="*/ 750356 w 1228797"/>
              <a:gd name="connsiteY111" fmla="*/ 148019 h 152590"/>
              <a:gd name="connsiteX112" fmla="*/ 750166 w 1228797"/>
              <a:gd name="connsiteY112" fmla="*/ 148019 h 152590"/>
              <a:gd name="connsiteX113" fmla="*/ 646058 w 1228797"/>
              <a:gd name="connsiteY113" fmla="*/ 148019 h 152590"/>
              <a:gd name="connsiteX114" fmla="*/ 639771 w 1228797"/>
              <a:gd name="connsiteY114" fmla="*/ 141733 h 152590"/>
              <a:gd name="connsiteX115" fmla="*/ 639771 w 1228797"/>
              <a:gd name="connsiteY115" fmla="*/ 8382 h 152590"/>
              <a:gd name="connsiteX116" fmla="*/ 646058 w 1228797"/>
              <a:gd name="connsiteY116" fmla="*/ 2096 h 152590"/>
              <a:gd name="connsiteX117" fmla="*/ 995720 w 1228797"/>
              <a:gd name="connsiteY117" fmla="*/ 191 h 152590"/>
              <a:gd name="connsiteX118" fmla="*/ 1040488 w 1228797"/>
              <a:gd name="connsiteY118" fmla="*/ 15621 h 152590"/>
              <a:gd name="connsiteX119" fmla="*/ 1051060 w 1228797"/>
              <a:gd name="connsiteY119" fmla="*/ 25146 h 152590"/>
              <a:gd name="connsiteX120" fmla="*/ 1051251 w 1228797"/>
              <a:gd name="connsiteY120" fmla="*/ 25418 h 152590"/>
              <a:gd name="connsiteX121" fmla="*/ 1049536 w 1228797"/>
              <a:gd name="connsiteY121" fmla="*/ 34004 h 152590"/>
              <a:gd name="connsiteX122" fmla="*/ 1038964 w 1228797"/>
              <a:gd name="connsiteY122" fmla="*/ 41434 h 152590"/>
              <a:gd name="connsiteX123" fmla="*/ 1030867 w 1228797"/>
              <a:gd name="connsiteY123" fmla="*/ 40767 h 152590"/>
              <a:gd name="connsiteX124" fmla="*/ 1028010 w 1228797"/>
              <a:gd name="connsiteY124" fmla="*/ 38100 h 152590"/>
              <a:gd name="connsiteX125" fmla="*/ 1027343 w 1228797"/>
              <a:gd name="connsiteY125" fmla="*/ 37624 h 152590"/>
              <a:gd name="connsiteX126" fmla="*/ 995911 w 1228797"/>
              <a:gd name="connsiteY126" fmla="*/ 26194 h 152590"/>
              <a:gd name="connsiteX127" fmla="*/ 993815 w 1228797"/>
              <a:gd name="connsiteY127" fmla="*/ 26194 h 152590"/>
              <a:gd name="connsiteX128" fmla="*/ 990386 w 1228797"/>
              <a:gd name="connsiteY128" fmla="*/ 26194 h 152590"/>
              <a:gd name="connsiteX129" fmla="*/ 981623 w 1228797"/>
              <a:gd name="connsiteY129" fmla="*/ 28004 h 152590"/>
              <a:gd name="connsiteX130" fmla="*/ 947638 w 1228797"/>
              <a:gd name="connsiteY130" fmla="*/ 64456 h 152590"/>
              <a:gd name="connsiteX131" fmla="*/ 984957 w 1228797"/>
              <a:gd name="connsiteY131" fmla="*/ 123254 h 152590"/>
              <a:gd name="connsiteX132" fmla="*/ 988957 w 1228797"/>
              <a:gd name="connsiteY132" fmla="*/ 124016 h 152590"/>
              <a:gd name="connsiteX133" fmla="*/ 992291 w 1228797"/>
              <a:gd name="connsiteY133" fmla="*/ 122968 h 152590"/>
              <a:gd name="connsiteX134" fmla="*/ 1001816 w 1228797"/>
              <a:gd name="connsiteY134" fmla="*/ 122968 h 152590"/>
              <a:gd name="connsiteX135" fmla="*/ 1009150 w 1228797"/>
              <a:gd name="connsiteY135" fmla="*/ 121920 h 152590"/>
              <a:gd name="connsiteX136" fmla="*/ 1010484 w 1228797"/>
              <a:gd name="connsiteY136" fmla="*/ 121920 h 152590"/>
              <a:gd name="connsiteX137" fmla="*/ 1011817 w 1228797"/>
              <a:gd name="connsiteY137" fmla="*/ 121920 h 152590"/>
              <a:gd name="connsiteX138" fmla="*/ 1017437 w 1228797"/>
              <a:gd name="connsiteY138" fmla="*/ 119920 h 152590"/>
              <a:gd name="connsiteX139" fmla="*/ 1018580 w 1228797"/>
              <a:gd name="connsiteY139" fmla="*/ 119444 h 152590"/>
              <a:gd name="connsiteX140" fmla="*/ 1019723 w 1228797"/>
              <a:gd name="connsiteY140" fmla="*/ 118967 h 152590"/>
              <a:gd name="connsiteX141" fmla="*/ 1020866 w 1228797"/>
              <a:gd name="connsiteY141" fmla="*/ 118396 h 152590"/>
              <a:gd name="connsiteX142" fmla="*/ 1023438 w 1228797"/>
              <a:gd name="connsiteY142" fmla="*/ 117062 h 152590"/>
              <a:gd name="connsiteX143" fmla="*/ 1024200 w 1228797"/>
              <a:gd name="connsiteY143" fmla="*/ 116491 h 152590"/>
              <a:gd name="connsiteX144" fmla="*/ 1041154 w 1228797"/>
              <a:gd name="connsiteY144" fmla="*/ 95345 h 152590"/>
              <a:gd name="connsiteX145" fmla="*/ 1040202 w 1228797"/>
              <a:gd name="connsiteY145" fmla="*/ 90297 h 152590"/>
              <a:gd name="connsiteX146" fmla="*/ 1036106 w 1228797"/>
              <a:gd name="connsiteY146" fmla="*/ 88583 h 152590"/>
              <a:gd name="connsiteX147" fmla="*/ 1008579 w 1228797"/>
              <a:gd name="connsiteY147" fmla="*/ 88583 h 152590"/>
              <a:gd name="connsiteX148" fmla="*/ 1002292 w 1228797"/>
              <a:gd name="connsiteY148" fmla="*/ 82296 h 152590"/>
              <a:gd name="connsiteX149" fmla="*/ 1002292 w 1228797"/>
              <a:gd name="connsiteY149" fmla="*/ 69437 h 152590"/>
              <a:gd name="connsiteX150" fmla="*/ 1002292 w 1228797"/>
              <a:gd name="connsiteY150" fmla="*/ 69245 h 152590"/>
              <a:gd name="connsiteX151" fmla="*/ 1008579 w 1228797"/>
              <a:gd name="connsiteY151" fmla="*/ 63151 h 152590"/>
              <a:gd name="connsiteX152" fmla="*/ 1065729 w 1228797"/>
              <a:gd name="connsiteY152" fmla="*/ 63151 h 152590"/>
              <a:gd name="connsiteX153" fmla="*/ 1066205 w 1228797"/>
              <a:gd name="connsiteY153" fmla="*/ 63151 h 152590"/>
              <a:gd name="connsiteX154" fmla="*/ 1066777 w 1228797"/>
              <a:gd name="connsiteY154" fmla="*/ 63151 h 152590"/>
              <a:gd name="connsiteX155" fmla="*/ 1068205 w 1228797"/>
              <a:gd name="connsiteY155" fmla="*/ 68771 h 152590"/>
              <a:gd name="connsiteX156" fmla="*/ 1068205 w 1228797"/>
              <a:gd name="connsiteY156" fmla="*/ 80391 h 152590"/>
              <a:gd name="connsiteX157" fmla="*/ 1043155 w 1228797"/>
              <a:gd name="connsiteY157" fmla="*/ 136112 h 152590"/>
              <a:gd name="connsiteX158" fmla="*/ 1040869 w 1228797"/>
              <a:gd name="connsiteY158" fmla="*/ 138113 h 152590"/>
              <a:gd name="connsiteX159" fmla="*/ 1039630 w 1228797"/>
              <a:gd name="connsiteY159" fmla="*/ 139065 h 152590"/>
              <a:gd name="connsiteX160" fmla="*/ 1037249 w 1228797"/>
              <a:gd name="connsiteY160" fmla="*/ 140780 h 152590"/>
              <a:gd name="connsiteX161" fmla="*/ 1036011 w 1228797"/>
              <a:gd name="connsiteY161" fmla="*/ 141637 h 152590"/>
              <a:gd name="connsiteX162" fmla="*/ 1033630 w 1228797"/>
              <a:gd name="connsiteY162" fmla="*/ 143161 h 152590"/>
              <a:gd name="connsiteX163" fmla="*/ 1032391 w 1228797"/>
              <a:gd name="connsiteY163" fmla="*/ 143923 h 152590"/>
              <a:gd name="connsiteX164" fmla="*/ 1029915 w 1228797"/>
              <a:gd name="connsiteY164" fmla="*/ 145352 h 152590"/>
              <a:gd name="connsiteX165" fmla="*/ 1029343 w 1228797"/>
              <a:gd name="connsiteY165" fmla="*/ 145352 h 152590"/>
              <a:gd name="connsiteX166" fmla="*/ 1025343 w 1228797"/>
              <a:gd name="connsiteY166" fmla="*/ 147257 h 152590"/>
              <a:gd name="connsiteX167" fmla="*/ 1024676 w 1228797"/>
              <a:gd name="connsiteY167" fmla="*/ 147257 h 152590"/>
              <a:gd name="connsiteX168" fmla="*/ 1022104 w 1228797"/>
              <a:gd name="connsiteY168" fmla="*/ 148209 h 152590"/>
              <a:gd name="connsiteX169" fmla="*/ 1020866 w 1228797"/>
              <a:gd name="connsiteY169" fmla="*/ 148209 h 152590"/>
              <a:gd name="connsiteX170" fmla="*/ 1020104 w 1228797"/>
              <a:gd name="connsiteY170" fmla="*/ 148209 h 152590"/>
              <a:gd name="connsiteX171" fmla="*/ 1018009 w 1228797"/>
              <a:gd name="connsiteY171" fmla="*/ 148971 h 152590"/>
              <a:gd name="connsiteX172" fmla="*/ 1017151 w 1228797"/>
              <a:gd name="connsiteY172" fmla="*/ 148971 h 152590"/>
              <a:gd name="connsiteX173" fmla="*/ 1015913 w 1228797"/>
              <a:gd name="connsiteY173" fmla="*/ 148971 h 152590"/>
              <a:gd name="connsiteX174" fmla="*/ 1015056 w 1228797"/>
              <a:gd name="connsiteY174" fmla="*/ 148971 h 152590"/>
              <a:gd name="connsiteX175" fmla="*/ 1013151 w 1228797"/>
              <a:gd name="connsiteY175" fmla="*/ 149447 h 152590"/>
              <a:gd name="connsiteX176" fmla="*/ 1012103 w 1228797"/>
              <a:gd name="connsiteY176" fmla="*/ 149447 h 152590"/>
              <a:gd name="connsiteX177" fmla="*/ 1010960 w 1228797"/>
              <a:gd name="connsiteY177" fmla="*/ 149447 h 152590"/>
              <a:gd name="connsiteX178" fmla="*/ 1009912 w 1228797"/>
              <a:gd name="connsiteY178" fmla="*/ 149447 h 152590"/>
              <a:gd name="connsiteX179" fmla="*/ 1008103 w 1228797"/>
              <a:gd name="connsiteY179" fmla="*/ 149447 h 152590"/>
              <a:gd name="connsiteX180" fmla="*/ 1006960 w 1228797"/>
              <a:gd name="connsiteY180" fmla="*/ 149447 h 152590"/>
              <a:gd name="connsiteX181" fmla="*/ 1005817 w 1228797"/>
              <a:gd name="connsiteY181" fmla="*/ 149447 h 152590"/>
              <a:gd name="connsiteX182" fmla="*/ 1004578 w 1228797"/>
              <a:gd name="connsiteY182" fmla="*/ 149447 h 152590"/>
              <a:gd name="connsiteX183" fmla="*/ 1002864 w 1228797"/>
              <a:gd name="connsiteY183" fmla="*/ 149447 h 152590"/>
              <a:gd name="connsiteX184" fmla="*/ 995720 w 1228797"/>
              <a:gd name="connsiteY184" fmla="*/ 149447 h 152590"/>
              <a:gd name="connsiteX185" fmla="*/ 990386 w 1228797"/>
              <a:gd name="connsiteY185" fmla="*/ 149447 h 152590"/>
              <a:gd name="connsiteX186" fmla="*/ 918425 w 1228797"/>
              <a:gd name="connsiteY186" fmla="*/ 72152 h 152590"/>
              <a:gd name="connsiteX187" fmla="*/ 995720 w 1228797"/>
              <a:gd name="connsiteY187" fmla="*/ 191 h 152590"/>
              <a:gd name="connsiteX188" fmla="*/ 836558 w 1228797"/>
              <a:gd name="connsiteY188" fmla="*/ 191 h 152590"/>
              <a:gd name="connsiteX189" fmla="*/ 911234 w 1228797"/>
              <a:gd name="connsiteY189" fmla="*/ 74867 h 152590"/>
              <a:gd name="connsiteX190" fmla="*/ 836558 w 1228797"/>
              <a:gd name="connsiteY190" fmla="*/ 149543 h 152590"/>
              <a:gd name="connsiteX191" fmla="*/ 761882 w 1228797"/>
              <a:gd name="connsiteY191" fmla="*/ 74867 h 152590"/>
              <a:gd name="connsiteX192" fmla="*/ 836558 w 1228797"/>
              <a:gd name="connsiteY192" fmla="*/ 191 h 152590"/>
              <a:gd name="connsiteX193" fmla="*/ 200954 w 1228797"/>
              <a:gd name="connsiteY193" fmla="*/ 0 h 152590"/>
              <a:gd name="connsiteX194" fmla="*/ 275821 w 1228797"/>
              <a:gd name="connsiteY194" fmla="*/ 74867 h 152590"/>
              <a:gd name="connsiteX195" fmla="*/ 200954 w 1228797"/>
              <a:gd name="connsiteY195" fmla="*/ 149733 h 152590"/>
              <a:gd name="connsiteX196" fmla="*/ 126088 w 1228797"/>
              <a:gd name="connsiteY196" fmla="*/ 74867 h 152590"/>
              <a:gd name="connsiteX197" fmla="*/ 200954 w 1228797"/>
              <a:gd name="connsiteY197" fmla="*/ 0 h 152590"/>
            </a:gdLst>
            <a:ahLst/>
            <a:cxnLst/>
            <a:rect l="l" t="t" r="r" b="b"/>
            <a:pathLst>
              <a:path w="1228797" h="152590">
                <a:moveTo>
                  <a:pt x="353068" y="146933"/>
                </a:moveTo>
                <a:lnTo>
                  <a:pt x="353259" y="146971"/>
                </a:lnTo>
                <a:lnTo>
                  <a:pt x="352878" y="146971"/>
                </a:lnTo>
                <a:close/>
                <a:moveTo>
                  <a:pt x="463654" y="28766"/>
                </a:moveTo>
                <a:cubicBezTo>
                  <a:pt x="460187" y="28766"/>
                  <a:pt x="457368" y="31580"/>
                  <a:pt x="457368" y="35052"/>
                </a:cubicBezTo>
                <a:lnTo>
                  <a:pt x="457368" y="66866"/>
                </a:lnTo>
                <a:cubicBezTo>
                  <a:pt x="457311" y="70284"/>
                  <a:pt x="460044" y="73099"/>
                  <a:pt x="463464" y="73152"/>
                </a:cubicBezTo>
                <a:cubicBezTo>
                  <a:pt x="463530" y="73153"/>
                  <a:pt x="463588" y="73153"/>
                  <a:pt x="463654" y="73152"/>
                </a:cubicBezTo>
                <a:lnTo>
                  <a:pt x="502611" y="73152"/>
                </a:lnTo>
                <a:cubicBezTo>
                  <a:pt x="514613" y="73223"/>
                  <a:pt x="524576" y="63892"/>
                  <a:pt x="525281" y="51911"/>
                </a:cubicBezTo>
                <a:cubicBezTo>
                  <a:pt x="525910" y="39775"/>
                  <a:pt x="516585" y="29427"/>
                  <a:pt x="504450" y="28795"/>
                </a:cubicBezTo>
                <a:cubicBezTo>
                  <a:pt x="504031" y="28773"/>
                  <a:pt x="503602" y="28763"/>
                  <a:pt x="503183" y="28766"/>
                </a:cubicBezTo>
                <a:close/>
                <a:moveTo>
                  <a:pt x="1154216" y="28194"/>
                </a:moveTo>
                <a:lnTo>
                  <a:pt x="1154216" y="28765"/>
                </a:lnTo>
                <a:cubicBezTo>
                  <a:pt x="1127022" y="28713"/>
                  <a:pt x="1104934" y="50717"/>
                  <a:pt x="1104877" y="77914"/>
                </a:cubicBezTo>
                <a:cubicBezTo>
                  <a:pt x="1104820" y="105111"/>
                  <a:pt x="1126832" y="127201"/>
                  <a:pt x="1154026" y="127254"/>
                </a:cubicBezTo>
                <a:cubicBezTo>
                  <a:pt x="1181220" y="127306"/>
                  <a:pt x="1203308" y="105301"/>
                  <a:pt x="1203365" y="78105"/>
                </a:cubicBezTo>
                <a:cubicBezTo>
                  <a:pt x="1203365" y="78073"/>
                  <a:pt x="1203365" y="78041"/>
                  <a:pt x="1203365" y="78009"/>
                </a:cubicBezTo>
                <a:cubicBezTo>
                  <a:pt x="1203632" y="50761"/>
                  <a:pt x="1181753" y="28458"/>
                  <a:pt x="1154502" y="28195"/>
                </a:cubicBezTo>
                <a:cubicBezTo>
                  <a:pt x="1154407" y="28195"/>
                  <a:pt x="1154312" y="28194"/>
                  <a:pt x="1154216" y="28194"/>
                </a:cubicBezTo>
                <a:close/>
                <a:moveTo>
                  <a:pt x="836558" y="25718"/>
                </a:moveTo>
                <a:cubicBezTo>
                  <a:pt x="809364" y="25718"/>
                  <a:pt x="787314" y="47766"/>
                  <a:pt x="787314" y="74962"/>
                </a:cubicBezTo>
                <a:cubicBezTo>
                  <a:pt x="787314" y="102159"/>
                  <a:pt x="809364" y="124207"/>
                  <a:pt x="836558" y="124207"/>
                </a:cubicBezTo>
                <a:cubicBezTo>
                  <a:pt x="863752" y="124207"/>
                  <a:pt x="885802" y="102159"/>
                  <a:pt x="885802" y="74962"/>
                </a:cubicBezTo>
                <a:cubicBezTo>
                  <a:pt x="885802" y="74931"/>
                  <a:pt x="885802" y="74898"/>
                  <a:pt x="885802" y="74867"/>
                </a:cubicBezTo>
                <a:cubicBezTo>
                  <a:pt x="885745" y="47707"/>
                  <a:pt x="863714" y="25718"/>
                  <a:pt x="836558" y="25718"/>
                </a:cubicBezTo>
                <a:close/>
                <a:moveTo>
                  <a:pt x="200954" y="25527"/>
                </a:moveTo>
                <a:lnTo>
                  <a:pt x="200954" y="25908"/>
                </a:lnTo>
                <a:cubicBezTo>
                  <a:pt x="173652" y="25856"/>
                  <a:pt x="151477" y="47945"/>
                  <a:pt x="151424" y="75248"/>
                </a:cubicBezTo>
                <a:cubicBezTo>
                  <a:pt x="151372" y="102550"/>
                  <a:pt x="173462" y="124725"/>
                  <a:pt x="200764" y="124778"/>
                </a:cubicBezTo>
                <a:cubicBezTo>
                  <a:pt x="228063" y="124830"/>
                  <a:pt x="250237" y="102740"/>
                  <a:pt x="250294" y="75438"/>
                </a:cubicBezTo>
                <a:cubicBezTo>
                  <a:pt x="250294" y="75374"/>
                  <a:pt x="250294" y="75311"/>
                  <a:pt x="250294" y="75248"/>
                </a:cubicBezTo>
                <a:cubicBezTo>
                  <a:pt x="250456" y="47946"/>
                  <a:pt x="228444" y="25686"/>
                  <a:pt x="201145" y="25528"/>
                </a:cubicBezTo>
                <a:cubicBezTo>
                  <a:pt x="201078" y="25527"/>
                  <a:pt x="201021" y="25527"/>
                  <a:pt x="200954" y="25527"/>
                </a:cubicBezTo>
                <a:close/>
                <a:moveTo>
                  <a:pt x="437841" y="3429"/>
                </a:moveTo>
                <a:lnTo>
                  <a:pt x="502040" y="3429"/>
                </a:lnTo>
                <a:cubicBezTo>
                  <a:pt x="514623" y="3414"/>
                  <a:pt x="526748" y="8180"/>
                  <a:pt x="535949" y="16764"/>
                </a:cubicBezTo>
                <a:cubicBezTo>
                  <a:pt x="545074" y="25190"/>
                  <a:pt x="550427" y="36928"/>
                  <a:pt x="550808" y="49340"/>
                </a:cubicBezTo>
                <a:cubicBezTo>
                  <a:pt x="551303" y="66268"/>
                  <a:pt x="542883" y="82215"/>
                  <a:pt x="528615" y="91345"/>
                </a:cubicBezTo>
                <a:cubicBezTo>
                  <a:pt x="525881" y="92959"/>
                  <a:pt x="524852" y="96397"/>
                  <a:pt x="526233" y="99251"/>
                </a:cubicBezTo>
                <a:lnTo>
                  <a:pt x="544712" y="138017"/>
                </a:lnTo>
                <a:cubicBezTo>
                  <a:pt x="546188" y="141161"/>
                  <a:pt x="544826" y="144904"/>
                  <a:pt x="541683" y="146377"/>
                </a:cubicBezTo>
                <a:cubicBezTo>
                  <a:pt x="540845" y="146772"/>
                  <a:pt x="539930" y="146974"/>
                  <a:pt x="538997" y="146971"/>
                </a:cubicBezTo>
                <a:lnTo>
                  <a:pt x="525567" y="146971"/>
                </a:lnTo>
                <a:cubicBezTo>
                  <a:pt x="523166" y="146983"/>
                  <a:pt x="520976" y="145611"/>
                  <a:pt x="519947" y="143447"/>
                </a:cubicBezTo>
                <a:lnTo>
                  <a:pt x="500230" y="102203"/>
                </a:lnTo>
                <a:cubicBezTo>
                  <a:pt x="499221" y="100023"/>
                  <a:pt x="497011" y="98643"/>
                  <a:pt x="494611" y="98679"/>
                </a:cubicBezTo>
                <a:lnTo>
                  <a:pt x="463654" y="98679"/>
                </a:lnTo>
                <a:cubicBezTo>
                  <a:pt x="460235" y="98626"/>
                  <a:pt x="457425" y="101355"/>
                  <a:pt x="457368" y="104773"/>
                </a:cubicBezTo>
                <a:cubicBezTo>
                  <a:pt x="457368" y="104838"/>
                  <a:pt x="457368" y="104902"/>
                  <a:pt x="457368" y="104966"/>
                </a:cubicBezTo>
                <a:lnTo>
                  <a:pt x="457368" y="140684"/>
                </a:lnTo>
                <a:cubicBezTo>
                  <a:pt x="457368" y="144156"/>
                  <a:pt x="454558" y="146971"/>
                  <a:pt x="451081" y="146971"/>
                </a:cubicBezTo>
                <a:lnTo>
                  <a:pt x="437841" y="146971"/>
                </a:lnTo>
                <a:cubicBezTo>
                  <a:pt x="434365" y="146971"/>
                  <a:pt x="431555" y="144156"/>
                  <a:pt x="431555" y="140684"/>
                </a:cubicBezTo>
                <a:lnTo>
                  <a:pt x="431555" y="9716"/>
                </a:lnTo>
                <a:cubicBezTo>
                  <a:pt x="431603" y="6265"/>
                  <a:pt x="434393" y="3480"/>
                  <a:pt x="437841" y="3429"/>
                </a:cubicBezTo>
                <a:close/>
                <a:moveTo>
                  <a:pt x="293633" y="3429"/>
                </a:moveTo>
                <a:lnTo>
                  <a:pt x="306777" y="3429"/>
                </a:lnTo>
                <a:cubicBezTo>
                  <a:pt x="310101" y="3631"/>
                  <a:pt x="312692" y="6387"/>
                  <a:pt x="312683" y="9715"/>
                </a:cubicBezTo>
                <a:lnTo>
                  <a:pt x="312683" y="80677"/>
                </a:lnTo>
                <a:cubicBezTo>
                  <a:pt x="311454" y="102842"/>
                  <a:pt x="328427" y="121805"/>
                  <a:pt x="350592" y="123032"/>
                </a:cubicBezTo>
                <a:cubicBezTo>
                  <a:pt x="372757" y="124258"/>
                  <a:pt x="391721" y="107284"/>
                  <a:pt x="392950" y="85118"/>
                </a:cubicBezTo>
                <a:cubicBezTo>
                  <a:pt x="393026" y="83830"/>
                  <a:pt x="393035" y="82538"/>
                  <a:pt x="392978" y="81248"/>
                </a:cubicBezTo>
                <a:lnTo>
                  <a:pt x="392978" y="9715"/>
                </a:lnTo>
                <a:cubicBezTo>
                  <a:pt x="393026" y="6265"/>
                  <a:pt x="395817" y="3480"/>
                  <a:pt x="399265" y="3429"/>
                </a:cubicBezTo>
                <a:lnTo>
                  <a:pt x="412505" y="3429"/>
                </a:lnTo>
                <a:cubicBezTo>
                  <a:pt x="415943" y="3481"/>
                  <a:pt x="418696" y="6281"/>
                  <a:pt x="418696" y="9715"/>
                </a:cubicBezTo>
                <a:lnTo>
                  <a:pt x="418696" y="81153"/>
                </a:lnTo>
                <a:cubicBezTo>
                  <a:pt x="418696" y="108416"/>
                  <a:pt x="402119" y="131807"/>
                  <a:pt x="378496" y="141799"/>
                </a:cubicBezTo>
                <a:lnTo>
                  <a:pt x="353068" y="146933"/>
                </a:lnTo>
                <a:lnTo>
                  <a:pt x="327634" y="141836"/>
                </a:lnTo>
                <a:cubicBezTo>
                  <a:pt x="303998" y="131878"/>
                  <a:pt x="287389" y="108511"/>
                  <a:pt x="287346" y="81248"/>
                </a:cubicBezTo>
                <a:cubicBezTo>
                  <a:pt x="287346" y="81217"/>
                  <a:pt x="287346" y="81184"/>
                  <a:pt x="287346" y="81153"/>
                </a:cubicBezTo>
                <a:lnTo>
                  <a:pt x="287346" y="9715"/>
                </a:lnTo>
                <a:cubicBezTo>
                  <a:pt x="287394" y="6265"/>
                  <a:pt x="290184" y="3480"/>
                  <a:pt x="293633" y="3429"/>
                </a:cubicBezTo>
                <a:close/>
                <a:moveTo>
                  <a:pt x="6264" y="3333"/>
                </a:moveTo>
                <a:lnTo>
                  <a:pt x="18646" y="3333"/>
                </a:lnTo>
                <a:cubicBezTo>
                  <a:pt x="20692" y="3332"/>
                  <a:pt x="22611" y="4327"/>
                  <a:pt x="23790" y="6000"/>
                </a:cubicBezTo>
                <a:lnTo>
                  <a:pt x="61890" y="59817"/>
                </a:lnTo>
                <a:cubicBezTo>
                  <a:pt x="63109" y="61430"/>
                  <a:pt x="65011" y="62381"/>
                  <a:pt x="67033" y="62388"/>
                </a:cubicBezTo>
                <a:cubicBezTo>
                  <a:pt x="69032" y="62397"/>
                  <a:pt x="70913" y="61439"/>
                  <a:pt x="72081" y="59817"/>
                </a:cubicBezTo>
                <a:lnTo>
                  <a:pt x="110181" y="6000"/>
                </a:lnTo>
                <a:cubicBezTo>
                  <a:pt x="111360" y="4327"/>
                  <a:pt x="113279" y="3332"/>
                  <a:pt x="115325" y="3333"/>
                </a:cubicBezTo>
                <a:lnTo>
                  <a:pt x="127707" y="3333"/>
                </a:lnTo>
                <a:cubicBezTo>
                  <a:pt x="131179" y="3293"/>
                  <a:pt x="134026" y="6076"/>
                  <a:pt x="134065" y="9548"/>
                </a:cubicBezTo>
                <a:cubicBezTo>
                  <a:pt x="134082" y="10908"/>
                  <a:pt x="133655" y="12237"/>
                  <a:pt x="132851" y="13335"/>
                </a:cubicBezTo>
                <a:lnTo>
                  <a:pt x="81702" y="83724"/>
                </a:lnTo>
                <a:cubicBezTo>
                  <a:pt x="80555" y="85300"/>
                  <a:pt x="79953" y="87206"/>
                  <a:pt x="79987" y="89154"/>
                </a:cubicBezTo>
                <a:lnTo>
                  <a:pt x="79987" y="140684"/>
                </a:lnTo>
                <a:cubicBezTo>
                  <a:pt x="79987" y="144156"/>
                  <a:pt x="77172" y="146970"/>
                  <a:pt x="73701" y="146970"/>
                </a:cubicBezTo>
                <a:lnTo>
                  <a:pt x="60270" y="146970"/>
                </a:lnTo>
                <a:cubicBezTo>
                  <a:pt x="56798" y="146970"/>
                  <a:pt x="53984" y="144156"/>
                  <a:pt x="53984" y="140684"/>
                </a:cubicBezTo>
                <a:lnTo>
                  <a:pt x="53984" y="89154"/>
                </a:lnTo>
                <a:cubicBezTo>
                  <a:pt x="54018" y="87206"/>
                  <a:pt x="53416" y="85300"/>
                  <a:pt x="52269" y="83724"/>
                </a:cubicBezTo>
                <a:lnTo>
                  <a:pt x="1215" y="13335"/>
                </a:lnTo>
                <a:cubicBezTo>
                  <a:pt x="-836" y="10533"/>
                  <a:pt x="-229" y="6600"/>
                  <a:pt x="2572" y="4549"/>
                </a:cubicBezTo>
                <a:cubicBezTo>
                  <a:pt x="3643" y="3764"/>
                  <a:pt x="4936" y="3338"/>
                  <a:pt x="6264" y="3333"/>
                </a:cubicBezTo>
                <a:close/>
                <a:moveTo>
                  <a:pt x="1154026" y="3238"/>
                </a:moveTo>
                <a:cubicBezTo>
                  <a:pt x="1195269" y="3186"/>
                  <a:pt x="1228740" y="36577"/>
                  <a:pt x="1228797" y="77819"/>
                </a:cubicBezTo>
                <a:cubicBezTo>
                  <a:pt x="1228797" y="77850"/>
                  <a:pt x="1228797" y="77883"/>
                  <a:pt x="1228797" y="77914"/>
                </a:cubicBezTo>
                <a:cubicBezTo>
                  <a:pt x="1228740" y="119097"/>
                  <a:pt x="1195402" y="152485"/>
                  <a:pt x="1154216" y="152590"/>
                </a:cubicBezTo>
                <a:cubicBezTo>
                  <a:pt x="1112973" y="152642"/>
                  <a:pt x="1079502" y="119252"/>
                  <a:pt x="1079445" y="78009"/>
                </a:cubicBezTo>
                <a:cubicBezTo>
                  <a:pt x="1079388" y="36767"/>
                  <a:pt x="1112783" y="3290"/>
                  <a:pt x="1154026" y="3238"/>
                </a:cubicBezTo>
                <a:close/>
                <a:moveTo>
                  <a:pt x="646058" y="2096"/>
                </a:moveTo>
                <a:lnTo>
                  <a:pt x="659774" y="2096"/>
                </a:lnTo>
                <a:cubicBezTo>
                  <a:pt x="663250" y="2096"/>
                  <a:pt x="666060" y="4911"/>
                  <a:pt x="666060" y="8382"/>
                </a:cubicBezTo>
                <a:lnTo>
                  <a:pt x="666060" y="116491"/>
                </a:lnTo>
                <a:cubicBezTo>
                  <a:pt x="666060" y="119963"/>
                  <a:pt x="668870" y="122778"/>
                  <a:pt x="672346" y="122778"/>
                </a:cubicBezTo>
                <a:lnTo>
                  <a:pt x="750166" y="122778"/>
                </a:lnTo>
                <a:cubicBezTo>
                  <a:pt x="753633" y="122778"/>
                  <a:pt x="756452" y="125592"/>
                  <a:pt x="756452" y="129064"/>
                </a:cubicBezTo>
                <a:lnTo>
                  <a:pt x="756452" y="141733"/>
                </a:lnTo>
                <a:cubicBezTo>
                  <a:pt x="756509" y="145151"/>
                  <a:pt x="753776" y="147966"/>
                  <a:pt x="750356" y="148019"/>
                </a:cubicBezTo>
                <a:cubicBezTo>
                  <a:pt x="750290" y="148020"/>
                  <a:pt x="750232" y="148020"/>
                  <a:pt x="750166" y="148019"/>
                </a:cubicBezTo>
                <a:lnTo>
                  <a:pt x="646058" y="148019"/>
                </a:lnTo>
                <a:cubicBezTo>
                  <a:pt x="642581" y="148019"/>
                  <a:pt x="639771" y="145204"/>
                  <a:pt x="639771" y="141733"/>
                </a:cubicBezTo>
                <a:lnTo>
                  <a:pt x="639771" y="8382"/>
                </a:lnTo>
                <a:cubicBezTo>
                  <a:pt x="639819" y="4932"/>
                  <a:pt x="642609" y="2147"/>
                  <a:pt x="646058" y="2096"/>
                </a:cubicBezTo>
                <a:close/>
                <a:moveTo>
                  <a:pt x="995720" y="191"/>
                </a:moveTo>
                <a:cubicBezTo>
                  <a:pt x="1011922" y="355"/>
                  <a:pt x="1027629" y="5769"/>
                  <a:pt x="1040488" y="15621"/>
                </a:cubicBezTo>
                <a:cubicBezTo>
                  <a:pt x="1044298" y="18466"/>
                  <a:pt x="1047831" y="21654"/>
                  <a:pt x="1051060" y="25146"/>
                </a:cubicBezTo>
                <a:cubicBezTo>
                  <a:pt x="1051127" y="25235"/>
                  <a:pt x="1051194" y="25326"/>
                  <a:pt x="1051251" y="25418"/>
                </a:cubicBezTo>
                <a:cubicBezTo>
                  <a:pt x="1053146" y="28264"/>
                  <a:pt x="1052384" y="32107"/>
                  <a:pt x="1049536" y="34004"/>
                </a:cubicBezTo>
                <a:lnTo>
                  <a:pt x="1038964" y="41434"/>
                </a:lnTo>
                <a:cubicBezTo>
                  <a:pt x="1036478" y="43261"/>
                  <a:pt x="1033020" y="42976"/>
                  <a:pt x="1030867" y="40767"/>
                </a:cubicBezTo>
                <a:cubicBezTo>
                  <a:pt x="1029962" y="39830"/>
                  <a:pt x="1029010" y="38939"/>
                  <a:pt x="1028010" y="38100"/>
                </a:cubicBezTo>
                <a:cubicBezTo>
                  <a:pt x="1027753" y="37997"/>
                  <a:pt x="1027524" y="37834"/>
                  <a:pt x="1027343" y="37624"/>
                </a:cubicBezTo>
                <a:cubicBezTo>
                  <a:pt x="1018532" y="30242"/>
                  <a:pt x="1007407" y="26196"/>
                  <a:pt x="995911" y="26194"/>
                </a:cubicBezTo>
                <a:lnTo>
                  <a:pt x="993815" y="26194"/>
                </a:lnTo>
                <a:cubicBezTo>
                  <a:pt x="992672" y="26099"/>
                  <a:pt x="991529" y="26099"/>
                  <a:pt x="990386" y="26194"/>
                </a:cubicBezTo>
                <a:cubicBezTo>
                  <a:pt x="987414" y="26512"/>
                  <a:pt x="984481" y="27118"/>
                  <a:pt x="981623" y="28004"/>
                </a:cubicBezTo>
                <a:cubicBezTo>
                  <a:pt x="964526" y="33101"/>
                  <a:pt x="951524" y="47046"/>
                  <a:pt x="947638" y="64456"/>
                </a:cubicBezTo>
                <a:cubicBezTo>
                  <a:pt x="941704" y="90998"/>
                  <a:pt x="958411" y="117323"/>
                  <a:pt x="984957" y="123254"/>
                </a:cubicBezTo>
                <a:lnTo>
                  <a:pt x="988957" y="124016"/>
                </a:lnTo>
                <a:lnTo>
                  <a:pt x="992291" y="122968"/>
                </a:lnTo>
                <a:lnTo>
                  <a:pt x="1001816" y="122968"/>
                </a:lnTo>
                <a:cubicBezTo>
                  <a:pt x="1004274" y="122753"/>
                  <a:pt x="1006731" y="122403"/>
                  <a:pt x="1009150" y="121920"/>
                </a:cubicBezTo>
                <a:lnTo>
                  <a:pt x="1010484" y="121920"/>
                </a:lnTo>
                <a:lnTo>
                  <a:pt x="1011817" y="121920"/>
                </a:lnTo>
                <a:lnTo>
                  <a:pt x="1017437" y="119920"/>
                </a:lnTo>
                <a:lnTo>
                  <a:pt x="1018580" y="119444"/>
                </a:lnTo>
                <a:lnTo>
                  <a:pt x="1019723" y="118967"/>
                </a:lnTo>
                <a:lnTo>
                  <a:pt x="1020866" y="118396"/>
                </a:lnTo>
                <a:lnTo>
                  <a:pt x="1023438" y="117062"/>
                </a:lnTo>
                <a:lnTo>
                  <a:pt x="1024200" y="116491"/>
                </a:lnTo>
                <a:cubicBezTo>
                  <a:pt x="1031496" y="110931"/>
                  <a:pt x="1037316" y="103671"/>
                  <a:pt x="1041154" y="95345"/>
                </a:cubicBezTo>
                <a:cubicBezTo>
                  <a:pt x="1041764" y="93613"/>
                  <a:pt x="1041393" y="91690"/>
                  <a:pt x="1040202" y="90297"/>
                </a:cubicBezTo>
                <a:cubicBezTo>
                  <a:pt x="1039135" y="89178"/>
                  <a:pt x="1037649" y="88556"/>
                  <a:pt x="1036106" y="88583"/>
                </a:cubicBezTo>
                <a:lnTo>
                  <a:pt x="1008579" y="88583"/>
                </a:lnTo>
                <a:cubicBezTo>
                  <a:pt x="1005102" y="88583"/>
                  <a:pt x="1002292" y="85768"/>
                  <a:pt x="1002292" y="82296"/>
                </a:cubicBezTo>
                <a:lnTo>
                  <a:pt x="1002292" y="69437"/>
                </a:lnTo>
                <a:cubicBezTo>
                  <a:pt x="1002292" y="69373"/>
                  <a:pt x="1002292" y="69310"/>
                  <a:pt x="1002292" y="69245"/>
                </a:cubicBezTo>
                <a:cubicBezTo>
                  <a:pt x="1002350" y="65826"/>
                  <a:pt x="1005159" y="63097"/>
                  <a:pt x="1008579" y="63151"/>
                </a:cubicBezTo>
                <a:lnTo>
                  <a:pt x="1065729" y="63151"/>
                </a:lnTo>
                <a:lnTo>
                  <a:pt x="1066205" y="63151"/>
                </a:lnTo>
                <a:lnTo>
                  <a:pt x="1066777" y="63151"/>
                </a:lnTo>
                <a:cubicBezTo>
                  <a:pt x="1068139" y="64680"/>
                  <a:pt x="1068672" y="66776"/>
                  <a:pt x="1068205" y="68771"/>
                </a:cubicBezTo>
                <a:lnTo>
                  <a:pt x="1068205" y="80391"/>
                </a:lnTo>
                <a:cubicBezTo>
                  <a:pt x="1068244" y="101700"/>
                  <a:pt x="1059119" y="121997"/>
                  <a:pt x="1043155" y="136112"/>
                </a:cubicBezTo>
                <a:lnTo>
                  <a:pt x="1040869" y="138113"/>
                </a:lnTo>
                <a:lnTo>
                  <a:pt x="1039630" y="139065"/>
                </a:lnTo>
                <a:cubicBezTo>
                  <a:pt x="1038878" y="139697"/>
                  <a:pt x="1038087" y="140270"/>
                  <a:pt x="1037249" y="140780"/>
                </a:cubicBezTo>
                <a:lnTo>
                  <a:pt x="1036011" y="141637"/>
                </a:lnTo>
                <a:lnTo>
                  <a:pt x="1033630" y="143161"/>
                </a:lnTo>
                <a:lnTo>
                  <a:pt x="1032391" y="143923"/>
                </a:lnTo>
                <a:lnTo>
                  <a:pt x="1029915" y="145352"/>
                </a:lnTo>
                <a:lnTo>
                  <a:pt x="1029343" y="145352"/>
                </a:lnTo>
                <a:lnTo>
                  <a:pt x="1025343" y="147257"/>
                </a:lnTo>
                <a:lnTo>
                  <a:pt x="1024676" y="147257"/>
                </a:lnTo>
                <a:lnTo>
                  <a:pt x="1022104" y="148209"/>
                </a:lnTo>
                <a:lnTo>
                  <a:pt x="1020866" y="148209"/>
                </a:lnTo>
                <a:lnTo>
                  <a:pt x="1020104" y="148209"/>
                </a:lnTo>
                <a:lnTo>
                  <a:pt x="1018009" y="148971"/>
                </a:lnTo>
                <a:lnTo>
                  <a:pt x="1017151" y="148971"/>
                </a:lnTo>
                <a:lnTo>
                  <a:pt x="1015913" y="148971"/>
                </a:lnTo>
                <a:lnTo>
                  <a:pt x="1015056" y="148971"/>
                </a:lnTo>
                <a:lnTo>
                  <a:pt x="1013151" y="149447"/>
                </a:lnTo>
                <a:lnTo>
                  <a:pt x="1012103" y="149447"/>
                </a:lnTo>
                <a:lnTo>
                  <a:pt x="1010960" y="149447"/>
                </a:lnTo>
                <a:lnTo>
                  <a:pt x="1009912" y="149447"/>
                </a:lnTo>
                <a:lnTo>
                  <a:pt x="1008103" y="149447"/>
                </a:lnTo>
                <a:lnTo>
                  <a:pt x="1006960" y="149447"/>
                </a:lnTo>
                <a:lnTo>
                  <a:pt x="1005817" y="149447"/>
                </a:lnTo>
                <a:lnTo>
                  <a:pt x="1004578" y="149447"/>
                </a:lnTo>
                <a:lnTo>
                  <a:pt x="1002864" y="149447"/>
                </a:lnTo>
                <a:lnTo>
                  <a:pt x="995720" y="149447"/>
                </a:lnTo>
                <a:cubicBezTo>
                  <a:pt x="993939" y="149511"/>
                  <a:pt x="992167" y="149511"/>
                  <a:pt x="990386" y="149447"/>
                </a:cubicBezTo>
                <a:cubicBezTo>
                  <a:pt x="949171" y="147975"/>
                  <a:pt x="916948" y="113368"/>
                  <a:pt x="918425" y="72152"/>
                </a:cubicBezTo>
                <a:cubicBezTo>
                  <a:pt x="919901" y="30936"/>
                  <a:pt x="954505" y="-1282"/>
                  <a:pt x="995720" y="191"/>
                </a:cubicBezTo>
                <a:close/>
                <a:moveTo>
                  <a:pt x="836558" y="191"/>
                </a:moveTo>
                <a:cubicBezTo>
                  <a:pt x="877801" y="191"/>
                  <a:pt x="911234" y="33625"/>
                  <a:pt x="911234" y="74867"/>
                </a:cubicBezTo>
                <a:cubicBezTo>
                  <a:pt x="911234" y="116109"/>
                  <a:pt x="877801" y="149543"/>
                  <a:pt x="836558" y="149543"/>
                </a:cubicBezTo>
                <a:cubicBezTo>
                  <a:pt x="795315" y="149543"/>
                  <a:pt x="761882" y="116109"/>
                  <a:pt x="761882" y="74867"/>
                </a:cubicBezTo>
                <a:cubicBezTo>
                  <a:pt x="761882" y="33625"/>
                  <a:pt x="795315" y="191"/>
                  <a:pt x="836558" y="191"/>
                </a:cubicBezTo>
                <a:close/>
                <a:moveTo>
                  <a:pt x="200954" y="0"/>
                </a:moveTo>
                <a:cubicBezTo>
                  <a:pt x="242302" y="0"/>
                  <a:pt x="275821" y="33518"/>
                  <a:pt x="275821" y="74867"/>
                </a:cubicBezTo>
                <a:cubicBezTo>
                  <a:pt x="275821" y="116215"/>
                  <a:pt x="242302" y="149733"/>
                  <a:pt x="200954" y="149733"/>
                </a:cubicBezTo>
                <a:cubicBezTo>
                  <a:pt x="159606" y="149733"/>
                  <a:pt x="126088" y="116215"/>
                  <a:pt x="126088" y="74867"/>
                </a:cubicBezTo>
                <a:cubicBezTo>
                  <a:pt x="126088" y="33518"/>
                  <a:pt x="159606" y="0"/>
                  <a:pt x="200954" y="0"/>
                </a:cubicBezTo>
                <a:close/>
              </a:path>
            </a:pathLst>
          </a:cu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291756" y="1819663"/>
            <a:ext cx="2489629" cy="1038204"/>
          </a:xfrm>
          <a:prstGeom prst="rect">
            <a:avLst/>
          </a:prstGeom>
          <a:noFill/>
          <a:ln>
            <a:noFill/>
          </a:ln>
        </p:spPr>
        <p:txBody>
          <a:bodyPr vert="horz" wrap="square" lIns="91440" tIns="45720" rIns="91440" bIns="0" rtlCol="0" anchor="b"/>
          <a:lstStyle/>
          <a:p>
            <a:pPr algn="r">
              <a:lnSpc>
                <a:spcPct val="110000"/>
              </a:lnSpc>
            </a:pPr>
            <a:r>
              <a:rPr kumimoji="1" lang="en-US" altLang="zh-CN" sz="6600">
                <a:ln w="12700">
                  <a:noFill/>
                </a:ln>
                <a:solidFill>
                  <a:srgbClr val="1467F7">
                    <a:alpha val="100000"/>
                  </a:srgbClr>
                </a:solidFill>
                <a:latin typeface="Source Han Sans CN Bold"/>
                <a:ea typeface="Source Han Sans CN Bold"/>
                <a:cs typeface="Source Han Sans CN Bold"/>
              </a:rPr>
              <a:t>PART</a:t>
            </a:r>
            <a:endParaRPr kumimoji="1" lang="zh-CN" altLang="en-US"/>
          </a:p>
        </p:txBody>
      </p:sp>
      <p:sp>
        <p:nvSpPr>
          <p:cNvPr id="16" name="标题 1"/>
          <p:cNvSpPr txBox="1"/>
          <p:nvPr/>
        </p:nvSpPr>
        <p:spPr>
          <a:xfrm>
            <a:off x="2866742" y="896284"/>
            <a:ext cx="1248058" cy="1961583"/>
          </a:xfrm>
          <a:prstGeom prst="rect">
            <a:avLst/>
          </a:prstGeom>
          <a:noFill/>
          <a:ln>
            <a:noFill/>
          </a:ln>
        </p:spPr>
        <p:txBody>
          <a:bodyPr vert="horz" wrap="square" lIns="91440" tIns="45720" rIns="91440" bIns="0" rtlCol="0" anchor="b"/>
          <a:lstStyle/>
          <a:p>
            <a:pPr algn="l">
              <a:lnSpc>
                <a:spcPct val="110000"/>
              </a:lnSpc>
            </a:pPr>
            <a:r>
              <a:rPr kumimoji="1" lang="en-US" altLang="zh-CN" sz="6600">
                <a:ln w="12700">
                  <a:noFill/>
                </a:ln>
                <a:solidFill>
                  <a:srgbClr val="1467F7">
                    <a:alpha val="100000"/>
                  </a:srgbClr>
                </a:solidFill>
                <a:latin typeface="Source Han Sans CN Bold"/>
                <a:ea typeface="Source Han Sans CN Bold"/>
                <a:cs typeface="Source Han Sans CN Bold"/>
              </a:rPr>
              <a:t>01</a:t>
            </a:r>
            <a:endParaRPr kumimoji="1"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2661773" y="4091305"/>
            <a:ext cx="1584960" cy="99060"/>
          </a:xfrm>
          <a:prstGeom prst="rect">
            <a:avLst/>
          </a:prstGeom>
          <a:solidFill>
            <a:schemeClr val="accent1">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7902087" y="2087245"/>
            <a:ext cx="1584960" cy="99060"/>
          </a:xfrm>
          <a:prstGeom prst="rect">
            <a:avLst/>
          </a:prstGeom>
          <a:solidFill>
            <a:schemeClr val="accent1">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823107" y="2291935"/>
            <a:ext cx="3423626" cy="1382810"/>
          </a:xfrm>
          <a:prstGeom prst="rect">
            <a:avLst/>
          </a:prstGeom>
          <a:noFill/>
          <a:ln>
            <a:noFill/>
          </a:ln>
        </p:spPr>
        <p:txBody>
          <a:bodyPr vert="horz" wrap="square" lIns="0" tIns="0" rIns="0" bIns="0" rtlCol="0" anchor="t"/>
          <a:lstStyle/>
          <a:p>
            <a:pPr algn="r">
              <a:lnSpc>
                <a:spcPct val="150000"/>
              </a:lnSpc>
            </a:pPr>
            <a:r>
              <a:rPr kumimoji="1" lang="en-US" altLang="zh-CN" sz="1400">
                <a:ln w="12700">
                  <a:noFill/>
                </a:ln>
                <a:solidFill>
                  <a:srgbClr val="000000">
                    <a:alpha val="100000"/>
                  </a:srgbClr>
                </a:solidFill>
                <a:latin typeface="Source Han Sans"/>
                <a:ea typeface="Source Han Sans"/>
                <a:cs typeface="Source Han Sans"/>
              </a:rPr>
              <a:t>设计规格是电路设计的起点，明确功能和性能要求，是后续设计的依据。
设计输入是将规格转化为 Verilog 代码，是设计实现的关键步骤。</a:t>
            </a:r>
            <a:endParaRPr kumimoji="1" lang="zh-CN" altLang="en-US"/>
          </a:p>
        </p:txBody>
      </p:sp>
      <p:sp>
        <p:nvSpPr>
          <p:cNvPr id="6" name="标题 1"/>
          <p:cNvSpPr txBox="1"/>
          <p:nvPr/>
        </p:nvSpPr>
        <p:spPr>
          <a:xfrm>
            <a:off x="828040" y="4270595"/>
            <a:ext cx="3423626" cy="1382810"/>
          </a:xfrm>
          <a:prstGeom prst="rect">
            <a:avLst/>
          </a:prstGeom>
          <a:noFill/>
          <a:ln>
            <a:noFill/>
          </a:ln>
        </p:spPr>
        <p:txBody>
          <a:bodyPr vert="horz" wrap="square" lIns="0" tIns="0" rIns="0" bIns="0" rtlCol="0" anchor="t"/>
          <a:lstStyle/>
          <a:p>
            <a:pPr algn="r">
              <a:lnSpc>
                <a:spcPct val="150000"/>
              </a:lnSpc>
            </a:pPr>
            <a:r>
              <a:rPr kumimoji="1" lang="en-US" altLang="zh-CN" sz="1400">
                <a:ln w="12700">
                  <a:noFill/>
                </a:ln>
                <a:solidFill>
                  <a:srgbClr val="000000">
                    <a:alpha val="100000"/>
                  </a:srgbClr>
                </a:solidFill>
                <a:latin typeface="Source Han Sans"/>
                <a:ea typeface="Source Han Sans"/>
                <a:cs typeface="Source Han Sans"/>
              </a:rPr>
              <a:t>功能仿真验证代码功能，不考虑时序，确保设计符合预期。
逻辑综合将 RTL 代码转换为门级网表，映射到工艺库，是硬件实现的基础。</a:t>
            </a:r>
            <a:endParaRPr kumimoji="1" lang="zh-CN" altLang="en-US"/>
          </a:p>
        </p:txBody>
      </p:sp>
      <p:sp>
        <p:nvSpPr>
          <p:cNvPr id="7" name="标题 1"/>
          <p:cNvSpPr txBox="1"/>
          <p:nvPr/>
        </p:nvSpPr>
        <p:spPr>
          <a:xfrm>
            <a:off x="830433" y="3754755"/>
            <a:ext cx="3421233" cy="426720"/>
          </a:xfrm>
          <a:prstGeom prst="rect">
            <a:avLst/>
          </a:prstGeom>
          <a:noFill/>
          <a:ln>
            <a:noFill/>
          </a:ln>
        </p:spPr>
        <p:txBody>
          <a:bodyPr vert="horz" wrap="square" lIns="0" tIns="0" rIns="0" bIns="0" rtlCol="0" anchor="b"/>
          <a:lstStyle/>
          <a:p>
            <a:pPr algn="r">
              <a:lnSpc>
                <a:spcPct val="150000"/>
              </a:lnSpc>
            </a:pPr>
            <a:r>
              <a:rPr kumimoji="1" lang="en-US" altLang="zh-CN" sz="1600" dirty="0" err="1">
                <a:ln w="12700">
                  <a:noFill/>
                </a:ln>
                <a:solidFill>
                  <a:srgbClr val="262626">
                    <a:alpha val="100000"/>
                  </a:srgbClr>
                </a:solidFill>
                <a:latin typeface="Source Han Sans CN Bold"/>
                <a:ea typeface="Source Han Sans CN Bold"/>
                <a:cs typeface="Source Han Sans CN Bold"/>
              </a:rPr>
              <a:t>功能仿真</a:t>
            </a:r>
            <a:r>
              <a:rPr kumimoji="1" lang="zh-CN" altLang="en-US" sz="1600" dirty="0">
                <a:ln w="12700">
                  <a:noFill/>
                </a:ln>
                <a:solidFill>
                  <a:srgbClr val="262626">
                    <a:alpha val="100000"/>
                  </a:srgbClr>
                </a:solidFill>
                <a:latin typeface="Source Han Sans CN Bold"/>
                <a:ea typeface="Source Han Sans CN Bold"/>
                <a:cs typeface="Source Han Sans CN Bold"/>
              </a:rPr>
              <a:t>（</a:t>
            </a:r>
            <a:r>
              <a:rPr kumimoji="1" lang="zh-CN" altLang="en-US" sz="1600" b="1" dirty="0">
                <a:ln w="12700">
                  <a:noFill/>
                </a:ln>
                <a:solidFill>
                  <a:srgbClr val="262626">
                    <a:alpha val="100000"/>
                  </a:srgbClr>
                </a:solidFill>
                <a:latin typeface="Source Han Sans CN Bold"/>
                <a:ea typeface="Source Han Sans CN Bold"/>
                <a:cs typeface="Source Han Sans CN Bold"/>
              </a:rPr>
              <a:t>前</a:t>
            </a:r>
            <a:r>
              <a:rPr kumimoji="1" lang="zh-CN" altLang="en-US" sz="1600" dirty="0">
                <a:ln w="12700">
                  <a:noFill/>
                </a:ln>
                <a:solidFill>
                  <a:srgbClr val="262626">
                    <a:alpha val="100000"/>
                  </a:srgbClr>
                </a:solidFill>
                <a:latin typeface="Source Han Sans CN Bold"/>
                <a:ea typeface="Source Han Sans CN Bold"/>
                <a:cs typeface="Source Han Sans CN Bold"/>
              </a:rPr>
              <a:t>仿真）</a:t>
            </a:r>
            <a:r>
              <a:rPr kumimoji="1" lang="en-US" altLang="zh-CN" sz="1600" dirty="0" err="1">
                <a:ln w="12700">
                  <a:noFill/>
                </a:ln>
                <a:solidFill>
                  <a:srgbClr val="262626">
                    <a:alpha val="100000"/>
                  </a:srgbClr>
                </a:solidFill>
                <a:latin typeface="Source Han Sans CN Bold"/>
                <a:ea typeface="Source Han Sans CN Bold"/>
                <a:cs typeface="Source Han Sans CN Bold"/>
              </a:rPr>
              <a:t>与逻辑综合</a:t>
            </a:r>
            <a:endParaRPr kumimoji="1" lang="zh-CN" altLang="en-US" dirty="0"/>
          </a:p>
        </p:txBody>
      </p:sp>
      <p:sp>
        <p:nvSpPr>
          <p:cNvPr id="8" name="标题 1"/>
          <p:cNvSpPr txBox="1"/>
          <p:nvPr/>
        </p:nvSpPr>
        <p:spPr>
          <a:xfrm>
            <a:off x="7902087" y="2251295"/>
            <a:ext cx="3423626" cy="2701070"/>
          </a:xfrm>
          <a:prstGeom prst="rect">
            <a:avLst/>
          </a:prstGeom>
          <a:noFill/>
          <a:ln>
            <a:noFill/>
          </a:ln>
        </p:spPr>
        <p:txBody>
          <a:bodyPr vert="horz" wrap="square" lIns="0" tIns="0" rIns="0" bIns="0" rtlCol="0" anchor="t"/>
          <a:lstStyle/>
          <a:p>
            <a:pPr algn="l">
              <a:lnSpc>
                <a:spcPct val="150000"/>
              </a:lnSpc>
            </a:pPr>
            <a:r>
              <a:rPr kumimoji="1" lang="en-US" altLang="zh-CN" sz="1400">
                <a:ln w="12700">
                  <a:noFill/>
                </a:ln>
                <a:solidFill>
                  <a:srgbClr val="000000">
                    <a:alpha val="100000"/>
                  </a:srgbClr>
                </a:solidFill>
                <a:latin typeface="Source Han Sans"/>
                <a:ea typeface="Source Han Sans"/>
                <a:cs typeface="Source Han Sans"/>
              </a:rPr>
              <a:t>时序仿真考虑门延迟和线延迟，验证电路在指定时钟频率下是否满足时序要求。
布局布线确定门的位置和连线，是物理实现的重要环节。</a:t>
            </a:r>
            <a:endParaRPr kumimoji="1" lang="zh-CN" altLang="en-US"/>
          </a:p>
        </p:txBody>
      </p:sp>
      <p:sp>
        <p:nvSpPr>
          <p:cNvPr id="9" name="标题 1"/>
          <p:cNvSpPr txBox="1"/>
          <p:nvPr/>
        </p:nvSpPr>
        <p:spPr>
          <a:xfrm>
            <a:off x="7902087" y="1748155"/>
            <a:ext cx="3418693" cy="426720"/>
          </a:xfrm>
          <a:prstGeom prst="rect">
            <a:avLst/>
          </a:prstGeom>
          <a:noFill/>
          <a:ln>
            <a:noFill/>
          </a:ln>
        </p:spPr>
        <p:txBody>
          <a:bodyPr vert="horz" wrap="square" lIns="0" tIns="0" rIns="0" bIns="0" rtlCol="0" anchor="b"/>
          <a:lstStyle/>
          <a:p>
            <a:pPr algn="l">
              <a:lnSpc>
                <a:spcPct val="150000"/>
              </a:lnSpc>
            </a:pPr>
            <a:r>
              <a:rPr kumimoji="1" lang="en-US" altLang="zh-CN" sz="1600" dirty="0" err="1">
                <a:ln w="12700">
                  <a:noFill/>
                </a:ln>
                <a:solidFill>
                  <a:srgbClr val="262626">
                    <a:alpha val="100000"/>
                  </a:srgbClr>
                </a:solidFill>
                <a:latin typeface="Source Han Sans CN Bold"/>
                <a:ea typeface="Source Han Sans CN Bold"/>
                <a:cs typeface="Source Han Sans CN Bold"/>
              </a:rPr>
              <a:t>时序仿真</a:t>
            </a:r>
            <a:r>
              <a:rPr kumimoji="1" lang="zh-CN" altLang="en-US" sz="1600" dirty="0">
                <a:ln w="12700">
                  <a:noFill/>
                </a:ln>
                <a:solidFill>
                  <a:srgbClr val="262626">
                    <a:alpha val="100000"/>
                  </a:srgbClr>
                </a:solidFill>
                <a:latin typeface="Source Han Sans CN Bold"/>
                <a:ea typeface="Source Han Sans CN Bold"/>
                <a:cs typeface="Source Han Sans CN Bold"/>
              </a:rPr>
              <a:t>（</a:t>
            </a:r>
            <a:r>
              <a:rPr kumimoji="1" lang="zh-CN" altLang="en-US" sz="1600" b="1" dirty="0">
                <a:ln w="12700">
                  <a:noFill/>
                </a:ln>
                <a:solidFill>
                  <a:srgbClr val="262626">
                    <a:alpha val="100000"/>
                  </a:srgbClr>
                </a:solidFill>
                <a:latin typeface="Source Han Sans CN Bold"/>
                <a:ea typeface="Source Han Sans CN Bold"/>
                <a:cs typeface="Source Han Sans CN Bold"/>
              </a:rPr>
              <a:t>后</a:t>
            </a:r>
            <a:r>
              <a:rPr kumimoji="1" lang="zh-CN" altLang="en-US" sz="1600" dirty="0">
                <a:ln w="12700">
                  <a:noFill/>
                </a:ln>
                <a:solidFill>
                  <a:srgbClr val="262626">
                    <a:alpha val="100000"/>
                  </a:srgbClr>
                </a:solidFill>
                <a:latin typeface="Source Han Sans CN Bold"/>
                <a:ea typeface="Source Han Sans CN Bold"/>
                <a:cs typeface="Source Han Sans CN Bold"/>
              </a:rPr>
              <a:t>仿真）</a:t>
            </a:r>
            <a:r>
              <a:rPr kumimoji="1" lang="en-US" altLang="zh-CN" sz="1600" dirty="0" err="1">
                <a:ln w="12700">
                  <a:noFill/>
                </a:ln>
                <a:solidFill>
                  <a:srgbClr val="262626">
                    <a:alpha val="100000"/>
                  </a:srgbClr>
                </a:solidFill>
                <a:latin typeface="Source Han Sans CN Bold"/>
                <a:ea typeface="Source Han Sans CN Bold"/>
                <a:cs typeface="Source Han Sans CN Bold"/>
              </a:rPr>
              <a:t>与布局布线</a:t>
            </a:r>
            <a:endParaRPr kumimoji="1" lang="zh-CN" altLang="en-US" dirty="0"/>
          </a:p>
        </p:txBody>
      </p:sp>
      <p:sp>
        <p:nvSpPr>
          <p:cNvPr id="10" name="标题 1"/>
          <p:cNvSpPr txBox="1"/>
          <p:nvPr/>
        </p:nvSpPr>
        <p:spPr>
          <a:xfrm>
            <a:off x="5015880" y="2225769"/>
            <a:ext cx="2160240" cy="2160240"/>
          </a:xfrm>
          <a:prstGeom prst="ellipse">
            <a:avLst/>
          </a:prstGeom>
          <a:solidFill>
            <a:schemeClr val="accent1">
              <a:alpha val="1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5139492" y="2349381"/>
            <a:ext cx="1913016" cy="1913016"/>
          </a:xfrm>
          <a:prstGeom prst="ellipse">
            <a:avLst/>
          </a:prstGeom>
          <a:solidFill>
            <a:schemeClr val="accent1">
              <a:alpha val="24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5283507" y="2493397"/>
            <a:ext cx="1624986" cy="1624984"/>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5812323" y="3048703"/>
            <a:ext cx="567354" cy="514372"/>
          </a:xfrm>
          <a:custGeom>
            <a:avLst/>
            <a:gdLst>
              <a:gd name="connsiteX0" fmla="*/ 351048 w 1543905"/>
              <a:gd name="connsiteY0" fmla="*/ 523317 h 1399728"/>
              <a:gd name="connsiteX1" fmla="*/ 351048 w 1543905"/>
              <a:gd name="connsiteY1" fmla="*/ 523317 h 1399728"/>
              <a:gd name="connsiteX2" fmla="*/ 351420 w 1543905"/>
              <a:gd name="connsiteY2" fmla="*/ 523503 h 1399728"/>
              <a:gd name="connsiteX3" fmla="*/ 351420 w 1543905"/>
              <a:gd name="connsiteY3" fmla="*/ 1020031 h 1399728"/>
              <a:gd name="connsiteX4" fmla="*/ 351048 w 1543905"/>
              <a:gd name="connsiteY4" fmla="*/ 1020403 h 1399728"/>
              <a:gd name="connsiteX5" fmla="*/ 163525 w 1543905"/>
              <a:gd name="connsiteY5" fmla="*/ 1020403 h 1399728"/>
              <a:gd name="connsiteX6" fmla="*/ 163153 w 1543905"/>
              <a:gd name="connsiteY6" fmla="*/ 1020031 h 1399728"/>
              <a:gd name="connsiteX7" fmla="*/ 163153 w 1543905"/>
              <a:gd name="connsiteY7" fmla="*/ 523503 h 1399728"/>
              <a:gd name="connsiteX8" fmla="*/ 163153 w 1543905"/>
              <a:gd name="connsiteY8" fmla="*/ 523317 h 1399728"/>
              <a:gd name="connsiteX9" fmla="*/ 163339 w 1543905"/>
              <a:gd name="connsiteY9" fmla="*/ 523131 h 1399728"/>
              <a:gd name="connsiteX10" fmla="*/ 351048 w 1543905"/>
              <a:gd name="connsiteY10" fmla="*/ 523131 h 1399728"/>
              <a:gd name="connsiteX11" fmla="*/ 351048 w 1543905"/>
              <a:gd name="connsiteY11" fmla="*/ 411696 h 1399728"/>
              <a:gd name="connsiteX12" fmla="*/ 163339 w 1543905"/>
              <a:gd name="connsiteY12" fmla="*/ 411696 h 1399728"/>
              <a:gd name="connsiteX13" fmla="*/ 51346 w 1543905"/>
              <a:gd name="connsiteY13" fmla="*/ 523689 h 1399728"/>
              <a:gd name="connsiteX14" fmla="*/ 51346 w 1543905"/>
              <a:gd name="connsiteY14" fmla="*/ 1020217 h 1399728"/>
              <a:gd name="connsiteX15" fmla="*/ 163339 w 1543905"/>
              <a:gd name="connsiteY15" fmla="*/ 1132210 h 1399728"/>
              <a:gd name="connsiteX16" fmla="*/ 351048 w 1543905"/>
              <a:gd name="connsiteY16" fmla="*/ 1132210 h 1399728"/>
              <a:gd name="connsiteX17" fmla="*/ 463042 w 1543905"/>
              <a:gd name="connsiteY17" fmla="*/ 1020217 h 1399728"/>
              <a:gd name="connsiteX18" fmla="*/ 463042 w 1543905"/>
              <a:gd name="connsiteY18" fmla="*/ 523503 h 1399728"/>
              <a:gd name="connsiteX19" fmla="*/ 351048 w 1543905"/>
              <a:gd name="connsiteY19" fmla="*/ 411696 h 1399728"/>
              <a:gd name="connsiteX20" fmla="*/ 865808 w 1543905"/>
              <a:gd name="connsiteY20" fmla="*/ 111621 h 1399728"/>
              <a:gd name="connsiteX21" fmla="*/ 866180 w 1543905"/>
              <a:gd name="connsiteY21" fmla="*/ 111807 h 1399728"/>
              <a:gd name="connsiteX22" fmla="*/ 866180 w 1543905"/>
              <a:gd name="connsiteY22" fmla="*/ 1020031 h 1399728"/>
              <a:gd name="connsiteX23" fmla="*/ 865808 w 1543905"/>
              <a:gd name="connsiteY23" fmla="*/ 1020403 h 1399728"/>
              <a:gd name="connsiteX24" fmla="*/ 678284 w 1543905"/>
              <a:gd name="connsiteY24" fmla="*/ 1020403 h 1399728"/>
              <a:gd name="connsiteX25" fmla="*/ 677912 w 1543905"/>
              <a:gd name="connsiteY25" fmla="*/ 1020031 h 1399728"/>
              <a:gd name="connsiteX26" fmla="*/ 677912 w 1543905"/>
              <a:gd name="connsiteY26" fmla="*/ 111993 h 1399728"/>
              <a:gd name="connsiteX27" fmla="*/ 677912 w 1543905"/>
              <a:gd name="connsiteY27" fmla="*/ 111807 h 1399728"/>
              <a:gd name="connsiteX28" fmla="*/ 678098 w 1543905"/>
              <a:gd name="connsiteY28" fmla="*/ 111621 h 1399728"/>
              <a:gd name="connsiteX29" fmla="*/ 865808 w 1543905"/>
              <a:gd name="connsiteY29" fmla="*/ 111621 h 1399728"/>
              <a:gd name="connsiteX30" fmla="*/ 865808 w 1543905"/>
              <a:gd name="connsiteY30" fmla="*/ 0 h 1399728"/>
              <a:gd name="connsiteX31" fmla="*/ 677912 w 1543905"/>
              <a:gd name="connsiteY31" fmla="*/ 0 h 1399728"/>
              <a:gd name="connsiteX32" fmla="*/ 565919 w 1543905"/>
              <a:gd name="connsiteY32" fmla="*/ 111993 h 1399728"/>
              <a:gd name="connsiteX33" fmla="*/ 565919 w 1543905"/>
              <a:gd name="connsiteY33" fmla="*/ 1020217 h 1399728"/>
              <a:gd name="connsiteX34" fmla="*/ 677912 w 1543905"/>
              <a:gd name="connsiteY34" fmla="*/ 1132210 h 1399728"/>
              <a:gd name="connsiteX35" fmla="*/ 865622 w 1543905"/>
              <a:gd name="connsiteY35" fmla="*/ 1132210 h 1399728"/>
              <a:gd name="connsiteX36" fmla="*/ 977615 w 1543905"/>
              <a:gd name="connsiteY36" fmla="*/ 1020217 h 1399728"/>
              <a:gd name="connsiteX37" fmla="*/ 977615 w 1543905"/>
              <a:gd name="connsiteY37" fmla="*/ 111993 h 1399728"/>
              <a:gd name="connsiteX38" fmla="*/ 865808 w 1543905"/>
              <a:gd name="connsiteY38" fmla="*/ 0 h 1399728"/>
              <a:gd name="connsiteX39" fmla="*/ 1380381 w 1543905"/>
              <a:gd name="connsiteY39" fmla="*/ 729072 h 1399728"/>
              <a:gd name="connsiteX40" fmla="*/ 1380753 w 1543905"/>
              <a:gd name="connsiteY40" fmla="*/ 729258 h 1399728"/>
              <a:gd name="connsiteX41" fmla="*/ 1380753 w 1543905"/>
              <a:gd name="connsiteY41" fmla="*/ 1020031 h 1399728"/>
              <a:gd name="connsiteX42" fmla="*/ 1380381 w 1543905"/>
              <a:gd name="connsiteY42" fmla="*/ 1020403 h 1399728"/>
              <a:gd name="connsiteX43" fmla="*/ 1192858 w 1543905"/>
              <a:gd name="connsiteY43" fmla="*/ 1020403 h 1399728"/>
              <a:gd name="connsiteX44" fmla="*/ 1192485 w 1543905"/>
              <a:gd name="connsiteY44" fmla="*/ 1020031 h 1399728"/>
              <a:gd name="connsiteX45" fmla="*/ 1192485 w 1543905"/>
              <a:gd name="connsiteY45" fmla="*/ 729444 h 1399728"/>
              <a:gd name="connsiteX46" fmla="*/ 1192485 w 1543905"/>
              <a:gd name="connsiteY46" fmla="*/ 729258 h 1399728"/>
              <a:gd name="connsiteX47" fmla="*/ 1192671 w 1543905"/>
              <a:gd name="connsiteY47" fmla="*/ 729072 h 1399728"/>
              <a:gd name="connsiteX48" fmla="*/ 1380381 w 1543905"/>
              <a:gd name="connsiteY48" fmla="*/ 729072 h 1399728"/>
              <a:gd name="connsiteX49" fmla="*/ 1380381 w 1543905"/>
              <a:gd name="connsiteY49" fmla="*/ 617451 h 1399728"/>
              <a:gd name="connsiteX50" fmla="*/ 1192671 w 1543905"/>
              <a:gd name="connsiteY50" fmla="*/ 617451 h 1399728"/>
              <a:gd name="connsiteX51" fmla="*/ 1080678 w 1543905"/>
              <a:gd name="connsiteY51" fmla="*/ 729444 h 1399728"/>
              <a:gd name="connsiteX52" fmla="*/ 1080678 w 1543905"/>
              <a:gd name="connsiteY52" fmla="*/ 1020031 h 1399728"/>
              <a:gd name="connsiteX53" fmla="*/ 1192671 w 1543905"/>
              <a:gd name="connsiteY53" fmla="*/ 1132024 h 1399728"/>
              <a:gd name="connsiteX54" fmla="*/ 1380381 w 1543905"/>
              <a:gd name="connsiteY54" fmla="*/ 1132024 h 1399728"/>
              <a:gd name="connsiteX55" fmla="*/ 1492374 w 1543905"/>
              <a:gd name="connsiteY55" fmla="*/ 1020031 h 1399728"/>
              <a:gd name="connsiteX56" fmla="*/ 1492374 w 1543905"/>
              <a:gd name="connsiteY56" fmla="*/ 729444 h 1399728"/>
              <a:gd name="connsiteX57" fmla="*/ 1380381 w 1543905"/>
              <a:gd name="connsiteY57" fmla="*/ 617451 h 1399728"/>
              <a:gd name="connsiteX58" fmla="*/ 1481956 w 1543905"/>
              <a:gd name="connsiteY58" fmla="*/ 1276201 h 1399728"/>
              <a:gd name="connsiteX59" fmla="*/ 61764 w 1543905"/>
              <a:gd name="connsiteY59" fmla="*/ 1276201 h 1399728"/>
              <a:gd name="connsiteX60" fmla="*/ 0 w 1543905"/>
              <a:gd name="connsiteY60" fmla="*/ 1337965 h 1399728"/>
              <a:gd name="connsiteX61" fmla="*/ 61764 w 1543905"/>
              <a:gd name="connsiteY61" fmla="*/ 1399729 h 1399728"/>
              <a:gd name="connsiteX62" fmla="*/ 1482142 w 1543905"/>
              <a:gd name="connsiteY62" fmla="*/ 1399729 h 1399728"/>
              <a:gd name="connsiteX63" fmla="*/ 1543906 w 1543905"/>
              <a:gd name="connsiteY63" fmla="*/ 1337965 h 1399728"/>
              <a:gd name="connsiteX64" fmla="*/ 1481956 w 1543905"/>
              <a:gd name="connsiteY64" fmla="*/ 1276201 h 1399728"/>
            </a:gdLst>
            <a:ahLst/>
            <a:cxnLst/>
            <a:rect l="l" t="t" r="r" b="b"/>
            <a:pathLst>
              <a:path w="1543905" h="1399728">
                <a:moveTo>
                  <a:pt x="351048" y="523317"/>
                </a:moveTo>
                <a:cubicBezTo>
                  <a:pt x="351234" y="523317"/>
                  <a:pt x="351234" y="523317"/>
                  <a:pt x="351048" y="523317"/>
                </a:cubicBezTo>
                <a:cubicBezTo>
                  <a:pt x="351234" y="523317"/>
                  <a:pt x="351420" y="523503"/>
                  <a:pt x="351420" y="523503"/>
                </a:cubicBezTo>
                <a:lnTo>
                  <a:pt x="351420" y="1020031"/>
                </a:lnTo>
                <a:lnTo>
                  <a:pt x="351048" y="1020403"/>
                </a:lnTo>
                <a:lnTo>
                  <a:pt x="163525" y="1020403"/>
                </a:lnTo>
                <a:lnTo>
                  <a:pt x="163153" y="1020031"/>
                </a:lnTo>
                <a:lnTo>
                  <a:pt x="163153" y="523503"/>
                </a:lnTo>
                <a:lnTo>
                  <a:pt x="163153" y="523317"/>
                </a:lnTo>
                <a:lnTo>
                  <a:pt x="163339" y="523131"/>
                </a:lnTo>
                <a:lnTo>
                  <a:pt x="351048" y="523131"/>
                </a:lnTo>
                <a:moveTo>
                  <a:pt x="351048" y="411696"/>
                </a:moveTo>
                <a:lnTo>
                  <a:pt x="163339" y="411696"/>
                </a:lnTo>
                <a:cubicBezTo>
                  <a:pt x="101575" y="411696"/>
                  <a:pt x="51346" y="461739"/>
                  <a:pt x="51346" y="523689"/>
                </a:cubicBezTo>
                <a:lnTo>
                  <a:pt x="51346" y="1020217"/>
                </a:lnTo>
                <a:cubicBezTo>
                  <a:pt x="51346" y="1081795"/>
                  <a:pt x="101761" y="1132210"/>
                  <a:pt x="163339" y="1132210"/>
                </a:cubicBezTo>
                <a:lnTo>
                  <a:pt x="351048" y="1132210"/>
                </a:lnTo>
                <a:cubicBezTo>
                  <a:pt x="412626" y="1132210"/>
                  <a:pt x="463042" y="1081795"/>
                  <a:pt x="463042" y="1020217"/>
                </a:cubicBezTo>
                <a:lnTo>
                  <a:pt x="463042" y="523503"/>
                </a:lnTo>
                <a:cubicBezTo>
                  <a:pt x="463042" y="461739"/>
                  <a:pt x="412998" y="411696"/>
                  <a:pt x="351048" y="411696"/>
                </a:cubicBezTo>
                <a:close/>
                <a:moveTo>
                  <a:pt x="865808" y="111621"/>
                </a:moveTo>
                <a:cubicBezTo>
                  <a:pt x="865994" y="111621"/>
                  <a:pt x="866180" y="111807"/>
                  <a:pt x="866180" y="111807"/>
                </a:cubicBezTo>
                <a:lnTo>
                  <a:pt x="866180" y="1020031"/>
                </a:lnTo>
                <a:lnTo>
                  <a:pt x="865808" y="1020403"/>
                </a:lnTo>
                <a:lnTo>
                  <a:pt x="678284" y="1020403"/>
                </a:lnTo>
                <a:lnTo>
                  <a:pt x="677912" y="1020031"/>
                </a:lnTo>
                <a:lnTo>
                  <a:pt x="677912" y="111993"/>
                </a:lnTo>
                <a:lnTo>
                  <a:pt x="677912" y="111807"/>
                </a:lnTo>
                <a:lnTo>
                  <a:pt x="678098" y="111621"/>
                </a:lnTo>
                <a:lnTo>
                  <a:pt x="865808" y="111621"/>
                </a:lnTo>
                <a:moveTo>
                  <a:pt x="865808" y="0"/>
                </a:moveTo>
                <a:lnTo>
                  <a:pt x="677912" y="0"/>
                </a:lnTo>
                <a:cubicBezTo>
                  <a:pt x="616148" y="0"/>
                  <a:pt x="565919" y="50043"/>
                  <a:pt x="565919" y="111993"/>
                </a:cubicBezTo>
                <a:lnTo>
                  <a:pt x="565919" y="1020217"/>
                </a:lnTo>
                <a:cubicBezTo>
                  <a:pt x="565919" y="1081795"/>
                  <a:pt x="616335" y="1132210"/>
                  <a:pt x="677912" y="1132210"/>
                </a:cubicBezTo>
                <a:lnTo>
                  <a:pt x="865622" y="1132210"/>
                </a:lnTo>
                <a:cubicBezTo>
                  <a:pt x="927199" y="1132210"/>
                  <a:pt x="977615" y="1081795"/>
                  <a:pt x="977615" y="1020217"/>
                </a:cubicBezTo>
                <a:lnTo>
                  <a:pt x="977615" y="111993"/>
                </a:lnTo>
                <a:cubicBezTo>
                  <a:pt x="977615" y="50043"/>
                  <a:pt x="927571" y="0"/>
                  <a:pt x="865808" y="0"/>
                </a:cubicBezTo>
                <a:close/>
                <a:moveTo>
                  <a:pt x="1380381" y="729072"/>
                </a:moveTo>
                <a:cubicBezTo>
                  <a:pt x="1380567" y="729072"/>
                  <a:pt x="1380753" y="729258"/>
                  <a:pt x="1380753" y="729258"/>
                </a:cubicBezTo>
                <a:lnTo>
                  <a:pt x="1380753" y="1020031"/>
                </a:lnTo>
                <a:lnTo>
                  <a:pt x="1380381" y="1020403"/>
                </a:lnTo>
                <a:lnTo>
                  <a:pt x="1192858" y="1020403"/>
                </a:lnTo>
                <a:lnTo>
                  <a:pt x="1192485" y="1020031"/>
                </a:lnTo>
                <a:lnTo>
                  <a:pt x="1192485" y="729444"/>
                </a:lnTo>
                <a:lnTo>
                  <a:pt x="1192485" y="729258"/>
                </a:lnTo>
                <a:lnTo>
                  <a:pt x="1192671" y="729072"/>
                </a:lnTo>
                <a:lnTo>
                  <a:pt x="1380381" y="729072"/>
                </a:lnTo>
                <a:moveTo>
                  <a:pt x="1380381" y="617451"/>
                </a:moveTo>
                <a:lnTo>
                  <a:pt x="1192671" y="617451"/>
                </a:lnTo>
                <a:cubicBezTo>
                  <a:pt x="1130908" y="617451"/>
                  <a:pt x="1080678" y="667494"/>
                  <a:pt x="1080678" y="729444"/>
                </a:cubicBezTo>
                <a:lnTo>
                  <a:pt x="1080678" y="1020031"/>
                </a:lnTo>
                <a:cubicBezTo>
                  <a:pt x="1080678" y="1081608"/>
                  <a:pt x="1131094" y="1132024"/>
                  <a:pt x="1192671" y="1132024"/>
                </a:cubicBezTo>
                <a:lnTo>
                  <a:pt x="1380381" y="1132024"/>
                </a:lnTo>
                <a:cubicBezTo>
                  <a:pt x="1441959" y="1132024"/>
                  <a:pt x="1492374" y="1081608"/>
                  <a:pt x="1492374" y="1020031"/>
                </a:cubicBezTo>
                <a:lnTo>
                  <a:pt x="1492374" y="729444"/>
                </a:lnTo>
                <a:cubicBezTo>
                  <a:pt x="1492374" y="667680"/>
                  <a:pt x="1442145" y="617451"/>
                  <a:pt x="1380381" y="617451"/>
                </a:cubicBezTo>
                <a:close/>
                <a:moveTo>
                  <a:pt x="1481956" y="1276201"/>
                </a:moveTo>
                <a:lnTo>
                  <a:pt x="61764" y="1276201"/>
                </a:lnTo>
                <a:cubicBezTo>
                  <a:pt x="27719" y="1276201"/>
                  <a:pt x="0" y="1303920"/>
                  <a:pt x="0" y="1337965"/>
                </a:cubicBezTo>
                <a:cubicBezTo>
                  <a:pt x="0" y="1372009"/>
                  <a:pt x="27719" y="1399729"/>
                  <a:pt x="61764" y="1399729"/>
                </a:cubicBezTo>
                <a:lnTo>
                  <a:pt x="1482142" y="1399729"/>
                </a:lnTo>
                <a:cubicBezTo>
                  <a:pt x="1516187" y="1399729"/>
                  <a:pt x="1543906" y="1372009"/>
                  <a:pt x="1543906" y="1337965"/>
                </a:cubicBezTo>
                <a:cubicBezTo>
                  <a:pt x="1543720" y="1303734"/>
                  <a:pt x="1516187" y="1276201"/>
                  <a:pt x="1481956" y="1276201"/>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4" name="标题 1"/>
          <p:cNvSpPr txBox="1"/>
          <p:nvPr/>
        </p:nvSpPr>
        <p:spPr>
          <a:xfrm>
            <a:off x="2661773" y="2135505"/>
            <a:ext cx="1584960" cy="99060"/>
          </a:xfrm>
          <a:prstGeom prst="rect">
            <a:avLst/>
          </a:prstGeom>
          <a:solidFill>
            <a:schemeClr val="accent1">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825500" y="1801495"/>
            <a:ext cx="3421233" cy="426720"/>
          </a:xfrm>
          <a:prstGeom prst="rect">
            <a:avLst/>
          </a:prstGeom>
          <a:noFill/>
          <a:ln>
            <a:noFill/>
          </a:ln>
        </p:spPr>
        <p:txBody>
          <a:bodyPr vert="horz" wrap="square" lIns="0" tIns="0" rIns="0" bIns="0" rtlCol="0" anchor="b"/>
          <a:lstStyle/>
          <a:p>
            <a:pPr algn="r">
              <a:lnSpc>
                <a:spcPct val="150000"/>
              </a:lnSpc>
            </a:pPr>
            <a:r>
              <a:rPr kumimoji="1" lang="en-US" altLang="zh-CN" sz="1600">
                <a:ln w="12700">
                  <a:noFill/>
                </a:ln>
                <a:solidFill>
                  <a:srgbClr val="262626">
                    <a:alpha val="100000"/>
                  </a:srgbClr>
                </a:solidFill>
                <a:latin typeface="Source Han Sans CN Bold"/>
                <a:ea typeface="Source Han Sans CN Bold"/>
                <a:cs typeface="Source Han Sans CN Bold"/>
              </a:rPr>
              <a:t>设计规格与输入</a:t>
            </a:r>
            <a:endParaRPr kumimoji="1" lang="zh-CN" altLang="en-US"/>
          </a:p>
        </p:txBody>
      </p:sp>
      <p:sp>
        <p:nvSpPr>
          <p:cNvPr id="16" name="标题 1"/>
          <p:cNvSpPr txBox="1"/>
          <p:nvPr/>
        </p:nvSpPr>
        <p:spPr>
          <a:xfrm>
            <a:off x="660400" y="323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a:ea typeface="Source Han Sans CN Bold"/>
                <a:cs typeface="Source Han Sans CN Bold"/>
              </a:rPr>
              <a:t>设计流程</a:t>
            </a:r>
            <a:endParaRPr kumimoji="1" lang="zh-CN" altLang="en-US"/>
          </a:p>
        </p:txBody>
      </p:sp>
      <p:cxnSp>
        <p:nvCxnSpPr>
          <p:cNvPr id="17" name="标题 1"/>
          <p:cNvCxnSpPr/>
          <p:nvPr/>
        </p:nvCxnSpPr>
        <p:spPr>
          <a:xfrm>
            <a:off x="0" y="958850"/>
            <a:ext cx="12122150" cy="0"/>
          </a:xfrm>
          <a:prstGeom prst="line">
            <a:avLst/>
          </a:prstGeom>
          <a:noFill/>
          <a:ln w="28575" cap="sq">
            <a:solidFill>
              <a:schemeClr val="accent1"/>
            </a:solidFill>
            <a:miter/>
          </a:ln>
        </p:spPr>
      </p:cxnSp>
      <p:pic>
        <p:nvPicPr>
          <p:cNvPr id="1026" name="Picture 2">
            <a:extLst>
              <a:ext uri="{FF2B5EF4-FFF2-40B4-BE49-F238E27FC236}">
                <a16:creationId xmlns:a16="http://schemas.microsoft.com/office/drawing/2014/main" id="{018FB879-0533-029F-111C-44493D4D2A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78979" y="4413613"/>
            <a:ext cx="4016135" cy="2070998"/>
          </a:xfrm>
          <a:prstGeom prst="rect">
            <a:avLst/>
          </a:prstGeom>
          <a:noFill/>
          <a:extLst>
            <a:ext uri="{909E8E84-426E-40DD-AFC4-6F175D3DCCD1}">
              <a14:hiddenFill xmlns:a14="http://schemas.microsoft.com/office/drawing/2010/main">
                <a:solidFill>
                  <a:srgbClr val="FFFFFF"/>
                </a:solidFill>
              </a14:hiddenFill>
            </a:ext>
          </a:extLst>
        </p:spPr>
      </p:pic>
      <p:sp>
        <p:nvSpPr>
          <p:cNvPr id="18" name="文本框 17">
            <a:extLst>
              <a:ext uri="{FF2B5EF4-FFF2-40B4-BE49-F238E27FC236}">
                <a16:creationId xmlns:a16="http://schemas.microsoft.com/office/drawing/2014/main" id="{91FF7960-C722-4877-C4B9-3F2C130ED7DD}"/>
              </a:ext>
            </a:extLst>
          </p:cNvPr>
          <p:cNvSpPr txBox="1"/>
          <p:nvPr/>
        </p:nvSpPr>
        <p:spPr>
          <a:xfrm>
            <a:off x="7634460" y="4016677"/>
            <a:ext cx="2480320" cy="369332"/>
          </a:xfrm>
          <a:prstGeom prst="rect">
            <a:avLst/>
          </a:prstGeom>
          <a:noFill/>
        </p:spPr>
        <p:txBody>
          <a:bodyPr wrap="square" rtlCol="0">
            <a:spAutoFit/>
          </a:bodyPr>
          <a:lstStyle/>
          <a:p>
            <a:r>
              <a:rPr lang="zh-CN" altLang="en-US" b="1" i="0" dirty="0">
                <a:solidFill>
                  <a:srgbClr val="333333"/>
                </a:solidFill>
                <a:effectLst/>
                <a:latin typeface="Helvetica Neue"/>
              </a:rPr>
              <a:t>自上而下的设计方法</a:t>
            </a:r>
            <a:endParaRPr lang="zh-CN" altLang="en-US"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5400000">
            <a:off x="6623532" y="653295"/>
            <a:ext cx="1804736" cy="6020468"/>
          </a:xfrm>
          <a:prstGeom prst="round2SameRect">
            <a:avLst>
              <a:gd name="adj1" fmla="val 50000"/>
              <a:gd name="adj2" fmla="val 0"/>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rot="16200000" flipH="1">
            <a:off x="3685486" y="-977566"/>
            <a:ext cx="1804736" cy="6020468"/>
          </a:xfrm>
          <a:prstGeom prst="round2SameRect">
            <a:avLst>
              <a:gd name="adj1" fmla="val 50000"/>
              <a:gd name="adj2" fmla="val 0"/>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2213350" y="1693033"/>
            <a:ext cx="5183524" cy="1115869"/>
          </a:xfrm>
          <a:prstGeom prst="rect">
            <a:avLst/>
          </a:prstGeom>
          <a:noFill/>
          <a:ln>
            <a:noFill/>
          </a:ln>
        </p:spPr>
        <p:txBody>
          <a:bodyPr vert="horz" wrap="square" lIns="0" tIns="0" rIns="0" bIns="0" rtlCol="0" anchor="t"/>
          <a:lstStyle/>
          <a:p>
            <a:pPr algn="l">
              <a:lnSpc>
                <a:spcPct val="150000"/>
              </a:lnSpc>
            </a:pPr>
            <a:r>
              <a:rPr kumimoji="1" lang="en-US" altLang="zh-CN" sz="1400">
                <a:ln w="12700">
                  <a:noFill/>
                </a:ln>
                <a:solidFill>
                  <a:srgbClr val="262626">
                    <a:alpha val="100000"/>
                  </a:srgbClr>
                </a:solidFill>
                <a:latin typeface="Source Han Sans"/>
                <a:ea typeface="Source Han Sans"/>
                <a:cs typeface="Source Han Sans"/>
              </a:rPr>
              <a:t>模块是 Verilog 的基本设计单元，描述电路功能和接口。
包括端口声明、内部信号声明和功能描述。</a:t>
            </a:r>
            <a:endParaRPr kumimoji="1" lang="zh-CN" altLang="en-US"/>
          </a:p>
        </p:txBody>
      </p:sp>
      <p:sp>
        <p:nvSpPr>
          <p:cNvPr id="6" name="标题 1"/>
          <p:cNvSpPr txBox="1"/>
          <p:nvPr/>
        </p:nvSpPr>
        <p:spPr>
          <a:xfrm>
            <a:off x="1350399" y="1739900"/>
            <a:ext cx="585537" cy="585537"/>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10243365" y="3370761"/>
            <a:ext cx="585537" cy="585537"/>
          </a:xfrm>
          <a:prstGeom prst="ellipse">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a:off x="1495276" y="1895858"/>
            <a:ext cx="295783" cy="273620"/>
          </a:xfrm>
          <a:custGeom>
            <a:avLst/>
            <a:gdLst>
              <a:gd name="connsiteX0" fmla="*/ 56258 w 778320"/>
              <a:gd name="connsiteY0" fmla="*/ 333700 h 720001"/>
              <a:gd name="connsiteX1" fmla="*/ 56258 w 778320"/>
              <a:gd name="connsiteY1" fmla="*/ 627457 h 720001"/>
              <a:gd name="connsiteX2" fmla="*/ 66946 w 778320"/>
              <a:gd name="connsiteY2" fmla="*/ 653054 h 720001"/>
              <a:gd name="connsiteX3" fmla="*/ 92544 w 778320"/>
              <a:gd name="connsiteY3" fmla="*/ 663743 h 720001"/>
              <a:gd name="connsiteX4" fmla="*/ 685683 w 778320"/>
              <a:gd name="connsiteY4" fmla="*/ 663743 h 720001"/>
              <a:gd name="connsiteX5" fmla="*/ 711281 w 778320"/>
              <a:gd name="connsiteY5" fmla="*/ 653054 h 720001"/>
              <a:gd name="connsiteX6" fmla="*/ 721969 w 778320"/>
              <a:gd name="connsiteY6" fmla="*/ 627457 h 720001"/>
              <a:gd name="connsiteX7" fmla="*/ 721969 w 778320"/>
              <a:gd name="connsiteY7" fmla="*/ 333700 h 720001"/>
              <a:gd name="connsiteX8" fmla="*/ 92544 w 778320"/>
              <a:gd name="connsiteY8" fmla="*/ 142049 h 720001"/>
              <a:gd name="connsiteX9" fmla="*/ 56258 w 778320"/>
              <a:gd name="connsiteY9" fmla="*/ 178336 h 720001"/>
              <a:gd name="connsiteX10" fmla="*/ 56258 w 778320"/>
              <a:gd name="connsiteY10" fmla="*/ 277443 h 720001"/>
              <a:gd name="connsiteX11" fmla="*/ 721969 w 778320"/>
              <a:gd name="connsiteY11" fmla="*/ 277443 h 720001"/>
              <a:gd name="connsiteX12" fmla="*/ 721969 w 778320"/>
              <a:gd name="connsiteY12" fmla="*/ 178336 h 720001"/>
              <a:gd name="connsiteX13" fmla="*/ 685683 w 778320"/>
              <a:gd name="connsiteY13" fmla="*/ 142049 h 720001"/>
              <a:gd name="connsiteX14" fmla="*/ 561355 w 778320"/>
              <a:gd name="connsiteY14" fmla="*/ 142049 h 720001"/>
              <a:gd name="connsiteX15" fmla="*/ 561355 w 778320"/>
              <a:gd name="connsiteY15" fmla="*/ 201026 h 720001"/>
              <a:gd name="connsiteX16" fmla="*/ 533226 w 778320"/>
              <a:gd name="connsiteY16" fmla="*/ 229249 h 720001"/>
              <a:gd name="connsiteX17" fmla="*/ 505097 w 778320"/>
              <a:gd name="connsiteY17" fmla="*/ 201120 h 720001"/>
              <a:gd name="connsiteX18" fmla="*/ 505097 w 778320"/>
              <a:gd name="connsiteY18" fmla="*/ 142049 h 720001"/>
              <a:gd name="connsiteX19" fmla="*/ 273129 w 778320"/>
              <a:gd name="connsiteY19" fmla="*/ 142049 h 720001"/>
              <a:gd name="connsiteX20" fmla="*/ 273129 w 778320"/>
              <a:gd name="connsiteY20" fmla="*/ 201026 h 720001"/>
              <a:gd name="connsiteX21" fmla="*/ 245001 w 778320"/>
              <a:gd name="connsiteY21" fmla="*/ 229249 h 720001"/>
              <a:gd name="connsiteX22" fmla="*/ 216872 w 778320"/>
              <a:gd name="connsiteY22" fmla="*/ 201120 h 720001"/>
              <a:gd name="connsiteX23" fmla="*/ 216872 w 778320"/>
              <a:gd name="connsiteY23" fmla="*/ 142049 h 720001"/>
              <a:gd name="connsiteX24" fmla="*/ 245001 w 778320"/>
              <a:gd name="connsiteY24" fmla="*/ 0 h 720001"/>
              <a:gd name="connsiteX25" fmla="*/ 273129 w 778320"/>
              <a:gd name="connsiteY25" fmla="*/ 28129 h 720001"/>
              <a:gd name="connsiteX26" fmla="*/ 273129 w 778320"/>
              <a:gd name="connsiteY26" fmla="*/ 85792 h 720001"/>
              <a:gd name="connsiteX27" fmla="*/ 505097 w 778320"/>
              <a:gd name="connsiteY27" fmla="*/ 85792 h 720001"/>
              <a:gd name="connsiteX28" fmla="*/ 505097 w 778320"/>
              <a:gd name="connsiteY28" fmla="*/ 28129 h 720001"/>
              <a:gd name="connsiteX29" fmla="*/ 533226 w 778320"/>
              <a:gd name="connsiteY29" fmla="*/ 0 h 720001"/>
              <a:gd name="connsiteX30" fmla="*/ 561355 w 778320"/>
              <a:gd name="connsiteY30" fmla="*/ 28129 h 720001"/>
              <a:gd name="connsiteX31" fmla="*/ 561355 w 778320"/>
              <a:gd name="connsiteY31" fmla="*/ 85792 h 720001"/>
              <a:gd name="connsiteX32" fmla="*/ 685683 w 778320"/>
              <a:gd name="connsiteY32" fmla="*/ 85792 h 720001"/>
              <a:gd name="connsiteX33" fmla="*/ 778320 w 778320"/>
              <a:gd name="connsiteY33" fmla="*/ 178336 h 720001"/>
              <a:gd name="connsiteX34" fmla="*/ 778320 w 778320"/>
              <a:gd name="connsiteY34" fmla="*/ 627457 h 720001"/>
              <a:gd name="connsiteX35" fmla="*/ 685777 w 778320"/>
              <a:gd name="connsiteY35" fmla="*/ 720001 h 720001"/>
              <a:gd name="connsiteX36" fmla="*/ 92544 w 778320"/>
              <a:gd name="connsiteY36" fmla="*/ 720001 h 720001"/>
              <a:gd name="connsiteX37" fmla="*/ 0 w 778320"/>
              <a:gd name="connsiteY37" fmla="*/ 627457 h 720001"/>
              <a:gd name="connsiteX38" fmla="*/ 0 w 778320"/>
              <a:gd name="connsiteY38" fmla="*/ 333700 h 720001"/>
              <a:gd name="connsiteX39" fmla="*/ 0 w 778320"/>
              <a:gd name="connsiteY39" fmla="*/ 277443 h 720001"/>
              <a:gd name="connsiteX40" fmla="*/ 0 w 778320"/>
              <a:gd name="connsiteY40" fmla="*/ 178336 h 720001"/>
              <a:gd name="connsiteX41" fmla="*/ 92544 w 778320"/>
              <a:gd name="connsiteY41" fmla="*/ 85792 h 720001"/>
              <a:gd name="connsiteX42" fmla="*/ 216872 w 778320"/>
              <a:gd name="connsiteY42" fmla="*/ 85792 h 720001"/>
              <a:gd name="connsiteX43" fmla="*/ 216872 w 778320"/>
              <a:gd name="connsiteY43" fmla="*/ 28129 h 720001"/>
              <a:gd name="connsiteX44" fmla="*/ 245001 w 778320"/>
              <a:gd name="connsiteY44" fmla="*/ 0 h 720001"/>
            </a:gdLst>
            <a:ahLst/>
            <a:cxnLst/>
            <a:rect l="l" t="t" r="r" b="b"/>
            <a:pathLst>
              <a:path w="778320" h="720001">
                <a:moveTo>
                  <a:pt x="56258" y="333700"/>
                </a:moveTo>
                <a:lnTo>
                  <a:pt x="56258" y="627457"/>
                </a:lnTo>
                <a:cubicBezTo>
                  <a:pt x="56258" y="637115"/>
                  <a:pt x="60008" y="646116"/>
                  <a:pt x="66946" y="653054"/>
                </a:cubicBezTo>
                <a:cubicBezTo>
                  <a:pt x="73885" y="659899"/>
                  <a:pt x="82980" y="663743"/>
                  <a:pt x="92544" y="663743"/>
                </a:cubicBezTo>
                <a:lnTo>
                  <a:pt x="685683" y="663743"/>
                </a:lnTo>
                <a:cubicBezTo>
                  <a:pt x="695341" y="663743"/>
                  <a:pt x="704342" y="659993"/>
                  <a:pt x="711281" y="653054"/>
                </a:cubicBezTo>
                <a:cubicBezTo>
                  <a:pt x="718125" y="646116"/>
                  <a:pt x="721969" y="637021"/>
                  <a:pt x="721969" y="627457"/>
                </a:cubicBezTo>
                <a:lnTo>
                  <a:pt x="721969" y="333700"/>
                </a:lnTo>
                <a:close/>
                <a:moveTo>
                  <a:pt x="92544" y="142049"/>
                </a:moveTo>
                <a:cubicBezTo>
                  <a:pt x="72478" y="142049"/>
                  <a:pt x="56258" y="158364"/>
                  <a:pt x="56258" y="178336"/>
                </a:cubicBezTo>
                <a:lnTo>
                  <a:pt x="56258" y="277443"/>
                </a:lnTo>
                <a:lnTo>
                  <a:pt x="721969" y="277443"/>
                </a:lnTo>
                <a:lnTo>
                  <a:pt x="721969" y="178336"/>
                </a:lnTo>
                <a:cubicBezTo>
                  <a:pt x="721969" y="158270"/>
                  <a:pt x="705655" y="142049"/>
                  <a:pt x="685683" y="142049"/>
                </a:cubicBezTo>
                <a:lnTo>
                  <a:pt x="561355" y="142049"/>
                </a:lnTo>
                <a:lnTo>
                  <a:pt x="561355" y="201026"/>
                </a:lnTo>
                <a:cubicBezTo>
                  <a:pt x="561355" y="216591"/>
                  <a:pt x="548790" y="229249"/>
                  <a:pt x="533226" y="229249"/>
                </a:cubicBezTo>
                <a:cubicBezTo>
                  <a:pt x="517661" y="229249"/>
                  <a:pt x="505097" y="216685"/>
                  <a:pt x="505097" y="201120"/>
                </a:cubicBezTo>
                <a:lnTo>
                  <a:pt x="505097" y="142049"/>
                </a:lnTo>
                <a:lnTo>
                  <a:pt x="273129" y="142049"/>
                </a:lnTo>
                <a:lnTo>
                  <a:pt x="273129" y="201026"/>
                </a:lnTo>
                <a:cubicBezTo>
                  <a:pt x="273129" y="216591"/>
                  <a:pt x="260565" y="229249"/>
                  <a:pt x="245001" y="229249"/>
                </a:cubicBezTo>
                <a:cubicBezTo>
                  <a:pt x="229436" y="229249"/>
                  <a:pt x="216872" y="216685"/>
                  <a:pt x="216872" y="201120"/>
                </a:cubicBezTo>
                <a:lnTo>
                  <a:pt x="216872" y="142049"/>
                </a:lnTo>
                <a:close/>
                <a:moveTo>
                  <a:pt x="245001" y="0"/>
                </a:moveTo>
                <a:cubicBezTo>
                  <a:pt x="260565" y="0"/>
                  <a:pt x="273129" y="12564"/>
                  <a:pt x="273129" y="28129"/>
                </a:cubicBezTo>
                <a:lnTo>
                  <a:pt x="273129" y="85792"/>
                </a:lnTo>
                <a:lnTo>
                  <a:pt x="505097" y="85792"/>
                </a:lnTo>
                <a:lnTo>
                  <a:pt x="505097" y="28129"/>
                </a:lnTo>
                <a:cubicBezTo>
                  <a:pt x="505097" y="12564"/>
                  <a:pt x="517661" y="0"/>
                  <a:pt x="533226" y="0"/>
                </a:cubicBezTo>
                <a:cubicBezTo>
                  <a:pt x="548790" y="0"/>
                  <a:pt x="561355" y="12564"/>
                  <a:pt x="561355" y="28129"/>
                </a:cubicBezTo>
                <a:lnTo>
                  <a:pt x="561355" y="85792"/>
                </a:lnTo>
                <a:lnTo>
                  <a:pt x="685683" y="85792"/>
                </a:lnTo>
                <a:cubicBezTo>
                  <a:pt x="736784" y="85792"/>
                  <a:pt x="778227" y="127235"/>
                  <a:pt x="778320" y="178336"/>
                </a:cubicBezTo>
                <a:lnTo>
                  <a:pt x="778320" y="627457"/>
                </a:lnTo>
                <a:cubicBezTo>
                  <a:pt x="778320" y="678370"/>
                  <a:pt x="736690" y="720001"/>
                  <a:pt x="685777" y="720001"/>
                </a:cubicBezTo>
                <a:lnTo>
                  <a:pt x="92544" y="720001"/>
                </a:lnTo>
                <a:cubicBezTo>
                  <a:pt x="41631" y="720001"/>
                  <a:pt x="0" y="678370"/>
                  <a:pt x="0" y="627457"/>
                </a:cubicBezTo>
                <a:lnTo>
                  <a:pt x="0" y="333700"/>
                </a:lnTo>
                <a:lnTo>
                  <a:pt x="0" y="277443"/>
                </a:lnTo>
                <a:lnTo>
                  <a:pt x="0" y="178336"/>
                </a:lnTo>
                <a:cubicBezTo>
                  <a:pt x="0" y="127235"/>
                  <a:pt x="41443" y="85792"/>
                  <a:pt x="92544" y="85792"/>
                </a:cubicBezTo>
                <a:lnTo>
                  <a:pt x="216872" y="85792"/>
                </a:lnTo>
                <a:lnTo>
                  <a:pt x="216872" y="28129"/>
                </a:lnTo>
                <a:cubicBezTo>
                  <a:pt x="216872" y="12564"/>
                  <a:pt x="229436" y="0"/>
                  <a:pt x="245001"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9" name="标题 1"/>
          <p:cNvSpPr txBox="1"/>
          <p:nvPr/>
        </p:nvSpPr>
        <p:spPr>
          <a:xfrm>
            <a:off x="10388242" y="3520410"/>
            <a:ext cx="295783" cy="286240"/>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accent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0" name="标题 1"/>
          <p:cNvSpPr txBox="1"/>
          <p:nvPr/>
        </p:nvSpPr>
        <p:spPr>
          <a:xfrm>
            <a:off x="2213350" y="1253096"/>
            <a:ext cx="5183524" cy="439937"/>
          </a:xfrm>
          <a:prstGeom prst="rect">
            <a:avLst/>
          </a:prstGeom>
          <a:noFill/>
          <a:ln>
            <a:noFill/>
          </a:ln>
        </p:spPr>
        <p:txBody>
          <a:bodyPr vert="horz" wrap="square" lIns="0" tIns="0" rIns="0" bIns="0" rtlCol="0" anchor="b"/>
          <a:lstStyle/>
          <a:p>
            <a:pPr algn="l">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模块基本结构</a:t>
            </a:r>
            <a:endParaRPr kumimoji="1" lang="zh-CN" altLang="en-US"/>
          </a:p>
        </p:txBody>
      </p:sp>
      <p:sp>
        <p:nvSpPr>
          <p:cNvPr id="11" name="标题 1"/>
          <p:cNvSpPr txBox="1"/>
          <p:nvPr/>
        </p:nvSpPr>
        <p:spPr>
          <a:xfrm>
            <a:off x="4678780" y="3309800"/>
            <a:ext cx="5183524" cy="1115869"/>
          </a:xfrm>
          <a:prstGeom prst="rect">
            <a:avLst/>
          </a:prstGeom>
          <a:noFill/>
          <a:ln>
            <a:noFill/>
          </a:ln>
        </p:spPr>
        <p:txBody>
          <a:bodyPr vert="horz" wrap="square" lIns="0" tIns="0" rIns="0" bIns="0" rtlCol="0" anchor="t"/>
          <a:lstStyle/>
          <a:p>
            <a:pPr algn="r">
              <a:lnSpc>
                <a:spcPct val="150000"/>
              </a:lnSpc>
            </a:pPr>
            <a:r>
              <a:rPr kumimoji="1" lang="en-US" altLang="zh-CN" sz="1400">
                <a:ln w="12700">
                  <a:noFill/>
                </a:ln>
                <a:solidFill>
                  <a:srgbClr val="FFFFFF">
                    <a:alpha val="100000"/>
                  </a:srgbClr>
                </a:solidFill>
                <a:latin typeface="Source Han Sans"/>
                <a:ea typeface="Source Han Sans"/>
                <a:cs typeface="Source Han Sans"/>
              </a:rPr>
              <a:t>端口类型包括 input, output, inout，默认类型是 wire。
端口声明方式灵活，可在模块头或模块体内声明。</a:t>
            </a:r>
            <a:endParaRPr kumimoji="1" lang="zh-CN" altLang="en-US"/>
          </a:p>
        </p:txBody>
      </p:sp>
      <p:sp>
        <p:nvSpPr>
          <p:cNvPr id="12" name="标题 1"/>
          <p:cNvSpPr txBox="1"/>
          <p:nvPr/>
        </p:nvSpPr>
        <p:spPr>
          <a:xfrm>
            <a:off x="4678780" y="2869862"/>
            <a:ext cx="5183524" cy="439937"/>
          </a:xfrm>
          <a:prstGeom prst="rect">
            <a:avLst/>
          </a:prstGeom>
          <a:noFill/>
          <a:ln>
            <a:noFill/>
          </a:ln>
        </p:spPr>
        <p:txBody>
          <a:bodyPr vert="horz" wrap="square" lIns="0" tIns="0" rIns="0" bIns="0" rtlCol="0" anchor="b"/>
          <a:lstStyle/>
          <a:p>
            <a:pPr algn="r">
              <a:lnSpc>
                <a:spcPct val="130000"/>
              </a:lnSpc>
            </a:pPr>
            <a:r>
              <a:rPr kumimoji="1" lang="en-US" altLang="zh-CN" sz="1600">
                <a:ln w="12700">
                  <a:noFill/>
                </a:ln>
                <a:solidFill>
                  <a:srgbClr val="FFFFFF">
                    <a:alpha val="100000"/>
                  </a:srgbClr>
                </a:solidFill>
                <a:latin typeface="Source Han Sans CN Bold"/>
                <a:ea typeface="Source Han Sans CN Bold"/>
                <a:cs typeface="Source Han Sans CN Bold"/>
              </a:rPr>
              <a:t>模块端口类型</a:t>
            </a:r>
            <a:endParaRPr kumimoji="1" lang="zh-CN" altLang="en-US"/>
          </a:p>
        </p:txBody>
      </p:sp>
      <p:sp>
        <p:nvSpPr>
          <p:cNvPr id="13" name="标题 1"/>
          <p:cNvSpPr txBox="1"/>
          <p:nvPr/>
        </p:nvSpPr>
        <p:spPr>
          <a:xfrm rot="16200000" flipH="1">
            <a:off x="3685486" y="2316447"/>
            <a:ext cx="1804736" cy="6020468"/>
          </a:xfrm>
          <a:prstGeom prst="round2SameRect">
            <a:avLst>
              <a:gd name="adj1" fmla="val 50000"/>
              <a:gd name="adj2" fmla="val 0"/>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2213350" y="4987046"/>
            <a:ext cx="5183524" cy="1115869"/>
          </a:xfrm>
          <a:prstGeom prst="rect">
            <a:avLst/>
          </a:prstGeom>
          <a:noFill/>
          <a:ln>
            <a:noFill/>
          </a:ln>
        </p:spPr>
        <p:txBody>
          <a:bodyPr vert="horz" wrap="square" lIns="0" tIns="0" rIns="0" bIns="0" rtlCol="0" anchor="t"/>
          <a:lstStyle/>
          <a:p>
            <a:pPr algn="l">
              <a:lnSpc>
                <a:spcPct val="150000"/>
              </a:lnSpc>
            </a:pPr>
            <a:r>
              <a:rPr kumimoji="1" lang="en-US" altLang="zh-CN" sz="1400">
                <a:ln w="12700">
                  <a:noFill/>
                </a:ln>
                <a:solidFill>
                  <a:srgbClr val="262626">
                    <a:alpha val="100000"/>
                  </a:srgbClr>
                </a:solidFill>
                <a:latin typeface="Source Han Sans"/>
                <a:ea typeface="Source Han Sans"/>
                <a:cs typeface="Source Han Sans"/>
              </a:rPr>
              <a:t>模块实例化用于连接子模块，实现复杂电路的功能。
通过端口连接实现模块间的信号传递。</a:t>
            </a:r>
            <a:endParaRPr kumimoji="1" lang="zh-CN" altLang="en-US"/>
          </a:p>
        </p:txBody>
      </p:sp>
      <p:sp>
        <p:nvSpPr>
          <p:cNvPr id="15" name="标题 1"/>
          <p:cNvSpPr txBox="1"/>
          <p:nvPr/>
        </p:nvSpPr>
        <p:spPr>
          <a:xfrm>
            <a:off x="1350399" y="5033913"/>
            <a:ext cx="585537" cy="585537"/>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a:off x="1495276" y="5204354"/>
            <a:ext cx="295783" cy="244654"/>
          </a:xfrm>
          <a:custGeom>
            <a:avLst/>
            <a:gdLst>
              <a:gd name="connsiteX0" fmla="*/ 153878 w 870468"/>
              <a:gd name="connsiteY0" fmla="*/ 353026 h 720000"/>
              <a:gd name="connsiteX1" fmla="*/ 449972 w 870468"/>
              <a:gd name="connsiteY1" fmla="*/ 353026 h 720000"/>
              <a:gd name="connsiteX2" fmla="*/ 489985 w 870468"/>
              <a:gd name="connsiteY2" fmla="*/ 393039 h 720000"/>
              <a:gd name="connsiteX3" fmla="*/ 449972 w 870468"/>
              <a:gd name="connsiteY3" fmla="*/ 433051 h 720000"/>
              <a:gd name="connsiteX4" fmla="*/ 153878 w 870468"/>
              <a:gd name="connsiteY4" fmla="*/ 433051 h 720000"/>
              <a:gd name="connsiteX5" fmla="*/ 113865 w 870468"/>
              <a:gd name="connsiteY5" fmla="*/ 393039 h 720000"/>
              <a:gd name="connsiteX6" fmla="*/ 153878 w 870468"/>
              <a:gd name="connsiteY6" fmla="*/ 353026 h 720000"/>
              <a:gd name="connsiteX7" fmla="*/ 68708 w 870468"/>
              <a:gd name="connsiteY7" fmla="*/ 275858 h 720000"/>
              <a:gd name="connsiteX8" fmla="*/ 68708 w 870468"/>
              <a:gd name="connsiteY8" fmla="*/ 603735 h 720000"/>
              <a:gd name="connsiteX9" fmla="*/ 116266 w 870468"/>
              <a:gd name="connsiteY9" fmla="*/ 651293 h 720000"/>
              <a:gd name="connsiteX10" fmla="*/ 598821 w 870468"/>
              <a:gd name="connsiteY10" fmla="*/ 651293 h 720000"/>
              <a:gd name="connsiteX11" fmla="*/ 754317 w 870468"/>
              <a:gd name="connsiteY11" fmla="*/ 651293 h 720000"/>
              <a:gd name="connsiteX12" fmla="*/ 801875 w 870468"/>
              <a:gd name="connsiteY12" fmla="*/ 603735 h 720000"/>
              <a:gd name="connsiteX13" fmla="*/ 801875 w 870468"/>
              <a:gd name="connsiteY13" fmla="*/ 275858 h 720000"/>
              <a:gd name="connsiteX14" fmla="*/ 598821 w 870468"/>
              <a:gd name="connsiteY14" fmla="*/ 275858 h 720000"/>
              <a:gd name="connsiteX15" fmla="*/ 116266 w 870468"/>
              <a:gd name="connsiteY15" fmla="*/ 68593 h 720000"/>
              <a:gd name="connsiteX16" fmla="*/ 68708 w 870468"/>
              <a:gd name="connsiteY16" fmla="*/ 116151 h 720000"/>
              <a:gd name="connsiteX17" fmla="*/ 68708 w 870468"/>
              <a:gd name="connsiteY17" fmla="*/ 207265 h 720000"/>
              <a:gd name="connsiteX18" fmla="*/ 598821 w 870468"/>
              <a:gd name="connsiteY18" fmla="*/ 207265 h 720000"/>
              <a:gd name="connsiteX19" fmla="*/ 801875 w 870468"/>
              <a:gd name="connsiteY19" fmla="*/ 207265 h 720000"/>
              <a:gd name="connsiteX20" fmla="*/ 801875 w 870468"/>
              <a:gd name="connsiteY20" fmla="*/ 116151 h 720000"/>
              <a:gd name="connsiteX21" fmla="*/ 754317 w 870468"/>
              <a:gd name="connsiteY21" fmla="*/ 68593 h 720000"/>
              <a:gd name="connsiteX22" fmla="*/ 598821 w 870468"/>
              <a:gd name="connsiteY22" fmla="*/ 68593 h 720000"/>
              <a:gd name="connsiteX23" fmla="*/ 116266 w 870468"/>
              <a:gd name="connsiteY23" fmla="*/ 0 h 720000"/>
              <a:gd name="connsiteX24" fmla="*/ 598821 w 870468"/>
              <a:gd name="connsiteY24" fmla="*/ 0 h 720000"/>
              <a:gd name="connsiteX25" fmla="*/ 754317 w 870468"/>
              <a:gd name="connsiteY25" fmla="*/ 0 h 720000"/>
              <a:gd name="connsiteX26" fmla="*/ 870468 w 870468"/>
              <a:gd name="connsiteY26" fmla="*/ 116151 h 720000"/>
              <a:gd name="connsiteX27" fmla="*/ 870468 w 870468"/>
              <a:gd name="connsiteY27" fmla="*/ 241562 h 720000"/>
              <a:gd name="connsiteX28" fmla="*/ 870468 w 870468"/>
              <a:gd name="connsiteY28" fmla="*/ 603735 h 720000"/>
              <a:gd name="connsiteX29" fmla="*/ 754317 w 870468"/>
              <a:gd name="connsiteY29" fmla="*/ 720000 h 720000"/>
              <a:gd name="connsiteX30" fmla="*/ 598821 w 870468"/>
              <a:gd name="connsiteY30" fmla="*/ 720000 h 720000"/>
              <a:gd name="connsiteX31" fmla="*/ 116266 w 870468"/>
              <a:gd name="connsiteY31" fmla="*/ 720000 h 720000"/>
              <a:gd name="connsiteX32" fmla="*/ 115 w 870468"/>
              <a:gd name="connsiteY32" fmla="*/ 603849 h 720000"/>
              <a:gd name="connsiteX33" fmla="*/ 115 w 870468"/>
              <a:gd name="connsiteY33" fmla="*/ 241841 h 720000"/>
              <a:gd name="connsiteX34" fmla="*/ 0 w 870468"/>
              <a:gd name="connsiteY34" fmla="*/ 241562 h 720000"/>
              <a:gd name="connsiteX35" fmla="*/ 115 w 870468"/>
              <a:gd name="connsiteY35" fmla="*/ 241284 h 720000"/>
              <a:gd name="connsiteX36" fmla="*/ 115 w 870468"/>
              <a:gd name="connsiteY36" fmla="*/ 116151 h 720000"/>
              <a:gd name="connsiteX37" fmla="*/ 116266 w 870468"/>
              <a:gd name="connsiteY37" fmla="*/ 0 h 720000"/>
            </a:gdLst>
            <a:ahLst/>
            <a:cxnLst/>
            <a:rect l="l" t="t" r="r" b="b"/>
            <a:pathLst>
              <a:path w="870468" h="720000">
                <a:moveTo>
                  <a:pt x="153878" y="353026"/>
                </a:moveTo>
                <a:lnTo>
                  <a:pt x="449972" y="353026"/>
                </a:lnTo>
                <a:cubicBezTo>
                  <a:pt x="472036" y="353026"/>
                  <a:pt x="489985" y="370975"/>
                  <a:pt x="489985" y="393039"/>
                </a:cubicBezTo>
                <a:cubicBezTo>
                  <a:pt x="489985" y="415103"/>
                  <a:pt x="472150" y="433051"/>
                  <a:pt x="449972" y="433051"/>
                </a:cubicBezTo>
                <a:lnTo>
                  <a:pt x="153878" y="433051"/>
                </a:lnTo>
                <a:cubicBezTo>
                  <a:pt x="131814" y="433051"/>
                  <a:pt x="113865" y="415103"/>
                  <a:pt x="113865" y="393039"/>
                </a:cubicBezTo>
                <a:cubicBezTo>
                  <a:pt x="113865" y="370975"/>
                  <a:pt x="131814" y="353026"/>
                  <a:pt x="153878" y="353026"/>
                </a:cubicBezTo>
                <a:close/>
                <a:moveTo>
                  <a:pt x="68708" y="275858"/>
                </a:moveTo>
                <a:lnTo>
                  <a:pt x="68708" y="603735"/>
                </a:lnTo>
                <a:cubicBezTo>
                  <a:pt x="68708" y="630029"/>
                  <a:pt x="90087" y="651293"/>
                  <a:pt x="116266" y="651293"/>
                </a:cubicBezTo>
                <a:lnTo>
                  <a:pt x="598821" y="651293"/>
                </a:lnTo>
                <a:lnTo>
                  <a:pt x="754317" y="651293"/>
                </a:lnTo>
                <a:cubicBezTo>
                  <a:pt x="780611" y="651293"/>
                  <a:pt x="801875" y="629915"/>
                  <a:pt x="801875" y="603735"/>
                </a:cubicBezTo>
                <a:lnTo>
                  <a:pt x="801875" y="275858"/>
                </a:lnTo>
                <a:lnTo>
                  <a:pt x="598821" y="275858"/>
                </a:lnTo>
                <a:close/>
                <a:moveTo>
                  <a:pt x="116266" y="68593"/>
                </a:moveTo>
                <a:cubicBezTo>
                  <a:pt x="89972" y="68593"/>
                  <a:pt x="68708" y="89972"/>
                  <a:pt x="68708" y="116151"/>
                </a:cubicBezTo>
                <a:lnTo>
                  <a:pt x="68708" y="207265"/>
                </a:lnTo>
                <a:lnTo>
                  <a:pt x="598821" y="207265"/>
                </a:lnTo>
                <a:lnTo>
                  <a:pt x="801875" y="207265"/>
                </a:lnTo>
                <a:lnTo>
                  <a:pt x="801875" y="116151"/>
                </a:lnTo>
                <a:cubicBezTo>
                  <a:pt x="801875" y="89857"/>
                  <a:pt x="780497" y="68593"/>
                  <a:pt x="754317" y="68593"/>
                </a:cubicBezTo>
                <a:lnTo>
                  <a:pt x="598821" y="68593"/>
                </a:lnTo>
                <a:close/>
                <a:moveTo>
                  <a:pt x="116266" y="0"/>
                </a:moveTo>
                <a:lnTo>
                  <a:pt x="598821" y="0"/>
                </a:lnTo>
                <a:lnTo>
                  <a:pt x="754317" y="0"/>
                </a:lnTo>
                <a:cubicBezTo>
                  <a:pt x="818338" y="0"/>
                  <a:pt x="870468" y="52131"/>
                  <a:pt x="870468" y="116151"/>
                </a:cubicBezTo>
                <a:lnTo>
                  <a:pt x="870468" y="241562"/>
                </a:lnTo>
                <a:lnTo>
                  <a:pt x="870468" y="603735"/>
                </a:lnTo>
                <a:cubicBezTo>
                  <a:pt x="870468" y="667869"/>
                  <a:pt x="818338" y="720000"/>
                  <a:pt x="754317" y="720000"/>
                </a:cubicBezTo>
                <a:lnTo>
                  <a:pt x="598821" y="720000"/>
                </a:lnTo>
                <a:lnTo>
                  <a:pt x="116266" y="720000"/>
                </a:lnTo>
                <a:cubicBezTo>
                  <a:pt x="52246" y="720000"/>
                  <a:pt x="115" y="667869"/>
                  <a:pt x="115" y="603849"/>
                </a:cubicBezTo>
                <a:lnTo>
                  <a:pt x="115" y="241841"/>
                </a:lnTo>
                <a:lnTo>
                  <a:pt x="0" y="241562"/>
                </a:lnTo>
                <a:lnTo>
                  <a:pt x="115" y="241284"/>
                </a:lnTo>
                <a:lnTo>
                  <a:pt x="115" y="116151"/>
                </a:lnTo>
                <a:cubicBezTo>
                  <a:pt x="115" y="52131"/>
                  <a:pt x="52246" y="0"/>
                  <a:pt x="116266"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7" name="标题 1"/>
          <p:cNvSpPr txBox="1"/>
          <p:nvPr/>
        </p:nvSpPr>
        <p:spPr>
          <a:xfrm>
            <a:off x="2213350" y="4547109"/>
            <a:ext cx="5183524" cy="439937"/>
          </a:xfrm>
          <a:prstGeom prst="rect">
            <a:avLst/>
          </a:prstGeom>
          <a:noFill/>
          <a:ln>
            <a:noFill/>
          </a:ln>
        </p:spPr>
        <p:txBody>
          <a:bodyPr vert="horz" wrap="square" lIns="0" tIns="0" rIns="0" bIns="0" rtlCol="0" anchor="b"/>
          <a:lstStyle/>
          <a:p>
            <a:pPr algn="l">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模块实例化</a:t>
            </a:r>
            <a:endParaRPr kumimoji="1" lang="zh-CN" altLang="en-US"/>
          </a:p>
        </p:txBody>
      </p:sp>
      <p:sp>
        <p:nvSpPr>
          <p:cNvPr id="18" name="标题 1"/>
          <p:cNvSpPr txBox="1"/>
          <p:nvPr/>
        </p:nvSpPr>
        <p:spPr>
          <a:xfrm>
            <a:off x="660400" y="323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a:ea typeface="Source Han Sans CN Bold"/>
                <a:cs typeface="Source Han Sans CN Bold"/>
              </a:rPr>
              <a:t>模块</a:t>
            </a:r>
            <a:endParaRPr kumimoji="1" lang="zh-CN" altLang="en-US"/>
          </a:p>
        </p:txBody>
      </p:sp>
      <p:cxnSp>
        <p:nvCxnSpPr>
          <p:cNvPr id="19" name="标题 1"/>
          <p:cNvCxnSpPr/>
          <p:nvPr/>
        </p:nvCxnSpPr>
        <p:spPr>
          <a:xfrm>
            <a:off x="0" y="958850"/>
            <a:ext cx="12122150" cy="0"/>
          </a:xfrm>
          <a:prstGeom prst="line">
            <a:avLst/>
          </a:prstGeom>
          <a:noFill/>
          <a:ln w="28575" cap="sq">
            <a:solidFill>
              <a:schemeClr val="accent1"/>
            </a:solidFill>
            <a:miter/>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1215944" y="1659773"/>
            <a:ext cx="2310908" cy="2310906"/>
          </a:xfrm>
          <a:custGeom>
            <a:avLst/>
            <a:gdLst>
              <a:gd name="T0" fmla="*/ 22 w 562"/>
              <a:gd name="T1" fmla="*/ 241 h 525"/>
              <a:gd name="T2" fmla="*/ 241 w 562"/>
              <a:gd name="T3" fmla="*/ 22 h 525"/>
              <a:gd name="T4" fmla="*/ 321 w 562"/>
              <a:gd name="T5" fmla="*/ 22 h 525"/>
              <a:gd name="T6" fmla="*/ 540 w 562"/>
              <a:gd name="T7" fmla="*/ 241 h 525"/>
              <a:gd name="T8" fmla="*/ 540 w 562"/>
              <a:gd name="T9" fmla="*/ 321 h 525"/>
              <a:gd name="T10" fmla="*/ 401 w 562"/>
              <a:gd name="T11" fmla="*/ 459 h 525"/>
              <a:gd name="T12" fmla="*/ 161 w 562"/>
              <a:gd name="T13" fmla="*/ 459 h 525"/>
              <a:gd name="T14" fmla="*/ 22 w 562"/>
              <a:gd name="T15" fmla="*/ 321 h 525"/>
              <a:gd name="T16" fmla="*/ 22 w 562"/>
              <a:gd name="T17" fmla="*/ 241 h 525"/>
            </a:gdLst>
            <a:ahLst/>
            <a:cxnLst/>
            <a:rect l="0" t="0" r="r" b="b"/>
            <a:pathLst>
              <a:path w="562" h="525">
                <a:moveTo>
                  <a:pt x="22" y="241"/>
                </a:moveTo>
                <a:cubicBezTo>
                  <a:pt x="241" y="22"/>
                  <a:pt x="241" y="22"/>
                  <a:pt x="241" y="22"/>
                </a:cubicBezTo>
                <a:cubicBezTo>
                  <a:pt x="263" y="0"/>
                  <a:pt x="299" y="0"/>
                  <a:pt x="321" y="22"/>
                </a:cubicBezTo>
                <a:cubicBezTo>
                  <a:pt x="540" y="241"/>
                  <a:pt x="540" y="241"/>
                  <a:pt x="540" y="241"/>
                </a:cubicBezTo>
                <a:cubicBezTo>
                  <a:pt x="562" y="263"/>
                  <a:pt x="562" y="299"/>
                  <a:pt x="540" y="321"/>
                </a:cubicBezTo>
                <a:cubicBezTo>
                  <a:pt x="401" y="459"/>
                  <a:pt x="401" y="459"/>
                  <a:pt x="401" y="459"/>
                </a:cubicBezTo>
                <a:cubicBezTo>
                  <a:pt x="335" y="525"/>
                  <a:pt x="227" y="525"/>
                  <a:pt x="161" y="459"/>
                </a:cubicBezTo>
                <a:cubicBezTo>
                  <a:pt x="22" y="321"/>
                  <a:pt x="22" y="321"/>
                  <a:pt x="22" y="321"/>
                </a:cubicBezTo>
                <a:cubicBezTo>
                  <a:pt x="0" y="299"/>
                  <a:pt x="0" y="263"/>
                  <a:pt x="22" y="241"/>
                </a:cubicBezTo>
                <a:close/>
              </a:path>
            </a:pathLst>
          </a:custGeom>
          <a:gradFill>
            <a:gsLst>
              <a:gs pos="0">
                <a:schemeClr val="accent1">
                  <a:lumMod val="40000"/>
                  <a:lumOff val="60000"/>
                </a:schemeClr>
              </a:gs>
              <a:gs pos="31000">
                <a:schemeClr val="accent1">
                  <a:lumMod val="60000"/>
                  <a:lumOff val="40000"/>
                </a:schemeClr>
              </a:gs>
              <a:gs pos="73000">
                <a:schemeClr val="accent1"/>
              </a:gs>
            </a:gsLst>
            <a:path path="circle">
              <a:fillToRect r="100000" b="100000"/>
            </a:path>
            <a:tileRect l="-100000" t="-100000"/>
          </a:gradFill>
          <a:ln w="12700" cap="sq">
            <a:noFill/>
            <a:miter/>
          </a:ln>
          <a:effectLst>
            <a:outerShdw blurRad="444500" dist="317500" dir="5400000" sx="92000" sy="92000" algn="t" rotWithShape="0">
              <a:schemeClr val="accent1">
                <a:lumMod val="75000"/>
                <a:alpha val="40000"/>
              </a:schemeClr>
            </a:outerShdw>
          </a:effectLst>
        </p:spPr>
        <p:txBody>
          <a:bodyPr vert="horz" wrap="square" lIns="91440" tIns="45720" rIns="91440" bIns="45720" rtlCol="0" anchor="ctr"/>
          <a:lstStyle/>
          <a:p>
            <a:pPr algn="ctr">
              <a:lnSpc>
                <a:spcPct val="100000"/>
              </a:lnSpc>
            </a:pPr>
            <a:endParaRPr kumimoji="1" lang="zh-CN" altLang="en-US"/>
          </a:p>
        </p:txBody>
      </p:sp>
      <p:sp>
        <p:nvSpPr>
          <p:cNvPr id="4" name="标题 1"/>
          <p:cNvSpPr txBox="1"/>
          <p:nvPr/>
        </p:nvSpPr>
        <p:spPr>
          <a:xfrm>
            <a:off x="1432529" y="2769255"/>
            <a:ext cx="1877738" cy="935769"/>
          </a:xfrm>
          <a:prstGeom prst="rect">
            <a:avLst/>
          </a:prstGeom>
          <a:noFill/>
          <a:ln>
            <a:noFill/>
          </a:ln>
        </p:spPr>
        <p:txBody>
          <a:bodyPr vert="horz" wrap="square" lIns="91440" tIns="45720" rIns="91440" bIns="45720" rtlCol="0" anchor="t"/>
          <a:lstStyle/>
          <a:p>
            <a:pPr algn="ctr">
              <a:lnSpc>
                <a:spcPct val="120000"/>
              </a:lnSpc>
            </a:pPr>
            <a:r>
              <a:rPr kumimoji="1" lang="en-US" altLang="zh-CN" sz="4800">
                <a:ln w="12700">
                  <a:noFill/>
                </a:ln>
                <a:solidFill>
                  <a:srgbClr val="FFFFFF">
                    <a:alpha val="100000"/>
                  </a:srgbClr>
                </a:solidFill>
                <a:latin typeface="OPPOSans R"/>
                <a:ea typeface="OPPOSans R"/>
                <a:cs typeface="OPPOSans R"/>
              </a:rPr>
              <a:t>01</a:t>
            </a:r>
            <a:endParaRPr kumimoji="1" lang="zh-CN" altLang="en-US"/>
          </a:p>
        </p:txBody>
      </p:sp>
      <p:sp>
        <p:nvSpPr>
          <p:cNvPr id="5" name="标题 1"/>
          <p:cNvSpPr txBox="1"/>
          <p:nvPr/>
        </p:nvSpPr>
        <p:spPr>
          <a:xfrm>
            <a:off x="1853282" y="2255546"/>
            <a:ext cx="1036232" cy="1036232"/>
          </a:xfrm>
          <a:custGeom>
            <a:avLst/>
            <a:gdLst>
              <a:gd name="connsiteX0" fmla="*/ 438553 w 720000"/>
              <a:gd name="connsiteY0" fmla="*/ 189601 h 720000"/>
              <a:gd name="connsiteX1" fmla="*/ 373556 w 720000"/>
              <a:gd name="connsiteY1" fmla="*/ 216451 h 720000"/>
              <a:gd name="connsiteX2" fmla="*/ 232180 w 720000"/>
              <a:gd name="connsiteY2" fmla="*/ 357827 h 720000"/>
              <a:gd name="connsiteX3" fmla="*/ 191861 w 720000"/>
              <a:gd name="connsiteY3" fmla="*/ 528226 h 720000"/>
              <a:gd name="connsiteX4" fmla="*/ 362260 w 720000"/>
              <a:gd name="connsiteY4" fmla="*/ 487907 h 720000"/>
              <a:gd name="connsiteX5" fmla="*/ 503636 w 720000"/>
              <a:gd name="connsiteY5" fmla="*/ 346444 h 720000"/>
              <a:gd name="connsiteX6" fmla="*/ 503636 w 720000"/>
              <a:gd name="connsiteY6" fmla="*/ 216365 h 720000"/>
              <a:gd name="connsiteX7" fmla="*/ 438553 w 720000"/>
              <a:gd name="connsiteY7" fmla="*/ 189601 h 720000"/>
              <a:gd name="connsiteX8" fmla="*/ 438553 w 720000"/>
              <a:gd name="connsiteY8" fmla="*/ 141636 h 720000"/>
              <a:gd name="connsiteX9" fmla="*/ 537524 w 720000"/>
              <a:gd name="connsiteY9" fmla="*/ 182476 h 720000"/>
              <a:gd name="connsiteX10" fmla="*/ 537524 w 720000"/>
              <a:gd name="connsiteY10" fmla="*/ 380420 h 720000"/>
              <a:gd name="connsiteX11" fmla="*/ 396149 w 720000"/>
              <a:gd name="connsiteY11" fmla="*/ 521796 h 720000"/>
              <a:gd name="connsiteX12" fmla="*/ 141637 w 720000"/>
              <a:gd name="connsiteY12" fmla="*/ 578364 h 720000"/>
              <a:gd name="connsiteX13" fmla="*/ 198205 w 720000"/>
              <a:gd name="connsiteY13" fmla="*/ 323852 h 720000"/>
              <a:gd name="connsiteX14" fmla="*/ 339581 w 720000"/>
              <a:gd name="connsiteY14" fmla="*/ 182476 h 720000"/>
              <a:gd name="connsiteX15" fmla="*/ 438553 w 720000"/>
              <a:gd name="connsiteY15" fmla="*/ 141636 h 720000"/>
              <a:gd name="connsiteX16" fmla="*/ 120000 w 720000"/>
              <a:gd name="connsiteY16" fmla="*/ 47965 h 720000"/>
              <a:gd name="connsiteX17" fmla="*/ 47965 w 720000"/>
              <a:gd name="connsiteY17" fmla="*/ 120000 h 720000"/>
              <a:gd name="connsiteX18" fmla="*/ 47965 w 720000"/>
              <a:gd name="connsiteY18" fmla="*/ 600000 h 720000"/>
              <a:gd name="connsiteX19" fmla="*/ 120000 w 720000"/>
              <a:gd name="connsiteY19" fmla="*/ 672035 h 720000"/>
              <a:gd name="connsiteX20" fmla="*/ 600000 w 720000"/>
              <a:gd name="connsiteY20" fmla="*/ 672035 h 720000"/>
              <a:gd name="connsiteX21" fmla="*/ 672035 w 720000"/>
              <a:gd name="connsiteY21" fmla="*/ 600000 h 720000"/>
              <a:gd name="connsiteX22" fmla="*/ 672035 w 720000"/>
              <a:gd name="connsiteY22" fmla="*/ 120000 h 720000"/>
              <a:gd name="connsiteX23" fmla="*/ 600000 w 720000"/>
              <a:gd name="connsiteY23" fmla="*/ 47965 h 720000"/>
              <a:gd name="connsiteX24" fmla="*/ 120000 w 720000"/>
              <a:gd name="connsiteY24" fmla="*/ 0 h 720000"/>
              <a:gd name="connsiteX25" fmla="*/ 600000 w 720000"/>
              <a:gd name="connsiteY25" fmla="*/ 0 h 720000"/>
              <a:gd name="connsiteX26" fmla="*/ 720000 w 720000"/>
              <a:gd name="connsiteY26" fmla="*/ 120000 h 720000"/>
              <a:gd name="connsiteX27" fmla="*/ 720000 w 720000"/>
              <a:gd name="connsiteY27" fmla="*/ 600000 h 720000"/>
              <a:gd name="connsiteX28" fmla="*/ 600000 w 720000"/>
              <a:gd name="connsiteY28" fmla="*/ 720000 h 720000"/>
              <a:gd name="connsiteX29" fmla="*/ 120000 w 720000"/>
              <a:gd name="connsiteY29" fmla="*/ 720000 h 720000"/>
              <a:gd name="connsiteX30" fmla="*/ 0 w 720000"/>
              <a:gd name="connsiteY30" fmla="*/ 600000 h 720000"/>
              <a:gd name="connsiteX31" fmla="*/ 0 w 720000"/>
              <a:gd name="connsiteY31" fmla="*/ 120000 h 720000"/>
              <a:gd name="connsiteX32" fmla="*/ 120000 w 720000"/>
              <a:gd name="connsiteY32" fmla="*/ 0 h 720000"/>
            </a:gdLst>
            <a:ahLst/>
            <a:cxnLst/>
            <a:rect l="l" t="t" r="r" b="b"/>
            <a:pathLst>
              <a:path w="720000" h="720000">
                <a:moveTo>
                  <a:pt x="438553" y="189601"/>
                </a:moveTo>
                <a:cubicBezTo>
                  <a:pt x="413875" y="189601"/>
                  <a:pt x="390761" y="199073"/>
                  <a:pt x="373556" y="216451"/>
                </a:cubicBezTo>
                <a:lnTo>
                  <a:pt x="232180" y="357827"/>
                </a:lnTo>
                <a:cubicBezTo>
                  <a:pt x="212456" y="377465"/>
                  <a:pt x="197336" y="453584"/>
                  <a:pt x="191861" y="528226"/>
                </a:cubicBezTo>
                <a:cubicBezTo>
                  <a:pt x="266503" y="522665"/>
                  <a:pt x="342622" y="507545"/>
                  <a:pt x="362260" y="487907"/>
                </a:cubicBezTo>
                <a:lnTo>
                  <a:pt x="503636" y="346444"/>
                </a:lnTo>
                <a:cubicBezTo>
                  <a:pt x="539523" y="310557"/>
                  <a:pt x="539523" y="252252"/>
                  <a:pt x="503636" y="216365"/>
                </a:cubicBezTo>
                <a:cubicBezTo>
                  <a:pt x="486344" y="199073"/>
                  <a:pt x="463230" y="189601"/>
                  <a:pt x="438553" y="189601"/>
                </a:cubicBezTo>
                <a:close/>
                <a:moveTo>
                  <a:pt x="438553" y="141636"/>
                </a:moveTo>
                <a:cubicBezTo>
                  <a:pt x="474440" y="141636"/>
                  <a:pt x="510327" y="155191"/>
                  <a:pt x="537524" y="182476"/>
                </a:cubicBezTo>
                <a:cubicBezTo>
                  <a:pt x="592007" y="236872"/>
                  <a:pt x="592007" y="325938"/>
                  <a:pt x="537524" y="380420"/>
                </a:cubicBezTo>
                <a:lnTo>
                  <a:pt x="396149" y="521796"/>
                </a:lnTo>
                <a:cubicBezTo>
                  <a:pt x="341753" y="576278"/>
                  <a:pt x="141637" y="578364"/>
                  <a:pt x="141637" y="578364"/>
                </a:cubicBezTo>
                <a:cubicBezTo>
                  <a:pt x="141637" y="578364"/>
                  <a:pt x="143723" y="378334"/>
                  <a:pt x="198205" y="323852"/>
                </a:cubicBezTo>
                <a:lnTo>
                  <a:pt x="339581" y="182476"/>
                </a:lnTo>
                <a:cubicBezTo>
                  <a:pt x="366778" y="155278"/>
                  <a:pt x="402666" y="141636"/>
                  <a:pt x="438553" y="141636"/>
                </a:cubicBezTo>
                <a:close/>
                <a:moveTo>
                  <a:pt x="120000" y="47965"/>
                </a:moveTo>
                <a:cubicBezTo>
                  <a:pt x="80290" y="47965"/>
                  <a:pt x="47965" y="80290"/>
                  <a:pt x="47965" y="120000"/>
                </a:cubicBezTo>
                <a:lnTo>
                  <a:pt x="47965" y="600000"/>
                </a:lnTo>
                <a:cubicBezTo>
                  <a:pt x="47965" y="639711"/>
                  <a:pt x="80290" y="672035"/>
                  <a:pt x="120000" y="672035"/>
                </a:cubicBezTo>
                <a:lnTo>
                  <a:pt x="600000" y="672035"/>
                </a:lnTo>
                <a:cubicBezTo>
                  <a:pt x="639711" y="672035"/>
                  <a:pt x="672035" y="639711"/>
                  <a:pt x="672035" y="600000"/>
                </a:cubicBezTo>
                <a:lnTo>
                  <a:pt x="672035" y="120000"/>
                </a:lnTo>
                <a:cubicBezTo>
                  <a:pt x="672035" y="80290"/>
                  <a:pt x="639711" y="47965"/>
                  <a:pt x="600000" y="47965"/>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gradFill>
            <a:gsLst>
              <a:gs pos="0">
                <a:schemeClr val="bg1">
                  <a:alpha val="25000"/>
                </a:schemeClr>
              </a:gs>
              <a:gs pos="100000">
                <a:schemeClr val="bg1">
                  <a:alpha val="0"/>
                </a:schemeClr>
              </a:gs>
            </a:gsLst>
            <a:lin ang="5400000" scaled="0"/>
          </a:gra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6" name="标题 1"/>
          <p:cNvSpPr txBox="1"/>
          <p:nvPr/>
        </p:nvSpPr>
        <p:spPr>
          <a:xfrm>
            <a:off x="660400" y="3970679"/>
            <a:ext cx="3272375" cy="658470"/>
          </a:xfrm>
          <a:prstGeom prst="rect">
            <a:avLst/>
          </a:prstGeom>
          <a:noFill/>
          <a:ln>
            <a:noFill/>
          </a:ln>
        </p:spPr>
        <p:txBody>
          <a:bodyPr vert="horz" wrap="square" lIns="0" tIns="0" rIns="0" bIns="0" rtlCol="0" anchor="b"/>
          <a:lstStyle/>
          <a:p>
            <a:pPr algn="ctr">
              <a:lnSpc>
                <a:spcPct val="110000"/>
              </a:lnSpc>
            </a:pPr>
            <a:r>
              <a:rPr kumimoji="1" lang="en-US" altLang="zh-CN" sz="1600" dirty="0" err="1">
                <a:ln w="12700">
                  <a:noFill/>
                </a:ln>
                <a:solidFill>
                  <a:srgbClr val="404040">
                    <a:alpha val="100000"/>
                  </a:srgbClr>
                </a:solidFill>
                <a:latin typeface="Source Han Sans CN Bold"/>
                <a:ea typeface="Source Han Sans CN Bold"/>
                <a:cs typeface="Source Han Sans CN Bold"/>
              </a:rPr>
              <a:t>行为级描述</a:t>
            </a:r>
            <a:endParaRPr kumimoji="1" lang="zh-CN" altLang="en-US" dirty="0"/>
          </a:p>
        </p:txBody>
      </p:sp>
      <p:sp>
        <p:nvSpPr>
          <p:cNvPr id="7" name="标题 1"/>
          <p:cNvSpPr txBox="1"/>
          <p:nvPr/>
        </p:nvSpPr>
        <p:spPr>
          <a:xfrm>
            <a:off x="735069" y="4721285"/>
            <a:ext cx="3272658" cy="1476000"/>
          </a:xfrm>
          <a:prstGeom prst="rect">
            <a:avLst/>
          </a:prstGeom>
          <a:noFill/>
          <a:ln>
            <a:noFill/>
          </a:ln>
        </p:spPr>
        <p:txBody>
          <a:bodyPr vert="horz" wrap="square" lIns="0" tIns="0" rIns="0" bIns="0" rtlCol="0" anchor="t"/>
          <a:lstStyle/>
          <a:p>
            <a:pPr algn="ctr">
              <a:lnSpc>
                <a:spcPct val="150000"/>
              </a:lnSpc>
            </a:pPr>
            <a:r>
              <a:rPr kumimoji="1" lang="en-US" altLang="zh-CN" sz="1400">
                <a:ln w="12700">
                  <a:noFill/>
                </a:ln>
                <a:solidFill>
                  <a:srgbClr val="404040">
                    <a:alpha val="100000"/>
                  </a:srgbClr>
                </a:solidFill>
                <a:latin typeface="Source Han Sans"/>
                <a:ea typeface="Source Han Sans"/>
                <a:cs typeface="Source Han Sans"/>
              </a:rPr>
              <a:t>行为级使用算法描述电路功能，最接近软件编程，便于理解。
常用 always 或 initial 块中的 if, case, 循环等语句。</a:t>
            </a:r>
            <a:endParaRPr kumimoji="1" lang="zh-CN" altLang="en-US"/>
          </a:p>
        </p:txBody>
      </p:sp>
      <p:sp>
        <p:nvSpPr>
          <p:cNvPr id="8" name="标题 1"/>
          <p:cNvSpPr txBox="1"/>
          <p:nvPr/>
        </p:nvSpPr>
        <p:spPr>
          <a:xfrm>
            <a:off x="8666792" y="1659773"/>
            <a:ext cx="2310908" cy="2310906"/>
          </a:xfrm>
          <a:custGeom>
            <a:avLst/>
            <a:gdLst>
              <a:gd name="T0" fmla="*/ 22 w 562"/>
              <a:gd name="T1" fmla="*/ 241 h 525"/>
              <a:gd name="T2" fmla="*/ 241 w 562"/>
              <a:gd name="T3" fmla="*/ 22 h 525"/>
              <a:gd name="T4" fmla="*/ 321 w 562"/>
              <a:gd name="T5" fmla="*/ 22 h 525"/>
              <a:gd name="T6" fmla="*/ 540 w 562"/>
              <a:gd name="T7" fmla="*/ 241 h 525"/>
              <a:gd name="T8" fmla="*/ 540 w 562"/>
              <a:gd name="T9" fmla="*/ 321 h 525"/>
              <a:gd name="T10" fmla="*/ 401 w 562"/>
              <a:gd name="T11" fmla="*/ 459 h 525"/>
              <a:gd name="T12" fmla="*/ 161 w 562"/>
              <a:gd name="T13" fmla="*/ 459 h 525"/>
              <a:gd name="T14" fmla="*/ 22 w 562"/>
              <a:gd name="T15" fmla="*/ 321 h 525"/>
              <a:gd name="T16" fmla="*/ 22 w 562"/>
              <a:gd name="T17" fmla="*/ 241 h 525"/>
            </a:gdLst>
            <a:ahLst/>
            <a:cxnLst/>
            <a:rect l="0" t="0" r="r" b="b"/>
            <a:pathLst>
              <a:path w="562" h="525">
                <a:moveTo>
                  <a:pt x="22" y="241"/>
                </a:moveTo>
                <a:cubicBezTo>
                  <a:pt x="241" y="22"/>
                  <a:pt x="241" y="22"/>
                  <a:pt x="241" y="22"/>
                </a:cubicBezTo>
                <a:cubicBezTo>
                  <a:pt x="263" y="0"/>
                  <a:pt x="299" y="0"/>
                  <a:pt x="321" y="22"/>
                </a:cubicBezTo>
                <a:cubicBezTo>
                  <a:pt x="540" y="241"/>
                  <a:pt x="540" y="241"/>
                  <a:pt x="540" y="241"/>
                </a:cubicBezTo>
                <a:cubicBezTo>
                  <a:pt x="562" y="263"/>
                  <a:pt x="562" y="299"/>
                  <a:pt x="540" y="321"/>
                </a:cubicBezTo>
                <a:cubicBezTo>
                  <a:pt x="401" y="459"/>
                  <a:pt x="401" y="459"/>
                  <a:pt x="401" y="459"/>
                </a:cubicBezTo>
                <a:cubicBezTo>
                  <a:pt x="335" y="525"/>
                  <a:pt x="227" y="525"/>
                  <a:pt x="161" y="459"/>
                </a:cubicBezTo>
                <a:cubicBezTo>
                  <a:pt x="22" y="321"/>
                  <a:pt x="22" y="321"/>
                  <a:pt x="22" y="321"/>
                </a:cubicBezTo>
                <a:cubicBezTo>
                  <a:pt x="0" y="299"/>
                  <a:pt x="0" y="263"/>
                  <a:pt x="22" y="241"/>
                </a:cubicBezTo>
                <a:close/>
              </a:path>
            </a:pathLst>
          </a:custGeom>
          <a:gradFill>
            <a:gsLst>
              <a:gs pos="0">
                <a:schemeClr val="accent1">
                  <a:lumMod val="40000"/>
                  <a:lumOff val="60000"/>
                </a:schemeClr>
              </a:gs>
              <a:gs pos="31000">
                <a:schemeClr val="accent1">
                  <a:lumMod val="60000"/>
                  <a:lumOff val="40000"/>
                </a:schemeClr>
              </a:gs>
              <a:gs pos="73000">
                <a:schemeClr val="accent1"/>
              </a:gs>
            </a:gsLst>
            <a:path path="circle">
              <a:fillToRect r="100000" b="100000"/>
            </a:path>
            <a:tileRect l="-100000" t="-100000"/>
          </a:gradFill>
          <a:ln w="12700" cap="sq">
            <a:noFill/>
            <a:miter/>
          </a:ln>
          <a:effectLst>
            <a:outerShdw blurRad="444500" dist="317500" dir="5400000" sx="92000" sy="92000" algn="t" rotWithShape="0">
              <a:schemeClr val="accent1">
                <a:lumMod val="75000"/>
                <a:alpha val="40000"/>
              </a:schemeClr>
            </a:outerShdw>
          </a:effectLst>
        </p:spPr>
        <p:txBody>
          <a:bodyPr vert="horz" wrap="square" lIns="91440" tIns="45720" rIns="91440" bIns="45720" rtlCol="0" anchor="ctr"/>
          <a:lstStyle/>
          <a:p>
            <a:pPr algn="ctr">
              <a:lnSpc>
                <a:spcPct val="100000"/>
              </a:lnSpc>
            </a:pPr>
            <a:endParaRPr kumimoji="1" lang="zh-CN" altLang="en-US"/>
          </a:p>
        </p:txBody>
      </p:sp>
      <p:sp>
        <p:nvSpPr>
          <p:cNvPr id="9" name="标题 1"/>
          <p:cNvSpPr txBox="1"/>
          <p:nvPr/>
        </p:nvSpPr>
        <p:spPr>
          <a:xfrm>
            <a:off x="8883377" y="2769255"/>
            <a:ext cx="1877738" cy="935769"/>
          </a:xfrm>
          <a:prstGeom prst="rect">
            <a:avLst/>
          </a:prstGeom>
          <a:noFill/>
          <a:ln>
            <a:noFill/>
          </a:ln>
        </p:spPr>
        <p:txBody>
          <a:bodyPr vert="horz" wrap="square" lIns="91440" tIns="45720" rIns="91440" bIns="45720" rtlCol="0" anchor="t"/>
          <a:lstStyle/>
          <a:p>
            <a:pPr algn="ctr">
              <a:lnSpc>
                <a:spcPct val="120000"/>
              </a:lnSpc>
            </a:pPr>
            <a:r>
              <a:rPr kumimoji="1" lang="en-US" altLang="zh-CN" sz="4800">
                <a:ln w="12700">
                  <a:noFill/>
                </a:ln>
                <a:solidFill>
                  <a:srgbClr val="FFFFFF">
                    <a:alpha val="100000"/>
                  </a:srgbClr>
                </a:solidFill>
                <a:latin typeface="OPPOSans R"/>
                <a:ea typeface="OPPOSans R"/>
                <a:cs typeface="OPPOSans R"/>
              </a:rPr>
              <a:t>03</a:t>
            </a:r>
            <a:endParaRPr kumimoji="1" lang="zh-CN" altLang="en-US"/>
          </a:p>
        </p:txBody>
      </p:sp>
      <p:sp>
        <p:nvSpPr>
          <p:cNvPr id="10" name="标题 1"/>
          <p:cNvSpPr txBox="1"/>
          <p:nvPr/>
        </p:nvSpPr>
        <p:spPr>
          <a:xfrm>
            <a:off x="8186059" y="3951630"/>
            <a:ext cx="3272375" cy="658470"/>
          </a:xfrm>
          <a:prstGeom prst="rect">
            <a:avLst/>
          </a:prstGeom>
          <a:noFill/>
          <a:ln>
            <a:noFill/>
          </a:ln>
        </p:spPr>
        <p:txBody>
          <a:bodyPr vert="horz" wrap="square" lIns="0" tIns="0" rIns="0" bIns="0" rtlCol="0" anchor="b"/>
          <a:lstStyle/>
          <a:p>
            <a:pPr algn="ctr">
              <a:lnSpc>
                <a:spcPct val="110000"/>
              </a:lnSpc>
            </a:pPr>
            <a:r>
              <a:rPr kumimoji="1" lang="en-US" altLang="zh-CN" sz="1600">
                <a:ln w="12700">
                  <a:noFill/>
                </a:ln>
                <a:solidFill>
                  <a:srgbClr val="404040">
                    <a:alpha val="100000"/>
                  </a:srgbClr>
                </a:solidFill>
                <a:latin typeface="Source Han Sans CN Bold"/>
                <a:ea typeface="Source Han Sans CN Bold"/>
                <a:cs typeface="Source Han Sans CN Bold"/>
              </a:rPr>
              <a:t>门级描述</a:t>
            </a:r>
            <a:endParaRPr kumimoji="1" lang="zh-CN" altLang="en-US"/>
          </a:p>
        </p:txBody>
      </p:sp>
      <p:sp>
        <p:nvSpPr>
          <p:cNvPr id="11" name="标题 1"/>
          <p:cNvSpPr txBox="1"/>
          <p:nvPr/>
        </p:nvSpPr>
        <p:spPr>
          <a:xfrm>
            <a:off x="8185917" y="4721285"/>
            <a:ext cx="3272658" cy="1476000"/>
          </a:xfrm>
          <a:prstGeom prst="rect">
            <a:avLst/>
          </a:prstGeom>
          <a:noFill/>
          <a:ln>
            <a:noFill/>
          </a:ln>
        </p:spPr>
        <p:txBody>
          <a:bodyPr vert="horz" wrap="square" lIns="0" tIns="0" rIns="0" bIns="0" rtlCol="0" anchor="t"/>
          <a:lstStyle/>
          <a:p>
            <a:pPr algn="ctr">
              <a:lnSpc>
                <a:spcPct val="150000"/>
              </a:lnSpc>
            </a:pPr>
            <a:r>
              <a:rPr kumimoji="1" lang="en-US" altLang="zh-CN" sz="1400" dirty="0" err="1">
                <a:ln w="12700">
                  <a:noFill/>
                </a:ln>
                <a:solidFill>
                  <a:srgbClr val="404040">
                    <a:alpha val="100000"/>
                  </a:srgbClr>
                </a:solidFill>
                <a:latin typeface="Source Han Sans"/>
                <a:ea typeface="Source Han Sans"/>
                <a:cs typeface="Source Han Sans"/>
              </a:rPr>
              <a:t>门级使用基本逻辑门及其互连描述电路，接近物理实现</a:t>
            </a:r>
            <a:r>
              <a:rPr kumimoji="1" lang="en-US" altLang="zh-CN" sz="1400" dirty="0">
                <a:ln w="12700">
                  <a:noFill/>
                </a:ln>
                <a:solidFill>
                  <a:srgbClr val="404040">
                    <a:alpha val="100000"/>
                  </a:srgbClr>
                </a:solidFill>
                <a:latin typeface="Source Han Sans"/>
                <a:ea typeface="Source Han Sans"/>
                <a:cs typeface="Source Han Sans"/>
              </a:rPr>
              <a:t>。
</a:t>
            </a:r>
            <a:r>
              <a:rPr kumimoji="1" lang="en-US" altLang="zh-CN" sz="1400" dirty="0" err="1">
                <a:ln w="12700">
                  <a:noFill/>
                </a:ln>
                <a:solidFill>
                  <a:srgbClr val="404040">
                    <a:alpha val="100000"/>
                  </a:srgbClr>
                </a:solidFill>
                <a:latin typeface="Source Han Sans"/>
                <a:ea typeface="Source Han Sans"/>
                <a:cs typeface="Source Han Sans"/>
              </a:rPr>
              <a:t>常用于综合后的网表或描述标准单元库</a:t>
            </a:r>
            <a:r>
              <a:rPr kumimoji="1" lang="en-US" altLang="zh-CN" sz="1400" dirty="0">
                <a:ln w="12700">
                  <a:noFill/>
                </a:ln>
                <a:solidFill>
                  <a:srgbClr val="404040">
                    <a:alpha val="100000"/>
                  </a:srgbClr>
                </a:solidFill>
                <a:latin typeface="Source Han Sans"/>
                <a:ea typeface="Source Han Sans"/>
                <a:cs typeface="Source Han Sans"/>
              </a:rPr>
              <a:t>。</a:t>
            </a:r>
            <a:endParaRPr kumimoji="1" lang="zh-CN" altLang="en-US" dirty="0"/>
          </a:p>
        </p:txBody>
      </p:sp>
      <p:sp>
        <p:nvSpPr>
          <p:cNvPr id="12" name="标题 1"/>
          <p:cNvSpPr txBox="1"/>
          <p:nvPr/>
        </p:nvSpPr>
        <p:spPr>
          <a:xfrm>
            <a:off x="9370667" y="2266715"/>
            <a:ext cx="903158" cy="1031434"/>
          </a:xfrm>
          <a:custGeom>
            <a:avLst/>
            <a:gdLst>
              <a:gd name="connsiteX0" fmla="*/ 1449958 w 1449958"/>
              <a:gd name="connsiteY0" fmla="*/ 669913 h 1655898"/>
              <a:gd name="connsiteX1" fmla="*/ 1449586 w 1449958"/>
              <a:gd name="connsiteY1" fmla="*/ 666192 h 1655898"/>
              <a:gd name="connsiteX2" fmla="*/ 1449586 w 1449958"/>
              <a:gd name="connsiteY2" fmla="*/ 665634 h 1655898"/>
              <a:gd name="connsiteX3" fmla="*/ 1448098 w 1449958"/>
              <a:gd name="connsiteY3" fmla="*/ 658006 h 1655898"/>
              <a:gd name="connsiteX4" fmla="*/ 1445307 w 1449958"/>
              <a:gd name="connsiteY4" fmla="*/ 650379 h 1655898"/>
              <a:gd name="connsiteX5" fmla="*/ 1443633 w 1449958"/>
              <a:gd name="connsiteY5" fmla="*/ 646844 h 1655898"/>
              <a:gd name="connsiteX6" fmla="*/ 1441772 w 1449958"/>
              <a:gd name="connsiteY6" fmla="*/ 643496 h 1655898"/>
              <a:gd name="connsiteX7" fmla="*/ 1441400 w 1449958"/>
              <a:gd name="connsiteY7" fmla="*/ 643124 h 1655898"/>
              <a:gd name="connsiteX8" fmla="*/ 1439354 w 1449958"/>
              <a:gd name="connsiteY8" fmla="*/ 640147 h 1655898"/>
              <a:gd name="connsiteX9" fmla="*/ 1439168 w 1449958"/>
              <a:gd name="connsiteY9" fmla="*/ 639775 h 1655898"/>
              <a:gd name="connsiteX10" fmla="*/ 1436936 w 1449958"/>
              <a:gd name="connsiteY10" fmla="*/ 636798 h 1655898"/>
              <a:gd name="connsiteX11" fmla="*/ 1436378 w 1449958"/>
              <a:gd name="connsiteY11" fmla="*/ 636240 h 1655898"/>
              <a:gd name="connsiteX12" fmla="*/ 1433773 w 1449958"/>
              <a:gd name="connsiteY12" fmla="*/ 633450 h 1655898"/>
              <a:gd name="connsiteX13" fmla="*/ 816136 w 1449958"/>
              <a:gd name="connsiteY13" fmla="*/ 15813 h 1655898"/>
              <a:gd name="connsiteX14" fmla="*/ 813346 w 1449958"/>
              <a:gd name="connsiteY14" fmla="*/ 13208 h 1655898"/>
              <a:gd name="connsiteX15" fmla="*/ 812788 w 1449958"/>
              <a:gd name="connsiteY15" fmla="*/ 12650 h 1655898"/>
              <a:gd name="connsiteX16" fmla="*/ 809997 w 1449958"/>
              <a:gd name="connsiteY16" fmla="*/ 10418 h 1655898"/>
              <a:gd name="connsiteX17" fmla="*/ 809625 w 1449958"/>
              <a:gd name="connsiteY17" fmla="*/ 10232 h 1655898"/>
              <a:gd name="connsiteX18" fmla="*/ 806834 w 1449958"/>
              <a:gd name="connsiteY18" fmla="*/ 8372 h 1655898"/>
              <a:gd name="connsiteX19" fmla="*/ 806276 w 1449958"/>
              <a:gd name="connsiteY19" fmla="*/ 8000 h 1655898"/>
              <a:gd name="connsiteX20" fmla="*/ 802928 w 1449958"/>
              <a:gd name="connsiteY20" fmla="*/ 6139 h 1655898"/>
              <a:gd name="connsiteX21" fmla="*/ 802742 w 1449958"/>
              <a:gd name="connsiteY21" fmla="*/ 6139 h 1655898"/>
              <a:gd name="connsiteX22" fmla="*/ 799207 w 1449958"/>
              <a:gd name="connsiteY22" fmla="*/ 4465 h 1655898"/>
              <a:gd name="connsiteX23" fmla="*/ 799021 w 1449958"/>
              <a:gd name="connsiteY23" fmla="*/ 4465 h 1655898"/>
              <a:gd name="connsiteX24" fmla="*/ 791580 w 1449958"/>
              <a:gd name="connsiteY24" fmla="*/ 1860 h 1655898"/>
              <a:gd name="connsiteX25" fmla="*/ 791394 w 1449958"/>
              <a:gd name="connsiteY25" fmla="*/ 1860 h 1655898"/>
              <a:gd name="connsiteX26" fmla="*/ 783766 w 1449958"/>
              <a:gd name="connsiteY26" fmla="*/ 372 h 1655898"/>
              <a:gd name="connsiteX27" fmla="*/ 783022 w 1449958"/>
              <a:gd name="connsiteY27" fmla="*/ 372 h 1655898"/>
              <a:gd name="connsiteX28" fmla="*/ 779301 w 1449958"/>
              <a:gd name="connsiteY28" fmla="*/ 0 h 1655898"/>
              <a:gd name="connsiteX29" fmla="*/ 261751 w 1449958"/>
              <a:gd name="connsiteY29" fmla="*/ 0 h 1655898"/>
              <a:gd name="connsiteX30" fmla="*/ 0 w 1449958"/>
              <a:gd name="connsiteY30" fmla="*/ 261751 h 1655898"/>
              <a:gd name="connsiteX31" fmla="*/ 0 w 1449958"/>
              <a:gd name="connsiteY31" fmla="*/ 1394148 h 1655898"/>
              <a:gd name="connsiteX32" fmla="*/ 261751 w 1449958"/>
              <a:gd name="connsiteY32" fmla="*/ 1655899 h 1655898"/>
              <a:gd name="connsiteX33" fmla="*/ 1188207 w 1449958"/>
              <a:gd name="connsiteY33" fmla="*/ 1655899 h 1655898"/>
              <a:gd name="connsiteX34" fmla="*/ 1449958 w 1449958"/>
              <a:gd name="connsiteY34" fmla="*/ 1394148 h 1655898"/>
              <a:gd name="connsiteX35" fmla="*/ 1449958 w 1449958"/>
              <a:gd name="connsiteY35" fmla="*/ 672889 h 1655898"/>
              <a:gd name="connsiteX36" fmla="*/ 1449958 w 1449958"/>
              <a:gd name="connsiteY36" fmla="*/ 669913 h 1655898"/>
              <a:gd name="connsiteX37" fmla="*/ 832321 w 1449958"/>
              <a:gd name="connsiteY37" fmla="*/ 466948 h 1655898"/>
              <a:gd name="connsiteX38" fmla="*/ 832321 w 1449958"/>
              <a:gd name="connsiteY38" fmla="*/ 189942 h 1655898"/>
              <a:gd name="connsiteX39" fmla="*/ 1259458 w 1449958"/>
              <a:gd name="connsiteY39" fmla="*/ 617079 h 1655898"/>
              <a:gd name="connsiteX40" fmla="*/ 982452 w 1449958"/>
              <a:gd name="connsiteY40" fmla="*/ 617079 h 1655898"/>
              <a:gd name="connsiteX41" fmla="*/ 832321 w 1449958"/>
              <a:gd name="connsiteY41" fmla="*/ 466948 h 1655898"/>
              <a:gd name="connsiteX42" fmla="*/ 1338337 w 1449958"/>
              <a:gd name="connsiteY42" fmla="*/ 1393403 h 1655898"/>
              <a:gd name="connsiteX43" fmla="*/ 1188207 w 1449958"/>
              <a:gd name="connsiteY43" fmla="*/ 1543534 h 1655898"/>
              <a:gd name="connsiteX44" fmla="*/ 261751 w 1449958"/>
              <a:gd name="connsiteY44" fmla="*/ 1543534 h 1655898"/>
              <a:gd name="connsiteX45" fmla="*/ 111621 w 1449958"/>
              <a:gd name="connsiteY45" fmla="*/ 1393403 h 1655898"/>
              <a:gd name="connsiteX46" fmla="*/ 111621 w 1449958"/>
              <a:gd name="connsiteY46" fmla="*/ 261007 h 1655898"/>
              <a:gd name="connsiteX47" fmla="*/ 261751 w 1449958"/>
              <a:gd name="connsiteY47" fmla="*/ 110877 h 1655898"/>
              <a:gd name="connsiteX48" fmla="*/ 720700 w 1449958"/>
              <a:gd name="connsiteY48" fmla="*/ 110877 h 1655898"/>
              <a:gd name="connsiteX49" fmla="*/ 720700 w 1449958"/>
              <a:gd name="connsiteY49" fmla="*/ 466948 h 1655898"/>
              <a:gd name="connsiteX50" fmla="*/ 982452 w 1449958"/>
              <a:gd name="connsiteY50" fmla="*/ 728700 h 1655898"/>
              <a:gd name="connsiteX51" fmla="*/ 1338523 w 1449958"/>
              <a:gd name="connsiteY51" fmla="*/ 728700 h 1655898"/>
              <a:gd name="connsiteX52" fmla="*/ 1338523 w 1449958"/>
              <a:gd name="connsiteY52" fmla="*/ 1393403 h 1655898"/>
            </a:gdLst>
            <a:ahLst/>
            <a:cxnLst/>
            <a:rect l="l" t="t" r="r" b="b"/>
            <a:pathLst>
              <a:path w="1449958" h="1655898">
                <a:moveTo>
                  <a:pt x="1449958" y="669913"/>
                </a:moveTo>
                <a:cubicBezTo>
                  <a:pt x="1449958" y="668610"/>
                  <a:pt x="1449772" y="667308"/>
                  <a:pt x="1449586" y="666192"/>
                </a:cubicBezTo>
                <a:lnTo>
                  <a:pt x="1449586" y="665634"/>
                </a:lnTo>
                <a:cubicBezTo>
                  <a:pt x="1449214" y="663029"/>
                  <a:pt x="1448656" y="660425"/>
                  <a:pt x="1448098" y="658006"/>
                </a:cubicBezTo>
                <a:cubicBezTo>
                  <a:pt x="1447354" y="655402"/>
                  <a:pt x="1446423" y="652797"/>
                  <a:pt x="1445307" y="650379"/>
                </a:cubicBezTo>
                <a:cubicBezTo>
                  <a:pt x="1444749" y="649077"/>
                  <a:pt x="1444191" y="647960"/>
                  <a:pt x="1443633" y="646844"/>
                </a:cubicBezTo>
                <a:cubicBezTo>
                  <a:pt x="1443075" y="645728"/>
                  <a:pt x="1442331" y="644612"/>
                  <a:pt x="1441772" y="643496"/>
                </a:cubicBezTo>
                <a:cubicBezTo>
                  <a:pt x="1441587" y="643310"/>
                  <a:pt x="1441587" y="643124"/>
                  <a:pt x="1441400" y="643124"/>
                </a:cubicBezTo>
                <a:cubicBezTo>
                  <a:pt x="1440842" y="642193"/>
                  <a:pt x="1440098" y="641077"/>
                  <a:pt x="1439354" y="640147"/>
                </a:cubicBezTo>
                <a:cubicBezTo>
                  <a:pt x="1439354" y="640147"/>
                  <a:pt x="1439168" y="639961"/>
                  <a:pt x="1439168" y="639775"/>
                </a:cubicBezTo>
                <a:cubicBezTo>
                  <a:pt x="1438424" y="638845"/>
                  <a:pt x="1437680" y="637729"/>
                  <a:pt x="1436936" y="636798"/>
                </a:cubicBezTo>
                <a:lnTo>
                  <a:pt x="1436378" y="636240"/>
                </a:lnTo>
                <a:cubicBezTo>
                  <a:pt x="1435633" y="635310"/>
                  <a:pt x="1434703" y="634380"/>
                  <a:pt x="1433773" y="633450"/>
                </a:cubicBezTo>
                <a:lnTo>
                  <a:pt x="816136" y="15813"/>
                </a:lnTo>
                <a:cubicBezTo>
                  <a:pt x="815206" y="14883"/>
                  <a:pt x="814276" y="14139"/>
                  <a:pt x="813346" y="13208"/>
                </a:cubicBezTo>
                <a:lnTo>
                  <a:pt x="812788" y="12650"/>
                </a:lnTo>
                <a:lnTo>
                  <a:pt x="809997" y="10418"/>
                </a:lnTo>
                <a:cubicBezTo>
                  <a:pt x="809811" y="10418"/>
                  <a:pt x="809811" y="10232"/>
                  <a:pt x="809625" y="10232"/>
                </a:cubicBezTo>
                <a:cubicBezTo>
                  <a:pt x="808695" y="9488"/>
                  <a:pt x="807765" y="8930"/>
                  <a:pt x="806834" y="8372"/>
                </a:cubicBezTo>
                <a:cubicBezTo>
                  <a:pt x="806649" y="8186"/>
                  <a:pt x="806462" y="8186"/>
                  <a:pt x="806276" y="8000"/>
                </a:cubicBezTo>
                <a:cubicBezTo>
                  <a:pt x="805160" y="7255"/>
                  <a:pt x="804044" y="6697"/>
                  <a:pt x="802928" y="6139"/>
                </a:cubicBezTo>
                <a:lnTo>
                  <a:pt x="802742" y="6139"/>
                </a:lnTo>
                <a:cubicBezTo>
                  <a:pt x="801626" y="5581"/>
                  <a:pt x="800509" y="5023"/>
                  <a:pt x="799207" y="4465"/>
                </a:cubicBezTo>
                <a:lnTo>
                  <a:pt x="799021" y="4465"/>
                </a:lnTo>
                <a:cubicBezTo>
                  <a:pt x="796603" y="3349"/>
                  <a:pt x="793998" y="2418"/>
                  <a:pt x="791580" y="1860"/>
                </a:cubicBezTo>
                <a:lnTo>
                  <a:pt x="791394" y="1860"/>
                </a:lnTo>
                <a:cubicBezTo>
                  <a:pt x="788975" y="1116"/>
                  <a:pt x="786371" y="744"/>
                  <a:pt x="783766" y="372"/>
                </a:cubicBezTo>
                <a:lnTo>
                  <a:pt x="783022" y="372"/>
                </a:lnTo>
                <a:cubicBezTo>
                  <a:pt x="781720" y="186"/>
                  <a:pt x="780604" y="186"/>
                  <a:pt x="779301" y="0"/>
                </a:cubicBezTo>
                <a:lnTo>
                  <a:pt x="261751" y="0"/>
                </a:lnTo>
                <a:cubicBezTo>
                  <a:pt x="117388" y="0"/>
                  <a:pt x="0" y="117388"/>
                  <a:pt x="0" y="261751"/>
                </a:cubicBezTo>
                <a:lnTo>
                  <a:pt x="0" y="1394148"/>
                </a:lnTo>
                <a:cubicBezTo>
                  <a:pt x="0" y="1538511"/>
                  <a:pt x="117388" y="1655899"/>
                  <a:pt x="261751" y="1655899"/>
                </a:cubicBezTo>
                <a:lnTo>
                  <a:pt x="1188207" y="1655899"/>
                </a:lnTo>
                <a:cubicBezTo>
                  <a:pt x="1332570" y="1655899"/>
                  <a:pt x="1449958" y="1538511"/>
                  <a:pt x="1449958" y="1394148"/>
                </a:cubicBezTo>
                <a:lnTo>
                  <a:pt x="1449958" y="672889"/>
                </a:lnTo>
                <a:lnTo>
                  <a:pt x="1449958" y="669913"/>
                </a:lnTo>
                <a:close/>
                <a:moveTo>
                  <a:pt x="832321" y="466948"/>
                </a:moveTo>
                <a:lnTo>
                  <a:pt x="832321" y="189942"/>
                </a:lnTo>
                <a:lnTo>
                  <a:pt x="1259458" y="617079"/>
                </a:lnTo>
                <a:lnTo>
                  <a:pt x="982452" y="617079"/>
                </a:lnTo>
                <a:cubicBezTo>
                  <a:pt x="899666" y="617079"/>
                  <a:pt x="832321" y="549734"/>
                  <a:pt x="832321" y="466948"/>
                </a:cubicBezTo>
                <a:close/>
                <a:moveTo>
                  <a:pt x="1338337" y="1393403"/>
                </a:moveTo>
                <a:cubicBezTo>
                  <a:pt x="1338337" y="1476189"/>
                  <a:pt x="1270992" y="1543534"/>
                  <a:pt x="1188207" y="1543534"/>
                </a:cubicBezTo>
                <a:lnTo>
                  <a:pt x="261751" y="1543534"/>
                </a:lnTo>
                <a:cubicBezTo>
                  <a:pt x="178966" y="1543534"/>
                  <a:pt x="111621" y="1476189"/>
                  <a:pt x="111621" y="1393403"/>
                </a:cubicBezTo>
                <a:lnTo>
                  <a:pt x="111621" y="261007"/>
                </a:lnTo>
                <a:cubicBezTo>
                  <a:pt x="111621" y="178222"/>
                  <a:pt x="178966" y="110877"/>
                  <a:pt x="261751" y="110877"/>
                </a:cubicBezTo>
                <a:lnTo>
                  <a:pt x="720700" y="110877"/>
                </a:lnTo>
                <a:lnTo>
                  <a:pt x="720700" y="466948"/>
                </a:lnTo>
                <a:cubicBezTo>
                  <a:pt x="720700" y="611312"/>
                  <a:pt x="838088" y="728700"/>
                  <a:pt x="982452" y="728700"/>
                </a:cubicBezTo>
                <a:lnTo>
                  <a:pt x="1338523" y="728700"/>
                </a:lnTo>
                <a:lnTo>
                  <a:pt x="1338523" y="1393403"/>
                </a:lnTo>
                <a:close/>
              </a:path>
            </a:pathLst>
          </a:custGeom>
          <a:gradFill>
            <a:gsLst>
              <a:gs pos="0">
                <a:schemeClr val="bg1">
                  <a:alpha val="25000"/>
                </a:schemeClr>
              </a:gs>
              <a:gs pos="100000">
                <a:schemeClr val="bg1">
                  <a:alpha val="0"/>
                </a:schemeClr>
              </a:gs>
            </a:gsLst>
            <a:lin ang="5400000" scaled="0"/>
          </a:gra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13" name="标题 1"/>
          <p:cNvSpPr txBox="1"/>
          <p:nvPr/>
        </p:nvSpPr>
        <p:spPr>
          <a:xfrm>
            <a:off x="4941368" y="1659773"/>
            <a:ext cx="2310908" cy="2310906"/>
          </a:xfrm>
          <a:custGeom>
            <a:avLst/>
            <a:gdLst>
              <a:gd name="T0" fmla="*/ 22 w 562"/>
              <a:gd name="T1" fmla="*/ 241 h 525"/>
              <a:gd name="T2" fmla="*/ 241 w 562"/>
              <a:gd name="T3" fmla="*/ 22 h 525"/>
              <a:gd name="T4" fmla="*/ 321 w 562"/>
              <a:gd name="T5" fmla="*/ 22 h 525"/>
              <a:gd name="T6" fmla="*/ 540 w 562"/>
              <a:gd name="T7" fmla="*/ 241 h 525"/>
              <a:gd name="T8" fmla="*/ 540 w 562"/>
              <a:gd name="T9" fmla="*/ 321 h 525"/>
              <a:gd name="T10" fmla="*/ 401 w 562"/>
              <a:gd name="T11" fmla="*/ 459 h 525"/>
              <a:gd name="T12" fmla="*/ 161 w 562"/>
              <a:gd name="T13" fmla="*/ 459 h 525"/>
              <a:gd name="T14" fmla="*/ 22 w 562"/>
              <a:gd name="T15" fmla="*/ 321 h 525"/>
              <a:gd name="T16" fmla="*/ 22 w 562"/>
              <a:gd name="T17" fmla="*/ 241 h 525"/>
            </a:gdLst>
            <a:ahLst/>
            <a:cxnLst/>
            <a:rect l="0" t="0" r="r" b="b"/>
            <a:pathLst>
              <a:path w="562" h="525">
                <a:moveTo>
                  <a:pt x="22" y="241"/>
                </a:moveTo>
                <a:cubicBezTo>
                  <a:pt x="241" y="22"/>
                  <a:pt x="241" y="22"/>
                  <a:pt x="241" y="22"/>
                </a:cubicBezTo>
                <a:cubicBezTo>
                  <a:pt x="263" y="0"/>
                  <a:pt x="299" y="0"/>
                  <a:pt x="321" y="22"/>
                </a:cubicBezTo>
                <a:cubicBezTo>
                  <a:pt x="540" y="241"/>
                  <a:pt x="540" y="241"/>
                  <a:pt x="540" y="241"/>
                </a:cubicBezTo>
                <a:cubicBezTo>
                  <a:pt x="562" y="263"/>
                  <a:pt x="562" y="299"/>
                  <a:pt x="540" y="321"/>
                </a:cubicBezTo>
                <a:cubicBezTo>
                  <a:pt x="401" y="459"/>
                  <a:pt x="401" y="459"/>
                  <a:pt x="401" y="459"/>
                </a:cubicBezTo>
                <a:cubicBezTo>
                  <a:pt x="335" y="525"/>
                  <a:pt x="227" y="525"/>
                  <a:pt x="161" y="459"/>
                </a:cubicBezTo>
                <a:cubicBezTo>
                  <a:pt x="22" y="321"/>
                  <a:pt x="22" y="321"/>
                  <a:pt x="22" y="321"/>
                </a:cubicBezTo>
                <a:cubicBezTo>
                  <a:pt x="0" y="299"/>
                  <a:pt x="0" y="263"/>
                  <a:pt x="22" y="241"/>
                </a:cubicBezTo>
                <a:close/>
              </a:path>
            </a:pathLst>
          </a:custGeom>
          <a:gradFill>
            <a:gsLst>
              <a:gs pos="0">
                <a:schemeClr val="accent1">
                  <a:lumMod val="40000"/>
                  <a:lumOff val="60000"/>
                </a:schemeClr>
              </a:gs>
              <a:gs pos="31000">
                <a:schemeClr val="accent1">
                  <a:lumMod val="60000"/>
                  <a:lumOff val="40000"/>
                </a:schemeClr>
              </a:gs>
              <a:gs pos="73000">
                <a:schemeClr val="accent1"/>
              </a:gs>
            </a:gsLst>
            <a:path path="circle">
              <a:fillToRect r="100000" b="100000"/>
            </a:path>
            <a:tileRect l="-100000" t="-100000"/>
          </a:gradFill>
          <a:ln w="12700" cap="sq">
            <a:noFill/>
            <a:miter/>
          </a:ln>
          <a:effectLst>
            <a:outerShdw blurRad="444500" dist="317500" dir="5400000" sx="92000" sy="92000" algn="t" rotWithShape="0">
              <a:schemeClr val="accent1">
                <a:lumMod val="75000"/>
                <a:alpha val="40000"/>
              </a:schemeClr>
            </a:outerShdw>
          </a:effectLst>
        </p:spPr>
        <p:txBody>
          <a:bodyPr vert="horz" wrap="square" lIns="91440" tIns="45720" rIns="91440" bIns="45720" rtlCol="0" anchor="ctr"/>
          <a:lstStyle/>
          <a:p>
            <a:pPr algn="ctr">
              <a:lnSpc>
                <a:spcPct val="100000"/>
              </a:lnSpc>
            </a:pPr>
            <a:endParaRPr kumimoji="1" lang="zh-CN" altLang="en-US"/>
          </a:p>
        </p:txBody>
      </p:sp>
      <p:sp>
        <p:nvSpPr>
          <p:cNvPr id="14" name="标题 1"/>
          <p:cNvSpPr txBox="1"/>
          <p:nvPr/>
        </p:nvSpPr>
        <p:spPr>
          <a:xfrm>
            <a:off x="5157953" y="2769255"/>
            <a:ext cx="1877738" cy="935769"/>
          </a:xfrm>
          <a:prstGeom prst="rect">
            <a:avLst/>
          </a:prstGeom>
          <a:noFill/>
          <a:ln>
            <a:noFill/>
          </a:ln>
        </p:spPr>
        <p:txBody>
          <a:bodyPr vert="horz" wrap="square" lIns="91440" tIns="45720" rIns="91440" bIns="45720" rtlCol="0" anchor="t"/>
          <a:lstStyle/>
          <a:p>
            <a:pPr algn="ctr">
              <a:lnSpc>
                <a:spcPct val="120000"/>
              </a:lnSpc>
            </a:pPr>
            <a:r>
              <a:rPr kumimoji="1" lang="en-US" altLang="zh-CN" sz="4800">
                <a:ln w="12700">
                  <a:noFill/>
                </a:ln>
                <a:solidFill>
                  <a:srgbClr val="FFFFFF">
                    <a:alpha val="100000"/>
                  </a:srgbClr>
                </a:solidFill>
                <a:latin typeface="OPPOSans R"/>
                <a:ea typeface="OPPOSans R"/>
                <a:cs typeface="OPPOSans R"/>
              </a:rPr>
              <a:t>02</a:t>
            </a:r>
            <a:endParaRPr kumimoji="1" lang="zh-CN" altLang="en-US"/>
          </a:p>
        </p:txBody>
      </p:sp>
      <p:sp>
        <p:nvSpPr>
          <p:cNvPr id="15" name="标题 1"/>
          <p:cNvSpPr txBox="1"/>
          <p:nvPr/>
        </p:nvSpPr>
        <p:spPr>
          <a:xfrm>
            <a:off x="4460635" y="3951630"/>
            <a:ext cx="3272375" cy="658470"/>
          </a:xfrm>
          <a:prstGeom prst="rect">
            <a:avLst/>
          </a:prstGeom>
          <a:noFill/>
          <a:ln>
            <a:noFill/>
          </a:ln>
        </p:spPr>
        <p:txBody>
          <a:bodyPr vert="horz" wrap="square" lIns="0" tIns="0" rIns="0" bIns="0" rtlCol="0" anchor="b"/>
          <a:lstStyle/>
          <a:p>
            <a:pPr algn="ctr">
              <a:lnSpc>
                <a:spcPct val="110000"/>
              </a:lnSpc>
            </a:pPr>
            <a:r>
              <a:rPr kumimoji="1" lang="en-US" altLang="zh-CN" sz="1600">
                <a:ln w="12700">
                  <a:noFill/>
                </a:ln>
                <a:solidFill>
                  <a:srgbClr val="404040">
                    <a:alpha val="100000"/>
                  </a:srgbClr>
                </a:solidFill>
                <a:latin typeface="Source Han Sans CN Bold"/>
                <a:ea typeface="Source Han Sans CN Bold"/>
                <a:cs typeface="Source Han Sans CN Bold"/>
              </a:rPr>
              <a:t>寄存器传输级描述</a:t>
            </a:r>
            <a:endParaRPr kumimoji="1" lang="zh-CN" altLang="en-US"/>
          </a:p>
        </p:txBody>
      </p:sp>
      <p:sp>
        <p:nvSpPr>
          <p:cNvPr id="16" name="标题 1"/>
          <p:cNvSpPr txBox="1"/>
          <p:nvPr/>
        </p:nvSpPr>
        <p:spPr>
          <a:xfrm>
            <a:off x="4460493" y="4721285"/>
            <a:ext cx="3272658" cy="1476000"/>
          </a:xfrm>
          <a:prstGeom prst="rect">
            <a:avLst/>
          </a:prstGeom>
          <a:noFill/>
          <a:ln>
            <a:noFill/>
          </a:ln>
        </p:spPr>
        <p:txBody>
          <a:bodyPr vert="horz" wrap="square" lIns="0" tIns="0" rIns="0" bIns="0" rtlCol="0" anchor="t"/>
          <a:lstStyle/>
          <a:p>
            <a:pPr algn="ctr">
              <a:lnSpc>
                <a:spcPct val="150000"/>
              </a:lnSpc>
            </a:pPr>
            <a:r>
              <a:rPr kumimoji="1" lang="en-US" altLang="zh-CN" sz="1400">
                <a:ln w="12700">
                  <a:noFill/>
                </a:ln>
                <a:solidFill>
                  <a:srgbClr val="404040">
                    <a:alpha val="100000"/>
                  </a:srgbClr>
                </a:solidFill>
                <a:latin typeface="Source Han Sans"/>
                <a:ea typeface="Source Han Sans"/>
                <a:cs typeface="Source Han Sans"/>
              </a:rPr>
              <a:t>RTL 描述数据在寄存器之间的传输和操作，是数字设计中最常用的级别。
使用 assign 语句或 always @(posedge clk) 块描述，适合综合。</a:t>
            </a:r>
            <a:endParaRPr kumimoji="1" lang="zh-CN" altLang="en-US"/>
          </a:p>
        </p:txBody>
      </p:sp>
      <p:sp>
        <p:nvSpPr>
          <p:cNvPr id="17" name="标题 1"/>
          <p:cNvSpPr txBox="1"/>
          <p:nvPr/>
        </p:nvSpPr>
        <p:spPr>
          <a:xfrm>
            <a:off x="5507758" y="2266714"/>
            <a:ext cx="1178128" cy="1031436"/>
          </a:xfrm>
          <a:custGeom>
            <a:avLst/>
            <a:gdLst>
              <a:gd name="connsiteX0" fmla="*/ 411292 w 822400"/>
              <a:gd name="connsiteY0" fmla="*/ 234366 h 720000"/>
              <a:gd name="connsiteX1" fmla="*/ 285658 w 822400"/>
              <a:gd name="connsiteY1" fmla="*/ 360000 h 720000"/>
              <a:gd name="connsiteX2" fmla="*/ 411292 w 822400"/>
              <a:gd name="connsiteY2" fmla="*/ 485635 h 720000"/>
              <a:gd name="connsiteX3" fmla="*/ 536927 w 822400"/>
              <a:gd name="connsiteY3" fmla="*/ 360000 h 720000"/>
              <a:gd name="connsiteX4" fmla="*/ 411292 w 822400"/>
              <a:gd name="connsiteY4" fmla="*/ 234366 h 720000"/>
              <a:gd name="connsiteX5" fmla="*/ 411292 w 822400"/>
              <a:gd name="connsiteY5" fmla="*/ 178938 h 720000"/>
              <a:gd name="connsiteX6" fmla="*/ 592354 w 822400"/>
              <a:gd name="connsiteY6" fmla="*/ 360000 h 720000"/>
              <a:gd name="connsiteX7" fmla="*/ 411292 w 822400"/>
              <a:gd name="connsiteY7" fmla="*/ 541063 h 720000"/>
              <a:gd name="connsiteX8" fmla="*/ 230230 w 822400"/>
              <a:gd name="connsiteY8" fmla="*/ 360000 h 720000"/>
              <a:gd name="connsiteX9" fmla="*/ 411292 w 822400"/>
              <a:gd name="connsiteY9" fmla="*/ 178938 h 720000"/>
              <a:gd name="connsiteX10" fmla="*/ 235403 w 822400"/>
              <a:gd name="connsiteY10" fmla="*/ 55427 h 720000"/>
              <a:gd name="connsiteX11" fmla="*/ 59514 w 822400"/>
              <a:gd name="connsiteY11" fmla="*/ 360000 h 720000"/>
              <a:gd name="connsiteX12" fmla="*/ 235403 w 822400"/>
              <a:gd name="connsiteY12" fmla="*/ 664573 h 720000"/>
              <a:gd name="connsiteX13" fmla="*/ 587089 w 822400"/>
              <a:gd name="connsiteY13" fmla="*/ 664573 h 720000"/>
              <a:gd name="connsiteX14" fmla="*/ 762978 w 822400"/>
              <a:gd name="connsiteY14" fmla="*/ 360000 h 720000"/>
              <a:gd name="connsiteX15" fmla="*/ 587089 w 822400"/>
              <a:gd name="connsiteY15" fmla="*/ 55427 h 720000"/>
              <a:gd name="connsiteX16" fmla="*/ 219883 w 822400"/>
              <a:gd name="connsiteY16" fmla="*/ 0 h 720000"/>
              <a:gd name="connsiteX17" fmla="*/ 602516 w 822400"/>
              <a:gd name="connsiteY17" fmla="*/ 0 h 720000"/>
              <a:gd name="connsiteX18" fmla="*/ 627274 w 822400"/>
              <a:gd name="connsiteY18" fmla="*/ 14319 h 720000"/>
              <a:gd name="connsiteX19" fmla="*/ 818590 w 822400"/>
              <a:gd name="connsiteY19" fmla="*/ 345682 h 720000"/>
              <a:gd name="connsiteX20" fmla="*/ 818590 w 822400"/>
              <a:gd name="connsiteY20" fmla="*/ 374319 h 720000"/>
              <a:gd name="connsiteX21" fmla="*/ 627366 w 822400"/>
              <a:gd name="connsiteY21" fmla="*/ 705682 h 720000"/>
              <a:gd name="connsiteX22" fmla="*/ 602608 w 822400"/>
              <a:gd name="connsiteY22" fmla="*/ 720000 h 720000"/>
              <a:gd name="connsiteX23" fmla="*/ 219976 w 822400"/>
              <a:gd name="connsiteY23" fmla="*/ 720000 h 720000"/>
              <a:gd name="connsiteX24" fmla="*/ 195218 w 822400"/>
              <a:gd name="connsiteY24" fmla="*/ 705682 h 720000"/>
              <a:gd name="connsiteX25" fmla="*/ 3810 w 822400"/>
              <a:gd name="connsiteY25" fmla="*/ 374319 h 720000"/>
              <a:gd name="connsiteX26" fmla="*/ 3810 w 822400"/>
              <a:gd name="connsiteY26" fmla="*/ 345682 h 720000"/>
              <a:gd name="connsiteX27" fmla="*/ 195126 w 822400"/>
              <a:gd name="connsiteY27" fmla="*/ 14319 h 720000"/>
              <a:gd name="connsiteX28" fmla="*/ 219883 w 822400"/>
              <a:gd name="connsiteY28" fmla="*/ 0 h 720000"/>
            </a:gdLst>
            <a:ahLst/>
            <a:cxnLst/>
            <a:rect l="l" t="t" r="r" b="b"/>
            <a:pathLst>
              <a:path w="822400" h="720000">
                <a:moveTo>
                  <a:pt x="411292" y="234366"/>
                </a:moveTo>
                <a:cubicBezTo>
                  <a:pt x="342008" y="234366"/>
                  <a:pt x="285658" y="290716"/>
                  <a:pt x="285658" y="360000"/>
                </a:cubicBezTo>
                <a:cubicBezTo>
                  <a:pt x="285658" y="429284"/>
                  <a:pt x="342008" y="485635"/>
                  <a:pt x="411292" y="485635"/>
                </a:cubicBezTo>
                <a:cubicBezTo>
                  <a:pt x="480576" y="485635"/>
                  <a:pt x="536927" y="429284"/>
                  <a:pt x="536927" y="360000"/>
                </a:cubicBezTo>
                <a:cubicBezTo>
                  <a:pt x="536927" y="290716"/>
                  <a:pt x="480576" y="234366"/>
                  <a:pt x="411292" y="234366"/>
                </a:cubicBezTo>
                <a:close/>
                <a:moveTo>
                  <a:pt x="411292" y="178938"/>
                </a:moveTo>
                <a:cubicBezTo>
                  <a:pt x="511153" y="178938"/>
                  <a:pt x="592354" y="260139"/>
                  <a:pt x="592354" y="360000"/>
                </a:cubicBezTo>
                <a:cubicBezTo>
                  <a:pt x="592354" y="459861"/>
                  <a:pt x="511153" y="541063"/>
                  <a:pt x="411292" y="541063"/>
                </a:cubicBezTo>
                <a:cubicBezTo>
                  <a:pt x="311431" y="541063"/>
                  <a:pt x="230230" y="459861"/>
                  <a:pt x="230230" y="360000"/>
                </a:cubicBezTo>
                <a:cubicBezTo>
                  <a:pt x="230230" y="260139"/>
                  <a:pt x="311431" y="178938"/>
                  <a:pt x="411292" y="178938"/>
                </a:cubicBezTo>
                <a:close/>
                <a:moveTo>
                  <a:pt x="235403" y="55427"/>
                </a:moveTo>
                <a:lnTo>
                  <a:pt x="59514" y="360000"/>
                </a:lnTo>
                <a:lnTo>
                  <a:pt x="235403" y="664573"/>
                </a:lnTo>
                <a:lnTo>
                  <a:pt x="587089" y="664573"/>
                </a:lnTo>
                <a:lnTo>
                  <a:pt x="762978" y="360000"/>
                </a:lnTo>
                <a:lnTo>
                  <a:pt x="587089" y="55427"/>
                </a:lnTo>
                <a:close/>
                <a:moveTo>
                  <a:pt x="219883" y="0"/>
                </a:moveTo>
                <a:lnTo>
                  <a:pt x="602516" y="0"/>
                </a:lnTo>
                <a:cubicBezTo>
                  <a:pt x="612678" y="0"/>
                  <a:pt x="622193" y="5450"/>
                  <a:pt x="627274" y="14319"/>
                </a:cubicBezTo>
                <a:lnTo>
                  <a:pt x="818590" y="345682"/>
                </a:lnTo>
                <a:cubicBezTo>
                  <a:pt x="823671" y="354550"/>
                  <a:pt x="823671" y="365451"/>
                  <a:pt x="818590" y="374319"/>
                </a:cubicBezTo>
                <a:lnTo>
                  <a:pt x="627366" y="705682"/>
                </a:lnTo>
                <a:cubicBezTo>
                  <a:pt x="622285" y="714550"/>
                  <a:pt x="612770" y="720000"/>
                  <a:pt x="602608" y="720000"/>
                </a:cubicBezTo>
                <a:lnTo>
                  <a:pt x="219976" y="720000"/>
                </a:lnTo>
                <a:cubicBezTo>
                  <a:pt x="209814" y="720000"/>
                  <a:pt x="200299" y="714550"/>
                  <a:pt x="195218" y="705682"/>
                </a:cubicBezTo>
                <a:lnTo>
                  <a:pt x="3810" y="374319"/>
                </a:lnTo>
                <a:cubicBezTo>
                  <a:pt x="-1271" y="365543"/>
                  <a:pt x="-1271" y="354550"/>
                  <a:pt x="3810" y="345682"/>
                </a:cubicBezTo>
                <a:lnTo>
                  <a:pt x="195126" y="14319"/>
                </a:lnTo>
                <a:cubicBezTo>
                  <a:pt x="200207" y="5450"/>
                  <a:pt x="209721" y="0"/>
                  <a:pt x="219883" y="0"/>
                </a:cubicBezTo>
                <a:close/>
              </a:path>
            </a:pathLst>
          </a:custGeom>
          <a:gradFill>
            <a:gsLst>
              <a:gs pos="0">
                <a:schemeClr val="bg1">
                  <a:alpha val="25000"/>
                </a:schemeClr>
              </a:gs>
              <a:gs pos="100000">
                <a:schemeClr val="bg1">
                  <a:alpha val="0"/>
                </a:schemeClr>
              </a:gs>
            </a:gsLst>
            <a:lin ang="5400000" scaled="0"/>
          </a:gra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18" name="标题 1"/>
          <p:cNvSpPr txBox="1"/>
          <p:nvPr/>
        </p:nvSpPr>
        <p:spPr>
          <a:xfrm>
            <a:off x="660400" y="323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a:ea typeface="Source Han Sans CN Bold"/>
                <a:cs typeface="Source Han Sans CN Bold"/>
              </a:rPr>
              <a:t>抽象级别</a:t>
            </a:r>
            <a:endParaRPr kumimoji="1" lang="zh-CN" altLang="en-US"/>
          </a:p>
        </p:txBody>
      </p:sp>
      <p:cxnSp>
        <p:nvCxnSpPr>
          <p:cNvPr id="19" name="标题 1"/>
          <p:cNvCxnSpPr/>
          <p:nvPr/>
        </p:nvCxnSpPr>
        <p:spPr>
          <a:xfrm>
            <a:off x="0" y="958850"/>
            <a:ext cx="12122150" cy="0"/>
          </a:xfrm>
          <a:prstGeom prst="line">
            <a:avLst/>
          </a:prstGeom>
          <a:noFill/>
          <a:ln w="28575" cap="sq">
            <a:solidFill>
              <a:schemeClr val="accent1"/>
            </a:solidFill>
            <a:miter/>
          </a:ln>
        </p:spPr>
      </p:cxnSp>
      <p:pic>
        <p:nvPicPr>
          <p:cNvPr id="23" name="图片 22">
            <a:extLst>
              <a:ext uri="{FF2B5EF4-FFF2-40B4-BE49-F238E27FC236}">
                <a16:creationId xmlns:a16="http://schemas.microsoft.com/office/drawing/2014/main" id="{6D660B07-E068-4EEC-BCEE-5288B8FE06F6}"/>
              </a:ext>
            </a:extLst>
          </p:cNvPr>
          <p:cNvPicPr>
            <a:picLocks noChangeAspect="1"/>
          </p:cNvPicPr>
          <p:nvPr/>
        </p:nvPicPr>
        <p:blipFill>
          <a:blip r:embed="rId2"/>
          <a:stretch>
            <a:fillRect/>
          </a:stretch>
        </p:blipFill>
        <p:spPr>
          <a:xfrm>
            <a:off x="8029207" y="5765325"/>
            <a:ext cx="4043692" cy="994422"/>
          </a:xfrm>
          <a:prstGeom prst="rect">
            <a:avLst/>
          </a:prstGeom>
        </p:spPr>
      </p:pic>
      <p:pic>
        <p:nvPicPr>
          <p:cNvPr id="27" name="图片 26">
            <a:extLst>
              <a:ext uri="{FF2B5EF4-FFF2-40B4-BE49-F238E27FC236}">
                <a16:creationId xmlns:a16="http://schemas.microsoft.com/office/drawing/2014/main" id="{690FBB61-0D10-3649-98D2-CB20B363B623}"/>
              </a:ext>
            </a:extLst>
          </p:cNvPr>
          <p:cNvPicPr>
            <a:picLocks noChangeAspect="1"/>
          </p:cNvPicPr>
          <p:nvPr/>
        </p:nvPicPr>
        <p:blipFill>
          <a:blip r:embed="rId3"/>
          <a:stretch>
            <a:fillRect/>
          </a:stretch>
        </p:blipFill>
        <p:spPr>
          <a:xfrm>
            <a:off x="119744" y="52487"/>
            <a:ext cx="3267755" cy="1812725"/>
          </a:xfrm>
          <a:prstGeom prst="rect">
            <a:avLst/>
          </a:prstGeom>
        </p:spPr>
      </p:pic>
      <p:pic>
        <p:nvPicPr>
          <p:cNvPr id="29" name="图片 28">
            <a:extLst>
              <a:ext uri="{FF2B5EF4-FFF2-40B4-BE49-F238E27FC236}">
                <a16:creationId xmlns:a16="http://schemas.microsoft.com/office/drawing/2014/main" id="{06C70DC0-563B-BB22-FB9D-21081DE910FB}"/>
              </a:ext>
            </a:extLst>
          </p:cNvPr>
          <p:cNvPicPr>
            <a:picLocks noChangeAspect="1"/>
          </p:cNvPicPr>
          <p:nvPr/>
        </p:nvPicPr>
        <p:blipFill>
          <a:blip r:embed="rId4"/>
          <a:stretch>
            <a:fillRect/>
          </a:stretch>
        </p:blipFill>
        <p:spPr>
          <a:xfrm>
            <a:off x="3928155" y="52487"/>
            <a:ext cx="4870680" cy="1955415"/>
          </a:xfrm>
          <a:prstGeom prst="rect">
            <a:avLst/>
          </a:prstGeom>
        </p:spPr>
      </p:pic>
      <p:sp>
        <p:nvSpPr>
          <p:cNvPr id="30" name="文本框 29">
            <a:extLst>
              <a:ext uri="{FF2B5EF4-FFF2-40B4-BE49-F238E27FC236}">
                <a16:creationId xmlns:a16="http://schemas.microsoft.com/office/drawing/2014/main" id="{406629DF-3DF3-0EB8-CEB6-71F0B9D18B7E}"/>
              </a:ext>
            </a:extLst>
          </p:cNvPr>
          <p:cNvSpPr txBox="1"/>
          <p:nvPr/>
        </p:nvSpPr>
        <p:spPr>
          <a:xfrm>
            <a:off x="2246020" y="6113416"/>
            <a:ext cx="4981137" cy="646331"/>
          </a:xfrm>
          <a:prstGeom prst="rect">
            <a:avLst/>
          </a:prstGeom>
          <a:noFill/>
        </p:spPr>
        <p:txBody>
          <a:bodyPr wrap="square" rtlCol="0">
            <a:spAutoFit/>
          </a:bodyPr>
          <a:lstStyle/>
          <a:p>
            <a:r>
              <a:rPr lang="zh-CN" altLang="en-US" dirty="0"/>
              <a:t>行为级描述和寄存器传输级描述关键在于行为级描述可以有不可综合代码 只在仿真时有效</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57385"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12971575">
            <a:off x="6066310" y="973629"/>
            <a:ext cx="1859493" cy="1859493"/>
          </a:xfrm>
          <a:prstGeom prst="ellipse">
            <a:avLst/>
          </a:prstGeom>
          <a:gradFill>
            <a:gsLst>
              <a:gs pos="0">
                <a:schemeClr val="accent2">
                  <a:lumMod val="20000"/>
                  <a:lumOff val="80000"/>
                  <a:alpha val="0"/>
                </a:schemeClr>
              </a:gs>
              <a:gs pos="100000">
                <a:schemeClr val="accent2">
                  <a:alpha val="4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rot="20292424">
            <a:off x="-861535" y="-1870201"/>
            <a:ext cx="5517653" cy="5517653"/>
          </a:xfrm>
          <a:prstGeom prst="ellipse">
            <a:avLst/>
          </a:prstGeom>
          <a:gradFill>
            <a:gsLst>
              <a:gs pos="0">
                <a:schemeClr val="accent2">
                  <a:lumMod val="20000"/>
                  <a:lumOff val="80000"/>
                  <a:alpha val="10000"/>
                </a:schemeClr>
              </a:gs>
              <a:gs pos="100000">
                <a:schemeClr val="accent2">
                  <a:lumMod val="60000"/>
                  <a:lumOff val="40000"/>
                  <a:alpha val="32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266700" y="0"/>
            <a:ext cx="12192000" cy="6858000"/>
          </a:xfrm>
          <a:custGeom>
            <a:avLst/>
            <a:gdLst>
              <a:gd name="connsiteX0" fmla="*/ 113129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702116 h 6858000"/>
              <a:gd name="connsiteX5" fmla="*/ 35522 w 12192000"/>
              <a:gd name="connsiteY5" fmla="*/ 6686253 h 6858000"/>
              <a:gd name="connsiteX6" fmla="*/ 2463801 w 12192000"/>
              <a:gd name="connsiteY6" fmla="*/ 5867400 h 6858000"/>
              <a:gd name="connsiteX7" fmla="*/ 5219701 w 12192000"/>
              <a:gd name="connsiteY7" fmla="*/ 5918200 h 6858000"/>
              <a:gd name="connsiteX8" fmla="*/ 7010401 w 12192000"/>
              <a:gd name="connsiteY8" fmla="*/ 5283200 h 6858000"/>
              <a:gd name="connsiteX9" fmla="*/ 8267701 w 12192000"/>
              <a:gd name="connsiteY9" fmla="*/ 4368800 h 6858000"/>
              <a:gd name="connsiteX10" fmla="*/ 9753303 w 12192000"/>
              <a:gd name="connsiteY10" fmla="*/ 4102100 h 6858000"/>
              <a:gd name="connsiteX11" fmla="*/ 9775436 w 12192000"/>
              <a:gd name="connsiteY11" fmla="*/ 4096261 h 6858000"/>
              <a:gd name="connsiteX12" fmla="*/ 9872640 w 12192000"/>
              <a:gd name="connsiteY12" fmla="*/ 4085901 h 6858000"/>
              <a:gd name="connsiteX13" fmla="*/ 10871964 w 12192000"/>
              <a:gd name="connsiteY13" fmla="*/ 3011090 h 6858000"/>
              <a:gd name="connsiteX14" fmla="*/ 10879893 w 12192000"/>
              <a:gd name="connsiteY14" fmla="*/ 2929399 h 6858000"/>
              <a:gd name="connsiteX15" fmla="*/ 10896601 w 12192000"/>
              <a:gd name="connsiteY15" fmla="*/ 2844800 h 6858000"/>
              <a:gd name="connsiteX16" fmla="*/ 10899119 w 12192000"/>
              <a:gd name="connsiteY16" fmla="*/ 2673412 h 6858000"/>
              <a:gd name="connsiteX17" fmla="*/ 10885081 w 12192000"/>
              <a:gd name="connsiteY17" fmla="*/ 2593548 h 6858000"/>
              <a:gd name="connsiteX18" fmla="*/ 10877638 w 12192000"/>
              <a:gd name="connsiteY18" fmla="*/ 2498494 h 6858000"/>
              <a:gd name="connsiteX19" fmla="*/ 10816392 w 12192000"/>
              <a:gd name="connsiteY19" fmla="*/ 2262974 h 6858000"/>
              <a:gd name="connsiteX20" fmla="*/ 10744803 w 12192000"/>
              <a:gd name="connsiteY20" fmla="*/ 2108945 h 6858000"/>
              <a:gd name="connsiteX21" fmla="*/ 10738645 w 12192000"/>
              <a:gd name="connsiteY21" fmla="*/ 2091531 h 6858000"/>
              <a:gd name="connsiteX22" fmla="*/ 10541001 w 12192000"/>
              <a:gd name="connsiteY22" fmla="*/ 1371600 h 6858000"/>
              <a:gd name="connsiteX23" fmla="*/ 10544822 w 12192000"/>
              <a:gd name="connsiteY23" fmla="*/ 1332977 h 6858000"/>
              <a:gd name="connsiteX24" fmla="*/ 10541001 w 12192000"/>
              <a:gd name="connsiteY24" fmla="*/ 1257301 h 6858000"/>
              <a:gd name="connsiteX25" fmla="*/ 11308933 w 12192000"/>
              <a:gd name="connsiteY25" fmla="*/ 1821 h 6858000"/>
            </a:gdLst>
            <a:ahLst/>
            <a:cxnLst/>
            <a:rect l="l" t="t" r="r" b="b"/>
            <a:pathLst>
              <a:path w="12192000" h="6858000">
                <a:moveTo>
                  <a:pt x="11312928" y="0"/>
                </a:moveTo>
                <a:lnTo>
                  <a:pt x="12192000" y="0"/>
                </a:lnTo>
                <a:lnTo>
                  <a:pt x="12192000" y="6858000"/>
                </a:lnTo>
                <a:lnTo>
                  <a:pt x="0" y="6858000"/>
                </a:lnTo>
                <a:lnTo>
                  <a:pt x="0" y="6702116"/>
                </a:lnTo>
                <a:lnTo>
                  <a:pt x="35522" y="6686253"/>
                </a:lnTo>
                <a:cubicBezTo>
                  <a:pt x="678260" y="6404372"/>
                  <a:pt x="1757363" y="5991225"/>
                  <a:pt x="2463801" y="5867400"/>
                </a:cubicBezTo>
                <a:cubicBezTo>
                  <a:pt x="3405718" y="5702300"/>
                  <a:pt x="4461935" y="6015567"/>
                  <a:pt x="5219701" y="5918200"/>
                </a:cubicBezTo>
                <a:cubicBezTo>
                  <a:pt x="5977468" y="5820833"/>
                  <a:pt x="6502402" y="5541433"/>
                  <a:pt x="7010401" y="5283200"/>
                </a:cubicBezTo>
                <a:cubicBezTo>
                  <a:pt x="7518401" y="5024967"/>
                  <a:pt x="7742768" y="4588933"/>
                  <a:pt x="8267701" y="4368800"/>
                </a:cubicBezTo>
                <a:cubicBezTo>
                  <a:pt x="8661401" y="4203700"/>
                  <a:pt x="9282510" y="4200525"/>
                  <a:pt x="9753303" y="4102100"/>
                </a:cubicBezTo>
                <a:lnTo>
                  <a:pt x="9775436" y="4096261"/>
                </a:lnTo>
                <a:lnTo>
                  <a:pt x="9872640" y="4085901"/>
                </a:lnTo>
                <a:cubicBezTo>
                  <a:pt x="10350579" y="4007524"/>
                  <a:pt x="10765727" y="3583520"/>
                  <a:pt x="10871964" y="3011090"/>
                </a:cubicBezTo>
                <a:lnTo>
                  <a:pt x="10879893" y="2929399"/>
                </a:lnTo>
                <a:lnTo>
                  <a:pt x="10896601" y="2844800"/>
                </a:lnTo>
                <a:cubicBezTo>
                  <a:pt x="10904538" y="2790825"/>
                  <a:pt x="10904770" y="2733378"/>
                  <a:pt x="10899119" y="2673412"/>
                </a:cubicBezTo>
                <a:lnTo>
                  <a:pt x="10885081" y="2593548"/>
                </a:lnTo>
                <a:lnTo>
                  <a:pt x="10877638" y="2498494"/>
                </a:lnTo>
                <a:cubicBezTo>
                  <a:pt x="10863957" y="2417017"/>
                  <a:pt x="10843349" y="2338180"/>
                  <a:pt x="10816392" y="2262974"/>
                </a:cubicBezTo>
                <a:lnTo>
                  <a:pt x="10744803" y="2108945"/>
                </a:lnTo>
                <a:lnTo>
                  <a:pt x="10738645" y="2091531"/>
                </a:lnTo>
                <a:cubicBezTo>
                  <a:pt x="10640485" y="1825625"/>
                  <a:pt x="10535710" y="1565275"/>
                  <a:pt x="10541001" y="1371600"/>
                </a:cubicBezTo>
                <a:lnTo>
                  <a:pt x="10544822" y="1332977"/>
                </a:lnTo>
                <a:lnTo>
                  <a:pt x="10541001" y="1257301"/>
                </a:lnTo>
                <a:cubicBezTo>
                  <a:pt x="10541001" y="709879"/>
                  <a:pt x="10853029" y="235335"/>
                  <a:pt x="11308933" y="1821"/>
                </a:cubicBezTo>
                <a:close/>
              </a:path>
            </a:pathLst>
          </a:custGeom>
          <a:gradFill>
            <a:gsLst>
              <a:gs pos="0">
                <a:schemeClr val="accent2">
                  <a:alpha val="99000"/>
                </a:schemeClr>
              </a:gs>
              <a:gs pos="100000">
                <a:schemeClr val="accent2">
                  <a:lumMod val="40000"/>
                  <a:lumOff val="6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0" y="0"/>
            <a:ext cx="12192000" cy="6858000"/>
          </a:xfrm>
          <a:custGeom>
            <a:avLst/>
            <a:gdLst>
              <a:gd name="connsiteX0" fmla="*/ 113129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702116 h 6858000"/>
              <a:gd name="connsiteX5" fmla="*/ 35522 w 12192000"/>
              <a:gd name="connsiteY5" fmla="*/ 6686253 h 6858000"/>
              <a:gd name="connsiteX6" fmla="*/ 2463801 w 12192000"/>
              <a:gd name="connsiteY6" fmla="*/ 5867400 h 6858000"/>
              <a:gd name="connsiteX7" fmla="*/ 5219701 w 12192000"/>
              <a:gd name="connsiteY7" fmla="*/ 5918200 h 6858000"/>
              <a:gd name="connsiteX8" fmla="*/ 7010401 w 12192000"/>
              <a:gd name="connsiteY8" fmla="*/ 5283200 h 6858000"/>
              <a:gd name="connsiteX9" fmla="*/ 8267701 w 12192000"/>
              <a:gd name="connsiteY9" fmla="*/ 4368800 h 6858000"/>
              <a:gd name="connsiteX10" fmla="*/ 9753303 w 12192000"/>
              <a:gd name="connsiteY10" fmla="*/ 4102100 h 6858000"/>
              <a:gd name="connsiteX11" fmla="*/ 9775436 w 12192000"/>
              <a:gd name="connsiteY11" fmla="*/ 4096261 h 6858000"/>
              <a:gd name="connsiteX12" fmla="*/ 9872640 w 12192000"/>
              <a:gd name="connsiteY12" fmla="*/ 4085901 h 6858000"/>
              <a:gd name="connsiteX13" fmla="*/ 10871964 w 12192000"/>
              <a:gd name="connsiteY13" fmla="*/ 3011090 h 6858000"/>
              <a:gd name="connsiteX14" fmla="*/ 10879893 w 12192000"/>
              <a:gd name="connsiteY14" fmla="*/ 2929399 h 6858000"/>
              <a:gd name="connsiteX15" fmla="*/ 10896601 w 12192000"/>
              <a:gd name="connsiteY15" fmla="*/ 2844800 h 6858000"/>
              <a:gd name="connsiteX16" fmla="*/ 10899119 w 12192000"/>
              <a:gd name="connsiteY16" fmla="*/ 2673412 h 6858000"/>
              <a:gd name="connsiteX17" fmla="*/ 10885081 w 12192000"/>
              <a:gd name="connsiteY17" fmla="*/ 2593548 h 6858000"/>
              <a:gd name="connsiteX18" fmla="*/ 10877638 w 12192000"/>
              <a:gd name="connsiteY18" fmla="*/ 2498494 h 6858000"/>
              <a:gd name="connsiteX19" fmla="*/ 10816392 w 12192000"/>
              <a:gd name="connsiteY19" fmla="*/ 2262974 h 6858000"/>
              <a:gd name="connsiteX20" fmla="*/ 10744803 w 12192000"/>
              <a:gd name="connsiteY20" fmla="*/ 2108945 h 6858000"/>
              <a:gd name="connsiteX21" fmla="*/ 10738645 w 12192000"/>
              <a:gd name="connsiteY21" fmla="*/ 2091531 h 6858000"/>
              <a:gd name="connsiteX22" fmla="*/ 10541001 w 12192000"/>
              <a:gd name="connsiteY22" fmla="*/ 1371600 h 6858000"/>
              <a:gd name="connsiteX23" fmla="*/ 10544822 w 12192000"/>
              <a:gd name="connsiteY23" fmla="*/ 1332977 h 6858000"/>
              <a:gd name="connsiteX24" fmla="*/ 10541001 w 12192000"/>
              <a:gd name="connsiteY24" fmla="*/ 1257301 h 6858000"/>
              <a:gd name="connsiteX25" fmla="*/ 11308933 w 12192000"/>
              <a:gd name="connsiteY25" fmla="*/ 1821 h 6858000"/>
            </a:gdLst>
            <a:ahLst/>
            <a:cxnLst/>
            <a:rect l="l" t="t" r="r" b="b"/>
            <a:pathLst>
              <a:path w="12192000" h="6858000">
                <a:moveTo>
                  <a:pt x="11312928" y="0"/>
                </a:moveTo>
                <a:lnTo>
                  <a:pt x="12192000" y="0"/>
                </a:lnTo>
                <a:lnTo>
                  <a:pt x="12192000" y="6858000"/>
                </a:lnTo>
                <a:lnTo>
                  <a:pt x="0" y="6858000"/>
                </a:lnTo>
                <a:lnTo>
                  <a:pt x="0" y="6702116"/>
                </a:lnTo>
                <a:lnTo>
                  <a:pt x="35522" y="6686253"/>
                </a:lnTo>
                <a:cubicBezTo>
                  <a:pt x="678260" y="6404372"/>
                  <a:pt x="1757363" y="5991225"/>
                  <a:pt x="2463801" y="5867400"/>
                </a:cubicBezTo>
                <a:cubicBezTo>
                  <a:pt x="3405718" y="5702300"/>
                  <a:pt x="4461935" y="6015567"/>
                  <a:pt x="5219701" y="5918200"/>
                </a:cubicBezTo>
                <a:cubicBezTo>
                  <a:pt x="5977468" y="5820833"/>
                  <a:pt x="6502402" y="5541433"/>
                  <a:pt x="7010401" y="5283200"/>
                </a:cubicBezTo>
                <a:cubicBezTo>
                  <a:pt x="7518401" y="5024967"/>
                  <a:pt x="7742768" y="4588933"/>
                  <a:pt x="8267701" y="4368800"/>
                </a:cubicBezTo>
                <a:cubicBezTo>
                  <a:pt x="8661401" y="4203700"/>
                  <a:pt x="9282510" y="4200525"/>
                  <a:pt x="9753303" y="4102100"/>
                </a:cubicBezTo>
                <a:lnTo>
                  <a:pt x="9775436" y="4096261"/>
                </a:lnTo>
                <a:lnTo>
                  <a:pt x="9872640" y="4085901"/>
                </a:lnTo>
                <a:cubicBezTo>
                  <a:pt x="10350579" y="4007524"/>
                  <a:pt x="10765727" y="3583520"/>
                  <a:pt x="10871964" y="3011090"/>
                </a:cubicBezTo>
                <a:lnTo>
                  <a:pt x="10879893" y="2929399"/>
                </a:lnTo>
                <a:lnTo>
                  <a:pt x="10896601" y="2844800"/>
                </a:lnTo>
                <a:cubicBezTo>
                  <a:pt x="10904538" y="2790825"/>
                  <a:pt x="10904770" y="2733378"/>
                  <a:pt x="10899119" y="2673412"/>
                </a:cubicBezTo>
                <a:lnTo>
                  <a:pt x="10885081" y="2593548"/>
                </a:lnTo>
                <a:lnTo>
                  <a:pt x="10877638" y="2498494"/>
                </a:lnTo>
                <a:cubicBezTo>
                  <a:pt x="10863957" y="2417017"/>
                  <a:pt x="10843349" y="2338180"/>
                  <a:pt x="10816392" y="2262974"/>
                </a:cubicBezTo>
                <a:lnTo>
                  <a:pt x="10744803" y="2108945"/>
                </a:lnTo>
                <a:lnTo>
                  <a:pt x="10738645" y="2091531"/>
                </a:lnTo>
                <a:cubicBezTo>
                  <a:pt x="10640485" y="1825625"/>
                  <a:pt x="10535710" y="1565275"/>
                  <a:pt x="10541001" y="1371600"/>
                </a:cubicBezTo>
                <a:lnTo>
                  <a:pt x="10544822" y="1332977"/>
                </a:lnTo>
                <a:lnTo>
                  <a:pt x="10541001" y="1257301"/>
                </a:lnTo>
                <a:cubicBezTo>
                  <a:pt x="10541001" y="709879"/>
                  <a:pt x="10853029" y="235335"/>
                  <a:pt x="11308933" y="1821"/>
                </a:cubicBezTo>
                <a:close/>
              </a:path>
            </a:pathLst>
          </a:custGeom>
          <a:gradFill>
            <a:gsLst>
              <a:gs pos="27000">
                <a:schemeClr val="accent1"/>
              </a:gs>
              <a:gs pos="100000">
                <a:schemeClr val="accent2"/>
              </a:gs>
            </a:gsLst>
            <a:lin ang="108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7" name="图片 6"/>
          <p:cNvPicPr>
            <a:picLocks noChangeAspect="1"/>
          </p:cNvPicPr>
          <p:nvPr/>
        </p:nvPicPr>
        <p:blipFill>
          <a:blip r:embed="rId2">
            <a:alphaModFix/>
          </a:blip>
          <a:srcRect/>
          <a:stretch>
            <a:fillRect/>
          </a:stretch>
        </p:blipFill>
        <p:spPr>
          <a:xfrm>
            <a:off x="4038600" y="2485878"/>
            <a:ext cx="8118785" cy="4372121"/>
          </a:xfrm>
          <a:prstGeom prst="rect">
            <a:avLst/>
          </a:prstGeom>
          <a:noFill/>
          <a:ln>
            <a:noFill/>
          </a:ln>
        </p:spPr>
      </p:pic>
      <p:sp>
        <p:nvSpPr>
          <p:cNvPr id="8" name="标题 1"/>
          <p:cNvSpPr txBox="1"/>
          <p:nvPr/>
        </p:nvSpPr>
        <p:spPr>
          <a:xfrm>
            <a:off x="436052" y="2855974"/>
            <a:ext cx="6307734" cy="1986036"/>
          </a:xfrm>
          <a:prstGeom prst="rect">
            <a:avLst/>
          </a:prstGeom>
          <a:noFill/>
          <a:ln>
            <a:noFill/>
          </a:ln>
        </p:spPr>
        <p:txBody>
          <a:bodyPr vert="horz" wrap="square" lIns="91440" tIns="45720" rIns="91440" bIns="45720" rtlCol="0" anchor="t"/>
          <a:lstStyle/>
          <a:p>
            <a:pPr algn="l">
              <a:lnSpc>
                <a:spcPct val="130000"/>
              </a:lnSpc>
            </a:pPr>
            <a:r>
              <a:rPr kumimoji="1" lang="en-US" altLang="zh-CN" sz="4900">
                <a:ln w="12700">
                  <a:noFill/>
                </a:ln>
                <a:solidFill>
                  <a:srgbClr val="000000">
                    <a:alpha val="100000"/>
                  </a:srgbClr>
                </a:solidFill>
                <a:latin typeface="Source Han Sans CN Bold"/>
                <a:ea typeface="Source Han Sans CN Bold"/>
                <a:cs typeface="Source Han Sans CN Bold"/>
              </a:rPr>
              <a:t>Verilog 基本语法</a:t>
            </a:r>
            <a:endParaRPr kumimoji="1" lang="zh-CN" altLang="en-US"/>
          </a:p>
        </p:txBody>
      </p:sp>
      <p:sp>
        <p:nvSpPr>
          <p:cNvPr id="9" name="标题 1"/>
          <p:cNvSpPr txBox="1"/>
          <p:nvPr/>
        </p:nvSpPr>
        <p:spPr>
          <a:xfrm>
            <a:off x="8648700" y="2362379"/>
            <a:ext cx="610616" cy="610616"/>
          </a:xfrm>
          <a:prstGeom prst="ellipse">
            <a:avLst/>
          </a:prstGeom>
          <a:gradFill>
            <a:gsLst>
              <a:gs pos="0">
                <a:schemeClr val="accent1"/>
              </a:gs>
              <a:gs pos="100000">
                <a:schemeClr val="accent2"/>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9689076" y="1634397"/>
            <a:ext cx="353151" cy="353151"/>
          </a:xfrm>
          <a:prstGeom prst="ellipse">
            <a:avLst/>
          </a:prstGeom>
          <a:gradFill>
            <a:gsLst>
              <a:gs pos="0">
                <a:schemeClr val="accent3"/>
              </a:gs>
              <a:gs pos="100000">
                <a:schemeClr val="accent4"/>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538400" y="5483588"/>
            <a:ext cx="578874" cy="578874"/>
          </a:xfrm>
          <a:prstGeom prst="ellipse">
            <a:avLst/>
          </a:prstGeom>
          <a:gradFill>
            <a:gsLst>
              <a:gs pos="0">
                <a:schemeClr val="accent1"/>
              </a:gs>
              <a:gs pos="100000">
                <a:schemeClr val="accent2"/>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rot="1349991">
            <a:off x="11457839" y="586853"/>
            <a:ext cx="1539544" cy="1539544"/>
          </a:xfrm>
          <a:prstGeom prst="ellipse">
            <a:avLst/>
          </a:prstGeom>
          <a:gradFill>
            <a:gsLst>
              <a:gs pos="0">
                <a:schemeClr val="accent1">
                  <a:alpha val="68000"/>
                </a:schemeClr>
              </a:gs>
              <a:gs pos="100000">
                <a:schemeClr val="accent2">
                  <a:alpha val="6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2489" y="529552"/>
            <a:ext cx="3793799" cy="743548"/>
          </a:xfrm>
          <a:custGeom>
            <a:avLst/>
            <a:gdLst>
              <a:gd name="connsiteX0" fmla="*/ 0 w 3425499"/>
              <a:gd name="connsiteY0" fmla="*/ 0 h 743548"/>
              <a:gd name="connsiteX1" fmla="*/ 3053725 w 3425499"/>
              <a:gd name="connsiteY1" fmla="*/ 0 h 743548"/>
              <a:gd name="connsiteX2" fmla="*/ 3425499 w 3425499"/>
              <a:gd name="connsiteY2" fmla="*/ 371774 h 743548"/>
              <a:gd name="connsiteX3" fmla="*/ 3053725 w 3425499"/>
              <a:gd name="connsiteY3" fmla="*/ 743548 h 743548"/>
              <a:gd name="connsiteX4" fmla="*/ 0 w 3425499"/>
              <a:gd name="connsiteY4" fmla="*/ 743548 h 743548"/>
            </a:gdLst>
            <a:ahLst/>
            <a:cxnLst/>
            <a:rect l="l" t="t" r="r" b="b"/>
            <a:pathLst>
              <a:path w="3425499" h="743548">
                <a:moveTo>
                  <a:pt x="0" y="0"/>
                </a:moveTo>
                <a:lnTo>
                  <a:pt x="3053725" y="0"/>
                </a:lnTo>
                <a:cubicBezTo>
                  <a:pt x="3259050" y="0"/>
                  <a:pt x="3425499" y="166449"/>
                  <a:pt x="3425499" y="371774"/>
                </a:cubicBezTo>
                <a:cubicBezTo>
                  <a:pt x="3425499" y="577099"/>
                  <a:pt x="3259050" y="743548"/>
                  <a:pt x="3053725" y="743548"/>
                </a:cubicBezTo>
                <a:lnTo>
                  <a:pt x="0" y="743548"/>
                </a:ln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552822" y="717623"/>
            <a:ext cx="2958699" cy="367406"/>
          </a:xfrm>
          <a:custGeom>
            <a:avLst/>
            <a:gdLst>
              <a:gd name="connsiteX0" fmla="*/ 353068 w 1228797"/>
              <a:gd name="connsiteY0" fmla="*/ 146933 h 152590"/>
              <a:gd name="connsiteX1" fmla="*/ 353259 w 1228797"/>
              <a:gd name="connsiteY1" fmla="*/ 146971 h 152590"/>
              <a:gd name="connsiteX2" fmla="*/ 352878 w 1228797"/>
              <a:gd name="connsiteY2" fmla="*/ 146971 h 152590"/>
              <a:gd name="connsiteX3" fmla="*/ 463654 w 1228797"/>
              <a:gd name="connsiteY3" fmla="*/ 28766 h 152590"/>
              <a:gd name="connsiteX4" fmla="*/ 457368 w 1228797"/>
              <a:gd name="connsiteY4" fmla="*/ 35052 h 152590"/>
              <a:gd name="connsiteX5" fmla="*/ 457368 w 1228797"/>
              <a:gd name="connsiteY5" fmla="*/ 66866 h 152590"/>
              <a:gd name="connsiteX6" fmla="*/ 463464 w 1228797"/>
              <a:gd name="connsiteY6" fmla="*/ 73152 h 152590"/>
              <a:gd name="connsiteX7" fmla="*/ 463654 w 1228797"/>
              <a:gd name="connsiteY7" fmla="*/ 73152 h 152590"/>
              <a:gd name="connsiteX8" fmla="*/ 502611 w 1228797"/>
              <a:gd name="connsiteY8" fmla="*/ 73152 h 152590"/>
              <a:gd name="connsiteX9" fmla="*/ 525281 w 1228797"/>
              <a:gd name="connsiteY9" fmla="*/ 51911 h 152590"/>
              <a:gd name="connsiteX10" fmla="*/ 504450 w 1228797"/>
              <a:gd name="connsiteY10" fmla="*/ 28795 h 152590"/>
              <a:gd name="connsiteX11" fmla="*/ 503183 w 1228797"/>
              <a:gd name="connsiteY11" fmla="*/ 28766 h 152590"/>
              <a:gd name="connsiteX12" fmla="*/ 1154216 w 1228797"/>
              <a:gd name="connsiteY12" fmla="*/ 28194 h 152590"/>
              <a:gd name="connsiteX13" fmla="*/ 1154216 w 1228797"/>
              <a:gd name="connsiteY13" fmla="*/ 28765 h 152590"/>
              <a:gd name="connsiteX14" fmla="*/ 1104877 w 1228797"/>
              <a:gd name="connsiteY14" fmla="*/ 77914 h 152590"/>
              <a:gd name="connsiteX15" fmla="*/ 1154026 w 1228797"/>
              <a:gd name="connsiteY15" fmla="*/ 127254 h 152590"/>
              <a:gd name="connsiteX16" fmla="*/ 1203365 w 1228797"/>
              <a:gd name="connsiteY16" fmla="*/ 78105 h 152590"/>
              <a:gd name="connsiteX17" fmla="*/ 1203365 w 1228797"/>
              <a:gd name="connsiteY17" fmla="*/ 78009 h 152590"/>
              <a:gd name="connsiteX18" fmla="*/ 1154502 w 1228797"/>
              <a:gd name="connsiteY18" fmla="*/ 28195 h 152590"/>
              <a:gd name="connsiteX19" fmla="*/ 1154216 w 1228797"/>
              <a:gd name="connsiteY19" fmla="*/ 28194 h 152590"/>
              <a:gd name="connsiteX20" fmla="*/ 836558 w 1228797"/>
              <a:gd name="connsiteY20" fmla="*/ 25718 h 152590"/>
              <a:gd name="connsiteX21" fmla="*/ 787314 w 1228797"/>
              <a:gd name="connsiteY21" fmla="*/ 74962 h 152590"/>
              <a:gd name="connsiteX22" fmla="*/ 836558 w 1228797"/>
              <a:gd name="connsiteY22" fmla="*/ 124207 h 152590"/>
              <a:gd name="connsiteX23" fmla="*/ 885802 w 1228797"/>
              <a:gd name="connsiteY23" fmla="*/ 74962 h 152590"/>
              <a:gd name="connsiteX24" fmla="*/ 885802 w 1228797"/>
              <a:gd name="connsiteY24" fmla="*/ 74867 h 152590"/>
              <a:gd name="connsiteX25" fmla="*/ 836558 w 1228797"/>
              <a:gd name="connsiteY25" fmla="*/ 25718 h 152590"/>
              <a:gd name="connsiteX26" fmla="*/ 200954 w 1228797"/>
              <a:gd name="connsiteY26" fmla="*/ 25527 h 152590"/>
              <a:gd name="connsiteX27" fmla="*/ 200954 w 1228797"/>
              <a:gd name="connsiteY27" fmla="*/ 25908 h 152590"/>
              <a:gd name="connsiteX28" fmla="*/ 151424 w 1228797"/>
              <a:gd name="connsiteY28" fmla="*/ 75248 h 152590"/>
              <a:gd name="connsiteX29" fmla="*/ 200764 w 1228797"/>
              <a:gd name="connsiteY29" fmla="*/ 124778 h 152590"/>
              <a:gd name="connsiteX30" fmla="*/ 250294 w 1228797"/>
              <a:gd name="connsiteY30" fmla="*/ 75438 h 152590"/>
              <a:gd name="connsiteX31" fmla="*/ 250294 w 1228797"/>
              <a:gd name="connsiteY31" fmla="*/ 75248 h 152590"/>
              <a:gd name="connsiteX32" fmla="*/ 201145 w 1228797"/>
              <a:gd name="connsiteY32" fmla="*/ 25528 h 152590"/>
              <a:gd name="connsiteX33" fmla="*/ 200954 w 1228797"/>
              <a:gd name="connsiteY33" fmla="*/ 25527 h 152590"/>
              <a:gd name="connsiteX34" fmla="*/ 437841 w 1228797"/>
              <a:gd name="connsiteY34" fmla="*/ 3429 h 152590"/>
              <a:gd name="connsiteX35" fmla="*/ 502040 w 1228797"/>
              <a:gd name="connsiteY35" fmla="*/ 3429 h 152590"/>
              <a:gd name="connsiteX36" fmla="*/ 535949 w 1228797"/>
              <a:gd name="connsiteY36" fmla="*/ 16764 h 152590"/>
              <a:gd name="connsiteX37" fmla="*/ 550808 w 1228797"/>
              <a:gd name="connsiteY37" fmla="*/ 49340 h 152590"/>
              <a:gd name="connsiteX38" fmla="*/ 528615 w 1228797"/>
              <a:gd name="connsiteY38" fmla="*/ 91345 h 152590"/>
              <a:gd name="connsiteX39" fmla="*/ 526233 w 1228797"/>
              <a:gd name="connsiteY39" fmla="*/ 99251 h 152590"/>
              <a:gd name="connsiteX40" fmla="*/ 544712 w 1228797"/>
              <a:gd name="connsiteY40" fmla="*/ 138017 h 152590"/>
              <a:gd name="connsiteX41" fmla="*/ 541683 w 1228797"/>
              <a:gd name="connsiteY41" fmla="*/ 146377 h 152590"/>
              <a:gd name="connsiteX42" fmla="*/ 538997 w 1228797"/>
              <a:gd name="connsiteY42" fmla="*/ 146971 h 152590"/>
              <a:gd name="connsiteX43" fmla="*/ 525567 w 1228797"/>
              <a:gd name="connsiteY43" fmla="*/ 146971 h 152590"/>
              <a:gd name="connsiteX44" fmla="*/ 519947 w 1228797"/>
              <a:gd name="connsiteY44" fmla="*/ 143447 h 152590"/>
              <a:gd name="connsiteX45" fmla="*/ 500230 w 1228797"/>
              <a:gd name="connsiteY45" fmla="*/ 102203 h 152590"/>
              <a:gd name="connsiteX46" fmla="*/ 494611 w 1228797"/>
              <a:gd name="connsiteY46" fmla="*/ 98679 h 152590"/>
              <a:gd name="connsiteX47" fmla="*/ 463654 w 1228797"/>
              <a:gd name="connsiteY47" fmla="*/ 98679 h 152590"/>
              <a:gd name="connsiteX48" fmla="*/ 457368 w 1228797"/>
              <a:gd name="connsiteY48" fmla="*/ 104773 h 152590"/>
              <a:gd name="connsiteX49" fmla="*/ 457368 w 1228797"/>
              <a:gd name="connsiteY49" fmla="*/ 104966 h 152590"/>
              <a:gd name="connsiteX50" fmla="*/ 457368 w 1228797"/>
              <a:gd name="connsiteY50" fmla="*/ 140684 h 152590"/>
              <a:gd name="connsiteX51" fmla="*/ 451081 w 1228797"/>
              <a:gd name="connsiteY51" fmla="*/ 146971 h 152590"/>
              <a:gd name="connsiteX52" fmla="*/ 437841 w 1228797"/>
              <a:gd name="connsiteY52" fmla="*/ 146971 h 152590"/>
              <a:gd name="connsiteX53" fmla="*/ 431555 w 1228797"/>
              <a:gd name="connsiteY53" fmla="*/ 140684 h 152590"/>
              <a:gd name="connsiteX54" fmla="*/ 431555 w 1228797"/>
              <a:gd name="connsiteY54" fmla="*/ 9716 h 152590"/>
              <a:gd name="connsiteX55" fmla="*/ 437841 w 1228797"/>
              <a:gd name="connsiteY55" fmla="*/ 3429 h 152590"/>
              <a:gd name="connsiteX56" fmla="*/ 293633 w 1228797"/>
              <a:gd name="connsiteY56" fmla="*/ 3429 h 152590"/>
              <a:gd name="connsiteX57" fmla="*/ 306777 w 1228797"/>
              <a:gd name="connsiteY57" fmla="*/ 3429 h 152590"/>
              <a:gd name="connsiteX58" fmla="*/ 312683 w 1228797"/>
              <a:gd name="connsiteY58" fmla="*/ 9715 h 152590"/>
              <a:gd name="connsiteX59" fmla="*/ 312683 w 1228797"/>
              <a:gd name="connsiteY59" fmla="*/ 80677 h 152590"/>
              <a:gd name="connsiteX60" fmla="*/ 350592 w 1228797"/>
              <a:gd name="connsiteY60" fmla="*/ 123032 h 152590"/>
              <a:gd name="connsiteX61" fmla="*/ 392950 w 1228797"/>
              <a:gd name="connsiteY61" fmla="*/ 85118 h 152590"/>
              <a:gd name="connsiteX62" fmla="*/ 392978 w 1228797"/>
              <a:gd name="connsiteY62" fmla="*/ 81248 h 152590"/>
              <a:gd name="connsiteX63" fmla="*/ 392978 w 1228797"/>
              <a:gd name="connsiteY63" fmla="*/ 9715 h 152590"/>
              <a:gd name="connsiteX64" fmla="*/ 399265 w 1228797"/>
              <a:gd name="connsiteY64" fmla="*/ 3429 h 152590"/>
              <a:gd name="connsiteX65" fmla="*/ 412505 w 1228797"/>
              <a:gd name="connsiteY65" fmla="*/ 3429 h 152590"/>
              <a:gd name="connsiteX66" fmla="*/ 418696 w 1228797"/>
              <a:gd name="connsiteY66" fmla="*/ 9715 h 152590"/>
              <a:gd name="connsiteX67" fmla="*/ 418696 w 1228797"/>
              <a:gd name="connsiteY67" fmla="*/ 81153 h 152590"/>
              <a:gd name="connsiteX68" fmla="*/ 378496 w 1228797"/>
              <a:gd name="connsiteY68" fmla="*/ 141799 h 152590"/>
              <a:gd name="connsiteX69" fmla="*/ 353068 w 1228797"/>
              <a:gd name="connsiteY69" fmla="*/ 146933 h 152590"/>
              <a:gd name="connsiteX70" fmla="*/ 327634 w 1228797"/>
              <a:gd name="connsiteY70" fmla="*/ 141836 h 152590"/>
              <a:gd name="connsiteX71" fmla="*/ 287346 w 1228797"/>
              <a:gd name="connsiteY71" fmla="*/ 81248 h 152590"/>
              <a:gd name="connsiteX72" fmla="*/ 287346 w 1228797"/>
              <a:gd name="connsiteY72" fmla="*/ 81153 h 152590"/>
              <a:gd name="connsiteX73" fmla="*/ 287346 w 1228797"/>
              <a:gd name="connsiteY73" fmla="*/ 9715 h 152590"/>
              <a:gd name="connsiteX74" fmla="*/ 293633 w 1228797"/>
              <a:gd name="connsiteY74" fmla="*/ 3429 h 152590"/>
              <a:gd name="connsiteX75" fmla="*/ 6264 w 1228797"/>
              <a:gd name="connsiteY75" fmla="*/ 3333 h 152590"/>
              <a:gd name="connsiteX76" fmla="*/ 18646 w 1228797"/>
              <a:gd name="connsiteY76" fmla="*/ 3333 h 152590"/>
              <a:gd name="connsiteX77" fmla="*/ 23790 w 1228797"/>
              <a:gd name="connsiteY77" fmla="*/ 6000 h 152590"/>
              <a:gd name="connsiteX78" fmla="*/ 61890 w 1228797"/>
              <a:gd name="connsiteY78" fmla="*/ 59817 h 152590"/>
              <a:gd name="connsiteX79" fmla="*/ 67033 w 1228797"/>
              <a:gd name="connsiteY79" fmla="*/ 62388 h 152590"/>
              <a:gd name="connsiteX80" fmla="*/ 72081 w 1228797"/>
              <a:gd name="connsiteY80" fmla="*/ 59817 h 152590"/>
              <a:gd name="connsiteX81" fmla="*/ 110181 w 1228797"/>
              <a:gd name="connsiteY81" fmla="*/ 6000 h 152590"/>
              <a:gd name="connsiteX82" fmla="*/ 115325 w 1228797"/>
              <a:gd name="connsiteY82" fmla="*/ 3333 h 152590"/>
              <a:gd name="connsiteX83" fmla="*/ 127707 w 1228797"/>
              <a:gd name="connsiteY83" fmla="*/ 3333 h 152590"/>
              <a:gd name="connsiteX84" fmla="*/ 134065 w 1228797"/>
              <a:gd name="connsiteY84" fmla="*/ 9548 h 152590"/>
              <a:gd name="connsiteX85" fmla="*/ 132851 w 1228797"/>
              <a:gd name="connsiteY85" fmla="*/ 13335 h 152590"/>
              <a:gd name="connsiteX86" fmla="*/ 81702 w 1228797"/>
              <a:gd name="connsiteY86" fmla="*/ 83724 h 152590"/>
              <a:gd name="connsiteX87" fmla="*/ 79987 w 1228797"/>
              <a:gd name="connsiteY87" fmla="*/ 89154 h 152590"/>
              <a:gd name="connsiteX88" fmla="*/ 79987 w 1228797"/>
              <a:gd name="connsiteY88" fmla="*/ 140684 h 152590"/>
              <a:gd name="connsiteX89" fmla="*/ 73701 w 1228797"/>
              <a:gd name="connsiteY89" fmla="*/ 146970 h 152590"/>
              <a:gd name="connsiteX90" fmla="*/ 60270 w 1228797"/>
              <a:gd name="connsiteY90" fmla="*/ 146970 h 152590"/>
              <a:gd name="connsiteX91" fmla="*/ 53984 w 1228797"/>
              <a:gd name="connsiteY91" fmla="*/ 140684 h 152590"/>
              <a:gd name="connsiteX92" fmla="*/ 53984 w 1228797"/>
              <a:gd name="connsiteY92" fmla="*/ 89154 h 152590"/>
              <a:gd name="connsiteX93" fmla="*/ 52269 w 1228797"/>
              <a:gd name="connsiteY93" fmla="*/ 83724 h 152590"/>
              <a:gd name="connsiteX94" fmla="*/ 1215 w 1228797"/>
              <a:gd name="connsiteY94" fmla="*/ 13335 h 152590"/>
              <a:gd name="connsiteX95" fmla="*/ 2572 w 1228797"/>
              <a:gd name="connsiteY95" fmla="*/ 4549 h 152590"/>
              <a:gd name="connsiteX96" fmla="*/ 6264 w 1228797"/>
              <a:gd name="connsiteY96" fmla="*/ 3333 h 152590"/>
              <a:gd name="connsiteX97" fmla="*/ 1154026 w 1228797"/>
              <a:gd name="connsiteY97" fmla="*/ 3238 h 152590"/>
              <a:gd name="connsiteX98" fmla="*/ 1228797 w 1228797"/>
              <a:gd name="connsiteY98" fmla="*/ 77819 h 152590"/>
              <a:gd name="connsiteX99" fmla="*/ 1228797 w 1228797"/>
              <a:gd name="connsiteY99" fmla="*/ 77914 h 152590"/>
              <a:gd name="connsiteX100" fmla="*/ 1154216 w 1228797"/>
              <a:gd name="connsiteY100" fmla="*/ 152590 h 152590"/>
              <a:gd name="connsiteX101" fmla="*/ 1079445 w 1228797"/>
              <a:gd name="connsiteY101" fmla="*/ 78009 h 152590"/>
              <a:gd name="connsiteX102" fmla="*/ 1154026 w 1228797"/>
              <a:gd name="connsiteY102" fmla="*/ 3238 h 152590"/>
              <a:gd name="connsiteX103" fmla="*/ 646058 w 1228797"/>
              <a:gd name="connsiteY103" fmla="*/ 2096 h 152590"/>
              <a:gd name="connsiteX104" fmla="*/ 659774 w 1228797"/>
              <a:gd name="connsiteY104" fmla="*/ 2096 h 152590"/>
              <a:gd name="connsiteX105" fmla="*/ 666060 w 1228797"/>
              <a:gd name="connsiteY105" fmla="*/ 8382 h 152590"/>
              <a:gd name="connsiteX106" fmla="*/ 666060 w 1228797"/>
              <a:gd name="connsiteY106" fmla="*/ 116491 h 152590"/>
              <a:gd name="connsiteX107" fmla="*/ 672346 w 1228797"/>
              <a:gd name="connsiteY107" fmla="*/ 122778 h 152590"/>
              <a:gd name="connsiteX108" fmla="*/ 750166 w 1228797"/>
              <a:gd name="connsiteY108" fmla="*/ 122778 h 152590"/>
              <a:gd name="connsiteX109" fmla="*/ 756452 w 1228797"/>
              <a:gd name="connsiteY109" fmla="*/ 129064 h 152590"/>
              <a:gd name="connsiteX110" fmla="*/ 756452 w 1228797"/>
              <a:gd name="connsiteY110" fmla="*/ 141733 h 152590"/>
              <a:gd name="connsiteX111" fmla="*/ 750356 w 1228797"/>
              <a:gd name="connsiteY111" fmla="*/ 148019 h 152590"/>
              <a:gd name="connsiteX112" fmla="*/ 750166 w 1228797"/>
              <a:gd name="connsiteY112" fmla="*/ 148019 h 152590"/>
              <a:gd name="connsiteX113" fmla="*/ 646058 w 1228797"/>
              <a:gd name="connsiteY113" fmla="*/ 148019 h 152590"/>
              <a:gd name="connsiteX114" fmla="*/ 639771 w 1228797"/>
              <a:gd name="connsiteY114" fmla="*/ 141733 h 152590"/>
              <a:gd name="connsiteX115" fmla="*/ 639771 w 1228797"/>
              <a:gd name="connsiteY115" fmla="*/ 8382 h 152590"/>
              <a:gd name="connsiteX116" fmla="*/ 646058 w 1228797"/>
              <a:gd name="connsiteY116" fmla="*/ 2096 h 152590"/>
              <a:gd name="connsiteX117" fmla="*/ 995720 w 1228797"/>
              <a:gd name="connsiteY117" fmla="*/ 191 h 152590"/>
              <a:gd name="connsiteX118" fmla="*/ 1040488 w 1228797"/>
              <a:gd name="connsiteY118" fmla="*/ 15621 h 152590"/>
              <a:gd name="connsiteX119" fmla="*/ 1051060 w 1228797"/>
              <a:gd name="connsiteY119" fmla="*/ 25146 h 152590"/>
              <a:gd name="connsiteX120" fmla="*/ 1051251 w 1228797"/>
              <a:gd name="connsiteY120" fmla="*/ 25418 h 152590"/>
              <a:gd name="connsiteX121" fmla="*/ 1049536 w 1228797"/>
              <a:gd name="connsiteY121" fmla="*/ 34004 h 152590"/>
              <a:gd name="connsiteX122" fmla="*/ 1038964 w 1228797"/>
              <a:gd name="connsiteY122" fmla="*/ 41434 h 152590"/>
              <a:gd name="connsiteX123" fmla="*/ 1030867 w 1228797"/>
              <a:gd name="connsiteY123" fmla="*/ 40767 h 152590"/>
              <a:gd name="connsiteX124" fmla="*/ 1028010 w 1228797"/>
              <a:gd name="connsiteY124" fmla="*/ 38100 h 152590"/>
              <a:gd name="connsiteX125" fmla="*/ 1027343 w 1228797"/>
              <a:gd name="connsiteY125" fmla="*/ 37624 h 152590"/>
              <a:gd name="connsiteX126" fmla="*/ 995911 w 1228797"/>
              <a:gd name="connsiteY126" fmla="*/ 26194 h 152590"/>
              <a:gd name="connsiteX127" fmla="*/ 993815 w 1228797"/>
              <a:gd name="connsiteY127" fmla="*/ 26194 h 152590"/>
              <a:gd name="connsiteX128" fmla="*/ 990386 w 1228797"/>
              <a:gd name="connsiteY128" fmla="*/ 26194 h 152590"/>
              <a:gd name="connsiteX129" fmla="*/ 981623 w 1228797"/>
              <a:gd name="connsiteY129" fmla="*/ 28004 h 152590"/>
              <a:gd name="connsiteX130" fmla="*/ 947638 w 1228797"/>
              <a:gd name="connsiteY130" fmla="*/ 64456 h 152590"/>
              <a:gd name="connsiteX131" fmla="*/ 984957 w 1228797"/>
              <a:gd name="connsiteY131" fmla="*/ 123254 h 152590"/>
              <a:gd name="connsiteX132" fmla="*/ 988957 w 1228797"/>
              <a:gd name="connsiteY132" fmla="*/ 124016 h 152590"/>
              <a:gd name="connsiteX133" fmla="*/ 992291 w 1228797"/>
              <a:gd name="connsiteY133" fmla="*/ 122968 h 152590"/>
              <a:gd name="connsiteX134" fmla="*/ 1001816 w 1228797"/>
              <a:gd name="connsiteY134" fmla="*/ 122968 h 152590"/>
              <a:gd name="connsiteX135" fmla="*/ 1009150 w 1228797"/>
              <a:gd name="connsiteY135" fmla="*/ 121920 h 152590"/>
              <a:gd name="connsiteX136" fmla="*/ 1010484 w 1228797"/>
              <a:gd name="connsiteY136" fmla="*/ 121920 h 152590"/>
              <a:gd name="connsiteX137" fmla="*/ 1011817 w 1228797"/>
              <a:gd name="connsiteY137" fmla="*/ 121920 h 152590"/>
              <a:gd name="connsiteX138" fmla="*/ 1017437 w 1228797"/>
              <a:gd name="connsiteY138" fmla="*/ 119920 h 152590"/>
              <a:gd name="connsiteX139" fmla="*/ 1018580 w 1228797"/>
              <a:gd name="connsiteY139" fmla="*/ 119444 h 152590"/>
              <a:gd name="connsiteX140" fmla="*/ 1019723 w 1228797"/>
              <a:gd name="connsiteY140" fmla="*/ 118967 h 152590"/>
              <a:gd name="connsiteX141" fmla="*/ 1020866 w 1228797"/>
              <a:gd name="connsiteY141" fmla="*/ 118396 h 152590"/>
              <a:gd name="connsiteX142" fmla="*/ 1023438 w 1228797"/>
              <a:gd name="connsiteY142" fmla="*/ 117062 h 152590"/>
              <a:gd name="connsiteX143" fmla="*/ 1024200 w 1228797"/>
              <a:gd name="connsiteY143" fmla="*/ 116491 h 152590"/>
              <a:gd name="connsiteX144" fmla="*/ 1041154 w 1228797"/>
              <a:gd name="connsiteY144" fmla="*/ 95345 h 152590"/>
              <a:gd name="connsiteX145" fmla="*/ 1040202 w 1228797"/>
              <a:gd name="connsiteY145" fmla="*/ 90297 h 152590"/>
              <a:gd name="connsiteX146" fmla="*/ 1036106 w 1228797"/>
              <a:gd name="connsiteY146" fmla="*/ 88583 h 152590"/>
              <a:gd name="connsiteX147" fmla="*/ 1008579 w 1228797"/>
              <a:gd name="connsiteY147" fmla="*/ 88583 h 152590"/>
              <a:gd name="connsiteX148" fmla="*/ 1002292 w 1228797"/>
              <a:gd name="connsiteY148" fmla="*/ 82296 h 152590"/>
              <a:gd name="connsiteX149" fmla="*/ 1002292 w 1228797"/>
              <a:gd name="connsiteY149" fmla="*/ 69437 h 152590"/>
              <a:gd name="connsiteX150" fmla="*/ 1002292 w 1228797"/>
              <a:gd name="connsiteY150" fmla="*/ 69245 h 152590"/>
              <a:gd name="connsiteX151" fmla="*/ 1008579 w 1228797"/>
              <a:gd name="connsiteY151" fmla="*/ 63151 h 152590"/>
              <a:gd name="connsiteX152" fmla="*/ 1065729 w 1228797"/>
              <a:gd name="connsiteY152" fmla="*/ 63151 h 152590"/>
              <a:gd name="connsiteX153" fmla="*/ 1066205 w 1228797"/>
              <a:gd name="connsiteY153" fmla="*/ 63151 h 152590"/>
              <a:gd name="connsiteX154" fmla="*/ 1066777 w 1228797"/>
              <a:gd name="connsiteY154" fmla="*/ 63151 h 152590"/>
              <a:gd name="connsiteX155" fmla="*/ 1068205 w 1228797"/>
              <a:gd name="connsiteY155" fmla="*/ 68771 h 152590"/>
              <a:gd name="connsiteX156" fmla="*/ 1068205 w 1228797"/>
              <a:gd name="connsiteY156" fmla="*/ 80391 h 152590"/>
              <a:gd name="connsiteX157" fmla="*/ 1043155 w 1228797"/>
              <a:gd name="connsiteY157" fmla="*/ 136112 h 152590"/>
              <a:gd name="connsiteX158" fmla="*/ 1040869 w 1228797"/>
              <a:gd name="connsiteY158" fmla="*/ 138113 h 152590"/>
              <a:gd name="connsiteX159" fmla="*/ 1039630 w 1228797"/>
              <a:gd name="connsiteY159" fmla="*/ 139065 h 152590"/>
              <a:gd name="connsiteX160" fmla="*/ 1037249 w 1228797"/>
              <a:gd name="connsiteY160" fmla="*/ 140780 h 152590"/>
              <a:gd name="connsiteX161" fmla="*/ 1036011 w 1228797"/>
              <a:gd name="connsiteY161" fmla="*/ 141637 h 152590"/>
              <a:gd name="connsiteX162" fmla="*/ 1033630 w 1228797"/>
              <a:gd name="connsiteY162" fmla="*/ 143161 h 152590"/>
              <a:gd name="connsiteX163" fmla="*/ 1032391 w 1228797"/>
              <a:gd name="connsiteY163" fmla="*/ 143923 h 152590"/>
              <a:gd name="connsiteX164" fmla="*/ 1029915 w 1228797"/>
              <a:gd name="connsiteY164" fmla="*/ 145352 h 152590"/>
              <a:gd name="connsiteX165" fmla="*/ 1029343 w 1228797"/>
              <a:gd name="connsiteY165" fmla="*/ 145352 h 152590"/>
              <a:gd name="connsiteX166" fmla="*/ 1025343 w 1228797"/>
              <a:gd name="connsiteY166" fmla="*/ 147257 h 152590"/>
              <a:gd name="connsiteX167" fmla="*/ 1024676 w 1228797"/>
              <a:gd name="connsiteY167" fmla="*/ 147257 h 152590"/>
              <a:gd name="connsiteX168" fmla="*/ 1022104 w 1228797"/>
              <a:gd name="connsiteY168" fmla="*/ 148209 h 152590"/>
              <a:gd name="connsiteX169" fmla="*/ 1020866 w 1228797"/>
              <a:gd name="connsiteY169" fmla="*/ 148209 h 152590"/>
              <a:gd name="connsiteX170" fmla="*/ 1020104 w 1228797"/>
              <a:gd name="connsiteY170" fmla="*/ 148209 h 152590"/>
              <a:gd name="connsiteX171" fmla="*/ 1018009 w 1228797"/>
              <a:gd name="connsiteY171" fmla="*/ 148971 h 152590"/>
              <a:gd name="connsiteX172" fmla="*/ 1017151 w 1228797"/>
              <a:gd name="connsiteY172" fmla="*/ 148971 h 152590"/>
              <a:gd name="connsiteX173" fmla="*/ 1015913 w 1228797"/>
              <a:gd name="connsiteY173" fmla="*/ 148971 h 152590"/>
              <a:gd name="connsiteX174" fmla="*/ 1015056 w 1228797"/>
              <a:gd name="connsiteY174" fmla="*/ 148971 h 152590"/>
              <a:gd name="connsiteX175" fmla="*/ 1013151 w 1228797"/>
              <a:gd name="connsiteY175" fmla="*/ 149447 h 152590"/>
              <a:gd name="connsiteX176" fmla="*/ 1012103 w 1228797"/>
              <a:gd name="connsiteY176" fmla="*/ 149447 h 152590"/>
              <a:gd name="connsiteX177" fmla="*/ 1010960 w 1228797"/>
              <a:gd name="connsiteY177" fmla="*/ 149447 h 152590"/>
              <a:gd name="connsiteX178" fmla="*/ 1009912 w 1228797"/>
              <a:gd name="connsiteY178" fmla="*/ 149447 h 152590"/>
              <a:gd name="connsiteX179" fmla="*/ 1008103 w 1228797"/>
              <a:gd name="connsiteY179" fmla="*/ 149447 h 152590"/>
              <a:gd name="connsiteX180" fmla="*/ 1006960 w 1228797"/>
              <a:gd name="connsiteY180" fmla="*/ 149447 h 152590"/>
              <a:gd name="connsiteX181" fmla="*/ 1005817 w 1228797"/>
              <a:gd name="connsiteY181" fmla="*/ 149447 h 152590"/>
              <a:gd name="connsiteX182" fmla="*/ 1004578 w 1228797"/>
              <a:gd name="connsiteY182" fmla="*/ 149447 h 152590"/>
              <a:gd name="connsiteX183" fmla="*/ 1002864 w 1228797"/>
              <a:gd name="connsiteY183" fmla="*/ 149447 h 152590"/>
              <a:gd name="connsiteX184" fmla="*/ 995720 w 1228797"/>
              <a:gd name="connsiteY184" fmla="*/ 149447 h 152590"/>
              <a:gd name="connsiteX185" fmla="*/ 990386 w 1228797"/>
              <a:gd name="connsiteY185" fmla="*/ 149447 h 152590"/>
              <a:gd name="connsiteX186" fmla="*/ 918425 w 1228797"/>
              <a:gd name="connsiteY186" fmla="*/ 72152 h 152590"/>
              <a:gd name="connsiteX187" fmla="*/ 995720 w 1228797"/>
              <a:gd name="connsiteY187" fmla="*/ 191 h 152590"/>
              <a:gd name="connsiteX188" fmla="*/ 836558 w 1228797"/>
              <a:gd name="connsiteY188" fmla="*/ 191 h 152590"/>
              <a:gd name="connsiteX189" fmla="*/ 911234 w 1228797"/>
              <a:gd name="connsiteY189" fmla="*/ 74867 h 152590"/>
              <a:gd name="connsiteX190" fmla="*/ 836558 w 1228797"/>
              <a:gd name="connsiteY190" fmla="*/ 149543 h 152590"/>
              <a:gd name="connsiteX191" fmla="*/ 761882 w 1228797"/>
              <a:gd name="connsiteY191" fmla="*/ 74867 h 152590"/>
              <a:gd name="connsiteX192" fmla="*/ 836558 w 1228797"/>
              <a:gd name="connsiteY192" fmla="*/ 191 h 152590"/>
              <a:gd name="connsiteX193" fmla="*/ 200954 w 1228797"/>
              <a:gd name="connsiteY193" fmla="*/ 0 h 152590"/>
              <a:gd name="connsiteX194" fmla="*/ 275821 w 1228797"/>
              <a:gd name="connsiteY194" fmla="*/ 74867 h 152590"/>
              <a:gd name="connsiteX195" fmla="*/ 200954 w 1228797"/>
              <a:gd name="connsiteY195" fmla="*/ 149733 h 152590"/>
              <a:gd name="connsiteX196" fmla="*/ 126088 w 1228797"/>
              <a:gd name="connsiteY196" fmla="*/ 74867 h 152590"/>
              <a:gd name="connsiteX197" fmla="*/ 200954 w 1228797"/>
              <a:gd name="connsiteY197" fmla="*/ 0 h 152590"/>
            </a:gdLst>
            <a:ahLst/>
            <a:cxnLst/>
            <a:rect l="l" t="t" r="r" b="b"/>
            <a:pathLst>
              <a:path w="1228797" h="152590">
                <a:moveTo>
                  <a:pt x="353068" y="146933"/>
                </a:moveTo>
                <a:lnTo>
                  <a:pt x="353259" y="146971"/>
                </a:lnTo>
                <a:lnTo>
                  <a:pt x="352878" y="146971"/>
                </a:lnTo>
                <a:close/>
                <a:moveTo>
                  <a:pt x="463654" y="28766"/>
                </a:moveTo>
                <a:cubicBezTo>
                  <a:pt x="460187" y="28766"/>
                  <a:pt x="457368" y="31580"/>
                  <a:pt x="457368" y="35052"/>
                </a:cubicBezTo>
                <a:lnTo>
                  <a:pt x="457368" y="66866"/>
                </a:lnTo>
                <a:cubicBezTo>
                  <a:pt x="457311" y="70284"/>
                  <a:pt x="460044" y="73099"/>
                  <a:pt x="463464" y="73152"/>
                </a:cubicBezTo>
                <a:cubicBezTo>
                  <a:pt x="463530" y="73153"/>
                  <a:pt x="463588" y="73153"/>
                  <a:pt x="463654" y="73152"/>
                </a:cubicBezTo>
                <a:lnTo>
                  <a:pt x="502611" y="73152"/>
                </a:lnTo>
                <a:cubicBezTo>
                  <a:pt x="514613" y="73223"/>
                  <a:pt x="524576" y="63892"/>
                  <a:pt x="525281" y="51911"/>
                </a:cubicBezTo>
                <a:cubicBezTo>
                  <a:pt x="525910" y="39775"/>
                  <a:pt x="516585" y="29427"/>
                  <a:pt x="504450" y="28795"/>
                </a:cubicBezTo>
                <a:cubicBezTo>
                  <a:pt x="504031" y="28773"/>
                  <a:pt x="503602" y="28763"/>
                  <a:pt x="503183" y="28766"/>
                </a:cubicBezTo>
                <a:close/>
                <a:moveTo>
                  <a:pt x="1154216" y="28194"/>
                </a:moveTo>
                <a:lnTo>
                  <a:pt x="1154216" y="28765"/>
                </a:lnTo>
                <a:cubicBezTo>
                  <a:pt x="1127022" y="28713"/>
                  <a:pt x="1104934" y="50717"/>
                  <a:pt x="1104877" y="77914"/>
                </a:cubicBezTo>
                <a:cubicBezTo>
                  <a:pt x="1104820" y="105111"/>
                  <a:pt x="1126832" y="127201"/>
                  <a:pt x="1154026" y="127254"/>
                </a:cubicBezTo>
                <a:cubicBezTo>
                  <a:pt x="1181220" y="127306"/>
                  <a:pt x="1203308" y="105301"/>
                  <a:pt x="1203365" y="78105"/>
                </a:cubicBezTo>
                <a:cubicBezTo>
                  <a:pt x="1203365" y="78073"/>
                  <a:pt x="1203365" y="78041"/>
                  <a:pt x="1203365" y="78009"/>
                </a:cubicBezTo>
                <a:cubicBezTo>
                  <a:pt x="1203632" y="50761"/>
                  <a:pt x="1181753" y="28458"/>
                  <a:pt x="1154502" y="28195"/>
                </a:cubicBezTo>
                <a:cubicBezTo>
                  <a:pt x="1154407" y="28195"/>
                  <a:pt x="1154312" y="28194"/>
                  <a:pt x="1154216" y="28194"/>
                </a:cubicBezTo>
                <a:close/>
                <a:moveTo>
                  <a:pt x="836558" y="25718"/>
                </a:moveTo>
                <a:cubicBezTo>
                  <a:pt x="809364" y="25718"/>
                  <a:pt x="787314" y="47766"/>
                  <a:pt x="787314" y="74962"/>
                </a:cubicBezTo>
                <a:cubicBezTo>
                  <a:pt x="787314" y="102159"/>
                  <a:pt x="809364" y="124207"/>
                  <a:pt x="836558" y="124207"/>
                </a:cubicBezTo>
                <a:cubicBezTo>
                  <a:pt x="863752" y="124207"/>
                  <a:pt x="885802" y="102159"/>
                  <a:pt x="885802" y="74962"/>
                </a:cubicBezTo>
                <a:cubicBezTo>
                  <a:pt x="885802" y="74931"/>
                  <a:pt x="885802" y="74898"/>
                  <a:pt x="885802" y="74867"/>
                </a:cubicBezTo>
                <a:cubicBezTo>
                  <a:pt x="885745" y="47707"/>
                  <a:pt x="863714" y="25718"/>
                  <a:pt x="836558" y="25718"/>
                </a:cubicBezTo>
                <a:close/>
                <a:moveTo>
                  <a:pt x="200954" y="25527"/>
                </a:moveTo>
                <a:lnTo>
                  <a:pt x="200954" y="25908"/>
                </a:lnTo>
                <a:cubicBezTo>
                  <a:pt x="173652" y="25856"/>
                  <a:pt x="151477" y="47945"/>
                  <a:pt x="151424" y="75248"/>
                </a:cubicBezTo>
                <a:cubicBezTo>
                  <a:pt x="151372" y="102550"/>
                  <a:pt x="173462" y="124725"/>
                  <a:pt x="200764" y="124778"/>
                </a:cubicBezTo>
                <a:cubicBezTo>
                  <a:pt x="228063" y="124830"/>
                  <a:pt x="250237" y="102740"/>
                  <a:pt x="250294" y="75438"/>
                </a:cubicBezTo>
                <a:cubicBezTo>
                  <a:pt x="250294" y="75374"/>
                  <a:pt x="250294" y="75311"/>
                  <a:pt x="250294" y="75248"/>
                </a:cubicBezTo>
                <a:cubicBezTo>
                  <a:pt x="250456" y="47946"/>
                  <a:pt x="228444" y="25686"/>
                  <a:pt x="201145" y="25528"/>
                </a:cubicBezTo>
                <a:cubicBezTo>
                  <a:pt x="201078" y="25527"/>
                  <a:pt x="201021" y="25527"/>
                  <a:pt x="200954" y="25527"/>
                </a:cubicBezTo>
                <a:close/>
                <a:moveTo>
                  <a:pt x="437841" y="3429"/>
                </a:moveTo>
                <a:lnTo>
                  <a:pt x="502040" y="3429"/>
                </a:lnTo>
                <a:cubicBezTo>
                  <a:pt x="514623" y="3414"/>
                  <a:pt x="526748" y="8180"/>
                  <a:pt x="535949" y="16764"/>
                </a:cubicBezTo>
                <a:cubicBezTo>
                  <a:pt x="545074" y="25190"/>
                  <a:pt x="550427" y="36928"/>
                  <a:pt x="550808" y="49340"/>
                </a:cubicBezTo>
                <a:cubicBezTo>
                  <a:pt x="551303" y="66268"/>
                  <a:pt x="542883" y="82215"/>
                  <a:pt x="528615" y="91345"/>
                </a:cubicBezTo>
                <a:cubicBezTo>
                  <a:pt x="525881" y="92959"/>
                  <a:pt x="524852" y="96397"/>
                  <a:pt x="526233" y="99251"/>
                </a:cubicBezTo>
                <a:lnTo>
                  <a:pt x="544712" y="138017"/>
                </a:lnTo>
                <a:cubicBezTo>
                  <a:pt x="546188" y="141161"/>
                  <a:pt x="544826" y="144904"/>
                  <a:pt x="541683" y="146377"/>
                </a:cubicBezTo>
                <a:cubicBezTo>
                  <a:pt x="540845" y="146772"/>
                  <a:pt x="539930" y="146974"/>
                  <a:pt x="538997" y="146971"/>
                </a:cubicBezTo>
                <a:lnTo>
                  <a:pt x="525567" y="146971"/>
                </a:lnTo>
                <a:cubicBezTo>
                  <a:pt x="523166" y="146983"/>
                  <a:pt x="520976" y="145611"/>
                  <a:pt x="519947" y="143447"/>
                </a:cubicBezTo>
                <a:lnTo>
                  <a:pt x="500230" y="102203"/>
                </a:lnTo>
                <a:cubicBezTo>
                  <a:pt x="499221" y="100023"/>
                  <a:pt x="497011" y="98643"/>
                  <a:pt x="494611" y="98679"/>
                </a:cubicBezTo>
                <a:lnTo>
                  <a:pt x="463654" y="98679"/>
                </a:lnTo>
                <a:cubicBezTo>
                  <a:pt x="460235" y="98626"/>
                  <a:pt x="457425" y="101355"/>
                  <a:pt x="457368" y="104773"/>
                </a:cubicBezTo>
                <a:cubicBezTo>
                  <a:pt x="457368" y="104838"/>
                  <a:pt x="457368" y="104902"/>
                  <a:pt x="457368" y="104966"/>
                </a:cubicBezTo>
                <a:lnTo>
                  <a:pt x="457368" y="140684"/>
                </a:lnTo>
                <a:cubicBezTo>
                  <a:pt x="457368" y="144156"/>
                  <a:pt x="454558" y="146971"/>
                  <a:pt x="451081" y="146971"/>
                </a:cubicBezTo>
                <a:lnTo>
                  <a:pt x="437841" y="146971"/>
                </a:lnTo>
                <a:cubicBezTo>
                  <a:pt x="434365" y="146971"/>
                  <a:pt x="431555" y="144156"/>
                  <a:pt x="431555" y="140684"/>
                </a:cubicBezTo>
                <a:lnTo>
                  <a:pt x="431555" y="9716"/>
                </a:lnTo>
                <a:cubicBezTo>
                  <a:pt x="431603" y="6265"/>
                  <a:pt x="434393" y="3480"/>
                  <a:pt x="437841" y="3429"/>
                </a:cubicBezTo>
                <a:close/>
                <a:moveTo>
                  <a:pt x="293633" y="3429"/>
                </a:moveTo>
                <a:lnTo>
                  <a:pt x="306777" y="3429"/>
                </a:lnTo>
                <a:cubicBezTo>
                  <a:pt x="310101" y="3631"/>
                  <a:pt x="312692" y="6387"/>
                  <a:pt x="312683" y="9715"/>
                </a:cubicBezTo>
                <a:lnTo>
                  <a:pt x="312683" y="80677"/>
                </a:lnTo>
                <a:cubicBezTo>
                  <a:pt x="311454" y="102842"/>
                  <a:pt x="328427" y="121805"/>
                  <a:pt x="350592" y="123032"/>
                </a:cubicBezTo>
                <a:cubicBezTo>
                  <a:pt x="372757" y="124258"/>
                  <a:pt x="391721" y="107284"/>
                  <a:pt x="392950" y="85118"/>
                </a:cubicBezTo>
                <a:cubicBezTo>
                  <a:pt x="393026" y="83830"/>
                  <a:pt x="393035" y="82538"/>
                  <a:pt x="392978" y="81248"/>
                </a:cubicBezTo>
                <a:lnTo>
                  <a:pt x="392978" y="9715"/>
                </a:lnTo>
                <a:cubicBezTo>
                  <a:pt x="393026" y="6265"/>
                  <a:pt x="395817" y="3480"/>
                  <a:pt x="399265" y="3429"/>
                </a:cubicBezTo>
                <a:lnTo>
                  <a:pt x="412505" y="3429"/>
                </a:lnTo>
                <a:cubicBezTo>
                  <a:pt x="415943" y="3481"/>
                  <a:pt x="418696" y="6281"/>
                  <a:pt x="418696" y="9715"/>
                </a:cubicBezTo>
                <a:lnTo>
                  <a:pt x="418696" y="81153"/>
                </a:lnTo>
                <a:cubicBezTo>
                  <a:pt x="418696" y="108416"/>
                  <a:pt x="402119" y="131807"/>
                  <a:pt x="378496" y="141799"/>
                </a:cubicBezTo>
                <a:lnTo>
                  <a:pt x="353068" y="146933"/>
                </a:lnTo>
                <a:lnTo>
                  <a:pt x="327634" y="141836"/>
                </a:lnTo>
                <a:cubicBezTo>
                  <a:pt x="303998" y="131878"/>
                  <a:pt x="287389" y="108511"/>
                  <a:pt x="287346" y="81248"/>
                </a:cubicBezTo>
                <a:cubicBezTo>
                  <a:pt x="287346" y="81217"/>
                  <a:pt x="287346" y="81184"/>
                  <a:pt x="287346" y="81153"/>
                </a:cubicBezTo>
                <a:lnTo>
                  <a:pt x="287346" y="9715"/>
                </a:lnTo>
                <a:cubicBezTo>
                  <a:pt x="287394" y="6265"/>
                  <a:pt x="290184" y="3480"/>
                  <a:pt x="293633" y="3429"/>
                </a:cubicBezTo>
                <a:close/>
                <a:moveTo>
                  <a:pt x="6264" y="3333"/>
                </a:moveTo>
                <a:lnTo>
                  <a:pt x="18646" y="3333"/>
                </a:lnTo>
                <a:cubicBezTo>
                  <a:pt x="20692" y="3332"/>
                  <a:pt x="22611" y="4327"/>
                  <a:pt x="23790" y="6000"/>
                </a:cubicBezTo>
                <a:lnTo>
                  <a:pt x="61890" y="59817"/>
                </a:lnTo>
                <a:cubicBezTo>
                  <a:pt x="63109" y="61430"/>
                  <a:pt x="65011" y="62381"/>
                  <a:pt x="67033" y="62388"/>
                </a:cubicBezTo>
                <a:cubicBezTo>
                  <a:pt x="69032" y="62397"/>
                  <a:pt x="70913" y="61439"/>
                  <a:pt x="72081" y="59817"/>
                </a:cubicBezTo>
                <a:lnTo>
                  <a:pt x="110181" y="6000"/>
                </a:lnTo>
                <a:cubicBezTo>
                  <a:pt x="111360" y="4327"/>
                  <a:pt x="113279" y="3332"/>
                  <a:pt x="115325" y="3333"/>
                </a:cubicBezTo>
                <a:lnTo>
                  <a:pt x="127707" y="3333"/>
                </a:lnTo>
                <a:cubicBezTo>
                  <a:pt x="131179" y="3293"/>
                  <a:pt x="134026" y="6076"/>
                  <a:pt x="134065" y="9548"/>
                </a:cubicBezTo>
                <a:cubicBezTo>
                  <a:pt x="134082" y="10908"/>
                  <a:pt x="133655" y="12237"/>
                  <a:pt x="132851" y="13335"/>
                </a:cubicBezTo>
                <a:lnTo>
                  <a:pt x="81702" y="83724"/>
                </a:lnTo>
                <a:cubicBezTo>
                  <a:pt x="80555" y="85300"/>
                  <a:pt x="79953" y="87206"/>
                  <a:pt x="79987" y="89154"/>
                </a:cubicBezTo>
                <a:lnTo>
                  <a:pt x="79987" y="140684"/>
                </a:lnTo>
                <a:cubicBezTo>
                  <a:pt x="79987" y="144156"/>
                  <a:pt x="77172" y="146970"/>
                  <a:pt x="73701" y="146970"/>
                </a:cubicBezTo>
                <a:lnTo>
                  <a:pt x="60270" y="146970"/>
                </a:lnTo>
                <a:cubicBezTo>
                  <a:pt x="56798" y="146970"/>
                  <a:pt x="53984" y="144156"/>
                  <a:pt x="53984" y="140684"/>
                </a:cubicBezTo>
                <a:lnTo>
                  <a:pt x="53984" y="89154"/>
                </a:lnTo>
                <a:cubicBezTo>
                  <a:pt x="54018" y="87206"/>
                  <a:pt x="53416" y="85300"/>
                  <a:pt x="52269" y="83724"/>
                </a:cubicBezTo>
                <a:lnTo>
                  <a:pt x="1215" y="13335"/>
                </a:lnTo>
                <a:cubicBezTo>
                  <a:pt x="-836" y="10533"/>
                  <a:pt x="-229" y="6600"/>
                  <a:pt x="2572" y="4549"/>
                </a:cubicBezTo>
                <a:cubicBezTo>
                  <a:pt x="3643" y="3764"/>
                  <a:pt x="4936" y="3338"/>
                  <a:pt x="6264" y="3333"/>
                </a:cubicBezTo>
                <a:close/>
                <a:moveTo>
                  <a:pt x="1154026" y="3238"/>
                </a:moveTo>
                <a:cubicBezTo>
                  <a:pt x="1195269" y="3186"/>
                  <a:pt x="1228740" y="36577"/>
                  <a:pt x="1228797" y="77819"/>
                </a:cubicBezTo>
                <a:cubicBezTo>
                  <a:pt x="1228797" y="77850"/>
                  <a:pt x="1228797" y="77883"/>
                  <a:pt x="1228797" y="77914"/>
                </a:cubicBezTo>
                <a:cubicBezTo>
                  <a:pt x="1228740" y="119097"/>
                  <a:pt x="1195402" y="152485"/>
                  <a:pt x="1154216" y="152590"/>
                </a:cubicBezTo>
                <a:cubicBezTo>
                  <a:pt x="1112973" y="152642"/>
                  <a:pt x="1079502" y="119252"/>
                  <a:pt x="1079445" y="78009"/>
                </a:cubicBezTo>
                <a:cubicBezTo>
                  <a:pt x="1079388" y="36767"/>
                  <a:pt x="1112783" y="3290"/>
                  <a:pt x="1154026" y="3238"/>
                </a:cubicBezTo>
                <a:close/>
                <a:moveTo>
                  <a:pt x="646058" y="2096"/>
                </a:moveTo>
                <a:lnTo>
                  <a:pt x="659774" y="2096"/>
                </a:lnTo>
                <a:cubicBezTo>
                  <a:pt x="663250" y="2096"/>
                  <a:pt x="666060" y="4911"/>
                  <a:pt x="666060" y="8382"/>
                </a:cubicBezTo>
                <a:lnTo>
                  <a:pt x="666060" y="116491"/>
                </a:lnTo>
                <a:cubicBezTo>
                  <a:pt x="666060" y="119963"/>
                  <a:pt x="668870" y="122778"/>
                  <a:pt x="672346" y="122778"/>
                </a:cubicBezTo>
                <a:lnTo>
                  <a:pt x="750166" y="122778"/>
                </a:lnTo>
                <a:cubicBezTo>
                  <a:pt x="753633" y="122778"/>
                  <a:pt x="756452" y="125592"/>
                  <a:pt x="756452" y="129064"/>
                </a:cubicBezTo>
                <a:lnTo>
                  <a:pt x="756452" y="141733"/>
                </a:lnTo>
                <a:cubicBezTo>
                  <a:pt x="756509" y="145151"/>
                  <a:pt x="753776" y="147966"/>
                  <a:pt x="750356" y="148019"/>
                </a:cubicBezTo>
                <a:cubicBezTo>
                  <a:pt x="750290" y="148020"/>
                  <a:pt x="750232" y="148020"/>
                  <a:pt x="750166" y="148019"/>
                </a:cubicBezTo>
                <a:lnTo>
                  <a:pt x="646058" y="148019"/>
                </a:lnTo>
                <a:cubicBezTo>
                  <a:pt x="642581" y="148019"/>
                  <a:pt x="639771" y="145204"/>
                  <a:pt x="639771" y="141733"/>
                </a:cubicBezTo>
                <a:lnTo>
                  <a:pt x="639771" y="8382"/>
                </a:lnTo>
                <a:cubicBezTo>
                  <a:pt x="639819" y="4932"/>
                  <a:pt x="642609" y="2147"/>
                  <a:pt x="646058" y="2096"/>
                </a:cubicBezTo>
                <a:close/>
                <a:moveTo>
                  <a:pt x="995720" y="191"/>
                </a:moveTo>
                <a:cubicBezTo>
                  <a:pt x="1011922" y="355"/>
                  <a:pt x="1027629" y="5769"/>
                  <a:pt x="1040488" y="15621"/>
                </a:cubicBezTo>
                <a:cubicBezTo>
                  <a:pt x="1044298" y="18466"/>
                  <a:pt x="1047831" y="21654"/>
                  <a:pt x="1051060" y="25146"/>
                </a:cubicBezTo>
                <a:cubicBezTo>
                  <a:pt x="1051127" y="25235"/>
                  <a:pt x="1051194" y="25326"/>
                  <a:pt x="1051251" y="25418"/>
                </a:cubicBezTo>
                <a:cubicBezTo>
                  <a:pt x="1053146" y="28264"/>
                  <a:pt x="1052384" y="32107"/>
                  <a:pt x="1049536" y="34004"/>
                </a:cubicBezTo>
                <a:lnTo>
                  <a:pt x="1038964" y="41434"/>
                </a:lnTo>
                <a:cubicBezTo>
                  <a:pt x="1036478" y="43261"/>
                  <a:pt x="1033020" y="42976"/>
                  <a:pt x="1030867" y="40767"/>
                </a:cubicBezTo>
                <a:cubicBezTo>
                  <a:pt x="1029962" y="39830"/>
                  <a:pt x="1029010" y="38939"/>
                  <a:pt x="1028010" y="38100"/>
                </a:cubicBezTo>
                <a:cubicBezTo>
                  <a:pt x="1027753" y="37997"/>
                  <a:pt x="1027524" y="37834"/>
                  <a:pt x="1027343" y="37624"/>
                </a:cubicBezTo>
                <a:cubicBezTo>
                  <a:pt x="1018532" y="30242"/>
                  <a:pt x="1007407" y="26196"/>
                  <a:pt x="995911" y="26194"/>
                </a:cubicBezTo>
                <a:lnTo>
                  <a:pt x="993815" y="26194"/>
                </a:lnTo>
                <a:cubicBezTo>
                  <a:pt x="992672" y="26099"/>
                  <a:pt x="991529" y="26099"/>
                  <a:pt x="990386" y="26194"/>
                </a:cubicBezTo>
                <a:cubicBezTo>
                  <a:pt x="987414" y="26512"/>
                  <a:pt x="984481" y="27118"/>
                  <a:pt x="981623" y="28004"/>
                </a:cubicBezTo>
                <a:cubicBezTo>
                  <a:pt x="964526" y="33101"/>
                  <a:pt x="951524" y="47046"/>
                  <a:pt x="947638" y="64456"/>
                </a:cubicBezTo>
                <a:cubicBezTo>
                  <a:pt x="941704" y="90998"/>
                  <a:pt x="958411" y="117323"/>
                  <a:pt x="984957" y="123254"/>
                </a:cubicBezTo>
                <a:lnTo>
                  <a:pt x="988957" y="124016"/>
                </a:lnTo>
                <a:lnTo>
                  <a:pt x="992291" y="122968"/>
                </a:lnTo>
                <a:lnTo>
                  <a:pt x="1001816" y="122968"/>
                </a:lnTo>
                <a:cubicBezTo>
                  <a:pt x="1004274" y="122753"/>
                  <a:pt x="1006731" y="122403"/>
                  <a:pt x="1009150" y="121920"/>
                </a:cubicBezTo>
                <a:lnTo>
                  <a:pt x="1010484" y="121920"/>
                </a:lnTo>
                <a:lnTo>
                  <a:pt x="1011817" y="121920"/>
                </a:lnTo>
                <a:lnTo>
                  <a:pt x="1017437" y="119920"/>
                </a:lnTo>
                <a:lnTo>
                  <a:pt x="1018580" y="119444"/>
                </a:lnTo>
                <a:lnTo>
                  <a:pt x="1019723" y="118967"/>
                </a:lnTo>
                <a:lnTo>
                  <a:pt x="1020866" y="118396"/>
                </a:lnTo>
                <a:lnTo>
                  <a:pt x="1023438" y="117062"/>
                </a:lnTo>
                <a:lnTo>
                  <a:pt x="1024200" y="116491"/>
                </a:lnTo>
                <a:cubicBezTo>
                  <a:pt x="1031496" y="110931"/>
                  <a:pt x="1037316" y="103671"/>
                  <a:pt x="1041154" y="95345"/>
                </a:cubicBezTo>
                <a:cubicBezTo>
                  <a:pt x="1041764" y="93613"/>
                  <a:pt x="1041393" y="91690"/>
                  <a:pt x="1040202" y="90297"/>
                </a:cubicBezTo>
                <a:cubicBezTo>
                  <a:pt x="1039135" y="89178"/>
                  <a:pt x="1037649" y="88556"/>
                  <a:pt x="1036106" y="88583"/>
                </a:cubicBezTo>
                <a:lnTo>
                  <a:pt x="1008579" y="88583"/>
                </a:lnTo>
                <a:cubicBezTo>
                  <a:pt x="1005102" y="88583"/>
                  <a:pt x="1002292" y="85768"/>
                  <a:pt x="1002292" y="82296"/>
                </a:cubicBezTo>
                <a:lnTo>
                  <a:pt x="1002292" y="69437"/>
                </a:lnTo>
                <a:cubicBezTo>
                  <a:pt x="1002292" y="69373"/>
                  <a:pt x="1002292" y="69310"/>
                  <a:pt x="1002292" y="69245"/>
                </a:cubicBezTo>
                <a:cubicBezTo>
                  <a:pt x="1002350" y="65826"/>
                  <a:pt x="1005159" y="63097"/>
                  <a:pt x="1008579" y="63151"/>
                </a:cubicBezTo>
                <a:lnTo>
                  <a:pt x="1065729" y="63151"/>
                </a:lnTo>
                <a:lnTo>
                  <a:pt x="1066205" y="63151"/>
                </a:lnTo>
                <a:lnTo>
                  <a:pt x="1066777" y="63151"/>
                </a:lnTo>
                <a:cubicBezTo>
                  <a:pt x="1068139" y="64680"/>
                  <a:pt x="1068672" y="66776"/>
                  <a:pt x="1068205" y="68771"/>
                </a:cubicBezTo>
                <a:lnTo>
                  <a:pt x="1068205" y="80391"/>
                </a:lnTo>
                <a:cubicBezTo>
                  <a:pt x="1068244" y="101700"/>
                  <a:pt x="1059119" y="121997"/>
                  <a:pt x="1043155" y="136112"/>
                </a:cubicBezTo>
                <a:lnTo>
                  <a:pt x="1040869" y="138113"/>
                </a:lnTo>
                <a:lnTo>
                  <a:pt x="1039630" y="139065"/>
                </a:lnTo>
                <a:cubicBezTo>
                  <a:pt x="1038878" y="139697"/>
                  <a:pt x="1038087" y="140270"/>
                  <a:pt x="1037249" y="140780"/>
                </a:cubicBezTo>
                <a:lnTo>
                  <a:pt x="1036011" y="141637"/>
                </a:lnTo>
                <a:lnTo>
                  <a:pt x="1033630" y="143161"/>
                </a:lnTo>
                <a:lnTo>
                  <a:pt x="1032391" y="143923"/>
                </a:lnTo>
                <a:lnTo>
                  <a:pt x="1029915" y="145352"/>
                </a:lnTo>
                <a:lnTo>
                  <a:pt x="1029343" y="145352"/>
                </a:lnTo>
                <a:lnTo>
                  <a:pt x="1025343" y="147257"/>
                </a:lnTo>
                <a:lnTo>
                  <a:pt x="1024676" y="147257"/>
                </a:lnTo>
                <a:lnTo>
                  <a:pt x="1022104" y="148209"/>
                </a:lnTo>
                <a:lnTo>
                  <a:pt x="1020866" y="148209"/>
                </a:lnTo>
                <a:lnTo>
                  <a:pt x="1020104" y="148209"/>
                </a:lnTo>
                <a:lnTo>
                  <a:pt x="1018009" y="148971"/>
                </a:lnTo>
                <a:lnTo>
                  <a:pt x="1017151" y="148971"/>
                </a:lnTo>
                <a:lnTo>
                  <a:pt x="1015913" y="148971"/>
                </a:lnTo>
                <a:lnTo>
                  <a:pt x="1015056" y="148971"/>
                </a:lnTo>
                <a:lnTo>
                  <a:pt x="1013151" y="149447"/>
                </a:lnTo>
                <a:lnTo>
                  <a:pt x="1012103" y="149447"/>
                </a:lnTo>
                <a:lnTo>
                  <a:pt x="1010960" y="149447"/>
                </a:lnTo>
                <a:lnTo>
                  <a:pt x="1009912" y="149447"/>
                </a:lnTo>
                <a:lnTo>
                  <a:pt x="1008103" y="149447"/>
                </a:lnTo>
                <a:lnTo>
                  <a:pt x="1006960" y="149447"/>
                </a:lnTo>
                <a:lnTo>
                  <a:pt x="1005817" y="149447"/>
                </a:lnTo>
                <a:lnTo>
                  <a:pt x="1004578" y="149447"/>
                </a:lnTo>
                <a:lnTo>
                  <a:pt x="1002864" y="149447"/>
                </a:lnTo>
                <a:lnTo>
                  <a:pt x="995720" y="149447"/>
                </a:lnTo>
                <a:cubicBezTo>
                  <a:pt x="993939" y="149511"/>
                  <a:pt x="992167" y="149511"/>
                  <a:pt x="990386" y="149447"/>
                </a:cubicBezTo>
                <a:cubicBezTo>
                  <a:pt x="949171" y="147975"/>
                  <a:pt x="916948" y="113368"/>
                  <a:pt x="918425" y="72152"/>
                </a:cubicBezTo>
                <a:cubicBezTo>
                  <a:pt x="919901" y="30936"/>
                  <a:pt x="954505" y="-1282"/>
                  <a:pt x="995720" y="191"/>
                </a:cubicBezTo>
                <a:close/>
                <a:moveTo>
                  <a:pt x="836558" y="191"/>
                </a:moveTo>
                <a:cubicBezTo>
                  <a:pt x="877801" y="191"/>
                  <a:pt x="911234" y="33625"/>
                  <a:pt x="911234" y="74867"/>
                </a:cubicBezTo>
                <a:cubicBezTo>
                  <a:pt x="911234" y="116109"/>
                  <a:pt x="877801" y="149543"/>
                  <a:pt x="836558" y="149543"/>
                </a:cubicBezTo>
                <a:cubicBezTo>
                  <a:pt x="795315" y="149543"/>
                  <a:pt x="761882" y="116109"/>
                  <a:pt x="761882" y="74867"/>
                </a:cubicBezTo>
                <a:cubicBezTo>
                  <a:pt x="761882" y="33625"/>
                  <a:pt x="795315" y="191"/>
                  <a:pt x="836558" y="191"/>
                </a:cubicBezTo>
                <a:close/>
                <a:moveTo>
                  <a:pt x="200954" y="0"/>
                </a:moveTo>
                <a:cubicBezTo>
                  <a:pt x="242302" y="0"/>
                  <a:pt x="275821" y="33518"/>
                  <a:pt x="275821" y="74867"/>
                </a:cubicBezTo>
                <a:cubicBezTo>
                  <a:pt x="275821" y="116215"/>
                  <a:pt x="242302" y="149733"/>
                  <a:pt x="200954" y="149733"/>
                </a:cubicBezTo>
                <a:cubicBezTo>
                  <a:pt x="159606" y="149733"/>
                  <a:pt x="126088" y="116215"/>
                  <a:pt x="126088" y="74867"/>
                </a:cubicBezTo>
                <a:cubicBezTo>
                  <a:pt x="126088" y="33518"/>
                  <a:pt x="159606" y="0"/>
                  <a:pt x="200954" y="0"/>
                </a:cubicBezTo>
                <a:close/>
              </a:path>
            </a:pathLst>
          </a:cu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291756" y="1819663"/>
            <a:ext cx="2489629" cy="1038204"/>
          </a:xfrm>
          <a:prstGeom prst="rect">
            <a:avLst/>
          </a:prstGeom>
          <a:noFill/>
          <a:ln>
            <a:noFill/>
          </a:ln>
        </p:spPr>
        <p:txBody>
          <a:bodyPr vert="horz" wrap="square" lIns="91440" tIns="45720" rIns="91440" bIns="0" rtlCol="0" anchor="b"/>
          <a:lstStyle/>
          <a:p>
            <a:pPr algn="r">
              <a:lnSpc>
                <a:spcPct val="110000"/>
              </a:lnSpc>
            </a:pPr>
            <a:r>
              <a:rPr kumimoji="1" lang="en-US" altLang="zh-CN" sz="6600">
                <a:ln w="12700">
                  <a:noFill/>
                </a:ln>
                <a:solidFill>
                  <a:srgbClr val="1467F7">
                    <a:alpha val="100000"/>
                  </a:srgbClr>
                </a:solidFill>
                <a:latin typeface="Source Han Sans CN Bold"/>
                <a:ea typeface="Source Han Sans CN Bold"/>
                <a:cs typeface="Source Han Sans CN Bold"/>
              </a:rPr>
              <a:t>PART</a:t>
            </a:r>
            <a:endParaRPr kumimoji="1" lang="zh-CN" altLang="en-US"/>
          </a:p>
        </p:txBody>
      </p:sp>
      <p:sp>
        <p:nvSpPr>
          <p:cNvPr id="16" name="标题 1"/>
          <p:cNvSpPr txBox="1"/>
          <p:nvPr/>
        </p:nvSpPr>
        <p:spPr>
          <a:xfrm>
            <a:off x="2866742" y="896284"/>
            <a:ext cx="1248058" cy="1961583"/>
          </a:xfrm>
          <a:prstGeom prst="rect">
            <a:avLst/>
          </a:prstGeom>
          <a:noFill/>
          <a:ln>
            <a:noFill/>
          </a:ln>
        </p:spPr>
        <p:txBody>
          <a:bodyPr vert="horz" wrap="square" lIns="91440" tIns="45720" rIns="91440" bIns="0" rtlCol="0" anchor="b"/>
          <a:lstStyle/>
          <a:p>
            <a:pPr algn="l">
              <a:lnSpc>
                <a:spcPct val="110000"/>
              </a:lnSpc>
            </a:pPr>
            <a:r>
              <a:rPr kumimoji="1" lang="en-US" altLang="zh-CN" sz="6600">
                <a:ln w="12700">
                  <a:noFill/>
                </a:ln>
                <a:solidFill>
                  <a:srgbClr val="1467F7">
                    <a:alpha val="100000"/>
                  </a:srgbClr>
                </a:solidFill>
                <a:latin typeface="Source Han Sans CN Bold"/>
                <a:ea typeface="Source Han Sans CN Bold"/>
                <a:cs typeface="Source Han Sans CN Bold"/>
              </a:rPr>
              <a:t>02</a:t>
            </a:r>
            <a:endParaRPr kumimoji="1"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2207117" y="2746737"/>
            <a:ext cx="2508424" cy="636607"/>
          </a:xfrm>
          <a:custGeom>
            <a:avLst/>
            <a:gdLst>
              <a:gd name="connsiteX0" fmla="*/ 318304 w 2508424"/>
              <a:gd name="connsiteY0" fmla="*/ 0 h 636607"/>
              <a:gd name="connsiteX1" fmla="*/ 2508424 w 2508424"/>
              <a:gd name="connsiteY1" fmla="*/ 0 h 636607"/>
              <a:gd name="connsiteX2" fmla="*/ 2508424 w 2508424"/>
              <a:gd name="connsiteY2" fmla="*/ 636607 h 636607"/>
              <a:gd name="connsiteX3" fmla="*/ 318304 w 2508424"/>
              <a:gd name="connsiteY3" fmla="*/ 636607 h 636607"/>
              <a:gd name="connsiteX4" fmla="*/ 6467 w 2508424"/>
              <a:gd name="connsiteY4" fmla="*/ 382452 h 636607"/>
              <a:gd name="connsiteX5" fmla="*/ 0 w 2508424"/>
              <a:gd name="connsiteY5" fmla="*/ 318304 h 636607"/>
              <a:gd name="connsiteX6" fmla="*/ 6467 w 2508424"/>
              <a:gd name="connsiteY6" fmla="*/ 254155 h 636607"/>
              <a:gd name="connsiteX7" fmla="*/ 318304 w 2508424"/>
              <a:gd name="connsiteY7" fmla="*/ 0 h 636607"/>
            </a:gdLst>
            <a:ahLst/>
            <a:cxnLst/>
            <a:rect l="l" t="t" r="r" b="b"/>
            <a:pathLst>
              <a:path w="2508424" h="636607">
                <a:moveTo>
                  <a:pt x="318304" y="0"/>
                </a:moveTo>
                <a:lnTo>
                  <a:pt x="2508424" y="0"/>
                </a:lnTo>
                <a:lnTo>
                  <a:pt x="2508424" y="636607"/>
                </a:lnTo>
                <a:lnTo>
                  <a:pt x="318304" y="636607"/>
                </a:lnTo>
                <a:cubicBezTo>
                  <a:pt x="164484" y="636607"/>
                  <a:pt x="36148" y="527498"/>
                  <a:pt x="6467" y="382452"/>
                </a:cubicBezTo>
                <a:lnTo>
                  <a:pt x="0" y="318304"/>
                </a:lnTo>
                <a:lnTo>
                  <a:pt x="6467" y="254155"/>
                </a:lnTo>
                <a:cubicBezTo>
                  <a:pt x="36148" y="109109"/>
                  <a:pt x="164484" y="0"/>
                  <a:pt x="318304" y="0"/>
                </a:cubicBezTo>
                <a:close/>
              </a:path>
            </a:pathLst>
          </a:custGeom>
          <a:solidFill>
            <a:schemeClr val="accent2"/>
          </a:solidFill>
          <a:ln w="12700" cap="sq">
            <a:noFill/>
            <a:miter/>
          </a:ln>
          <a:effectLst>
            <a:outerShdw blurRad="50800" dist="38100" dir="8100000" algn="tr" rotWithShape="0">
              <a:schemeClr val="accent2">
                <a:lumMod val="75000"/>
                <a:alpha val="25000"/>
              </a:schemeClr>
            </a:outerShdw>
          </a:effectLst>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4821354" y="2746737"/>
            <a:ext cx="2520000" cy="636607"/>
          </a:xfrm>
          <a:custGeom>
            <a:avLst/>
            <a:gdLst>
              <a:gd name="connsiteX0" fmla="*/ 0 w 2520000"/>
              <a:gd name="connsiteY0" fmla="*/ 0 h 636607"/>
              <a:gd name="connsiteX1" fmla="*/ 2520000 w 2520000"/>
              <a:gd name="connsiteY1" fmla="*/ 0 h 636607"/>
              <a:gd name="connsiteX2" fmla="*/ 2520000 w 2520000"/>
              <a:gd name="connsiteY2" fmla="*/ 636607 h 636607"/>
              <a:gd name="connsiteX3" fmla="*/ 0 w 2520000"/>
              <a:gd name="connsiteY3" fmla="*/ 636607 h 636607"/>
              <a:gd name="connsiteX4" fmla="*/ 0 w 2520000"/>
              <a:gd name="connsiteY4" fmla="*/ 0 h 636607"/>
            </a:gdLst>
            <a:ahLst/>
            <a:cxnLst/>
            <a:rect l="l" t="t" r="r" b="b"/>
            <a:pathLst>
              <a:path w="2520000" h="636607">
                <a:moveTo>
                  <a:pt x="0" y="0"/>
                </a:moveTo>
                <a:lnTo>
                  <a:pt x="2520000" y="0"/>
                </a:lnTo>
                <a:lnTo>
                  <a:pt x="2520000" y="636607"/>
                </a:lnTo>
                <a:lnTo>
                  <a:pt x="0" y="636607"/>
                </a:lnTo>
                <a:lnTo>
                  <a:pt x="0" y="0"/>
                </a:lnTo>
                <a:close/>
              </a:path>
            </a:pathLst>
          </a:custGeom>
          <a:gradFill>
            <a:gsLst>
              <a:gs pos="0">
                <a:schemeClr val="accent2"/>
              </a:gs>
              <a:gs pos="100000">
                <a:schemeClr val="accent1"/>
              </a:gs>
            </a:gsLst>
            <a:lin ang="2700000" scaled="0"/>
          </a:gradFill>
          <a:ln w="12700" cap="sq">
            <a:noFill/>
            <a:miter/>
          </a:ln>
          <a:effectLst>
            <a:outerShdw blurRad="50800" dist="38100" dir="5400000" algn="t" rotWithShape="0">
              <a:schemeClr val="accent1">
                <a:lumMod val="75000"/>
                <a:alpha val="25000"/>
              </a:schemeClr>
            </a:outerShdw>
          </a:effectLst>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7447167" y="2746736"/>
            <a:ext cx="2525016" cy="636608"/>
          </a:xfrm>
          <a:custGeom>
            <a:avLst/>
            <a:gdLst>
              <a:gd name="connsiteX0" fmla="*/ 0 w 2525016"/>
              <a:gd name="connsiteY0" fmla="*/ 0 h 636608"/>
              <a:gd name="connsiteX1" fmla="*/ 2206712 w 2525016"/>
              <a:gd name="connsiteY1" fmla="*/ 0 h 636608"/>
              <a:gd name="connsiteX2" fmla="*/ 2525016 w 2525016"/>
              <a:gd name="connsiteY2" fmla="*/ 318304 h 636608"/>
              <a:gd name="connsiteX3" fmla="*/ 2525015 w 2525016"/>
              <a:gd name="connsiteY3" fmla="*/ 318304 h 636608"/>
              <a:gd name="connsiteX4" fmla="*/ 2206711 w 2525016"/>
              <a:gd name="connsiteY4" fmla="*/ 636608 h 636608"/>
              <a:gd name="connsiteX5" fmla="*/ 0 w 2525016"/>
              <a:gd name="connsiteY5" fmla="*/ 636608 h 636608"/>
              <a:gd name="connsiteX6" fmla="*/ 0 w 2525016"/>
              <a:gd name="connsiteY6" fmla="*/ 0 h 636608"/>
            </a:gdLst>
            <a:ahLst/>
            <a:cxnLst/>
            <a:rect l="l" t="t" r="r" b="b"/>
            <a:pathLst>
              <a:path w="2525016" h="636608">
                <a:moveTo>
                  <a:pt x="0" y="0"/>
                </a:moveTo>
                <a:lnTo>
                  <a:pt x="2206712" y="0"/>
                </a:lnTo>
                <a:cubicBezTo>
                  <a:pt x="2382506" y="0"/>
                  <a:pt x="2525016" y="142510"/>
                  <a:pt x="2525016" y="318304"/>
                </a:cubicBezTo>
                <a:lnTo>
                  <a:pt x="2525015" y="318304"/>
                </a:lnTo>
                <a:cubicBezTo>
                  <a:pt x="2525015" y="494098"/>
                  <a:pt x="2382505" y="636608"/>
                  <a:pt x="2206711" y="636608"/>
                </a:cubicBezTo>
                <a:lnTo>
                  <a:pt x="0" y="636608"/>
                </a:lnTo>
                <a:lnTo>
                  <a:pt x="0" y="0"/>
                </a:lnTo>
                <a:close/>
              </a:path>
            </a:pathLst>
          </a:custGeom>
          <a:solidFill>
            <a:schemeClr val="accent1"/>
          </a:solidFill>
          <a:ln w="12700" cap="sq">
            <a:noFill/>
            <a:miter/>
          </a:ln>
          <a:effectLst>
            <a:outerShdw blurRad="50800" dist="38100" dir="5400000" algn="t" rotWithShape="0">
              <a:schemeClr val="accent1">
                <a:lumMod val="75000"/>
                <a:alpha val="25000"/>
              </a:schemeClr>
            </a:outerShdw>
          </a:effectLst>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2417277" y="2852128"/>
            <a:ext cx="2088105" cy="449582"/>
          </a:xfrm>
          <a:prstGeom prst="rect">
            <a:avLst/>
          </a:prstGeom>
          <a:noFill/>
          <a:ln>
            <a:noFill/>
          </a:ln>
        </p:spPr>
        <p:txBody>
          <a:bodyPr vert="horz" wrap="square" lIns="0" tIns="0" rIns="0" bIns="0" rtlCol="0" anchor="ctr"/>
          <a:lstStyle/>
          <a:p>
            <a:pPr algn="ctr">
              <a:lnSpc>
                <a:spcPct val="110000"/>
              </a:lnSpc>
            </a:pPr>
            <a:r>
              <a:rPr kumimoji="1" lang="en-US" altLang="zh-CN" sz="1600">
                <a:ln w="12700">
                  <a:noFill/>
                </a:ln>
                <a:solidFill>
                  <a:srgbClr val="FFFFFF">
                    <a:alpha val="100000"/>
                  </a:srgbClr>
                </a:solidFill>
                <a:latin typeface="Source Han Sans CN Bold"/>
                <a:ea typeface="Source Han Sans CN Bold"/>
                <a:cs typeface="Source Han Sans CN Bold"/>
              </a:rPr>
              <a:t>单行注释</a:t>
            </a:r>
            <a:endParaRPr kumimoji="1" lang="zh-CN" altLang="en-US"/>
          </a:p>
        </p:txBody>
      </p:sp>
      <p:sp>
        <p:nvSpPr>
          <p:cNvPr id="7" name="标题 1"/>
          <p:cNvSpPr txBox="1"/>
          <p:nvPr/>
        </p:nvSpPr>
        <p:spPr>
          <a:xfrm>
            <a:off x="5037302" y="2852128"/>
            <a:ext cx="2088105" cy="449582"/>
          </a:xfrm>
          <a:prstGeom prst="rect">
            <a:avLst/>
          </a:prstGeom>
          <a:noFill/>
          <a:ln>
            <a:noFill/>
          </a:ln>
        </p:spPr>
        <p:txBody>
          <a:bodyPr vert="horz" wrap="square" lIns="0" tIns="0" rIns="0" bIns="0" rtlCol="0" anchor="ctr"/>
          <a:lstStyle/>
          <a:p>
            <a:pPr algn="ctr">
              <a:lnSpc>
                <a:spcPct val="110000"/>
              </a:lnSpc>
            </a:pPr>
            <a:r>
              <a:rPr kumimoji="1" lang="en-US" altLang="zh-CN" sz="1600">
                <a:ln w="12700">
                  <a:noFill/>
                </a:ln>
                <a:solidFill>
                  <a:srgbClr val="FFFFFF">
                    <a:alpha val="100000"/>
                  </a:srgbClr>
                </a:solidFill>
                <a:latin typeface="Source Han Sans CN Bold"/>
                <a:ea typeface="Source Han Sans CN Bold"/>
                <a:cs typeface="Source Han Sans CN Bold"/>
              </a:rPr>
              <a:t>块注释</a:t>
            </a:r>
            <a:endParaRPr kumimoji="1" lang="zh-CN" altLang="en-US"/>
          </a:p>
        </p:txBody>
      </p:sp>
      <p:sp>
        <p:nvSpPr>
          <p:cNvPr id="8" name="标题 1"/>
          <p:cNvSpPr txBox="1"/>
          <p:nvPr/>
        </p:nvSpPr>
        <p:spPr>
          <a:xfrm>
            <a:off x="7665623" y="2852128"/>
            <a:ext cx="2088105" cy="449582"/>
          </a:xfrm>
          <a:prstGeom prst="rect">
            <a:avLst/>
          </a:prstGeom>
          <a:noFill/>
          <a:ln>
            <a:noFill/>
          </a:ln>
        </p:spPr>
        <p:txBody>
          <a:bodyPr vert="horz" wrap="square" lIns="0" tIns="0" rIns="0" bIns="0" rtlCol="0" anchor="ctr"/>
          <a:lstStyle/>
          <a:p>
            <a:pPr algn="ctr">
              <a:lnSpc>
                <a:spcPct val="110000"/>
              </a:lnSpc>
            </a:pPr>
            <a:r>
              <a:rPr kumimoji="1" lang="en-US" altLang="zh-CN" sz="1600">
                <a:ln w="12700">
                  <a:noFill/>
                </a:ln>
                <a:solidFill>
                  <a:srgbClr val="FFFFFF">
                    <a:alpha val="100000"/>
                  </a:srgbClr>
                </a:solidFill>
                <a:latin typeface="Source Han Sans CN Bold"/>
                <a:ea typeface="Source Han Sans CN Bold"/>
                <a:cs typeface="Source Han Sans CN Bold"/>
              </a:rPr>
              <a:t>注释的作用</a:t>
            </a:r>
            <a:endParaRPr kumimoji="1" lang="zh-CN" altLang="en-US"/>
          </a:p>
        </p:txBody>
      </p:sp>
      <p:sp>
        <p:nvSpPr>
          <p:cNvPr id="9" name="标题 1"/>
          <p:cNvSpPr txBox="1"/>
          <p:nvPr/>
        </p:nvSpPr>
        <p:spPr>
          <a:xfrm>
            <a:off x="4941522" y="3879893"/>
            <a:ext cx="2279664" cy="1379562"/>
          </a:xfrm>
          <a:prstGeom prst="rect">
            <a:avLst/>
          </a:prstGeom>
          <a:noFill/>
          <a:ln>
            <a:noFill/>
          </a:ln>
        </p:spPr>
        <p:txBody>
          <a:bodyPr vert="horz" wrap="square" lIns="0" tIns="0" rIns="0" bIns="0" rtlCol="0" anchor="t"/>
          <a:lstStyle/>
          <a:p>
            <a:pPr algn="ctr">
              <a:lnSpc>
                <a:spcPct val="150000"/>
              </a:lnSpc>
            </a:pPr>
            <a:r>
              <a:rPr kumimoji="1" lang="en-US" altLang="zh-CN" sz="1400">
                <a:ln w="12700">
                  <a:noFill/>
                </a:ln>
                <a:solidFill>
                  <a:srgbClr val="262626">
                    <a:alpha val="100000"/>
                  </a:srgbClr>
                </a:solidFill>
                <a:latin typeface="Source Han Sans"/>
                <a:ea typeface="Source Han Sans"/>
                <a:cs typeface="Source Han Sans"/>
              </a:rPr>
              <a:t>块注释以 “/” 开头，以 “/” 结束，用于多行说明。
块注释适用于详细说明代码逻辑或功能。</a:t>
            </a:r>
            <a:endParaRPr kumimoji="1" lang="zh-CN" altLang="en-US"/>
          </a:p>
        </p:txBody>
      </p:sp>
      <p:sp>
        <p:nvSpPr>
          <p:cNvPr id="10" name="标题 1"/>
          <p:cNvSpPr txBox="1"/>
          <p:nvPr/>
        </p:nvSpPr>
        <p:spPr>
          <a:xfrm flipV="1">
            <a:off x="2308682" y="2331624"/>
            <a:ext cx="7594598" cy="286512"/>
          </a:xfrm>
          <a:custGeom>
            <a:avLst/>
            <a:gdLst>
              <a:gd name="connsiteX0" fmla="*/ 0 w 7396223"/>
              <a:gd name="connsiteY0" fmla="*/ 0 h 286512"/>
              <a:gd name="connsiteX1" fmla="*/ 7390301 w 7396223"/>
              <a:gd name="connsiteY1" fmla="*/ 0 h 286512"/>
              <a:gd name="connsiteX2" fmla="*/ 7396223 w 7396223"/>
              <a:gd name="connsiteY2" fmla="*/ 2701 h 286512"/>
              <a:gd name="connsiteX3" fmla="*/ 6773928 w 7396223"/>
              <a:gd name="connsiteY3" fmla="*/ 286512 h 286512"/>
              <a:gd name="connsiteX4" fmla="*/ 6773928 w 7396223"/>
              <a:gd name="connsiteY4" fmla="*/ 153896 h 286512"/>
              <a:gd name="connsiteX5" fmla="*/ 0 w 7396223"/>
              <a:gd name="connsiteY5" fmla="*/ 153896 h 286512"/>
              <a:gd name="connsiteX6" fmla="*/ 0 w 7396223"/>
              <a:gd name="connsiteY6" fmla="*/ 0 h 286512"/>
            </a:gdLst>
            <a:ahLst/>
            <a:cxnLst/>
            <a:rect l="l" t="t" r="r" b="b"/>
            <a:pathLst>
              <a:path w="7396223" h="286512">
                <a:moveTo>
                  <a:pt x="0" y="0"/>
                </a:moveTo>
                <a:lnTo>
                  <a:pt x="7390301" y="0"/>
                </a:lnTo>
                <a:lnTo>
                  <a:pt x="7396223" y="2701"/>
                </a:lnTo>
                <a:lnTo>
                  <a:pt x="6773928" y="286512"/>
                </a:lnTo>
                <a:lnTo>
                  <a:pt x="6773928" y="153896"/>
                </a:lnTo>
                <a:lnTo>
                  <a:pt x="0" y="153896"/>
                </a:lnTo>
                <a:lnTo>
                  <a:pt x="0" y="0"/>
                </a:lnTo>
                <a:close/>
              </a:path>
            </a:pathLst>
          </a:custGeom>
          <a:gradFill>
            <a:gsLst>
              <a:gs pos="3000">
                <a:schemeClr val="accent2">
                  <a:alpha val="0"/>
                </a:schemeClr>
              </a:gs>
              <a:gs pos="100000">
                <a:schemeClr val="accent1"/>
              </a:gs>
            </a:gsLst>
            <a:lin ang="2700000" scaled="0"/>
          </a:gradFill>
          <a:ln w="12700" cap="sq">
            <a:noFill/>
            <a:miter/>
          </a:ln>
          <a:effectLst>
            <a:outerShdw blurRad="50800" dist="38100" dir="5400000" algn="t" rotWithShape="0">
              <a:schemeClr val="accent1">
                <a:lumMod val="75000"/>
                <a:alpha val="25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7569843" y="3879893"/>
            <a:ext cx="2279664" cy="1379562"/>
          </a:xfrm>
          <a:prstGeom prst="rect">
            <a:avLst/>
          </a:prstGeom>
          <a:noFill/>
          <a:ln>
            <a:noFill/>
          </a:ln>
        </p:spPr>
        <p:txBody>
          <a:bodyPr vert="horz" wrap="square" lIns="0" tIns="0" rIns="0" bIns="0" rtlCol="0" anchor="t"/>
          <a:lstStyle/>
          <a:p>
            <a:pPr algn="ctr">
              <a:lnSpc>
                <a:spcPct val="150000"/>
              </a:lnSpc>
            </a:pPr>
            <a:r>
              <a:rPr kumimoji="1" lang="en-US" altLang="zh-CN" sz="1400">
                <a:ln w="12700">
                  <a:noFill/>
                </a:ln>
                <a:solidFill>
                  <a:srgbClr val="262626">
                    <a:alpha val="100000"/>
                  </a:srgbClr>
                </a:solidFill>
                <a:latin typeface="Source Han Sans"/>
                <a:ea typeface="Source Han Sans"/>
                <a:cs typeface="Source Han Sans"/>
              </a:rPr>
              <a:t>注释用于说明代码，便于维护和理解，是良好的编程习惯。
合理使用注释可以提高代码的可读性和可维护性。</a:t>
            </a:r>
            <a:endParaRPr kumimoji="1" lang="zh-CN" altLang="en-US"/>
          </a:p>
        </p:txBody>
      </p:sp>
      <p:sp>
        <p:nvSpPr>
          <p:cNvPr id="12" name="标题 1"/>
          <p:cNvSpPr txBox="1"/>
          <p:nvPr/>
        </p:nvSpPr>
        <p:spPr>
          <a:xfrm>
            <a:off x="2321497" y="3879893"/>
            <a:ext cx="2279664" cy="1379562"/>
          </a:xfrm>
          <a:prstGeom prst="rect">
            <a:avLst/>
          </a:prstGeom>
          <a:noFill/>
          <a:ln>
            <a:noFill/>
          </a:ln>
        </p:spPr>
        <p:txBody>
          <a:bodyPr vert="horz" wrap="square" lIns="0" tIns="0" rIns="0" bIns="0" rtlCol="0" anchor="t"/>
          <a:lstStyle/>
          <a:p>
            <a:pPr algn="ctr">
              <a:lnSpc>
                <a:spcPct val="150000"/>
              </a:lnSpc>
            </a:pPr>
            <a:r>
              <a:rPr kumimoji="1" lang="en-US" altLang="zh-CN" sz="1400">
                <a:ln w="12700">
                  <a:noFill/>
                </a:ln>
                <a:solidFill>
                  <a:srgbClr val="262626">
                    <a:alpha val="100000"/>
                  </a:srgbClr>
                </a:solidFill>
                <a:latin typeface="Source Han Sans"/>
                <a:ea typeface="Source Han Sans"/>
                <a:cs typeface="Source Han Sans"/>
              </a:rPr>
              <a:t>单行注释以 “//” 开头，用于简短说明代码功能。
单行注释提高代码可读性，便于理解。</a:t>
            </a:r>
            <a:endParaRPr kumimoji="1" lang="zh-CN" altLang="en-US"/>
          </a:p>
        </p:txBody>
      </p:sp>
      <p:sp>
        <p:nvSpPr>
          <p:cNvPr id="13" name="标题 1"/>
          <p:cNvSpPr txBox="1"/>
          <p:nvPr/>
        </p:nvSpPr>
        <p:spPr>
          <a:xfrm>
            <a:off x="3273550" y="3544955"/>
            <a:ext cx="375558" cy="253093"/>
          </a:xfrm>
          <a:prstGeom prst="flowChartMerge">
            <a:avLst/>
          </a:prstGeom>
          <a:solidFill>
            <a:schemeClr val="accent2"/>
          </a:solidFill>
          <a:ln w="12700" cap="sq">
            <a:noFill/>
            <a:miter/>
          </a:ln>
          <a:effectLst>
            <a:outerShdw blurRad="50800" dist="38100" dir="8100000" algn="tr" rotWithShape="0">
              <a:schemeClr val="accent2">
                <a:lumMod val="75000"/>
                <a:alpha val="25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5893575" y="3544955"/>
            <a:ext cx="375558" cy="253093"/>
          </a:xfrm>
          <a:prstGeom prst="flowChartMerge">
            <a:avLst/>
          </a:prstGeom>
          <a:gradFill>
            <a:gsLst>
              <a:gs pos="0">
                <a:schemeClr val="accent2"/>
              </a:gs>
              <a:gs pos="100000">
                <a:schemeClr val="accent1"/>
              </a:gs>
            </a:gsLst>
            <a:lin ang="2700000" scaled="0"/>
          </a:gradFill>
          <a:ln w="12700" cap="sq">
            <a:noFill/>
            <a:miter/>
          </a:ln>
          <a:effectLst>
            <a:outerShdw blurRad="50800" dist="38100" dir="5400000" algn="t" rotWithShape="0">
              <a:schemeClr val="accent1">
                <a:lumMod val="75000"/>
                <a:alpha val="25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8521896" y="3544955"/>
            <a:ext cx="375558" cy="253093"/>
          </a:xfrm>
          <a:prstGeom prst="flowChartMerge">
            <a:avLst/>
          </a:prstGeom>
          <a:solidFill>
            <a:schemeClr val="accent1"/>
          </a:solidFill>
          <a:ln w="12700" cap="sq">
            <a:noFill/>
            <a:miter/>
          </a:ln>
          <a:effectLst>
            <a:outerShdw blurRad="50800" dist="38100" dir="5400000" algn="t" rotWithShape="0">
              <a:schemeClr val="accent1">
                <a:lumMod val="75000"/>
                <a:alpha val="25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a:off x="660400" y="323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a:ea typeface="Source Han Sans CN Bold"/>
                <a:cs typeface="Source Han Sans CN Bold"/>
              </a:rPr>
              <a:t>注释</a:t>
            </a:r>
            <a:endParaRPr kumimoji="1" lang="zh-CN" altLang="en-US"/>
          </a:p>
        </p:txBody>
      </p:sp>
      <p:cxnSp>
        <p:nvCxnSpPr>
          <p:cNvPr id="17" name="标题 1"/>
          <p:cNvCxnSpPr/>
          <p:nvPr/>
        </p:nvCxnSpPr>
        <p:spPr>
          <a:xfrm>
            <a:off x="0" y="958850"/>
            <a:ext cx="12122150" cy="0"/>
          </a:xfrm>
          <a:prstGeom prst="line">
            <a:avLst/>
          </a:prstGeom>
          <a:noFill/>
          <a:ln w="28575" cap="sq">
            <a:solidFill>
              <a:schemeClr val="accent1"/>
            </a:solidFill>
            <a:miter/>
          </a:ln>
        </p:spPr>
      </p:cxnSp>
      <p:pic>
        <p:nvPicPr>
          <p:cNvPr id="19" name="图片 18">
            <a:extLst>
              <a:ext uri="{FF2B5EF4-FFF2-40B4-BE49-F238E27FC236}">
                <a16:creationId xmlns:a16="http://schemas.microsoft.com/office/drawing/2014/main" id="{5A077CA7-C8A0-0A65-CBA6-E592DC9A77D7}"/>
              </a:ext>
            </a:extLst>
          </p:cNvPr>
          <p:cNvPicPr>
            <a:picLocks noChangeAspect="1"/>
          </p:cNvPicPr>
          <p:nvPr/>
        </p:nvPicPr>
        <p:blipFill>
          <a:blip r:embed="rId2"/>
          <a:stretch>
            <a:fillRect/>
          </a:stretch>
        </p:blipFill>
        <p:spPr>
          <a:xfrm>
            <a:off x="3416680" y="980410"/>
            <a:ext cx="3430511" cy="13296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1716001" y="1300000"/>
            <a:ext cx="8599573" cy="1383468"/>
          </a:xfrm>
          <a:prstGeom prst="roundRect">
            <a:avLst>
              <a:gd name="adj" fmla="val 8667"/>
            </a:avLst>
          </a:prstGeom>
          <a:solidFill>
            <a:schemeClr val="bg1"/>
          </a:solidFill>
          <a:ln w="12700" cap="sq">
            <a:solidFill>
              <a:schemeClr val="tx1">
                <a:lumMod val="65000"/>
                <a:lumOff val="35000"/>
                <a:alpha val="50000"/>
              </a:schemeClr>
            </a:solidFill>
            <a:miter/>
          </a:ln>
          <a:effectLst/>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1947058" y="1446540"/>
            <a:ext cx="8130392" cy="339337"/>
          </a:xfrm>
          <a:prstGeom prst="rect">
            <a:avLst/>
          </a:prstGeom>
          <a:noFill/>
          <a:ln>
            <a:noFill/>
          </a:ln>
        </p:spPr>
        <p:txBody>
          <a:bodyPr vert="horz" wrap="square" lIns="0" tIns="0" rIns="0" bIns="0" rtlCol="0" anchor="t"/>
          <a:lstStyle/>
          <a:p>
            <a:pPr algn="l">
              <a:lnSpc>
                <a:spcPct val="110000"/>
              </a:lnSpc>
            </a:pPr>
            <a:r>
              <a:rPr kumimoji="1" lang="en-US" altLang="zh-CN" sz="1600">
                <a:ln w="12700">
                  <a:noFill/>
                </a:ln>
                <a:solidFill>
                  <a:srgbClr val="1467F7">
                    <a:alpha val="100000"/>
                  </a:srgbClr>
                </a:solidFill>
                <a:latin typeface="Source Han Sans CN Bold"/>
                <a:ea typeface="Source Han Sans CN Bold"/>
                <a:cs typeface="Source Han Sans CN Bold"/>
              </a:rPr>
              <a:t>标识符命名规则</a:t>
            </a:r>
            <a:endParaRPr kumimoji="1" lang="zh-CN" altLang="en-US"/>
          </a:p>
        </p:txBody>
      </p:sp>
      <p:sp>
        <p:nvSpPr>
          <p:cNvPr id="5" name="标题 1"/>
          <p:cNvSpPr txBox="1"/>
          <p:nvPr/>
        </p:nvSpPr>
        <p:spPr>
          <a:xfrm>
            <a:off x="1896258" y="1764694"/>
            <a:ext cx="8127216" cy="832526"/>
          </a:xfrm>
          <a:prstGeom prst="rect">
            <a:avLst/>
          </a:prstGeom>
          <a:noFill/>
          <a:ln cap="sq">
            <a:noFill/>
          </a:ln>
        </p:spPr>
        <p:txBody>
          <a:bodyPr vert="horz" wrap="square" lIns="91440" tIns="45720" rIns="91440" bIns="45720" rtlCol="0" anchor="t"/>
          <a:lstStyle/>
          <a:p>
            <a:pPr algn="l">
              <a:lnSpc>
                <a:spcPct val="150000"/>
              </a:lnSpc>
            </a:pPr>
            <a:r>
              <a:rPr kumimoji="1" lang="en-US" altLang="zh-CN" sz="1400" dirty="0" err="1">
                <a:ln w="12700">
                  <a:noFill/>
                </a:ln>
                <a:solidFill>
                  <a:srgbClr val="262626">
                    <a:alpha val="100000"/>
                  </a:srgbClr>
                </a:solidFill>
                <a:latin typeface="Source Han Sans"/>
                <a:ea typeface="Source Han Sans"/>
                <a:cs typeface="Source Han Sans"/>
              </a:rPr>
              <a:t>标识符可包含字母、数字、下划线和美元符号，</a:t>
            </a:r>
            <a:r>
              <a:rPr kumimoji="1" lang="en-US" altLang="zh-CN" sz="1400" dirty="0" err="1">
                <a:ln w="12700">
                  <a:noFill/>
                </a:ln>
                <a:solidFill>
                  <a:srgbClr val="262626">
                    <a:alpha val="100000"/>
                  </a:srgbClr>
                </a:solidFill>
                <a:highlight>
                  <a:srgbClr val="FFFF00"/>
                </a:highlight>
                <a:latin typeface="Source Han Sans"/>
                <a:ea typeface="Source Han Sans"/>
                <a:cs typeface="Source Han Sans"/>
              </a:rPr>
              <a:t>必须以字母或下划线开头</a:t>
            </a:r>
            <a:r>
              <a:rPr kumimoji="1" lang="en-US" altLang="zh-CN" sz="1400" dirty="0">
                <a:ln w="12700">
                  <a:noFill/>
                </a:ln>
                <a:solidFill>
                  <a:srgbClr val="262626">
                    <a:alpha val="100000"/>
                  </a:srgbClr>
                </a:solidFill>
                <a:latin typeface="Source Han Sans"/>
                <a:ea typeface="Source Han Sans"/>
                <a:cs typeface="Source Han Sans"/>
              </a:rPr>
              <a:t>。
</a:t>
            </a:r>
            <a:r>
              <a:rPr kumimoji="1" lang="en-US" altLang="zh-CN" sz="1400" dirty="0" err="1">
                <a:ln w="12700">
                  <a:noFill/>
                </a:ln>
                <a:solidFill>
                  <a:srgbClr val="262626">
                    <a:alpha val="100000"/>
                  </a:srgbClr>
                </a:solidFill>
                <a:latin typeface="Source Han Sans"/>
                <a:ea typeface="Source Han Sans"/>
                <a:cs typeface="Source Han Sans"/>
              </a:rPr>
              <a:t>标识符</a:t>
            </a:r>
            <a:r>
              <a:rPr kumimoji="1" lang="en-US" altLang="zh-CN" sz="1400" dirty="0" err="1">
                <a:ln w="12700">
                  <a:noFill/>
                </a:ln>
                <a:solidFill>
                  <a:srgbClr val="262626">
                    <a:alpha val="100000"/>
                  </a:srgbClr>
                </a:solidFill>
                <a:highlight>
                  <a:srgbClr val="FFFF00"/>
                </a:highlight>
                <a:latin typeface="Source Han Sans"/>
                <a:ea typeface="Source Han Sans"/>
                <a:cs typeface="Source Han Sans"/>
              </a:rPr>
              <a:t>区分大小写</a:t>
            </a:r>
            <a:r>
              <a:rPr kumimoji="1" lang="en-US" altLang="zh-CN" sz="1400" dirty="0" err="1">
                <a:ln w="12700">
                  <a:noFill/>
                </a:ln>
                <a:solidFill>
                  <a:srgbClr val="262626">
                    <a:alpha val="100000"/>
                  </a:srgbClr>
                </a:solidFill>
                <a:latin typeface="Source Han Sans"/>
                <a:ea typeface="Source Han Sans"/>
                <a:cs typeface="Source Han Sans"/>
              </a:rPr>
              <a:t>，不能是</a:t>
            </a:r>
            <a:r>
              <a:rPr kumimoji="1" lang="en-US" altLang="zh-CN" sz="1400" dirty="0">
                <a:ln w="12700">
                  <a:noFill/>
                </a:ln>
                <a:solidFill>
                  <a:srgbClr val="262626">
                    <a:alpha val="100000"/>
                  </a:srgbClr>
                </a:solidFill>
                <a:latin typeface="Source Han Sans"/>
                <a:ea typeface="Source Han Sans"/>
                <a:cs typeface="Source Han Sans"/>
              </a:rPr>
              <a:t> Verilog </a:t>
            </a:r>
            <a:r>
              <a:rPr kumimoji="1" lang="en-US" altLang="zh-CN" sz="1400" dirty="0" err="1">
                <a:ln w="12700">
                  <a:noFill/>
                </a:ln>
                <a:solidFill>
                  <a:srgbClr val="262626">
                    <a:alpha val="100000"/>
                  </a:srgbClr>
                </a:solidFill>
                <a:latin typeface="Source Han Sans"/>
                <a:ea typeface="Source Han Sans"/>
                <a:cs typeface="Source Han Sans"/>
              </a:rPr>
              <a:t>关键字</a:t>
            </a:r>
            <a:r>
              <a:rPr kumimoji="1" lang="en-US" altLang="zh-CN" sz="1400" dirty="0">
                <a:ln w="12700">
                  <a:noFill/>
                </a:ln>
                <a:solidFill>
                  <a:srgbClr val="262626">
                    <a:alpha val="100000"/>
                  </a:srgbClr>
                </a:solidFill>
                <a:latin typeface="Source Han Sans"/>
                <a:ea typeface="Source Han Sans"/>
                <a:cs typeface="Source Han Sans"/>
              </a:rPr>
              <a:t>。</a:t>
            </a:r>
            <a:endParaRPr kumimoji="1" lang="zh-CN" altLang="en-US" dirty="0"/>
          </a:p>
        </p:txBody>
      </p:sp>
      <p:sp>
        <p:nvSpPr>
          <p:cNvPr id="6" name="标题 1"/>
          <p:cNvSpPr txBox="1"/>
          <p:nvPr/>
        </p:nvSpPr>
        <p:spPr>
          <a:xfrm>
            <a:off x="2118360" y="3097691"/>
            <a:ext cx="8599573" cy="1383468"/>
          </a:xfrm>
          <a:prstGeom prst="roundRect">
            <a:avLst>
              <a:gd name="adj" fmla="val 8667"/>
            </a:avLst>
          </a:prstGeom>
          <a:solidFill>
            <a:schemeClr val="bg1"/>
          </a:solidFill>
          <a:ln w="12700" cap="sq">
            <a:solidFill>
              <a:schemeClr val="accent2"/>
            </a:solidFill>
            <a:miter/>
          </a:ln>
          <a:effectLst/>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2349417" y="3244231"/>
            <a:ext cx="8175708" cy="339337"/>
          </a:xfrm>
          <a:prstGeom prst="rect">
            <a:avLst/>
          </a:prstGeom>
          <a:noFill/>
          <a:ln>
            <a:noFill/>
          </a:ln>
        </p:spPr>
        <p:txBody>
          <a:bodyPr vert="horz" wrap="square" lIns="0" tIns="0" rIns="0" bIns="0" rtlCol="0" anchor="t"/>
          <a:lstStyle/>
          <a:p>
            <a:pPr algn="l">
              <a:lnSpc>
                <a:spcPct val="110000"/>
              </a:lnSpc>
            </a:pPr>
            <a:r>
              <a:rPr kumimoji="1" lang="en-US" altLang="zh-CN" sz="1600">
                <a:ln w="12700">
                  <a:noFill/>
                </a:ln>
                <a:solidFill>
                  <a:srgbClr val="0FE6F1">
                    <a:alpha val="100000"/>
                  </a:srgbClr>
                </a:solidFill>
                <a:latin typeface="Source Han Sans CN Bold"/>
                <a:ea typeface="Source Han Sans CN Bold"/>
                <a:cs typeface="Source Han Sans CN Bold"/>
              </a:rPr>
              <a:t>标识符的作用</a:t>
            </a:r>
            <a:endParaRPr kumimoji="1" lang="zh-CN" altLang="en-US"/>
          </a:p>
        </p:txBody>
      </p:sp>
      <p:sp>
        <p:nvSpPr>
          <p:cNvPr id="8" name="标题 1"/>
          <p:cNvSpPr txBox="1"/>
          <p:nvPr/>
        </p:nvSpPr>
        <p:spPr>
          <a:xfrm>
            <a:off x="2298617" y="3556469"/>
            <a:ext cx="8178016" cy="881319"/>
          </a:xfrm>
          <a:prstGeom prst="rect">
            <a:avLst/>
          </a:prstGeom>
          <a:noFill/>
          <a:ln cap="sq">
            <a:noFill/>
          </a:ln>
        </p:spPr>
        <p:txBody>
          <a:bodyPr vert="horz" wrap="square" lIns="91440" tIns="45720" rIns="91440" bIns="45720" rtlCol="0" anchor="t"/>
          <a:lstStyle/>
          <a:p>
            <a:pPr algn="l">
              <a:lnSpc>
                <a:spcPct val="150000"/>
              </a:lnSpc>
            </a:pPr>
            <a:r>
              <a:rPr kumimoji="1" lang="en-US" altLang="zh-CN" sz="1400">
                <a:ln w="12700">
                  <a:noFill/>
                </a:ln>
                <a:solidFill>
                  <a:srgbClr val="262626">
                    <a:alpha val="100000"/>
                  </a:srgbClr>
                </a:solidFill>
                <a:latin typeface="Source Han Sans"/>
                <a:ea typeface="Source Han Sans"/>
                <a:cs typeface="Source Han Sans"/>
              </a:rPr>
              <a:t>标识符用于命名模块、端口、信号和变量，是代码的重要组成部分。
使用有意义的标识符可以提高代码的可读性。</a:t>
            </a:r>
            <a:endParaRPr kumimoji="1" lang="zh-CN" altLang="en-US"/>
          </a:p>
        </p:txBody>
      </p:sp>
      <p:sp>
        <p:nvSpPr>
          <p:cNvPr id="9" name="标题 1"/>
          <p:cNvSpPr txBox="1"/>
          <p:nvPr/>
        </p:nvSpPr>
        <p:spPr>
          <a:xfrm>
            <a:off x="1716001" y="4895383"/>
            <a:ext cx="8599573" cy="1383468"/>
          </a:xfrm>
          <a:prstGeom prst="roundRect">
            <a:avLst>
              <a:gd name="adj" fmla="val 8667"/>
            </a:avLst>
          </a:prstGeom>
          <a:solidFill>
            <a:schemeClr val="bg1"/>
          </a:solidFill>
          <a:ln w="12700" cap="sq">
            <a:solidFill>
              <a:schemeClr val="tx1">
                <a:lumMod val="65000"/>
                <a:lumOff val="35000"/>
                <a:alpha val="50000"/>
              </a:schemeClr>
            </a:solidFill>
            <a:miter/>
          </a:ln>
          <a:effectLst/>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1947058" y="5041923"/>
            <a:ext cx="8130392" cy="339337"/>
          </a:xfrm>
          <a:prstGeom prst="rect">
            <a:avLst/>
          </a:prstGeom>
          <a:noFill/>
          <a:ln>
            <a:noFill/>
          </a:ln>
        </p:spPr>
        <p:txBody>
          <a:bodyPr vert="horz" wrap="square" lIns="0" tIns="0" rIns="0" bIns="0" rtlCol="0" anchor="t"/>
          <a:lstStyle/>
          <a:p>
            <a:pPr algn="l">
              <a:lnSpc>
                <a:spcPct val="110000"/>
              </a:lnSpc>
            </a:pPr>
            <a:r>
              <a:rPr kumimoji="1" lang="en-US" altLang="zh-CN" sz="1600">
                <a:ln w="12700">
                  <a:noFill/>
                </a:ln>
                <a:solidFill>
                  <a:srgbClr val="1467F7">
                    <a:alpha val="100000"/>
                  </a:srgbClr>
                </a:solidFill>
                <a:latin typeface="Source Han Sans CN Bold"/>
                <a:ea typeface="Source Han Sans CN Bold"/>
                <a:cs typeface="Source Han Sans CN Bold"/>
              </a:rPr>
              <a:t>标识符的使用建议</a:t>
            </a:r>
            <a:endParaRPr kumimoji="1" lang="zh-CN" altLang="en-US"/>
          </a:p>
        </p:txBody>
      </p:sp>
      <p:sp>
        <p:nvSpPr>
          <p:cNvPr id="11" name="标题 1"/>
          <p:cNvSpPr txBox="1"/>
          <p:nvPr/>
        </p:nvSpPr>
        <p:spPr>
          <a:xfrm>
            <a:off x="1896258" y="5354132"/>
            <a:ext cx="8101816" cy="881568"/>
          </a:xfrm>
          <a:prstGeom prst="rect">
            <a:avLst/>
          </a:prstGeom>
          <a:noFill/>
          <a:ln cap="sq">
            <a:noFill/>
          </a:ln>
        </p:spPr>
        <p:txBody>
          <a:bodyPr vert="horz" wrap="square" lIns="91440" tIns="45720" rIns="91440" bIns="45720" rtlCol="0" anchor="t"/>
          <a:lstStyle/>
          <a:p>
            <a:pPr algn="l">
              <a:lnSpc>
                <a:spcPct val="150000"/>
              </a:lnSpc>
            </a:pPr>
            <a:r>
              <a:rPr kumimoji="1" lang="en-US" altLang="zh-CN" sz="1400">
                <a:ln w="12700">
                  <a:noFill/>
                </a:ln>
                <a:solidFill>
                  <a:srgbClr val="262626">
                    <a:alpha val="100000"/>
                  </a:srgbClr>
                </a:solidFill>
                <a:latin typeface="Source Han Sans"/>
                <a:ea typeface="Source Han Sans"/>
                <a:cs typeface="Source Han Sans"/>
              </a:rPr>
              <a:t>建议使用有意义的标识符，避免使用过于简短或模糊的名称。
一致的命名规则可以提高代码的可维护性。</a:t>
            </a:r>
            <a:endParaRPr kumimoji="1" lang="zh-CN" altLang="en-US"/>
          </a:p>
        </p:txBody>
      </p:sp>
      <p:sp>
        <p:nvSpPr>
          <p:cNvPr id="12" name="标题 1"/>
          <p:cNvSpPr txBox="1"/>
          <p:nvPr/>
        </p:nvSpPr>
        <p:spPr>
          <a:xfrm rot="10800000">
            <a:off x="10054850" y="4603556"/>
            <a:ext cx="983561" cy="983561"/>
          </a:xfrm>
          <a:prstGeom prst="ellipse">
            <a:avLst/>
          </a:prstGeom>
          <a:solidFill>
            <a:schemeClr val="accent1"/>
          </a:solidFill>
          <a:ln w="3175" cap="flat">
            <a:noFill/>
          </a:ln>
          <a:effectLst/>
        </p:spPr>
        <p:txBody>
          <a:bodyPr vert="horz" wrap="square" lIns="91440" tIns="45720" rIns="91440" bIns="45720" rtlCol="0" anchor="ctr"/>
          <a:lstStyle/>
          <a:p>
            <a:pPr algn="ctr">
              <a:lnSpc>
                <a:spcPct val="150000"/>
              </a:lnSpc>
            </a:pPr>
            <a:endParaRPr kumimoji="1" lang="zh-CN" altLang="en-US"/>
          </a:p>
        </p:txBody>
      </p:sp>
      <p:sp>
        <p:nvSpPr>
          <p:cNvPr id="13" name="标题 1"/>
          <p:cNvSpPr txBox="1"/>
          <p:nvPr/>
        </p:nvSpPr>
        <p:spPr>
          <a:xfrm rot="10800000">
            <a:off x="7159624" y="1025427"/>
            <a:ext cx="519256" cy="519256"/>
          </a:xfrm>
          <a:prstGeom prst="ellipse">
            <a:avLst/>
          </a:prstGeom>
          <a:solidFill>
            <a:schemeClr val="accent1"/>
          </a:solidFill>
          <a:ln w="3175" cap="flat">
            <a:noFill/>
          </a:ln>
          <a:effectLst/>
        </p:spPr>
        <p:txBody>
          <a:bodyPr vert="horz" wrap="square" lIns="91440" tIns="45720" rIns="91440" bIns="45720" rtlCol="0" anchor="ctr"/>
          <a:lstStyle/>
          <a:p>
            <a:pPr algn="ctr">
              <a:lnSpc>
                <a:spcPct val="150000"/>
              </a:lnSpc>
            </a:pPr>
            <a:endParaRPr kumimoji="1" lang="zh-CN" altLang="en-US"/>
          </a:p>
        </p:txBody>
      </p:sp>
      <p:sp>
        <p:nvSpPr>
          <p:cNvPr id="14" name="标题 1"/>
          <p:cNvSpPr txBox="1"/>
          <p:nvPr/>
        </p:nvSpPr>
        <p:spPr>
          <a:xfrm rot="10800000">
            <a:off x="1687019" y="4106434"/>
            <a:ext cx="656218" cy="656220"/>
          </a:xfrm>
          <a:prstGeom prst="ellipse">
            <a:avLst/>
          </a:prstGeom>
          <a:solidFill>
            <a:schemeClr val="accent2"/>
          </a:solidFill>
          <a:ln w="3175" cap="flat">
            <a:noFill/>
          </a:ln>
          <a:effectLst/>
        </p:spPr>
        <p:txBody>
          <a:bodyPr vert="horz" wrap="square" lIns="91440" tIns="45720" rIns="91440" bIns="45720" rtlCol="0" anchor="ctr"/>
          <a:lstStyle/>
          <a:p>
            <a:pPr algn="ctr">
              <a:lnSpc>
                <a:spcPct val="150000"/>
              </a:lnSpc>
            </a:pPr>
            <a:endParaRPr kumimoji="1" lang="zh-CN" altLang="en-US"/>
          </a:p>
        </p:txBody>
      </p:sp>
      <p:sp>
        <p:nvSpPr>
          <p:cNvPr id="15" name="标题 1"/>
          <p:cNvSpPr txBox="1"/>
          <p:nvPr/>
        </p:nvSpPr>
        <p:spPr>
          <a:xfrm>
            <a:off x="660400" y="323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a:ea typeface="Source Han Sans CN Bold"/>
                <a:cs typeface="Source Han Sans CN Bold"/>
              </a:rPr>
              <a:t>标识符</a:t>
            </a:r>
            <a:endParaRPr kumimoji="1" lang="zh-CN" altLang="en-US"/>
          </a:p>
        </p:txBody>
      </p:sp>
      <p:cxnSp>
        <p:nvCxnSpPr>
          <p:cNvPr id="16" name="标题 1"/>
          <p:cNvCxnSpPr/>
          <p:nvPr/>
        </p:nvCxnSpPr>
        <p:spPr>
          <a:xfrm>
            <a:off x="0" y="958850"/>
            <a:ext cx="12122150" cy="0"/>
          </a:xfrm>
          <a:prstGeom prst="line">
            <a:avLst/>
          </a:prstGeom>
          <a:noFill/>
          <a:ln w="28575" cap="sq">
            <a:solidFill>
              <a:schemeClr val="accent1"/>
            </a:solidFill>
            <a:miter/>
          </a:ln>
        </p:spPr>
      </p:cxnSp>
      <p:pic>
        <p:nvPicPr>
          <p:cNvPr id="18" name="图片 17">
            <a:extLst>
              <a:ext uri="{FF2B5EF4-FFF2-40B4-BE49-F238E27FC236}">
                <a16:creationId xmlns:a16="http://schemas.microsoft.com/office/drawing/2014/main" id="{679DC124-97C1-B062-854C-0E4102E0FA15}"/>
              </a:ext>
            </a:extLst>
          </p:cNvPr>
          <p:cNvPicPr>
            <a:picLocks noChangeAspect="1"/>
          </p:cNvPicPr>
          <p:nvPr/>
        </p:nvPicPr>
        <p:blipFill>
          <a:blip r:embed="rId2"/>
          <a:stretch>
            <a:fillRect/>
          </a:stretch>
        </p:blipFill>
        <p:spPr>
          <a:xfrm>
            <a:off x="5682110" y="2202577"/>
            <a:ext cx="5356301" cy="7931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flipH="1">
            <a:off x="660399" y="1367782"/>
            <a:ext cx="4612803" cy="2052000"/>
          </a:xfrm>
          <a:prstGeom prst="roundRect">
            <a:avLst>
              <a:gd name="adj" fmla="val 14814"/>
            </a:avLst>
          </a:prstGeom>
          <a:solidFill>
            <a:schemeClr val="bg1"/>
          </a:solidFill>
          <a:ln cap="flat">
            <a:noFill/>
            <a:prstDash val="solid"/>
            <a:miter/>
          </a:ln>
          <a:effectLst>
            <a:outerShdw blurRad="254000" dist="76200" dir="2700000" algn="tl" rotWithShape="0">
              <a:schemeClr val="accent1">
                <a:alpha val="2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flipH="1">
            <a:off x="3579091" y="3709441"/>
            <a:ext cx="5021117" cy="2187177"/>
          </a:xfrm>
          <a:prstGeom prst="roundRect">
            <a:avLst>
              <a:gd name="adj" fmla="val 14814"/>
            </a:avLst>
          </a:prstGeom>
          <a:solidFill>
            <a:schemeClr val="bg1"/>
          </a:solidFill>
          <a:ln cap="flat">
            <a:noFill/>
            <a:prstDash val="solid"/>
            <a:miter/>
          </a:ln>
          <a:effectLst>
            <a:outerShdw blurRad="254000" dist="76200" dir="2700000" algn="tl" rotWithShape="0">
              <a:schemeClr val="accent1">
                <a:alpha val="2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1076800" y="1627579"/>
            <a:ext cx="3780000" cy="402434"/>
          </a:xfrm>
          <a:prstGeom prst="rect">
            <a:avLst/>
          </a:prstGeom>
          <a:noFill/>
          <a:ln>
            <a:noFill/>
          </a:ln>
        </p:spPr>
        <p:txBody>
          <a:bodyPr vert="horz" wrap="square" lIns="0" tIns="0" rIns="0" bIns="0" rtlCol="0" anchor="ctr"/>
          <a:lstStyle/>
          <a:p>
            <a:pPr algn="r">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关键字的定义</a:t>
            </a:r>
            <a:endParaRPr kumimoji="1" lang="zh-CN" altLang="en-US"/>
          </a:p>
        </p:txBody>
      </p:sp>
      <p:sp>
        <p:nvSpPr>
          <p:cNvPr id="6" name="标题 1"/>
          <p:cNvSpPr txBox="1"/>
          <p:nvPr/>
        </p:nvSpPr>
        <p:spPr>
          <a:xfrm>
            <a:off x="1076800" y="2078985"/>
            <a:ext cx="3780000" cy="1080000"/>
          </a:xfrm>
          <a:prstGeom prst="rect">
            <a:avLst/>
          </a:prstGeom>
          <a:noFill/>
          <a:ln>
            <a:noFill/>
          </a:ln>
        </p:spPr>
        <p:txBody>
          <a:bodyPr vert="horz" wrap="square" lIns="0" tIns="0" rIns="0" bIns="0" rtlCol="0" anchor="t"/>
          <a:lstStyle/>
          <a:p>
            <a:pPr algn="r">
              <a:lnSpc>
                <a:spcPct val="150000"/>
              </a:lnSpc>
            </a:pPr>
            <a:r>
              <a:rPr kumimoji="1" lang="en-US" altLang="zh-CN" sz="1400">
                <a:ln w="12700">
                  <a:noFill/>
                </a:ln>
                <a:solidFill>
                  <a:srgbClr val="262626">
                    <a:alpha val="100000"/>
                  </a:srgbClr>
                </a:solidFill>
                <a:latin typeface="Source Han Sans"/>
                <a:ea typeface="Source Han Sans"/>
                <a:cs typeface="Source Han Sans"/>
              </a:rPr>
              <a:t>关键字是 Verilog 的保留字，不能用作标识符。
关键字用于定义语言的语法结构，如 module, endmodule 等。</a:t>
            </a:r>
            <a:endParaRPr kumimoji="1" lang="zh-CN" altLang="en-US"/>
          </a:p>
        </p:txBody>
      </p:sp>
      <p:sp>
        <p:nvSpPr>
          <p:cNvPr id="7" name="标题 1"/>
          <p:cNvSpPr txBox="1"/>
          <p:nvPr/>
        </p:nvSpPr>
        <p:spPr>
          <a:xfrm>
            <a:off x="3995493" y="4172483"/>
            <a:ext cx="4114596" cy="402434"/>
          </a:xfrm>
          <a:prstGeom prst="rect">
            <a:avLst/>
          </a:prstGeom>
          <a:noFill/>
          <a:ln>
            <a:noFill/>
          </a:ln>
        </p:spPr>
        <p:txBody>
          <a:bodyPr vert="horz" wrap="square" lIns="0" tIns="0" rIns="0" bIns="0" rtlCol="0" anchor="ctr"/>
          <a:lstStyle/>
          <a:p>
            <a:pPr algn="ctr">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常见关键字</a:t>
            </a:r>
            <a:endParaRPr kumimoji="1" lang="zh-CN" altLang="en-US"/>
          </a:p>
        </p:txBody>
      </p:sp>
      <p:sp>
        <p:nvSpPr>
          <p:cNvPr id="8" name="标题 1"/>
          <p:cNvSpPr txBox="1"/>
          <p:nvPr/>
        </p:nvSpPr>
        <p:spPr>
          <a:xfrm>
            <a:off x="3995493" y="4684852"/>
            <a:ext cx="4114596" cy="1080000"/>
          </a:xfrm>
          <a:prstGeom prst="rect">
            <a:avLst/>
          </a:prstGeom>
          <a:noFill/>
          <a:ln>
            <a:noFill/>
          </a:ln>
        </p:spPr>
        <p:txBody>
          <a:bodyPr vert="horz" wrap="square" lIns="0" tIns="0" rIns="0" bIns="0" rtlCol="0" anchor="t"/>
          <a:lstStyle/>
          <a:p>
            <a:pPr algn="ctr">
              <a:lnSpc>
                <a:spcPct val="150000"/>
              </a:lnSpc>
            </a:pPr>
            <a:r>
              <a:rPr kumimoji="1" lang="en-US" altLang="zh-CN" sz="1400">
                <a:ln w="12700">
                  <a:noFill/>
                </a:ln>
                <a:solidFill>
                  <a:srgbClr val="262626">
                    <a:alpha val="100000"/>
                  </a:srgbClr>
                </a:solidFill>
                <a:latin typeface="Source Han Sans"/>
                <a:ea typeface="Source Han Sans"/>
                <a:cs typeface="Source Han Sans"/>
              </a:rPr>
              <a:t>常见关键字包括 input, output, wire, reg, assign, always 等。
关键字的正确使用是编写合法 Verilog 代码的基础。</a:t>
            </a:r>
            <a:endParaRPr kumimoji="1" lang="zh-CN" altLang="en-US"/>
          </a:p>
        </p:txBody>
      </p:sp>
      <p:sp>
        <p:nvSpPr>
          <p:cNvPr id="9" name="标题 1"/>
          <p:cNvSpPr txBox="1"/>
          <p:nvPr/>
        </p:nvSpPr>
        <p:spPr>
          <a:xfrm flipH="1">
            <a:off x="6906097" y="1367782"/>
            <a:ext cx="4612803" cy="2052000"/>
          </a:xfrm>
          <a:prstGeom prst="roundRect">
            <a:avLst>
              <a:gd name="adj" fmla="val 14814"/>
            </a:avLst>
          </a:prstGeom>
          <a:solidFill>
            <a:schemeClr val="bg1"/>
          </a:solidFill>
          <a:ln cap="flat">
            <a:noFill/>
            <a:prstDash val="solid"/>
            <a:miter/>
          </a:ln>
          <a:effectLst>
            <a:outerShdw blurRad="254000" dist="76200" dir="2700000" algn="tl" rotWithShape="0">
              <a:schemeClr val="accent1">
                <a:alpha val="2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7322498" y="1627579"/>
            <a:ext cx="3780000" cy="402434"/>
          </a:xfrm>
          <a:prstGeom prst="rect">
            <a:avLst/>
          </a:prstGeom>
          <a:noFill/>
          <a:ln>
            <a:noFill/>
          </a:ln>
        </p:spPr>
        <p:txBody>
          <a:bodyPr vert="horz" wrap="square" lIns="0" tIns="0" rIns="0" bIns="0" rtlCol="0" anchor="ctr"/>
          <a:lstStyle/>
          <a:p>
            <a:pPr algn="l">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关键字的作用</a:t>
            </a:r>
            <a:endParaRPr kumimoji="1" lang="zh-CN" altLang="en-US"/>
          </a:p>
        </p:txBody>
      </p:sp>
      <p:sp>
        <p:nvSpPr>
          <p:cNvPr id="11" name="标题 1"/>
          <p:cNvSpPr txBox="1"/>
          <p:nvPr/>
        </p:nvSpPr>
        <p:spPr>
          <a:xfrm>
            <a:off x="7322498" y="2078985"/>
            <a:ext cx="3780000" cy="1080000"/>
          </a:xfrm>
          <a:prstGeom prst="rect">
            <a:avLst/>
          </a:prstGeom>
          <a:noFill/>
          <a:ln>
            <a:noFill/>
          </a:ln>
        </p:spPr>
        <p:txBody>
          <a:bodyPr vert="horz" wrap="square" lIns="0" tIns="0" rIns="0" bIns="0" rtlCol="0" anchor="t"/>
          <a:lstStyle/>
          <a:p>
            <a:pPr algn="l">
              <a:lnSpc>
                <a:spcPct val="150000"/>
              </a:lnSpc>
            </a:pPr>
            <a:r>
              <a:rPr kumimoji="1" lang="en-US" altLang="zh-CN" sz="1400">
                <a:ln w="12700">
                  <a:noFill/>
                </a:ln>
                <a:solidFill>
                  <a:srgbClr val="262626">
                    <a:alpha val="100000"/>
                  </a:srgbClr>
                </a:solidFill>
                <a:latin typeface="Source Han Sans"/>
                <a:ea typeface="Source Han Sans"/>
                <a:cs typeface="Source Han Sans"/>
              </a:rPr>
              <a:t>关键字用于定义模块结构、端口类型、赋值方式等，是代码的核心部分。
熟悉关键字是掌握 Verilog 语法的关键。</a:t>
            </a:r>
            <a:endParaRPr kumimoji="1" lang="zh-CN" altLang="en-US"/>
          </a:p>
        </p:txBody>
      </p:sp>
      <p:sp>
        <p:nvSpPr>
          <p:cNvPr id="12" name="标题 1"/>
          <p:cNvSpPr txBox="1"/>
          <p:nvPr/>
        </p:nvSpPr>
        <p:spPr>
          <a:xfrm>
            <a:off x="5045651" y="1794824"/>
            <a:ext cx="2087999" cy="2088000"/>
          </a:xfrm>
          <a:prstGeom prst="ellipse">
            <a:avLst/>
          </a:prstGeom>
          <a:gradFill>
            <a:gsLst>
              <a:gs pos="0">
                <a:schemeClr val="accent1">
                  <a:lumMod val="60000"/>
                  <a:lumOff val="40000"/>
                </a:schemeClr>
              </a:gs>
              <a:gs pos="100000">
                <a:schemeClr val="accent1"/>
              </a:gs>
            </a:gsLst>
            <a:lin ang="3000000" scaled="0"/>
          </a:gradFill>
          <a:ln cap="flat">
            <a:noFill/>
            <a:prstDash val="solid"/>
            <a:miter/>
          </a:ln>
          <a:effectLst>
            <a:outerShdw blurRad="381000" dist="127000" dir="2700000" algn="tl" rotWithShape="0">
              <a:schemeClr val="accent1">
                <a:alpha val="2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5624824" y="2373376"/>
            <a:ext cx="929654" cy="930896"/>
          </a:xfrm>
          <a:custGeom>
            <a:avLst/>
            <a:gdLst>
              <a:gd name="connsiteX0" fmla="*/ 1371696 w 1870330"/>
              <a:gd name="connsiteY0" fmla="*/ 1296270 h 1845296"/>
              <a:gd name="connsiteX1" fmla="*/ 1371696 w 1870330"/>
              <a:gd name="connsiteY1" fmla="*/ 1371136 h 1845296"/>
              <a:gd name="connsiteX2" fmla="*/ 1671448 w 1870330"/>
              <a:gd name="connsiteY2" fmla="*/ 1371136 h 1845296"/>
              <a:gd name="connsiteX3" fmla="*/ 1671448 w 1870330"/>
              <a:gd name="connsiteY3" fmla="*/ 1296270 h 1845296"/>
              <a:gd name="connsiteX4" fmla="*/ 1371696 w 1870330"/>
              <a:gd name="connsiteY4" fmla="*/ 996899 h 1845296"/>
              <a:gd name="connsiteX5" fmla="*/ 1371696 w 1870330"/>
              <a:gd name="connsiteY5" fmla="*/ 1071765 h 1845296"/>
              <a:gd name="connsiteX6" fmla="*/ 1671448 w 1870330"/>
              <a:gd name="connsiteY6" fmla="*/ 1071765 h 1845296"/>
              <a:gd name="connsiteX7" fmla="*/ 1671448 w 1870330"/>
              <a:gd name="connsiteY7" fmla="*/ 996899 h 1845296"/>
              <a:gd name="connsiteX8" fmla="*/ 1371696 w 1870330"/>
              <a:gd name="connsiteY8" fmla="*/ 747820 h 1845296"/>
              <a:gd name="connsiteX9" fmla="*/ 1371696 w 1870330"/>
              <a:gd name="connsiteY9" fmla="*/ 822401 h 1845296"/>
              <a:gd name="connsiteX10" fmla="*/ 1671448 w 1870330"/>
              <a:gd name="connsiteY10" fmla="*/ 822401 h 1845296"/>
              <a:gd name="connsiteX11" fmla="*/ 1671448 w 1870330"/>
              <a:gd name="connsiteY11" fmla="*/ 747820 h 1845296"/>
              <a:gd name="connsiteX12" fmla="*/ 1371696 w 1870330"/>
              <a:gd name="connsiteY12" fmla="*/ 473405 h 1845296"/>
              <a:gd name="connsiteX13" fmla="*/ 1371696 w 1870330"/>
              <a:gd name="connsiteY13" fmla="*/ 547986 h 1845296"/>
              <a:gd name="connsiteX14" fmla="*/ 1671448 w 1870330"/>
              <a:gd name="connsiteY14" fmla="*/ 547986 h 1845296"/>
              <a:gd name="connsiteX15" fmla="*/ 1671448 w 1870330"/>
              <a:gd name="connsiteY15" fmla="*/ 473405 h 1845296"/>
              <a:gd name="connsiteX16" fmla="*/ 1221963 w 1870330"/>
              <a:gd name="connsiteY16" fmla="*/ 224040 h 1845296"/>
              <a:gd name="connsiteX17" fmla="*/ 1794130 w 1870330"/>
              <a:gd name="connsiteY17" fmla="*/ 224040 h 1845296"/>
              <a:gd name="connsiteX18" fmla="*/ 1870330 w 1870330"/>
              <a:gd name="connsiteY18" fmla="*/ 298811 h 1845296"/>
              <a:gd name="connsiteX19" fmla="*/ 1870330 w 1870330"/>
              <a:gd name="connsiteY19" fmla="*/ 1570971 h 1845296"/>
              <a:gd name="connsiteX20" fmla="*/ 1794130 w 1870330"/>
              <a:gd name="connsiteY20" fmla="*/ 1645742 h 1845296"/>
              <a:gd name="connsiteX21" fmla="*/ 1221963 w 1870330"/>
              <a:gd name="connsiteY21" fmla="*/ 1645742 h 1845296"/>
              <a:gd name="connsiteX22" fmla="*/ 1221963 w 1870330"/>
              <a:gd name="connsiteY22" fmla="*/ 1383804 h 1845296"/>
              <a:gd name="connsiteX23" fmla="*/ 1298163 w 1870330"/>
              <a:gd name="connsiteY23" fmla="*/ 1383804 h 1845296"/>
              <a:gd name="connsiteX24" fmla="*/ 1298163 w 1870330"/>
              <a:gd name="connsiteY24" fmla="*/ 1309033 h 1845296"/>
              <a:gd name="connsiteX25" fmla="*/ 1221963 w 1870330"/>
              <a:gd name="connsiteY25" fmla="*/ 1309033 h 1845296"/>
              <a:gd name="connsiteX26" fmla="*/ 1221963 w 1870330"/>
              <a:gd name="connsiteY26" fmla="*/ 1084434 h 1845296"/>
              <a:gd name="connsiteX27" fmla="*/ 1298163 w 1870330"/>
              <a:gd name="connsiteY27" fmla="*/ 1084434 h 1845296"/>
              <a:gd name="connsiteX28" fmla="*/ 1298163 w 1870330"/>
              <a:gd name="connsiteY28" fmla="*/ 1009662 h 1845296"/>
              <a:gd name="connsiteX29" fmla="*/ 1221963 w 1870330"/>
              <a:gd name="connsiteY29" fmla="*/ 1009662 h 1845296"/>
              <a:gd name="connsiteX30" fmla="*/ 1221963 w 1870330"/>
              <a:gd name="connsiteY30" fmla="*/ 822496 h 1845296"/>
              <a:gd name="connsiteX31" fmla="*/ 1298163 w 1870330"/>
              <a:gd name="connsiteY31" fmla="*/ 822496 h 1845296"/>
              <a:gd name="connsiteX32" fmla="*/ 1298163 w 1870330"/>
              <a:gd name="connsiteY32" fmla="*/ 747725 h 1845296"/>
              <a:gd name="connsiteX33" fmla="*/ 1221963 w 1870330"/>
              <a:gd name="connsiteY33" fmla="*/ 747725 h 1845296"/>
              <a:gd name="connsiteX34" fmla="*/ 1221963 w 1870330"/>
              <a:gd name="connsiteY34" fmla="*/ 560654 h 1845296"/>
              <a:gd name="connsiteX35" fmla="*/ 1298163 w 1870330"/>
              <a:gd name="connsiteY35" fmla="*/ 560654 h 1845296"/>
              <a:gd name="connsiteX36" fmla="*/ 1298163 w 1870330"/>
              <a:gd name="connsiteY36" fmla="*/ 485883 h 1845296"/>
              <a:gd name="connsiteX37" fmla="*/ 1221963 w 1870330"/>
              <a:gd name="connsiteY37" fmla="*/ 485883 h 1845296"/>
              <a:gd name="connsiteX38" fmla="*/ 1054227 w 1870330"/>
              <a:gd name="connsiteY38" fmla="*/ 393 h 1845296"/>
              <a:gd name="connsiteX39" fmla="*/ 1054132 w 1870330"/>
              <a:gd name="connsiteY39" fmla="*/ 869 h 1845296"/>
              <a:gd name="connsiteX40" fmla="*/ 1083754 w 1870330"/>
              <a:gd name="connsiteY40" fmla="*/ 7727 h 1845296"/>
              <a:gd name="connsiteX41" fmla="*/ 1097470 w 1870330"/>
              <a:gd name="connsiteY41" fmla="*/ 36302 h 1845296"/>
              <a:gd name="connsiteX42" fmla="*/ 1097470 w 1870330"/>
              <a:gd name="connsiteY42" fmla="*/ 1808714 h 1845296"/>
              <a:gd name="connsiteX43" fmla="*/ 1083754 w 1870330"/>
              <a:gd name="connsiteY43" fmla="*/ 1837289 h 1845296"/>
              <a:gd name="connsiteX44" fmla="*/ 1060895 w 1870330"/>
              <a:gd name="connsiteY44" fmla="*/ 1845290 h 1845296"/>
              <a:gd name="connsiteX45" fmla="*/ 1053941 w 1870330"/>
              <a:gd name="connsiteY45" fmla="*/ 1844148 h 1845296"/>
              <a:gd name="connsiteX46" fmla="*/ 29623 w 1870330"/>
              <a:gd name="connsiteY46" fmla="*/ 1647932 h 1845296"/>
              <a:gd name="connsiteX47" fmla="*/ 0 w 1870330"/>
              <a:gd name="connsiteY47" fmla="*/ 1611071 h 1845296"/>
              <a:gd name="connsiteX48" fmla="*/ 0 w 1870330"/>
              <a:gd name="connsiteY48" fmla="*/ 233375 h 1845296"/>
              <a:gd name="connsiteX49" fmla="*/ 29813 w 1870330"/>
              <a:gd name="connsiteY49" fmla="*/ 196513 h 1845296"/>
            </a:gdLst>
            <a:ahLst/>
            <a:cxnLst/>
            <a:rect l="l" t="t" r="r" b="b"/>
            <a:pathLst>
              <a:path w="1870330" h="1845296">
                <a:moveTo>
                  <a:pt x="1371696" y="1296270"/>
                </a:moveTo>
                <a:lnTo>
                  <a:pt x="1371696" y="1371136"/>
                </a:lnTo>
                <a:lnTo>
                  <a:pt x="1671448" y="1371136"/>
                </a:lnTo>
                <a:lnTo>
                  <a:pt x="1671448" y="1296270"/>
                </a:lnTo>
                <a:close/>
                <a:moveTo>
                  <a:pt x="1371696" y="996899"/>
                </a:moveTo>
                <a:lnTo>
                  <a:pt x="1371696" y="1071765"/>
                </a:lnTo>
                <a:lnTo>
                  <a:pt x="1671448" y="1071765"/>
                </a:lnTo>
                <a:lnTo>
                  <a:pt x="1671448" y="996899"/>
                </a:lnTo>
                <a:close/>
                <a:moveTo>
                  <a:pt x="1371696" y="747820"/>
                </a:moveTo>
                <a:lnTo>
                  <a:pt x="1371696" y="822401"/>
                </a:lnTo>
                <a:lnTo>
                  <a:pt x="1671448" y="822401"/>
                </a:lnTo>
                <a:lnTo>
                  <a:pt x="1671448" y="747820"/>
                </a:lnTo>
                <a:close/>
                <a:moveTo>
                  <a:pt x="1371696" y="473405"/>
                </a:moveTo>
                <a:lnTo>
                  <a:pt x="1371696" y="547986"/>
                </a:lnTo>
                <a:lnTo>
                  <a:pt x="1671448" y="547986"/>
                </a:lnTo>
                <a:lnTo>
                  <a:pt x="1671448" y="473405"/>
                </a:lnTo>
                <a:close/>
                <a:moveTo>
                  <a:pt x="1221963" y="224040"/>
                </a:moveTo>
                <a:lnTo>
                  <a:pt x="1794130" y="224040"/>
                </a:lnTo>
                <a:cubicBezTo>
                  <a:pt x="1835792" y="223723"/>
                  <a:pt x="1869863" y="257155"/>
                  <a:pt x="1870330" y="298811"/>
                </a:cubicBezTo>
                <a:lnTo>
                  <a:pt x="1870330" y="1570971"/>
                </a:lnTo>
                <a:cubicBezTo>
                  <a:pt x="1869863" y="1612623"/>
                  <a:pt x="1835792" y="1646056"/>
                  <a:pt x="1794130" y="1645742"/>
                </a:cubicBezTo>
                <a:lnTo>
                  <a:pt x="1221963" y="1645742"/>
                </a:lnTo>
                <a:lnTo>
                  <a:pt x="1221963" y="1383804"/>
                </a:lnTo>
                <a:lnTo>
                  <a:pt x="1298163" y="1383804"/>
                </a:lnTo>
                <a:lnTo>
                  <a:pt x="1298163" y="1309033"/>
                </a:lnTo>
                <a:lnTo>
                  <a:pt x="1221963" y="1309033"/>
                </a:lnTo>
                <a:lnTo>
                  <a:pt x="1221963" y="1084434"/>
                </a:lnTo>
                <a:lnTo>
                  <a:pt x="1298163" y="1084434"/>
                </a:lnTo>
                <a:lnTo>
                  <a:pt x="1298163" y="1009662"/>
                </a:lnTo>
                <a:lnTo>
                  <a:pt x="1221963" y="1009662"/>
                </a:lnTo>
                <a:lnTo>
                  <a:pt x="1221963" y="822496"/>
                </a:lnTo>
                <a:lnTo>
                  <a:pt x="1298163" y="822496"/>
                </a:lnTo>
                <a:lnTo>
                  <a:pt x="1298163" y="747725"/>
                </a:lnTo>
                <a:lnTo>
                  <a:pt x="1221963" y="747725"/>
                </a:lnTo>
                <a:lnTo>
                  <a:pt x="1221963" y="560654"/>
                </a:lnTo>
                <a:lnTo>
                  <a:pt x="1298163" y="560654"/>
                </a:lnTo>
                <a:lnTo>
                  <a:pt x="1298163" y="485883"/>
                </a:lnTo>
                <a:lnTo>
                  <a:pt x="1221963" y="485883"/>
                </a:lnTo>
                <a:close/>
                <a:moveTo>
                  <a:pt x="1054227" y="393"/>
                </a:moveTo>
                <a:lnTo>
                  <a:pt x="1054132" y="869"/>
                </a:lnTo>
                <a:cubicBezTo>
                  <a:pt x="1064533" y="-1498"/>
                  <a:pt x="1075449" y="1029"/>
                  <a:pt x="1083754" y="7727"/>
                </a:cubicBezTo>
                <a:cubicBezTo>
                  <a:pt x="1092260" y="14808"/>
                  <a:pt x="1097261" y="25237"/>
                  <a:pt x="1097470" y="36302"/>
                </a:cubicBezTo>
                <a:lnTo>
                  <a:pt x="1097470" y="1808714"/>
                </a:lnTo>
                <a:cubicBezTo>
                  <a:pt x="1097271" y="1819783"/>
                  <a:pt x="1092260" y="1830212"/>
                  <a:pt x="1083754" y="1837289"/>
                </a:cubicBezTo>
                <a:cubicBezTo>
                  <a:pt x="1077344" y="1842614"/>
                  <a:pt x="1069229" y="1845452"/>
                  <a:pt x="1060895" y="1845290"/>
                </a:cubicBezTo>
                <a:cubicBezTo>
                  <a:pt x="1058551" y="1845100"/>
                  <a:pt x="1056227" y="1844719"/>
                  <a:pt x="1053941" y="1844148"/>
                </a:cubicBezTo>
                <a:lnTo>
                  <a:pt x="29623" y="1647932"/>
                </a:lnTo>
                <a:cubicBezTo>
                  <a:pt x="12259" y="1644227"/>
                  <a:pt x="-124" y="1628825"/>
                  <a:pt x="0" y="1611071"/>
                </a:cubicBezTo>
                <a:lnTo>
                  <a:pt x="0" y="233375"/>
                </a:lnTo>
                <a:cubicBezTo>
                  <a:pt x="-105" y="215558"/>
                  <a:pt x="12373" y="200139"/>
                  <a:pt x="29813" y="196513"/>
                </a:cubicBezTo>
                <a:close/>
              </a:path>
            </a:pathLst>
          </a:custGeom>
          <a:solidFill>
            <a:schemeClr val="bg1"/>
          </a:solidFill>
          <a:ln cap="flat">
            <a:noFill/>
            <a:prstDash val="solid"/>
            <a:miter/>
          </a:ln>
        </p:spPr>
        <p:txBody>
          <a:bodyPr vert="horz" wrap="square" lIns="91440" tIns="45720" rIns="91440" bIns="45720" rtlCol="0" anchor="ctr"/>
          <a:lstStyle/>
          <a:p>
            <a:pPr algn="l">
              <a:lnSpc>
                <a:spcPct val="110000"/>
              </a:lnSpc>
            </a:pPr>
            <a:endParaRPr kumimoji="1" lang="zh-CN" altLang="en-US"/>
          </a:p>
        </p:txBody>
      </p:sp>
      <p:sp>
        <p:nvSpPr>
          <p:cNvPr id="14" name="标题 1"/>
          <p:cNvSpPr txBox="1"/>
          <p:nvPr/>
        </p:nvSpPr>
        <p:spPr>
          <a:xfrm>
            <a:off x="660400" y="323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a:ea typeface="Source Han Sans CN Bold"/>
                <a:cs typeface="Source Han Sans CN Bold"/>
              </a:rPr>
              <a:t>关键字</a:t>
            </a:r>
            <a:endParaRPr kumimoji="1" lang="zh-CN" altLang="en-US"/>
          </a:p>
        </p:txBody>
      </p:sp>
      <p:cxnSp>
        <p:nvCxnSpPr>
          <p:cNvPr id="15" name="标题 1"/>
          <p:cNvCxnSpPr/>
          <p:nvPr/>
        </p:nvCxnSpPr>
        <p:spPr>
          <a:xfrm>
            <a:off x="0" y="958850"/>
            <a:ext cx="12122150" cy="0"/>
          </a:xfrm>
          <a:prstGeom prst="line">
            <a:avLst/>
          </a:prstGeom>
          <a:noFill/>
          <a:ln w="28575" cap="sq">
            <a:solidFill>
              <a:schemeClr val="accent1"/>
            </a:solidFill>
            <a:miter/>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111038"/>
            <a:ext cx="12192000"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754708" y="3901858"/>
            <a:ext cx="3239284" cy="1166528"/>
          </a:xfrm>
          <a:prstGeom prst="rect">
            <a:avLst/>
          </a:prstGeom>
          <a:noFill/>
          <a:ln>
            <a:noFill/>
          </a:ln>
        </p:spPr>
        <p:txBody>
          <a:bodyPr vert="horz" wrap="square" lIns="0" tIns="0" rIns="0" bIns="0" rtlCol="0" anchor="t"/>
          <a:lstStyle/>
          <a:p>
            <a:pPr algn="ctr">
              <a:lnSpc>
                <a:spcPct val="150000"/>
              </a:lnSpc>
            </a:pPr>
            <a:r>
              <a:rPr kumimoji="1" lang="en-US" altLang="zh-CN" sz="1400" dirty="0" err="1">
                <a:ln w="12700">
                  <a:noFill/>
                </a:ln>
                <a:solidFill>
                  <a:srgbClr val="000000">
                    <a:alpha val="100000"/>
                  </a:srgbClr>
                </a:solidFill>
                <a:latin typeface="Source Han Sans"/>
                <a:ea typeface="Source Han Sans"/>
                <a:cs typeface="Source Han Sans"/>
              </a:rPr>
              <a:t>端口类型包括</a:t>
            </a:r>
            <a:r>
              <a:rPr kumimoji="1" lang="en-US" altLang="zh-CN" sz="1400" dirty="0">
                <a:ln w="12700">
                  <a:noFill/>
                </a:ln>
                <a:solidFill>
                  <a:srgbClr val="000000">
                    <a:alpha val="100000"/>
                  </a:srgbClr>
                </a:solidFill>
                <a:latin typeface="Source Han Sans"/>
                <a:ea typeface="Source Han Sans"/>
                <a:cs typeface="Source Han Sans"/>
              </a:rPr>
              <a:t> input, output, </a:t>
            </a:r>
            <a:r>
              <a:rPr kumimoji="1" lang="en-US" altLang="zh-CN" sz="1400" dirty="0" err="1">
                <a:ln w="12700">
                  <a:noFill/>
                </a:ln>
                <a:solidFill>
                  <a:srgbClr val="000000">
                    <a:alpha val="100000"/>
                  </a:srgbClr>
                </a:solidFill>
                <a:latin typeface="Source Han Sans"/>
                <a:ea typeface="Source Han Sans"/>
                <a:cs typeface="Source Han Sans"/>
              </a:rPr>
              <a:t>inout，</a:t>
            </a:r>
            <a:r>
              <a:rPr kumimoji="1" lang="en-US" altLang="zh-CN" sz="1400" dirty="0" err="1">
                <a:ln w="12700">
                  <a:noFill/>
                </a:ln>
                <a:solidFill>
                  <a:srgbClr val="000000">
                    <a:alpha val="100000"/>
                  </a:srgbClr>
                </a:solidFill>
                <a:highlight>
                  <a:srgbClr val="FFFF00"/>
                </a:highlight>
                <a:latin typeface="Source Han Sans"/>
                <a:ea typeface="Source Han Sans"/>
                <a:cs typeface="Source Han Sans"/>
              </a:rPr>
              <a:t>默认类型是</a:t>
            </a:r>
            <a:r>
              <a:rPr kumimoji="1" lang="en-US" altLang="zh-CN" sz="1400" dirty="0">
                <a:ln w="12700">
                  <a:noFill/>
                </a:ln>
                <a:solidFill>
                  <a:srgbClr val="000000">
                    <a:alpha val="100000"/>
                  </a:srgbClr>
                </a:solidFill>
                <a:highlight>
                  <a:srgbClr val="FFFF00"/>
                </a:highlight>
                <a:latin typeface="Source Han Sans"/>
                <a:ea typeface="Source Han Sans"/>
                <a:cs typeface="Source Han Sans"/>
              </a:rPr>
              <a:t> wire</a:t>
            </a:r>
            <a:r>
              <a:rPr kumimoji="1" lang="en-US" altLang="zh-CN" sz="1400" dirty="0">
                <a:ln w="12700">
                  <a:noFill/>
                </a:ln>
                <a:solidFill>
                  <a:srgbClr val="000000">
                    <a:alpha val="100000"/>
                  </a:srgbClr>
                </a:solidFill>
                <a:latin typeface="Source Han Sans"/>
                <a:ea typeface="Source Han Sans"/>
                <a:cs typeface="Source Han Sans"/>
              </a:rPr>
              <a:t>。
</a:t>
            </a:r>
            <a:r>
              <a:rPr kumimoji="1" lang="en-US" altLang="zh-CN" sz="1400" dirty="0" err="1">
                <a:ln w="12700">
                  <a:noFill/>
                </a:ln>
                <a:solidFill>
                  <a:srgbClr val="000000">
                    <a:alpha val="100000"/>
                  </a:srgbClr>
                </a:solidFill>
                <a:latin typeface="Source Han Sans"/>
                <a:ea typeface="Source Han Sans"/>
                <a:cs typeface="Source Han Sans"/>
              </a:rPr>
              <a:t>不同类型的端口用于实现不同的信号传输功能</a:t>
            </a:r>
            <a:r>
              <a:rPr kumimoji="1" lang="en-US" altLang="zh-CN" sz="1400" dirty="0">
                <a:ln w="12700">
                  <a:noFill/>
                </a:ln>
                <a:solidFill>
                  <a:srgbClr val="000000">
                    <a:alpha val="100000"/>
                  </a:srgbClr>
                </a:solidFill>
                <a:latin typeface="Source Han Sans"/>
                <a:ea typeface="Source Han Sans"/>
                <a:cs typeface="Source Han Sans"/>
              </a:rPr>
              <a:t>。</a:t>
            </a:r>
            <a:endParaRPr kumimoji="1" lang="zh-CN" altLang="en-US" dirty="0"/>
          </a:p>
        </p:txBody>
      </p:sp>
      <p:sp>
        <p:nvSpPr>
          <p:cNvPr id="4" name="标题 1"/>
          <p:cNvSpPr txBox="1"/>
          <p:nvPr/>
        </p:nvSpPr>
        <p:spPr>
          <a:xfrm>
            <a:off x="754708" y="3317962"/>
            <a:ext cx="3239284" cy="496392"/>
          </a:xfrm>
          <a:prstGeom prst="rect">
            <a:avLst/>
          </a:prstGeom>
          <a:noFill/>
          <a:ln>
            <a:noFill/>
          </a:ln>
        </p:spPr>
        <p:txBody>
          <a:bodyPr vert="horz" wrap="square" lIns="0" tIns="0" rIns="0" bIns="0" rtlCol="0" anchor="ctr"/>
          <a:lstStyle/>
          <a:p>
            <a:pPr algn="ctr">
              <a:lnSpc>
                <a:spcPct val="110000"/>
              </a:lnSpc>
            </a:pPr>
            <a:r>
              <a:rPr kumimoji="1" lang="en-US" altLang="zh-CN" sz="1600">
                <a:ln w="12700">
                  <a:noFill/>
                </a:ln>
                <a:solidFill>
                  <a:srgbClr val="000000">
                    <a:alpha val="100000"/>
                  </a:srgbClr>
                </a:solidFill>
                <a:latin typeface="Source Han Sans CN Bold"/>
                <a:ea typeface="Source Han Sans CN Bold"/>
                <a:cs typeface="Source Han Sans CN Bold"/>
              </a:rPr>
              <a:t>端口类型</a:t>
            </a:r>
            <a:endParaRPr kumimoji="1" lang="zh-CN" altLang="en-US"/>
          </a:p>
        </p:txBody>
      </p:sp>
      <p:sp>
        <p:nvSpPr>
          <p:cNvPr id="5" name="标题 1"/>
          <p:cNvSpPr txBox="1"/>
          <p:nvPr/>
        </p:nvSpPr>
        <p:spPr>
          <a:xfrm>
            <a:off x="1737934" y="2833761"/>
            <a:ext cx="1272832" cy="411060"/>
          </a:xfrm>
          <a:prstGeom prst="ellipse">
            <a:avLst/>
          </a:prstGeom>
          <a:noFill/>
          <a:ln w="57150" cap="sq">
            <a:solidFill>
              <a:schemeClr val="bg1">
                <a:lumMod val="95000"/>
              </a:schemeClr>
            </a:solid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1932900" y="2279979"/>
            <a:ext cx="882902" cy="882900"/>
          </a:xfrm>
          <a:prstGeom prst="ellipse">
            <a:avLst/>
          </a:prstGeom>
          <a:solidFill>
            <a:schemeClr val="accent1">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1973782" y="2320861"/>
            <a:ext cx="801138" cy="801136"/>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a:off x="2223146" y="2575103"/>
            <a:ext cx="302408" cy="292650"/>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9" name="标题 1"/>
          <p:cNvSpPr txBox="1"/>
          <p:nvPr/>
        </p:nvSpPr>
        <p:spPr>
          <a:xfrm flipH="1">
            <a:off x="1851861" y="2290355"/>
            <a:ext cx="121920" cy="121920"/>
          </a:xfrm>
          <a:prstGeom prst="ellipse">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8185308" y="3901858"/>
            <a:ext cx="3239284" cy="1166528"/>
          </a:xfrm>
          <a:prstGeom prst="rect">
            <a:avLst/>
          </a:prstGeom>
          <a:noFill/>
          <a:ln>
            <a:noFill/>
          </a:ln>
        </p:spPr>
        <p:txBody>
          <a:bodyPr vert="horz" wrap="square" lIns="0" tIns="0" rIns="0" bIns="0" rtlCol="0" anchor="t"/>
          <a:lstStyle/>
          <a:p>
            <a:pPr algn="ctr">
              <a:lnSpc>
                <a:spcPct val="150000"/>
              </a:lnSpc>
            </a:pPr>
            <a:r>
              <a:rPr kumimoji="1" lang="en-US" altLang="zh-CN" sz="1400" dirty="0" err="1">
                <a:ln w="12700">
                  <a:noFill/>
                </a:ln>
                <a:solidFill>
                  <a:srgbClr val="000000">
                    <a:alpha val="100000"/>
                  </a:srgbClr>
                </a:solidFill>
                <a:latin typeface="Source Han Sans"/>
                <a:ea typeface="Source Han Sans"/>
                <a:cs typeface="Source Han Sans"/>
              </a:rPr>
              <a:t>模块通过端口与其他模块连接，实现复杂电路的功能</a:t>
            </a:r>
            <a:r>
              <a:rPr kumimoji="1" lang="en-US" altLang="zh-CN" sz="1400" dirty="0">
                <a:ln w="12700">
                  <a:noFill/>
                </a:ln>
                <a:solidFill>
                  <a:srgbClr val="000000">
                    <a:alpha val="100000"/>
                  </a:srgbClr>
                </a:solidFill>
                <a:latin typeface="Source Han Sans"/>
                <a:ea typeface="Source Han Sans"/>
                <a:cs typeface="Source Han Sans"/>
              </a:rPr>
              <a:t>。
</a:t>
            </a:r>
            <a:r>
              <a:rPr kumimoji="1" lang="en-US" altLang="zh-CN" sz="1400" dirty="0" err="1">
                <a:ln w="12700">
                  <a:noFill/>
                </a:ln>
                <a:solidFill>
                  <a:srgbClr val="000000">
                    <a:alpha val="100000"/>
                  </a:srgbClr>
                </a:solidFill>
                <a:latin typeface="Source Han Sans"/>
                <a:ea typeface="Source Han Sans"/>
                <a:cs typeface="Source Han Sans"/>
              </a:rPr>
              <a:t>端口连接的正确性是模块间通信的关键</a:t>
            </a:r>
            <a:r>
              <a:rPr kumimoji="1" lang="en-US" altLang="zh-CN" sz="1400" dirty="0">
                <a:ln w="12700">
                  <a:noFill/>
                </a:ln>
                <a:solidFill>
                  <a:srgbClr val="000000">
                    <a:alpha val="100000"/>
                  </a:srgbClr>
                </a:solidFill>
                <a:latin typeface="Source Han Sans"/>
                <a:ea typeface="Source Han Sans"/>
                <a:cs typeface="Source Han Sans"/>
              </a:rPr>
              <a:t>。</a:t>
            </a:r>
            <a:endParaRPr kumimoji="1" lang="zh-CN" altLang="en-US" dirty="0"/>
          </a:p>
        </p:txBody>
      </p:sp>
      <p:sp>
        <p:nvSpPr>
          <p:cNvPr id="11" name="标题 1"/>
          <p:cNvSpPr txBox="1"/>
          <p:nvPr/>
        </p:nvSpPr>
        <p:spPr>
          <a:xfrm>
            <a:off x="8185308" y="3317962"/>
            <a:ext cx="3239284" cy="496392"/>
          </a:xfrm>
          <a:prstGeom prst="rect">
            <a:avLst/>
          </a:prstGeom>
          <a:noFill/>
          <a:ln>
            <a:noFill/>
          </a:ln>
        </p:spPr>
        <p:txBody>
          <a:bodyPr vert="horz" wrap="square" lIns="0" tIns="0" rIns="0" bIns="0" rtlCol="0" anchor="ctr"/>
          <a:lstStyle/>
          <a:p>
            <a:pPr algn="ctr">
              <a:lnSpc>
                <a:spcPct val="110000"/>
              </a:lnSpc>
            </a:pPr>
            <a:r>
              <a:rPr kumimoji="1" lang="en-US" altLang="zh-CN" sz="1600">
                <a:ln w="12700">
                  <a:noFill/>
                </a:ln>
                <a:solidFill>
                  <a:srgbClr val="000000">
                    <a:alpha val="100000"/>
                  </a:srgbClr>
                </a:solidFill>
                <a:latin typeface="Source Han Sans CN Bold"/>
                <a:ea typeface="Source Han Sans CN Bold"/>
                <a:cs typeface="Source Han Sans CN Bold"/>
              </a:rPr>
              <a:t>模块的连接</a:t>
            </a:r>
            <a:endParaRPr kumimoji="1" lang="zh-CN" altLang="en-US"/>
          </a:p>
        </p:txBody>
      </p:sp>
      <p:sp>
        <p:nvSpPr>
          <p:cNvPr id="12" name="标题 1"/>
          <p:cNvSpPr txBox="1"/>
          <p:nvPr/>
        </p:nvSpPr>
        <p:spPr>
          <a:xfrm>
            <a:off x="9168534" y="2833761"/>
            <a:ext cx="1272832" cy="411060"/>
          </a:xfrm>
          <a:prstGeom prst="ellipse">
            <a:avLst/>
          </a:prstGeom>
          <a:noFill/>
          <a:ln w="57150" cap="sq">
            <a:solidFill>
              <a:schemeClr val="bg1">
                <a:lumMod val="95000"/>
              </a:schemeClr>
            </a:solid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9363500" y="2279979"/>
            <a:ext cx="882902" cy="882900"/>
          </a:xfrm>
          <a:prstGeom prst="ellipse">
            <a:avLst/>
          </a:prstGeom>
          <a:solidFill>
            <a:schemeClr val="accent1">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9404382" y="2320861"/>
            <a:ext cx="801138" cy="801136"/>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9653746" y="2581554"/>
            <a:ext cx="302408" cy="279748"/>
          </a:xfrm>
          <a:custGeom>
            <a:avLst/>
            <a:gdLst>
              <a:gd name="connsiteX0" fmla="*/ 56258 w 778320"/>
              <a:gd name="connsiteY0" fmla="*/ 333700 h 720001"/>
              <a:gd name="connsiteX1" fmla="*/ 56258 w 778320"/>
              <a:gd name="connsiteY1" fmla="*/ 627457 h 720001"/>
              <a:gd name="connsiteX2" fmla="*/ 66946 w 778320"/>
              <a:gd name="connsiteY2" fmla="*/ 653054 h 720001"/>
              <a:gd name="connsiteX3" fmla="*/ 92544 w 778320"/>
              <a:gd name="connsiteY3" fmla="*/ 663743 h 720001"/>
              <a:gd name="connsiteX4" fmla="*/ 685683 w 778320"/>
              <a:gd name="connsiteY4" fmla="*/ 663743 h 720001"/>
              <a:gd name="connsiteX5" fmla="*/ 711281 w 778320"/>
              <a:gd name="connsiteY5" fmla="*/ 653054 h 720001"/>
              <a:gd name="connsiteX6" fmla="*/ 721969 w 778320"/>
              <a:gd name="connsiteY6" fmla="*/ 627457 h 720001"/>
              <a:gd name="connsiteX7" fmla="*/ 721969 w 778320"/>
              <a:gd name="connsiteY7" fmla="*/ 333700 h 720001"/>
              <a:gd name="connsiteX8" fmla="*/ 92544 w 778320"/>
              <a:gd name="connsiteY8" fmla="*/ 142049 h 720001"/>
              <a:gd name="connsiteX9" fmla="*/ 56258 w 778320"/>
              <a:gd name="connsiteY9" fmla="*/ 178336 h 720001"/>
              <a:gd name="connsiteX10" fmla="*/ 56258 w 778320"/>
              <a:gd name="connsiteY10" fmla="*/ 277443 h 720001"/>
              <a:gd name="connsiteX11" fmla="*/ 721969 w 778320"/>
              <a:gd name="connsiteY11" fmla="*/ 277443 h 720001"/>
              <a:gd name="connsiteX12" fmla="*/ 721969 w 778320"/>
              <a:gd name="connsiteY12" fmla="*/ 178336 h 720001"/>
              <a:gd name="connsiteX13" fmla="*/ 685683 w 778320"/>
              <a:gd name="connsiteY13" fmla="*/ 142049 h 720001"/>
              <a:gd name="connsiteX14" fmla="*/ 561355 w 778320"/>
              <a:gd name="connsiteY14" fmla="*/ 142049 h 720001"/>
              <a:gd name="connsiteX15" fmla="*/ 561355 w 778320"/>
              <a:gd name="connsiteY15" fmla="*/ 201026 h 720001"/>
              <a:gd name="connsiteX16" fmla="*/ 533226 w 778320"/>
              <a:gd name="connsiteY16" fmla="*/ 229249 h 720001"/>
              <a:gd name="connsiteX17" fmla="*/ 505097 w 778320"/>
              <a:gd name="connsiteY17" fmla="*/ 201120 h 720001"/>
              <a:gd name="connsiteX18" fmla="*/ 505097 w 778320"/>
              <a:gd name="connsiteY18" fmla="*/ 142049 h 720001"/>
              <a:gd name="connsiteX19" fmla="*/ 273129 w 778320"/>
              <a:gd name="connsiteY19" fmla="*/ 142049 h 720001"/>
              <a:gd name="connsiteX20" fmla="*/ 273129 w 778320"/>
              <a:gd name="connsiteY20" fmla="*/ 201026 h 720001"/>
              <a:gd name="connsiteX21" fmla="*/ 245001 w 778320"/>
              <a:gd name="connsiteY21" fmla="*/ 229249 h 720001"/>
              <a:gd name="connsiteX22" fmla="*/ 216872 w 778320"/>
              <a:gd name="connsiteY22" fmla="*/ 201120 h 720001"/>
              <a:gd name="connsiteX23" fmla="*/ 216872 w 778320"/>
              <a:gd name="connsiteY23" fmla="*/ 142049 h 720001"/>
              <a:gd name="connsiteX24" fmla="*/ 245001 w 778320"/>
              <a:gd name="connsiteY24" fmla="*/ 0 h 720001"/>
              <a:gd name="connsiteX25" fmla="*/ 273129 w 778320"/>
              <a:gd name="connsiteY25" fmla="*/ 28129 h 720001"/>
              <a:gd name="connsiteX26" fmla="*/ 273129 w 778320"/>
              <a:gd name="connsiteY26" fmla="*/ 85792 h 720001"/>
              <a:gd name="connsiteX27" fmla="*/ 505097 w 778320"/>
              <a:gd name="connsiteY27" fmla="*/ 85792 h 720001"/>
              <a:gd name="connsiteX28" fmla="*/ 505097 w 778320"/>
              <a:gd name="connsiteY28" fmla="*/ 28129 h 720001"/>
              <a:gd name="connsiteX29" fmla="*/ 533226 w 778320"/>
              <a:gd name="connsiteY29" fmla="*/ 0 h 720001"/>
              <a:gd name="connsiteX30" fmla="*/ 561355 w 778320"/>
              <a:gd name="connsiteY30" fmla="*/ 28129 h 720001"/>
              <a:gd name="connsiteX31" fmla="*/ 561355 w 778320"/>
              <a:gd name="connsiteY31" fmla="*/ 85792 h 720001"/>
              <a:gd name="connsiteX32" fmla="*/ 685683 w 778320"/>
              <a:gd name="connsiteY32" fmla="*/ 85792 h 720001"/>
              <a:gd name="connsiteX33" fmla="*/ 778320 w 778320"/>
              <a:gd name="connsiteY33" fmla="*/ 178336 h 720001"/>
              <a:gd name="connsiteX34" fmla="*/ 778320 w 778320"/>
              <a:gd name="connsiteY34" fmla="*/ 627457 h 720001"/>
              <a:gd name="connsiteX35" fmla="*/ 685777 w 778320"/>
              <a:gd name="connsiteY35" fmla="*/ 720001 h 720001"/>
              <a:gd name="connsiteX36" fmla="*/ 92544 w 778320"/>
              <a:gd name="connsiteY36" fmla="*/ 720001 h 720001"/>
              <a:gd name="connsiteX37" fmla="*/ 0 w 778320"/>
              <a:gd name="connsiteY37" fmla="*/ 627457 h 720001"/>
              <a:gd name="connsiteX38" fmla="*/ 0 w 778320"/>
              <a:gd name="connsiteY38" fmla="*/ 333700 h 720001"/>
              <a:gd name="connsiteX39" fmla="*/ 0 w 778320"/>
              <a:gd name="connsiteY39" fmla="*/ 277443 h 720001"/>
              <a:gd name="connsiteX40" fmla="*/ 0 w 778320"/>
              <a:gd name="connsiteY40" fmla="*/ 178336 h 720001"/>
              <a:gd name="connsiteX41" fmla="*/ 92544 w 778320"/>
              <a:gd name="connsiteY41" fmla="*/ 85792 h 720001"/>
              <a:gd name="connsiteX42" fmla="*/ 216872 w 778320"/>
              <a:gd name="connsiteY42" fmla="*/ 85792 h 720001"/>
              <a:gd name="connsiteX43" fmla="*/ 216872 w 778320"/>
              <a:gd name="connsiteY43" fmla="*/ 28129 h 720001"/>
              <a:gd name="connsiteX44" fmla="*/ 245001 w 778320"/>
              <a:gd name="connsiteY44" fmla="*/ 0 h 720001"/>
            </a:gdLst>
            <a:ahLst/>
            <a:cxnLst/>
            <a:rect l="l" t="t" r="r" b="b"/>
            <a:pathLst>
              <a:path w="778320" h="720001">
                <a:moveTo>
                  <a:pt x="56258" y="333700"/>
                </a:moveTo>
                <a:lnTo>
                  <a:pt x="56258" y="627457"/>
                </a:lnTo>
                <a:cubicBezTo>
                  <a:pt x="56258" y="637115"/>
                  <a:pt x="60008" y="646116"/>
                  <a:pt x="66946" y="653054"/>
                </a:cubicBezTo>
                <a:cubicBezTo>
                  <a:pt x="73885" y="659899"/>
                  <a:pt x="82980" y="663743"/>
                  <a:pt x="92544" y="663743"/>
                </a:cubicBezTo>
                <a:lnTo>
                  <a:pt x="685683" y="663743"/>
                </a:lnTo>
                <a:cubicBezTo>
                  <a:pt x="695341" y="663743"/>
                  <a:pt x="704342" y="659993"/>
                  <a:pt x="711281" y="653054"/>
                </a:cubicBezTo>
                <a:cubicBezTo>
                  <a:pt x="718125" y="646116"/>
                  <a:pt x="721969" y="637021"/>
                  <a:pt x="721969" y="627457"/>
                </a:cubicBezTo>
                <a:lnTo>
                  <a:pt x="721969" y="333700"/>
                </a:lnTo>
                <a:close/>
                <a:moveTo>
                  <a:pt x="92544" y="142049"/>
                </a:moveTo>
                <a:cubicBezTo>
                  <a:pt x="72478" y="142049"/>
                  <a:pt x="56258" y="158364"/>
                  <a:pt x="56258" y="178336"/>
                </a:cubicBezTo>
                <a:lnTo>
                  <a:pt x="56258" y="277443"/>
                </a:lnTo>
                <a:lnTo>
                  <a:pt x="721969" y="277443"/>
                </a:lnTo>
                <a:lnTo>
                  <a:pt x="721969" y="178336"/>
                </a:lnTo>
                <a:cubicBezTo>
                  <a:pt x="721969" y="158270"/>
                  <a:pt x="705655" y="142049"/>
                  <a:pt x="685683" y="142049"/>
                </a:cubicBezTo>
                <a:lnTo>
                  <a:pt x="561355" y="142049"/>
                </a:lnTo>
                <a:lnTo>
                  <a:pt x="561355" y="201026"/>
                </a:lnTo>
                <a:cubicBezTo>
                  <a:pt x="561355" y="216591"/>
                  <a:pt x="548790" y="229249"/>
                  <a:pt x="533226" y="229249"/>
                </a:cubicBezTo>
                <a:cubicBezTo>
                  <a:pt x="517661" y="229249"/>
                  <a:pt x="505097" y="216685"/>
                  <a:pt x="505097" y="201120"/>
                </a:cubicBezTo>
                <a:lnTo>
                  <a:pt x="505097" y="142049"/>
                </a:lnTo>
                <a:lnTo>
                  <a:pt x="273129" y="142049"/>
                </a:lnTo>
                <a:lnTo>
                  <a:pt x="273129" y="201026"/>
                </a:lnTo>
                <a:cubicBezTo>
                  <a:pt x="273129" y="216591"/>
                  <a:pt x="260565" y="229249"/>
                  <a:pt x="245001" y="229249"/>
                </a:cubicBezTo>
                <a:cubicBezTo>
                  <a:pt x="229436" y="229249"/>
                  <a:pt x="216872" y="216685"/>
                  <a:pt x="216872" y="201120"/>
                </a:cubicBezTo>
                <a:lnTo>
                  <a:pt x="216872" y="142049"/>
                </a:lnTo>
                <a:close/>
                <a:moveTo>
                  <a:pt x="245001" y="0"/>
                </a:moveTo>
                <a:cubicBezTo>
                  <a:pt x="260565" y="0"/>
                  <a:pt x="273129" y="12564"/>
                  <a:pt x="273129" y="28129"/>
                </a:cubicBezTo>
                <a:lnTo>
                  <a:pt x="273129" y="85792"/>
                </a:lnTo>
                <a:lnTo>
                  <a:pt x="505097" y="85792"/>
                </a:lnTo>
                <a:lnTo>
                  <a:pt x="505097" y="28129"/>
                </a:lnTo>
                <a:cubicBezTo>
                  <a:pt x="505097" y="12564"/>
                  <a:pt x="517661" y="0"/>
                  <a:pt x="533226" y="0"/>
                </a:cubicBezTo>
                <a:cubicBezTo>
                  <a:pt x="548790" y="0"/>
                  <a:pt x="561355" y="12564"/>
                  <a:pt x="561355" y="28129"/>
                </a:cubicBezTo>
                <a:lnTo>
                  <a:pt x="561355" y="85792"/>
                </a:lnTo>
                <a:lnTo>
                  <a:pt x="685683" y="85792"/>
                </a:lnTo>
                <a:cubicBezTo>
                  <a:pt x="736784" y="85792"/>
                  <a:pt x="778227" y="127235"/>
                  <a:pt x="778320" y="178336"/>
                </a:cubicBezTo>
                <a:lnTo>
                  <a:pt x="778320" y="627457"/>
                </a:lnTo>
                <a:cubicBezTo>
                  <a:pt x="778320" y="678370"/>
                  <a:pt x="736690" y="720001"/>
                  <a:pt x="685777" y="720001"/>
                </a:cubicBezTo>
                <a:lnTo>
                  <a:pt x="92544" y="720001"/>
                </a:lnTo>
                <a:cubicBezTo>
                  <a:pt x="41631" y="720001"/>
                  <a:pt x="0" y="678370"/>
                  <a:pt x="0" y="627457"/>
                </a:cubicBezTo>
                <a:lnTo>
                  <a:pt x="0" y="333700"/>
                </a:lnTo>
                <a:lnTo>
                  <a:pt x="0" y="277443"/>
                </a:lnTo>
                <a:lnTo>
                  <a:pt x="0" y="178336"/>
                </a:lnTo>
                <a:cubicBezTo>
                  <a:pt x="0" y="127235"/>
                  <a:pt x="41443" y="85792"/>
                  <a:pt x="92544" y="85792"/>
                </a:cubicBezTo>
                <a:lnTo>
                  <a:pt x="216872" y="85792"/>
                </a:lnTo>
                <a:lnTo>
                  <a:pt x="216872" y="28129"/>
                </a:lnTo>
                <a:cubicBezTo>
                  <a:pt x="216872" y="12564"/>
                  <a:pt x="229436" y="0"/>
                  <a:pt x="245001"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6" name="标题 1"/>
          <p:cNvSpPr txBox="1"/>
          <p:nvPr/>
        </p:nvSpPr>
        <p:spPr>
          <a:xfrm flipH="1">
            <a:off x="9282461" y="2290355"/>
            <a:ext cx="121920" cy="121920"/>
          </a:xfrm>
          <a:prstGeom prst="ellipse">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4470008" y="3901858"/>
            <a:ext cx="3239284" cy="1166528"/>
          </a:xfrm>
          <a:prstGeom prst="rect">
            <a:avLst/>
          </a:prstGeom>
          <a:noFill/>
          <a:ln>
            <a:noFill/>
          </a:ln>
        </p:spPr>
        <p:txBody>
          <a:bodyPr vert="horz" wrap="square" lIns="0" tIns="0" rIns="0" bIns="0" rtlCol="0" anchor="t"/>
          <a:lstStyle/>
          <a:p>
            <a:pPr algn="ctr">
              <a:lnSpc>
                <a:spcPct val="150000"/>
              </a:lnSpc>
            </a:pPr>
            <a:r>
              <a:rPr kumimoji="1" lang="en-US" altLang="zh-CN" sz="1400" dirty="0" err="1">
                <a:ln w="12700">
                  <a:noFill/>
                </a:ln>
                <a:solidFill>
                  <a:srgbClr val="000000">
                    <a:alpha val="100000"/>
                  </a:srgbClr>
                </a:solidFill>
                <a:latin typeface="Source Han Sans"/>
                <a:ea typeface="Source Han Sans"/>
                <a:cs typeface="Source Han Sans"/>
              </a:rPr>
              <a:t>端口声明方式灵活，可在模块头或模块体内声明</a:t>
            </a:r>
            <a:r>
              <a:rPr kumimoji="1" lang="en-US" altLang="zh-CN" sz="1400" dirty="0">
                <a:ln w="12700">
                  <a:noFill/>
                </a:ln>
                <a:solidFill>
                  <a:srgbClr val="000000">
                    <a:alpha val="100000"/>
                  </a:srgbClr>
                </a:solidFill>
                <a:latin typeface="Source Han Sans"/>
                <a:ea typeface="Source Han Sans"/>
                <a:cs typeface="Source Han Sans"/>
              </a:rPr>
              <a:t>。
</a:t>
            </a:r>
            <a:r>
              <a:rPr kumimoji="1" lang="en-US" altLang="zh-CN" sz="1400" dirty="0" err="1">
                <a:ln w="12700">
                  <a:noFill/>
                </a:ln>
                <a:solidFill>
                  <a:srgbClr val="000000">
                    <a:alpha val="100000"/>
                  </a:srgbClr>
                </a:solidFill>
                <a:latin typeface="Source Han Sans"/>
                <a:ea typeface="Source Han Sans"/>
                <a:cs typeface="Source Han Sans"/>
              </a:rPr>
              <a:t>端口声明方式的选择应根据设计需求和代码风格决定</a:t>
            </a:r>
            <a:r>
              <a:rPr kumimoji="1" lang="en-US" altLang="zh-CN" sz="1400" dirty="0">
                <a:ln w="12700">
                  <a:noFill/>
                </a:ln>
                <a:solidFill>
                  <a:srgbClr val="000000">
                    <a:alpha val="100000"/>
                  </a:srgbClr>
                </a:solidFill>
                <a:latin typeface="Source Han Sans"/>
                <a:ea typeface="Source Han Sans"/>
                <a:cs typeface="Source Han Sans"/>
              </a:rPr>
              <a:t>。</a:t>
            </a:r>
            <a:endParaRPr kumimoji="1" lang="zh-CN" altLang="en-US" dirty="0"/>
          </a:p>
        </p:txBody>
      </p:sp>
      <p:sp>
        <p:nvSpPr>
          <p:cNvPr id="18" name="标题 1"/>
          <p:cNvSpPr txBox="1"/>
          <p:nvPr/>
        </p:nvSpPr>
        <p:spPr>
          <a:xfrm>
            <a:off x="4470008" y="3317962"/>
            <a:ext cx="3239284" cy="496392"/>
          </a:xfrm>
          <a:prstGeom prst="rect">
            <a:avLst/>
          </a:prstGeom>
          <a:noFill/>
          <a:ln>
            <a:noFill/>
          </a:ln>
        </p:spPr>
        <p:txBody>
          <a:bodyPr vert="horz" wrap="square" lIns="0" tIns="0" rIns="0" bIns="0" rtlCol="0" anchor="ctr"/>
          <a:lstStyle/>
          <a:p>
            <a:pPr algn="ctr">
              <a:lnSpc>
                <a:spcPct val="110000"/>
              </a:lnSpc>
            </a:pPr>
            <a:r>
              <a:rPr kumimoji="1" lang="en-US" altLang="zh-CN" sz="1600">
                <a:ln w="12700">
                  <a:noFill/>
                </a:ln>
                <a:solidFill>
                  <a:srgbClr val="000000">
                    <a:alpha val="100000"/>
                  </a:srgbClr>
                </a:solidFill>
                <a:latin typeface="Source Han Sans CN Bold"/>
                <a:ea typeface="Source Han Sans CN Bold"/>
                <a:cs typeface="Source Han Sans CN Bold"/>
              </a:rPr>
              <a:t>端口声明方式</a:t>
            </a:r>
            <a:endParaRPr kumimoji="1" lang="zh-CN" altLang="en-US"/>
          </a:p>
        </p:txBody>
      </p:sp>
      <p:sp>
        <p:nvSpPr>
          <p:cNvPr id="19" name="标题 1"/>
          <p:cNvSpPr txBox="1"/>
          <p:nvPr/>
        </p:nvSpPr>
        <p:spPr>
          <a:xfrm>
            <a:off x="5453234" y="2833761"/>
            <a:ext cx="1272832" cy="411060"/>
          </a:xfrm>
          <a:prstGeom prst="ellipse">
            <a:avLst/>
          </a:prstGeom>
          <a:noFill/>
          <a:ln w="57150" cap="sq">
            <a:solidFill>
              <a:schemeClr val="bg1">
                <a:lumMod val="95000"/>
              </a:schemeClr>
            </a:solidFill>
            <a:miter/>
          </a:ln>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a:off x="5648200" y="2279979"/>
            <a:ext cx="882902" cy="882900"/>
          </a:xfrm>
          <a:prstGeom prst="ellipse">
            <a:avLst/>
          </a:prstGeom>
          <a:solidFill>
            <a:schemeClr val="accent1">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1" name="标题 1"/>
          <p:cNvSpPr txBox="1"/>
          <p:nvPr/>
        </p:nvSpPr>
        <p:spPr>
          <a:xfrm>
            <a:off x="5689082" y="2320861"/>
            <a:ext cx="801138" cy="801136"/>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2" name="标题 1"/>
          <p:cNvSpPr txBox="1"/>
          <p:nvPr/>
        </p:nvSpPr>
        <p:spPr>
          <a:xfrm>
            <a:off x="5938446" y="2584345"/>
            <a:ext cx="302408" cy="274167"/>
          </a:xfrm>
          <a:custGeom>
            <a:avLst/>
            <a:gdLst>
              <a:gd name="connsiteX0" fmla="*/ 351048 w 1543905"/>
              <a:gd name="connsiteY0" fmla="*/ 523317 h 1399728"/>
              <a:gd name="connsiteX1" fmla="*/ 351048 w 1543905"/>
              <a:gd name="connsiteY1" fmla="*/ 523317 h 1399728"/>
              <a:gd name="connsiteX2" fmla="*/ 351420 w 1543905"/>
              <a:gd name="connsiteY2" fmla="*/ 523503 h 1399728"/>
              <a:gd name="connsiteX3" fmla="*/ 351420 w 1543905"/>
              <a:gd name="connsiteY3" fmla="*/ 1020031 h 1399728"/>
              <a:gd name="connsiteX4" fmla="*/ 351048 w 1543905"/>
              <a:gd name="connsiteY4" fmla="*/ 1020403 h 1399728"/>
              <a:gd name="connsiteX5" fmla="*/ 163525 w 1543905"/>
              <a:gd name="connsiteY5" fmla="*/ 1020403 h 1399728"/>
              <a:gd name="connsiteX6" fmla="*/ 163153 w 1543905"/>
              <a:gd name="connsiteY6" fmla="*/ 1020031 h 1399728"/>
              <a:gd name="connsiteX7" fmla="*/ 163153 w 1543905"/>
              <a:gd name="connsiteY7" fmla="*/ 523503 h 1399728"/>
              <a:gd name="connsiteX8" fmla="*/ 163153 w 1543905"/>
              <a:gd name="connsiteY8" fmla="*/ 523317 h 1399728"/>
              <a:gd name="connsiteX9" fmla="*/ 163339 w 1543905"/>
              <a:gd name="connsiteY9" fmla="*/ 523131 h 1399728"/>
              <a:gd name="connsiteX10" fmla="*/ 351048 w 1543905"/>
              <a:gd name="connsiteY10" fmla="*/ 523131 h 1399728"/>
              <a:gd name="connsiteX11" fmla="*/ 351048 w 1543905"/>
              <a:gd name="connsiteY11" fmla="*/ 411696 h 1399728"/>
              <a:gd name="connsiteX12" fmla="*/ 163339 w 1543905"/>
              <a:gd name="connsiteY12" fmla="*/ 411696 h 1399728"/>
              <a:gd name="connsiteX13" fmla="*/ 51346 w 1543905"/>
              <a:gd name="connsiteY13" fmla="*/ 523689 h 1399728"/>
              <a:gd name="connsiteX14" fmla="*/ 51346 w 1543905"/>
              <a:gd name="connsiteY14" fmla="*/ 1020217 h 1399728"/>
              <a:gd name="connsiteX15" fmla="*/ 163339 w 1543905"/>
              <a:gd name="connsiteY15" fmla="*/ 1132210 h 1399728"/>
              <a:gd name="connsiteX16" fmla="*/ 351048 w 1543905"/>
              <a:gd name="connsiteY16" fmla="*/ 1132210 h 1399728"/>
              <a:gd name="connsiteX17" fmla="*/ 463042 w 1543905"/>
              <a:gd name="connsiteY17" fmla="*/ 1020217 h 1399728"/>
              <a:gd name="connsiteX18" fmla="*/ 463042 w 1543905"/>
              <a:gd name="connsiteY18" fmla="*/ 523503 h 1399728"/>
              <a:gd name="connsiteX19" fmla="*/ 351048 w 1543905"/>
              <a:gd name="connsiteY19" fmla="*/ 411696 h 1399728"/>
              <a:gd name="connsiteX20" fmla="*/ 865808 w 1543905"/>
              <a:gd name="connsiteY20" fmla="*/ 111621 h 1399728"/>
              <a:gd name="connsiteX21" fmla="*/ 866180 w 1543905"/>
              <a:gd name="connsiteY21" fmla="*/ 111807 h 1399728"/>
              <a:gd name="connsiteX22" fmla="*/ 866180 w 1543905"/>
              <a:gd name="connsiteY22" fmla="*/ 1020031 h 1399728"/>
              <a:gd name="connsiteX23" fmla="*/ 865808 w 1543905"/>
              <a:gd name="connsiteY23" fmla="*/ 1020403 h 1399728"/>
              <a:gd name="connsiteX24" fmla="*/ 678284 w 1543905"/>
              <a:gd name="connsiteY24" fmla="*/ 1020403 h 1399728"/>
              <a:gd name="connsiteX25" fmla="*/ 677912 w 1543905"/>
              <a:gd name="connsiteY25" fmla="*/ 1020031 h 1399728"/>
              <a:gd name="connsiteX26" fmla="*/ 677912 w 1543905"/>
              <a:gd name="connsiteY26" fmla="*/ 111993 h 1399728"/>
              <a:gd name="connsiteX27" fmla="*/ 677912 w 1543905"/>
              <a:gd name="connsiteY27" fmla="*/ 111807 h 1399728"/>
              <a:gd name="connsiteX28" fmla="*/ 678098 w 1543905"/>
              <a:gd name="connsiteY28" fmla="*/ 111621 h 1399728"/>
              <a:gd name="connsiteX29" fmla="*/ 865808 w 1543905"/>
              <a:gd name="connsiteY29" fmla="*/ 111621 h 1399728"/>
              <a:gd name="connsiteX30" fmla="*/ 865808 w 1543905"/>
              <a:gd name="connsiteY30" fmla="*/ 0 h 1399728"/>
              <a:gd name="connsiteX31" fmla="*/ 677912 w 1543905"/>
              <a:gd name="connsiteY31" fmla="*/ 0 h 1399728"/>
              <a:gd name="connsiteX32" fmla="*/ 565919 w 1543905"/>
              <a:gd name="connsiteY32" fmla="*/ 111993 h 1399728"/>
              <a:gd name="connsiteX33" fmla="*/ 565919 w 1543905"/>
              <a:gd name="connsiteY33" fmla="*/ 1020217 h 1399728"/>
              <a:gd name="connsiteX34" fmla="*/ 677912 w 1543905"/>
              <a:gd name="connsiteY34" fmla="*/ 1132210 h 1399728"/>
              <a:gd name="connsiteX35" fmla="*/ 865622 w 1543905"/>
              <a:gd name="connsiteY35" fmla="*/ 1132210 h 1399728"/>
              <a:gd name="connsiteX36" fmla="*/ 977615 w 1543905"/>
              <a:gd name="connsiteY36" fmla="*/ 1020217 h 1399728"/>
              <a:gd name="connsiteX37" fmla="*/ 977615 w 1543905"/>
              <a:gd name="connsiteY37" fmla="*/ 111993 h 1399728"/>
              <a:gd name="connsiteX38" fmla="*/ 865808 w 1543905"/>
              <a:gd name="connsiteY38" fmla="*/ 0 h 1399728"/>
              <a:gd name="connsiteX39" fmla="*/ 1380381 w 1543905"/>
              <a:gd name="connsiteY39" fmla="*/ 729072 h 1399728"/>
              <a:gd name="connsiteX40" fmla="*/ 1380753 w 1543905"/>
              <a:gd name="connsiteY40" fmla="*/ 729258 h 1399728"/>
              <a:gd name="connsiteX41" fmla="*/ 1380753 w 1543905"/>
              <a:gd name="connsiteY41" fmla="*/ 1020031 h 1399728"/>
              <a:gd name="connsiteX42" fmla="*/ 1380381 w 1543905"/>
              <a:gd name="connsiteY42" fmla="*/ 1020403 h 1399728"/>
              <a:gd name="connsiteX43" fmla="*/ 1192858 w 1543905"/>
              <a:gd name="connsiteY43" fmla="*/ 1020403 h 1399728"/>
              <a:gd name="connsiteX44" fmla="*/ 1192485 w 1543905"/>
              <a:gd name="connsiteY44" fmla="*/ 1020031 h 1399728"/>
              <a:gd name="connsiteX45" fmla="*/ 1192485 w 1543905"/>
              <a:gd name="connsiteY45" fmla="*/ 729444 h 1399728"/>
              <a:gd name="connsiteX46" fmla="*/ 1192485 w 1543905"/>
              <a:gd name="connsiteY46" fmla="*/ 729258 h 1399728"/>
              <a:gd name="connsiteX47" fmla="*/ 1192671 w 1543905"/>
              <a:gd name="connsiteY47" fmla="*/ 729072 h 1399728"/>
              <a:gd name="connsiteX48" fmla="*/ 1380381 w 1543905"/>
              <a:gd name="connsiteY48" fmla="*/ 729072 h 1399728"/>
              <a:gd name="connsiteX49" fmla="*/ 1380381 w 1543905"/>
              <a:gd name="connsiteY49" fmla="*/ 617451 h 1399728"/>
              <a:gd name="connsiteX50" fmla="*/ 1192671 w 1543905"/>
              <a:gd name="connsiteY50" fmla="*/ 617451 h 1399728"/>
              <a:gd name="connsiteX51" fmla="*/ 1080678 w 1543905"/>
              <a:gd name="connsiteY51" fmla="*/ 729444 h 1399728"/>
              <a:gd name="connsiteX52" fmla="*/ 1080678 w 1543905"/>
              <a:gd name="connsiteY52" fmla="*/ 1020031 h 1399728"/>
              <a:gd name="connsiteX53" fmla="*/ 1192671 w 1543905"/>
              <a:gd name="connsiteY53" fmla="*/ 1132024 h 1399728"/>
              <a:gd name="connsiteX54" fmla="*/ 1380381 w 1543905"/>
              <a:gd name="connsiteY54" fmla="*/ 1132024 h 1399728"/>
              <a:gd name="connsiteX55" fmla="*/ 1492374 w 1543905"/>
              <a:gd name="connsiteY55" fmla="*/ 1020031 h 1399728"/>
              <a:gd name="connsiteX56" fmla="*/ 1492374 w 1543905"/>
              <a:gd name="connsiteY56" fmla="*/ 729444 h 1399728"/>
              <a:gd name="connsiteX57" fmla="*/ 1380381 w 1543905"/>
              <a:gd name="connsiteY57" fmla="*/ 617451 h 1399728"/>
              <a:gd name="connsiteX58" fmla="*/ 1481956 w 1543905"/>
              <a:gd name="connsiteY58" fmla="*/ 1276201 h 1399728"/>
              <a:gd name="connsiteX59" fmla="*/ 61764 w 1543905"/>
              <a:gd name="connsiteY59" fmla="*/ 1276201 h 1399728"/>
              <a:gd name="connsiteX60" fmla="*/ 0 w 1543905"/>
              <a:gd name="connsiteY60" fmla="*/ 1337965 h 1399728"/>
              <a:gd name="connsiteX61" fmla="*/ 61764 w 1543905"/>
              <a:gd name="connsiteY61" fmla="*/ 1399729 h 1399728"/>
              <a:gd name="connsiteX62" fmla="*/ 1482142 w 1543905"/>
              <a:gd name="connsiteY62" fmla="*/ 1399729 h 1399728"/>
              <a:gd name="connsiteX63" fmla="*/ 1543906 w 1543905"/>
              <a:gd name="connsiteY63" fmla="*/ 1337965 h 1399728"/>
              <a:gd name="connsiteX64" fmla="*/ 1481956 w 1543905"/>
              <a:gd name="connsiteY64" fmla="*/ 1276201 h 1399728"/>
            </a:gdLst>
            <a:ahLst/>
            <a:cxnLst/>
            <a:rect l="l" t="t" r="r" b="b"/>
            <a:pathLst>
              <a:path w="1543905" h="1399728">
                <a:moveTo>
                  <a:pt x="351048" y="523317"/>
                </a:moveTo>
                <a:cubicBezTo>
                  <a:pt x="351234" y="523317"/>
                  <a:pt x="351234" y="523317"/>
                  <a:pt x="351048" y="523317"/>
                </a:cubicBezTo>
                <a:cubicBezTo>
                  <a:pt x="351234" y="523317"/>
                  <a:pt x="351420" y="523503"/>
                  <a:pt x="351420" y="523503"/>
                </a:cubicBezTo>
                <a:lnTo>
                  <a:pt x="351420" y="1020031"/>
                </a:lnTo>
                <a:lnTo>
                  <a:pt x="351048" y="1020403"/>
                </a:lnTo>
                <a:lnTo>
                  <a:pt x="163525" y="1020403"/>
                </a:lnTo>
                <a:lnTo>
                  <a:pt x="163153" y="1020031"/>
                </a:lnTo>
                <a:lnTo>
                  <a:pt x="163153" y="523503"/>
                </a:lnTo>
                <a:lnTo>
                  <a:pt x="163153" y="523317"/>
                </a:lnTo>
                <a:lnTo>
                  <a:pt x="163339" y="523131"/>
                </a:lnTo>
                <a:lnTo>
                  <a:pt x="351048" y="523131"/>
                </a:lnTo>
                <a:moveTo>
                  <a:pt x="351048" y="411696"/>
                </a:moveTo>
                <a:lnTo>
                  <a:pt x="163339" y="411696"/>
                </a:lnTo>
                <a:cubicBezTo>
                  <a:pt x="101575" y="411696"/>
                  <a:pt x="51346" y="461739"/>
                  <a:pt x="51346" y="523689"/>
                </a:cubicBezTo>
                <a:lnTo>
                  <a:pt x="51346" y="1020217"/>
                </a:lnTo>
                <a:cubicBezTo>
                  <a:pt x="51346" y="1081795"/>
                  <a:pt x="101761" y="1132210"/>
                  <a:pt x="163339" y="1132210"/>
                </a:cubicBezTo>
                <a:lnTo>
                  <a:pt x="351048" y="1132210"/>
                </a:lnTo>
                <a:cubicBezTo>
                  <a:pt x="412626" y="1132210"/>
                  <a:pt x="463042" y="1081795"/>
                  <a:pt x="463042" y="1020217"/>
                </a:cubicBezTo>
                <a:lnTo>
                  <a:pt x="463042" y="523503"/>
                </a:lnTo>
                <a:cubicBezTo>
                  <a:pt x="463042" y="461739"/>
                  <a:pt x="412998" y="411696"/>
                  <a:pt x="351048" y="411696"/>
                </a:cubicBezTo>
                <a:close/>
                <a:moveTo>
                  <a:pt x="865808" y="111621"/>
                </a:moveTo>
                <a:cubicBezTo>
                  <a:pt x="865994" y="111621"/>
                  <a:pt x="866180" y="111807"/>
                  <a:pt x="866180" y="111807"/>
                </a:cubicBezTo>
                <a:lnTo>
                  <a:pt x="866180" y="1020031"/>
                </a:lnTo>
                <a:lnTo>
                  <a:pt x="865808" y="1020403"/>
                </a:lnTo>
                <a:lnTo>
                  <a:pt x="678284" y="1020403"/>
                </a:lnTo>
                <a:lnTo>
                  <a:pt x="677912" y="1020031"/>
                </a:lnTo>
                <a:lnTo>
                  <a:pt x="677912" y="111993"/>
                </a:lnTo>
                <a:lnTo>
                  <a:pt x="677912" y="111807"/>
                </a:lnTo>
                <a:lnTo>
                  <a:pt x="678098" y="111621"/>
                </a:lnTo>
                <a:lnTo>
                  <a:pt x="865808" y="111621"/>
                </a:lnTo>
                <a:moveTo>
                  <a:pt x="865808" y="0"/>
                </a:moveTo>
                <a:lnTo>
                  <a:pt x="677912" y="0"/>
                </a:lnTo>
                <a:cubicBezTo>
                  <a:pt x="616148" y="0"/>
                  <a:pt x="565919" y="50043"/>
                  <a:pt x="565919" y="111993"/>
                </a:cubicBezTo>
                <a:lnTo>
                  <a:pt x="565919" y="1020217"/>
                </a:lnTo>
                <a:cubicBezTo>
                  <a:pt x="565919" y="1081795"/>
                  <a:pt x="616335" y="1132210"/>
                  <a:pt x="677912" y="1132210"/>
                </a:cubicBezTo>
                <a:lnTo>
                  <a:pt x="865622" y="1132210"/>
                </a:lnTo>
                <a:cubicBezTo>
                  <a:pt x="927199" y="1132210"/>
                  <a:pt x="977615" y="1081795"/>
                  <a:pt x="977615" y="1020217"/>
                </a:cubicBezTo>
                <a:lnTo>
                  <a:pt x="977615" y="111993"/>
                </a:lnTo>
                <a:cubicBezTo>
                  <a:pt x="977615" y="50043"/>
                  <a:pt x="927571" y="0"/>
                  <a:pt x="865808" y="0"/>
                </a:cubicBezTo>
                <a:close/>
                <a:moveTo>
                  <a:pt x="1380381" y="729072"/>
                </a:moveTo>
                <a:cubicBezTo>
                  <a:pt x="1380567" y="729072"/>
                  <a:pt x="1380753" y="729258"/>
                  <a:pt x="1380753" y="729258"/>
                </a:cubicBezTo>
                <a:lnTo>
                  <a:pt x="1380753" y="1020031"/>
                </a:lnTo>
                <a:lnTo>
                  <a:pt x="1380381" y="1020403"/>
                </a:lnTo>
                <a:lnTo>
                  <a:pt x="1192858" y="1020403"/>
                </a:lnTo>
                <a:lnTo>
                  <a:pt x="1192485" y="1020031"/>
                </a:lnTo>
                <a:lnTo>
                  <a:pt x="1192485" y="729444"/>
                </a:lnTo>
                <a:lnTo>
                  <a:pt x="1192485" y="729258"/>
                </a:lnTo>
                <a:lnTo>
                  <a:pt x="1192671" y="729072"/>
                </a:lnTo>
                <a:lnTo>
                  <a:pt x="1380381" y="729072"/>
                </a:lnTo>
                <a:moveTo>
                  <a:pt x="1380381" y="617451"/>
                </a:moveTo>
                <a:lnTo>
                  <a:pt x="1192671" y="617451"/>
                </a:lnTo>
                <a:cubicBezTo>
                  <a:pt x="1130908" y="617451"/>
                  <a:pt x="1080678" y="667494"/>
                  <a:pt x="1080678" y="729444"/>
                </a:cubicBezTo>
                <a:lnTo>
                  <a:pt x="1080678" y="1020031"/>
                </a:lnTo>
                <a:cubicBezTo>
                  <a:pt x="1080678" y="1081608"/>
                  <a:pt x="1131094" y="1132024"/>
                  <a:pt x="1192671" y="1132024"/>
                </a:cubicBezTo>
                <a:lnTo>
                  <a:pt x="1380381" y="1132024"/>
                </a:lnTo>
                <a:cubicBezTo>
                  <a:pt x="1441959" y="1132024"/>
                  <a:pt x="1492374" y="1081608"/>
                  <a:pt x="1492374" y="1020031"/>
                </a:cubicBezTo>
                <a:lnTo>
                  <a:pt x="1492374" y="729444"/>
                </a:lnTo>
                <a:cubicBezTo>
                  <a:pt x="1492374" y="667680"/>
                  <a:pt x="1442145" y="617451"/>
                  <a:pt x="1380381" y="617451"/>
                </a:cubicBezTo>
                <a:close/>
                <a:moveTo>
                  <a:pt x="1481956" y="1276201"/>
                </a:moveTo>
                <a:lnTo>
                  <a:pt x="61764" y="1276201"/>
                </a:lnTo>
                <a:cubicBezTo>
                  <a:pt x="27719" y="1276201"/>
                  <a:pt x="0" y="1303920"/>
                  <a:pt x="0" y="1337965"/>
                </a:cubicBezTo>
                <a:cubicBezTo>
                  <a:pt x="0" y="1372009"/>
                  <a:pt x="27719" y="1399729"/>
                  <a:pt x="61764" y="1399729"/>
                </a:cubicBezTo>
                <a:lnTo>
                  <a:pt x="1482142" y="1399729"/>
                </a:lnTo>
                <a:cubicBezTo>
                  <a:pt x="1516187" y="1399729"/>
                  <a:pt x="1543906" y="1372009"/>
                  <a:pt x="1543906" y="1337965"/>
                </a:cubicBezTo>
                <a:cubicBezTo>
                  <a:pt x="1543720" y="1303734"/>
                  <a:pt x="1516187" y="1276201"/>
                  <a:pt x="1481956" y="1276201"/>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23" name="标题 1"/>
          <p:cNvSpPr txBox="1"/>
          <p:nvPr/>
        </p:nvSpPr>
        <p:spPr>
          <a:xfrm flipH="1">
            <a:off x="5567161" y="2290355"/>
            <a:ext cx="121920" cy="121920"/>
          </a:xfrm>
          <a:prstGeom prst="ellipse">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4" name="标题 1"/>
          <p:cNvSpPr txBox="1"/>
          <p:nvPr/>
        </p:nvSpPr>
        <p:spPr>
          <a:xfrm>
            <a:off x="660400" y="323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a:ea typeface="Source Han Sans CN Bold"/>
                <a:cs typeface="Source Han Sans CN Bold"/>
              </a:rPr>
              <a:t>模块定义和端口</a:t>
            </a:r>
            <a:endParaRPr kumimoji="1" lang="zh-CN" altLang="en-US"/>
          </a:p>
        </p:txBody>
      </p:sp>
      <p:cxnSp>
        <p:nvCxnSpPr>
          <p:cNvPr id="25" name="标题 1"/>
          <p:cNvCxnSpPr/>
          <p:nvPr/>
        </p:nvCxnSpPr>
        <p:spPr>
          <a:xfrm>
            <a:off x="0" y="958850"/>
            <a:ext cx="12122150" cy="0"/>
          </a:xfrm>
          <a:prstGeom prst="line">
            <a:avLst/>
          </a:prstGeom>
          <a:noFill/>
          <a:ln w="28575" cap="sq">
            <a:solidFill>
              <a:schemeClr val="accent1"/>
            </a:solidFill>
            <a:miter/>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57385"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12971575">
            <a:off x="6066310" y="973629"/>
            <a:ext cx="1859493" cy="1859493"/>
          </a:xfrm>
          <a:prstGeom prst="ellipse">
            <a:avLst/>
          </a:prstGeom>
          <a:gradFill>
            <a:gsLst>
              <a:gs pos="0">
                <a:schemeClr val="accent2">
                  <a:lumMod val="20000"/>
                  <a:lumOff val="80000"/>
                  <a:alpha val="0"/>
                </a:schemeClr>
              </a:gs>
              <a:gs pos="100000">
                <a:schemeClr val="accent2">
                  <a:alpha val="4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rot="20292424">
            <a:off x="-861535" y="-1870201"/>
            <a:ext cx="5517653" cy="5517653"/>
          </a:xfrm>
          <a:prstGeom prst="ellipse">
            <a:avLst/>
          </a:prstGeom>
          <a:gradFill>
            <a:gsLst>
              <a:gs pos="0">
                <a:schemeClr val="accent2">
                  <a:lumMod val="20000"/>
                  <a:lumOff val="80000"/>
                  <a:alpha val="10000"/>
                </a:schemeClr>
              </a:gs>
              <a:gs pos="100000">
                <a:schemeClr val="accent2">
                  <a:lumMod val="60000"/>
                  <a:lumOff val="40000"/>
                  <a:alpha val="32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266700" y="0"/>
            <a:ext cx="12192000" cy="6858000"/>
          </a:xfrm>
          <a:custGeom>
            <a:avLst/>
            <a:gdLst>
              <a:gd name="connsiteX0" fmla="*/ 113129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702116 h 6858000"/>
              <a:gd name="connsiteX5" fmla="*/ 35522 w 12192000"/>
              <a:gd name="connsiteY5" fmla="*/ 6686253 h 6858000"/>
              <a:gd name="connsiteX6" fmla="*/ 2463801 w 12192000"/>
              <a:gd name="connsiteY6" fmla="*/ 5867400 h 6858000"/>
              <a:gd name="connsiteX7" fmla="*/ 5219701 w 12192000"/>
              <a:gd name="connsiteY7" fmla="*/ 5918200 h 6858000"/>
              <a:gd name="connsiteX8" fmla="*/ 7010401 w 12192000"/>
              <a:gd name="connsiteY8" fmla="*/ 5283200 h 6858000"/>
              <a:gd name="connsiteX9" fmla="*/ 8267701 w 12192000"/>
              <a:gd name="connsiteY9" fmla="*/ 4368800 h 6858000"/>
              <a:gd name="connsiteX10" fmla="*/ 9753303 w 12192000"/>
              <a:gd name="connsiteY10" fmla="*/ 4102100 h 6858000"/>
              <a:gd name="connsiteX11" fmla="*/ 9775436 w 12192000"/>
              <a:gd name="connsiteY11" fmla="*/ 4096261 h 6858000"/>
              <a:gd name="connsiteX12" fmla="*/ 9872640 w 12192000"/>
              <a:gd name="connsiteY12" fmla="*/ 4085901 h 6858000"/>
              <a:gd name="connsiteX13" fmla="*/ 10871964 w 12192000"/>
              <a:gd name="connsiteY13" fmla="*/ 3011090 h 6858000"/>
              <a:gd name="connsiteX14" fmla="*/ 10879893 w 12192000"/>
              <a:gd name="connsiteY14" fmla="*/ 2929399 h 6858000"/>
              <a:gd name="connsiteX15" fmla="*/ 10896601 w 12192000"/>
              <a:gd name="connsiteY15" fmla="*/ 2844800 h 6858000"/>
              <a:gd name="connsiteX16" fmla="*/ 10899119 w 12192000"/>
              <a:gd name="connsiteY16" fmla="*/ 2673412 h 6858000"/>
              <a:gd name="connsiteX17" fmla="*/ 10885081 w 12192000"/>
              <a:gd name="connsiteY17" fmla="*/ 2593548 h 6858000"/>
              <a:gd name="connsiteX18" fmla="*/ 10877638 w 12192000"/>
              <a:gd name="connsiteY18" fmla="*/ 2498494 h 6858000"/>
              <a:gd name="connsiteX19" fmla="*/ 10816392 w 12192000"/>
              <a:gd name="connsiteY19" fmla="*/ 2262974 h 6858000"/>
              <a:gd name="connsiteX20" fmla="*/ 10744803 w 12192000"/>
              <a:gd name="connsiteY20" fmla="*/ 2108945 h 6858000"/>
              <a:gd name="connsiteX21" fmla="*/ 10738645 w 12192000"/>
              <a:gd name="connsiteY21" fmla="*/ 2091531 h 6858000"/>
              <a:gd name="connsiteX22" fmla="*/ 10541001 w 12192000"/>
              <a:gd name="connsiteY22" fmla="*/ 1371600 h 6858000"/>
              <a:gd name="connsiteX23" fmla="*/ 10544822 w 12192000"/>
              <a:gd name="connsiteY23" fmla="*/ 1332977 h 6858000"/>
              <a:gd name="connsiteX24" fmla="*/ 10541001 w 12192000"/>
              <a:gd name="connsiteY24" fmla="*/ 1257301 h 6858000"/>
              <a:gd name="connsiteX25" fmla="*/ 11308933 w 12192000"/>
              <a:gd name="connsiteY25" fmla="*/ 1821 h 6858000"/>
            </a:gdLst>
            <a:ahLst/>
            <a:cxnLst/>
            <a:rect l="l" t="t" r="r" b="b"/>
            <a:pathLst>
              <a:path w="12192000" h="6858000">
                <a:moveTo>
                  <a:pt x="11312928" y="0"/>
                </a:moveTo>
                <a:lnTo>
                  <a:pt x="12192000" y="0"/>
                </a:lnTo>
                <a:lnTo>
                  <a:pt x="12192000" y="6858000"/>
                </a:lnTo>
                <a:lnTo>
                  <a:pt x="0" y="6858000"/>
                </a:lnTo>
                <a:lnTo>
                  <a:pt x="0" y="6702116"/>
                </a:lnTo>
                <a:lnTo>
                  <a:pt x="35522" y="6686253"/>
                </a:lnTo>
                <a:cubicBezTo>
                  <a:pt x="678260" y="6404372"/>
                  <a:pt x="1757363" y="5991225"/>
                  <a:pt x="2463801" y="5867400"/>
                </a:cubicBezTo>
                <a:cubicBezTo>
                  <a:pt x="3405718" y="5702300"/>
                  <a:pt x="4461935" y="6015567"/>
                  <a:pt x="5219701" y="5918200"/>
                </a:cubicBezTo>
                <a:cubicBezTo>
                  <a:pt x="5977468" y="5820833"/>
                  <a:pt x="6502402" y="5541433"/>
                  <a:pt x="7010401" y="5283200"/>
                </a:cubicBezTo>
                <a:cubicBezTo>
                  <a:pt x="7518401" y="5024967"/>
                  <a:pt x="7742768" y="4588933"/>
                  <a:pt x="8267701" y="4368800"/>
                </a:cubicBezTo>
                <a:cubicBezTo>
                  <a:pt x="8661401" y="4203700"/>
                  <a:pt x="9282510" y="4200525"/>
                  <a:pt x="9753303" y="4102100"/>
                </a:cubicBezTo>
                <a:lnTo>
                  <a:pt x="9775436" y="4096261"/>
                </a:lnTo>
                <a:lnTo>
                  <a:pt x="9872640" y="4085901"/>
                </a:lnTo>
                <a:cubicBezTo>
                  <a:pt x="10350579" y="4007524"/>
                  <a:pt x="10765727" y="3583520"/>
                  <a:pt x="10871964" y="3011090"/>
                </a:cubicBezTo>
                <a:lnTo>
                  <a:pt x="10879893" y="2929399"/>
                </a:lnTo>
                <a:lnTo>
                  <a:pt x="10896601" y="2844800"/>
                </a:lnTo>
                <a:cubicBezTo>
                  <a:pt x="10904538" y="2790825"/>
                  <a:pt x="10904770" y="2733378"/>
                  <a:pt x="10899119" y="2673412"/>
                </a:cubicBezTo>
                <a:lnTo>
                  <a:pt x="10885081" y="2593548"/>
                </a:lnTo>
                <a:lnTo>
                  <a:pt x="10877638" y="2498494"/>
                </a:lnTo>
                <a:cubicBezTo>
                  <a:pt x="10863957" y="2417017"/>
                  <a:pt x="10843349" y="2338180"/>
                  <a:pt x="10816392" y="2262974"/>
                </a:cubicBezTo>
                <a:lnTo>
                  <a:pt x="10744803" y="2108945"/>
                </a:lnTo>
                <a:lnTo>
                  <a:pt x="10738645" y="2091531"/>
                </a:lnTo>
                <a:cubicBezTo>
                  <a:pt x="10640485" y="1825625"/>
                  <a:pt x="10535710" y="1565275"/>
                  <a:pt x="10541001" y="1371600"/>
                </a:cubicBezTo>
                <a:lnTo>
                  <a:pt x="10544822" y="1332977"/>
                </a:lnTo>
                <a:lnTo>
                  <a:pt x="10541001" y="1257301"/>
                </a:lnTo>
                <a:cubicBezTo>
                  <a:pt x="10541001" y="709879"/>
                  <a:pt x="10853029" y="235335"/>
                  <a:pt x="11308933" y="1821"/>
                </a:cubicBezTo>
                <a:close/>
              </a:path>
            </a:pathLst>
          </a:custGeom>
          <a:gradFill>
            <a:gsLst>
              <a:gs pos="0">
                <a:schemeClr val="accent2">
                  <a:alpha val="99000"/>
                </a:schemeClr>
              </a:gs>
              <a:gs pos="100000">
                <a:schemeClr val="accent2">
                  <a:lumMod val="40000"/>
                  <a:lumOff val="6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0" y="0"/>
            <a:ext cx="12192000" cy="6858000"/>
          </a:xfrm>
          <a:custGeom>
            <a:avLst/>
            <a:gdLst>
              <a:gd name="connsiteX0" fmla="*/ 113129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702116 h 6858000"/>
              <a:gd name="connsiteX5" fmla="*/ 35522 w 12192000"/>
              <a:gd name="connsiteY5" fmla="*/ 6686253 h 6858000"/>
              <a:gd name="connsiteX6" fmla="*/ 2463801 w 12192000"/>
              <a:gd name="connsiteY6" fmla="*/ 5867400 h 6858000"/>
              <a:gd name="connsiteX7" fmla="*/ 5219701 w 12192000"/>
              <a:gd name="connsiteY7" fmla="*/ 5918200 h 6858000"/>
              <a:gd name="connsiteX8" fmla="*/ 7010401 w 12192000"/>
              <a:gd name="connsiteY8" fmla="*/ 5283200 h 6858000"/>
              <a:gd name="connsiteX9" fmla="*/ 8267701 w 12192000"/>
              <a:gd name="connsiteY9" fmla="*/ 4368800 h 6858000"/>
              <a:gd name="connsiteX10" fmla="*/ 9753303 w 12192000"/>
              <a:gd name="connsiteY10" fmla="*/ 4102100 h 6858000"/>
              <a:gd name="connsiteX11" fmla="*/ 9775436 w 12192000"/>
              <a:gd name="connsiteY11" fmla="*/ 4096261 h 6858000"/>
              <a:gd name="connsiteX12" fmla="*/ 9872640 w 12192000"/>
              <a:gd name="connsiteY12" fmla="*/ 4085901 h 6858000"/>
              <a:gd name="connsiteX13" fmla="*/ 10871964 w 12192000"/>
              <a:gd name="connsiteY13" fmla="*/ 3011090 h 6858000"/>
              <a:gd name="connsiteX14" fmla="*/ 10879893 w 12192000"/>
              <a:gd name="connsiteY14" fmla="*/ 2929399 h 6858000"/>
              <a:gd name="connsiteX15" fmla="*/ 10896601 w 12192000"/>
              <a:gd name="connsiteY15" fmla="*/ 2844800 h 6858000"/>
              <a:gd name="connsiteX16" fmla="*/ 10899119 w 12192000"/>
              <a:gd name="connsiteY16" fmla="*/ 2673412 h 6858000"/>
              <a:gd name="connsiteX17" fmla="*/ 10885081 w 12192000"/>
              <a:gd name="connsiteY17" fmla="*/ 2593548 h 6858000"/>
              <a:gd name="connsiteX18" fmla="*/ 10877638 w 12192000"/>
              <a:gd name="connsiteY18" fmla="*/ 2498494 h 6858000"/>
              <a:gd name="connsiteX19" fmla="*/ 10816392 w 12192000"/>
              <a:gd name="connsiteY19" fmla="*/ 2262974 h 6858000"/>
              <a:gd name="connsiteX20" fmla="*/ 10744803 w 12192000"/>
              <a:gd name="connsiteY20" fmla="*/ 2108945 h 6858000"/>
              <a:gd name="connsiteX21" fmla="*/ 10738645 w 12192000"/>
              <a:gd name="connsiteY21" fmla="*/ 2091531 h 6858000"/>
              <a:gd name="connsiteX22" fmla="*/ 10541001 w 12192000"/>
              <a:gd name="connsiteY22" fmla="*/ 1371600 h 6858000"/>
              <a:gd name="connsiteX23" fmla="*/ 10544822 w 12192000"/>
              <a:gd name="connsiteY23" fmla="*/ 1332977 h 6858000"/>
              <a:gd name="connsiteX24" fmla="*/ 10541001 w 12192000"/>
              <a:gd name="connsiteY24" fmla="*/ 1257301 h 6858000"/>
              <a:gd name="connsiteX25" fmla="*/ 11308933 w 12192000"/>
              <a:gd name="connsiteY25" fmla="*/ 1821 h 6858000"/>
            </a:gdLst>
            <a:ahLst/>
            <a:cxnLst/>
            <a:rect l="l" t="t" r="r" b="b"/>
            <a:pathLst>
              <a:path w="12192000" h="6858000">
                <a:moveTo>
                  <a:pt x="11312928" y="0"/>
                </a:moveTo>
                <a:lnTo>
                  <a:pt x="12192000" y="0"/>
                </a:lnTo>
                <a:lnTo>
                  <a:pt x="12192000" y="6858000"/>
                </a:lnTo>
                <a:lnTo>
                  <a:pt x="0" y="6858000"/>
                </a:lnTo>
                <a:lnTo>
                  <a:pt x="0" y="6702116"/>
                </a:lnTo>
                <a:lnTo>
                  <a:pt x="35522" y="6686253"/>
                </a:lnTo>
                <a:cubicBezTo>
                  <a:pt x="678260" y="6404372"/>
                  <a:pt x="1757363" y="5991225"/>
                  <a:pt x="2463801" y="5867400"/>
                </a:cubicBezTo>
                <a:cubicBezTo>
                  <a:pt x="3405718" y="5702300"/>
                  <a:pt x="4461935" y="6015567"/>
                  <a:pt x="5219701" y="5918200"/>
                </a:cubicBezTo>
                <a:cubicBezTo>
                  <a:pt x="5977468" y="5820833"/>
                  <a:pt x="6502402" y="5541433"/>
                  <a:pt x="7010401" y="5283200"/>
                </a:cubicBezTo>
                <a:cubicBezTo>
                  <a:pt x="7518401" y="5024967"/>
                  <a:pt x="7742768" y="4588933"/>
                  <a:pt x="8267701" y="4368800"/>
                </a:cubicBezTo>
                <a:cubicBezTo>
                  <a:pt x="8661401" y="4203700"/>
                  <a:pt x="9282510" y="4200525"/>
                  <a:pt x="9753303" y="4102100"/>
                </a:cubicBezTo>
                <a:lnTo>
                  <a:pt x="9775436" y="4096261"/>
                </a:lnTo>
                <a:lnTo>
                  <a:pt x="9872640" y="4085901"/>
                </a:lnTo>
                <a:cubicBezTo>
                  <a:pt x="10350579" y="4007524"/>
                  <a:pt x="10765727" y="3583520"/>
                  <a:pt x="10871964" y="3011090"/>
                </a:cubicBezTo>
                <a:lnTo>
                  <a:pt x="10879893" y="2929399"/>
                </a:lnTo>
                <a:lnTo>
                  <a:pt x="10896601" y="2844800"/>
                </a:lnTo>
                <a:cubicBezTo>
                  <a:pt x="10904538" y="2790825"/>
                  <a:pt x="10904770" y="2733378"/>
                  <a:pt x="10899119" y="2673412"/>
                </a:cubicBezTo>
                <a:lnTo>
                  <a:pt x="10885081" y="2593548"/>
                </a:lnTo>
                <a:lnTo>
                  <a:pt x="10877638" y="2498494"/>
                </a:lnTo>
                <a:cubicBezTo>
                  <a:pt x="10863957" y="2417017"/>
                  <a:pt x="10843349" y="2338180"/>
                  <a:pt x="10816392" y="2262974"/>
                </a:cubicBezTo>
                <a:lnTo>
                  <a:pt x="10744803" y="2108945"/>
                </a:lnTo>
                <a:lnTo>
                  <a:pt x="10738645" y="2091531"/>
                </a:lnTo>
                <a:cubicBezTo>
                  <a:pt x="10640485" y="1825625"/>
                  <a:pt x="10535710" y="1565275"/>
                  <a:pt x="10541001" y="1371600"/>
                </a:cubicBezTo>
                <a:lnTo>
                  <a:pt x="10544822" y="1332977"/>
                </a:lnTo>
                <a:lnTo>
                  <a:pt x="10541001" y="1257301"/>
                </a:lnTo>
                <a:cubicBezTo>
                  <a:pt x="10541001" y="709879"/>
                  <a:pt x="10853029" y="235335"/>
                  <a:pt x="11308933" y="1821"/>
                </a:cubicBezTo>
                <a:close/>
              </a:path>
            </a:pathLst>
          </a:custGeom>
          <a:gradFill>
            <a:gsLst>
              <a:gs pos="27000">
                <a:schemeClr val="accent1"/>
              </a:gs>
              <a:gs pos="100000">
                <a:schemeClr val="accent2"/>
              </a:gs>
            </a:gsLst>
            <a:lin ang="108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7" name="图片 6"/>
          <p:cNvPicPr>
            <a:picLocks noChangeAspect="1"/>
          </p:cNvPicPr>
          <p:nvPr/>
        </p:nvPicPr>
        <p:blipFill>
          <a:blip r:embed="rId2">
            <a:alphaModFix/>
          </a:blip>
          <a:srcRect/>
          <a:stretch>
            <a:fillRect/>
          </a:stretch>
        </p:blipFill>
        <p:spPr>
          <a:xfrm>
            <a:off x="4038600" y="2485878"/>
            <a:ext cx="8118785" cy="4372121"/>
          </a:xfrm>
          <a:prstGeom prst="rect">
            <a:avLst/>
          </a:prstGeom>
          <a:noFill/>
          <a:ln>
            <a:noFill/>
          </a:ln>
        </p:spPr>
      </p:pic>
      <p:sp>
        <p:nvSpPr>
          <p:cNvPr id="8" name="标题 1"/>
          <p:cNvSpPr txBox="1"/>
          <p:nvPr/>
        </p:nvSpPr>
        <p:spPr>
          <a:xfrm>
            <a:off x="436052" y="2855974"/>
            <a:ext cx="6307734" cy="1986036"/>
          </a:xfrm>
          <a:prstGeom prst="rect">
            <a:avLst/>
          </a:prstGeom>
          <a:noFill/>
          <a:ln>
            <a:noFill/>
          </a:ln>
        </p:spPr>
        <p:txBody>
          <a:bodyPr vert="horz" wrap="square" lIns="91440" tIns="45720" rIns="91440" bIns="45720" rtlCol="0" anchor="t"/>
          <a:lstStyle/>
          <a:p>
            <a:pPr algn="l">
              <a:lnSpc>
                <a:spcPct val="130000"/>
              </a:lnSpc>
            </a:pPr>
            <a:r>
              <a:rPr kumimoji="1" lang="en-US" altLang="zh-CN" sz="4900">
                <a:ln w="12700">
                  <a:noFill/>
                </a:ln>
                <a:solidFill>
                  <a:srgbClr val="000000">
                    <a:alpha val="100000"/>
                  </a:srgbClr>
                </a:solidFill>
                <a:latin typeface="Source Han Sans CN Bold"/>
                <a:ea typeface="Source Han Sans CN Bold"/>
                <a:cs typeface="Source Han Sans CN Bold"/>
              </a:rPr>
              <a:t>Verilog 数字表示</a:t>
            </a:r>
            <a:endParaRPr kumimoji="1" lang="zh-CN" altLang="en-US"/>
          </a:p>
        </p:txBody>
      </p:sp>
      <p:sp>
        <p:nvSpPr>
          <p:cNvPr id="9" name="标题 1"/>
          <p:cNvSpPr txBox="1"/>
          <p:nvPr/>
        </p:nvSpPr>
        <p:spPr>
          <a:xfrm>
            <a:off x="8648700" y="2362379"/>
            <a:ext cx="610616" cy="610616"/>
          </a:xfrm>
          <a:prstGeom prst="ellipse">
            <a:avLst/>
          </a:prstGeom>
          <a:gradFill>
            <a:gsLst>
              <a:gs pos="0">
                <a:schemeClr val="accent1"/>
              </a:gs>
              <a:gs pos="100000">
                <a:schemeClr val="accent2"/>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9689076" y="1634397"/>
            <a:ext cx="353151" cy="353151"/>
          </a:xfrm>
          <a:prstGeom prst="ellipse">
            <a:avLst/>
          </a:prstGeom>
          <a:gradFill>
            <a:gsLst>
              <a:gs pos="0">
                <a:schemeClr val="accent3"/>
              </a:gs>
              <a:gs pos="100000">
                <a:schemeClr val="accent4"/>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538400" y="5483588"/>
            <a:ext cx="578874" cy="578874"/>
          </a:xfrm>
          <a:prstGeom prst="ellipse">
            <a:avLst/>
          </a:prstGeom>
          <a:gradFill>
            <a:gsLst>
              <a:gs pos="0">
                <a:schemeClr val="accent1"/>
              </a:gs>
              <a:gs pos="100000">
                <a:schemeClr val="accent2"/>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rot="1349991">
            <a:off x="11457839" y="586853"/>
            <a:ext cx="1539544" cy="1539544"/>
          </a:xfrm>
          <a:prstGeom prst="ellipse">
            <a:avLst/>
          </a:prstGeom>
          <a:gradFill>
            <a:gsLst>
              <a:gs pos="0">
                <a:schemeClr val="accent1">
                  <a:alpha val="68000"/>
                </a:schemeClr>
              </a:gs>
              <a:gs pos="100000">
                <a:schemeClr val="accent2">
                  <a:alpha val="6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2489" y="529552"/>
            <a:ext cx="3793799" cy="743548"/>
          </a:xfrm>
          <a:custGeom>
            <a:avLst/>
            <a:gdLst>
              <a:gd name="connsiteX0" fmla="*/ 0 w 3425499"/>
              <a:gd name="connsiteY0" fmla="*/ 0 h 743548"/>
              <a:gd name="connsiteX1" fmla="*/ 3053725 w 3425499"/>
              <a:gd name="connsiteY1" fmla="*/ 0 h 743548"/>
              <a:gd name="connsiteX2" fmla="*/ 3425499 w 3425499"/>
              <a:gd name="connsiteY2" fmla="*/ 371774 h 743548"/>
              <a:gd name="connsiteX3" fmla="*/ 3053725 w 3425499"/>
              <a:gd name="connsiteY3" fmla="*/ 743548 h 743548"/>
              <a:gd name="connsiteX4" fmla="*/ 0 w 3425499"/>
              <a:gd name="connsiteY4" fmla="*/ 743548 h 743548"/>
            </a:gdLst>
            <a:ahLst/>
            <a:cxnLst/>
            <a:rect l="l" t="t" r="r" b="b"/>
            <a:pathLst>
              <a:path w="3425499" h="743548">
                <a:moveTo>
                  <a:pt x="0" y="0"/>
                </a:moveTo>
                <a:lnTo>
                  <a:pt x="3053725" y="0"/>
                </a:lnTo>
                <a:cubicBezTo>
                  <a:pt x="3259050" y="0"/>
                  <a:pt x="3425499" y="166449"/>
                  <a:pt x="3425499" y="371774"/>
                </a:cubicBezTo>
                <a:cubicBezTo>
                  <a:pt x="3425499" y="577099"/>
                  <a:pt x="3259050" y="743548"/>
                  <a:pt x="3053725" y="743548"/>
                </a:cubicBezTo>
                <a:lnTo>
                  <a:pt x="0" y="743548"/>
                </a:ln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552822" y="717623"/>
            <a:ext cx="2958699" cy="367406"/>
          </a:xfrm>
          <a:custGeom>
            <a:avLst/>
            <a:gdLst>
              <a:gd name="connsiteX0" fmla="*/ 353068 w 1228797"/>
              <a:gd name="connsiteY0" fmla="*/ 146933 h 152590"/>
              <a:gd name="connsiteX1" fmla="*/ 353259 w 1228797"/>
              <a:gd name="connsiteY1" fmla="*/ 146971 h 152590"/>
              <a:gd name="connsiteX2" fmla="*/ 352878 w 1228797"/>
              <a:gd name="connsiteY2" fmla="*/ 146971 h 152590"/>
              <a:gd name="connsiteX3" fmla="*/ 463654 w 1228797"/>
              <a:gd name="connsiteY3" fmla="*/ 28766 h 152590"/>
              <a:gd name="connsiteX4" fmla="*/ 457368 w 1228797"/>
              <a:gd name="connsiteY4" fmla="*/ 35052 h 152590"/>
              <a:gd name="connsiteX5" fmla="*/ 457368 w 1228797"/>
              <a:gd name="connsiteY5" fmla="*/ 66866 h 152590"/>
              <a:gd name="connsiteX6" fmla="*/ 463464 w 1228797"/>
              <a:gd name="connsiteY6" fmla="*/ 73152 h 152590"/>
              <a:gd name="connsiteX7" fmla="*/ 463654 w 1228797"/>
              <a:gd name="connsiteY7" fmla="*/ 73152 h 152590"/>
              <a:gd name="connsiteX8" fmla="*/ 502611 w 1228797"/>
              <a:gd name="connsiteY8" fmla="*/ 73152 h 152590"/>
              <a:gd name="connsiteX9" fmla="*/ 525281 w 1228797"/>
              <a:gd name="connsiteY9" fmla="*/ 51911 h 152590"/>
              <a:gd name="connsiteX10" fmla="*/ 504450 w 1228797"/>
              <a:gd name="connsiteY10" fmla="*/ 28795 h 152590"/>
              <a:gd name="connsiteX11" fmla="*/ 503183 w 1228797"/>
              <a:gd name="connsiteY11" fmla="*/ 28766 h 152590"/>
              <a:gd name="connsiteX12" fmla="*/ 1154216 w 1228797"/>
              <a:gd name="connsiteY12" fmla="*/ 28194 h 152590"/>
              <a:gd name="connsiteX13" fmla="*/ 1154216 w 1228797"/>
              <a:gd name="connsiteY13" fmla="*/ 28765 h 152590"/>
              <a:gd name="connsiteX14" fmla="*/ 1104877 w 1228797"/>
              <a:gd name="connsiteY14" fmla="*/ 77914 h 152590"/>
              <a:gd name="connsiteX15" fmla="*/ 1154026 w 1228797"/>
              <a:gd name="connsiteY15" fmla="*/ 127254 h 152590"/>
              <a:gd name="connsiteX16" fmla="*/ 1203365 w 1228797"/>
              <a:gd name="connsiteY16" fmla="*/ 78105 h 152590"/>
              <a:gd name="connsiteX17" fmla="*/ 1203365 w 1228797"/>
              <a:gd name="connsiteY17" fmla="*/ 78009 h 152590"/>
              <a:gd name="connsiteX18" fmla="*/ 1154502 w 1228797"/>
              <a:gd name="connsiteY18" fmla="*/ 28195 h 152590"/>
              <a:gd name="connsiteX19" fmla="*/ 1154216 w 1228797"/>
              <a:gd name="connsiteY19" fmla="*/ 28194 h 152590"/>
              <a:gd name="connsiteX20" fmla="*/ 836558 w 1228797"/>
              <a:gd name="connsiteY20" fmla="*/ 25718 h 152590"/>
              <a:gd name="connsiteX21" fmla="*/ 787314 w 1228797"/>
              <a:gd name="connsiteY21" fmla="*/ 74962 h 152590"/>
              <a:gd name="connsiteX22" fmla="*/ 836558 w 1228797"/>
              <a:gd name="connsiteY22" fmla="*/ 124207 h 152590"/>
              <a:gd name="connsiteX23" fmla="*/ 885802 w 1228797"/>
              <a:gd name="connsiteY23" fmla="*/ 74962 h 152590"/>
              <a:gd name="connsiteX24" fmla="*/ 885802 w 1228797"/>
              <a:gd name="connsiteY24" fmla="*/ 74867 h 152590"/>
              <a:gd name="connsiteX25" fmla="*/ 836558 w 1228797"/>
              <a:gd name="connsiteY25" fmla="*/ 25718 h 152590"/>
              <a:gd name="connsiteX26" fmla="*/ 200954 w 1228797"/>
              <a:gd name="connsiteY26" fmla="*/ 25527 h 152590"/>
              <a:gd name="connsiteX27" fmla="*/ 200954 w 1228797"/>
              <a:gd name="connsiteY27" fmla="*/ 25908 h 152590"/>
              <a:gd name="connsiteX28" fmla="*/ 151424 w 1228797"/>
              <a:gd name="connsiteY28" fmla="*/ 75248 h 152590"/>
              <a:gd name="connsiteX29" fmla="*/ 200764 w 1228797"/>
              <a:gd name="connsiteY29" fmla="*/ 124778 h 152590"/>
              <a:gd name="connsiteX30" fmla="*/ 250294 w 1228797"/>
              <a:gd name="connsiteY30" fmla="*/ 75438 h 152590"/>
              <a:gd name="connsiteX31" fmla="*/ 250294 w 1228797"/>
              <a:gd name="connsiteY31" fmla="*/ 75248 h 152590"/>
              <a:gd name="connsiteX32" fmla="*/ 201145 w 1228797"/>
              <a:gd name="connsiteY32" fmla="*/ 25528 h 152590"/>
              <a:gd name="connsiteX33" fmla="*/ 200954 w 1228797"/>
              <a:gd name="connsiteY33" fmla="*/ 25527 h 152590"/>
              <a:gd name="connsiteX34" fmla="*/ 437841 w 1228797"/>
              <a:gd name="connsiteY34" fmla="*/ 3429 h 152590"/>
              <a:gd name="connsiteX35" fmla="*/ 502040 w 1228797"/>
              <a:gd name="connsiteY35" fmla="*/ 3429 h 152590"/>
              <a:gd name="connsiteX36" fmla="*/ 535949 w 1228797"/>
              <a:gd name="connsiteY36" fmla="*/ 16764 h 152590"/>
              <a:gd name="connsiteX37" fmla="*/ 550808 w 1228797"/>
              <a:gd name="connsiteY37" fmla="*/ 49340 h 152590"/>
              <a:gd name="connsiteX38" fmla="*/ 528615 w 1228797"/>
              <a:gd name="connsiteY38" fmla="*/ 91345 h 152590"/>
              <a:gd name="connsiteX39" fmla="*/ 526233 w 1228797"/>
              <a:gd name="connsiteY39" fmla="*/ 99251 h 152590"/>
              <a:gd name="connsiteX40" fmla="*/ 544712 w 1228797"/>
              <a:gd name="connsiteY40" fmla="*/ 138017 h 152590"/>
              <a:gd name="connsiteX41" fmla="*/ 541683 w 1228797"/>
              <a:gd name="connsiteY41" fmla="*/ 146377 h 152590"/>
              <a:gd name="connsiteX42" fmla="*/ 538997 w 1228797"/>
              <a:gd name="connsiteY42" fmla="*/ 146971 h 152590"/>
              <a:gd name="connsiteX43" fmla="*/ 525567 w 1228797"/>
              <a:gd name="connsiteY43" fmla="*/ 146971 h 152590"/>
              <a:gd name="connsiteX44" fmla="*/ 519947 w 1228797"/>
              <a:gd name="connsiteY44" fmla="*/ 143447 h 152590"/>
              <a:gd name="connsiteX45" fmla="*/ 500230 w 1228797"/>
              <a:gd name="connsiteY45" fmla="*/ 102203 h 152590"/>
              <a:gd name="connsiteX46" fmla="*/ 494611 w 1228797"/>
              <a:gd name="connsiteY46" fmla="*/ 98679 h 152590"/>
              <a:gd name="connsiteX47" fmla="*/ 463654 w 1228797"/>
              <a:gd name="connsiteY47" fmla="*/ 98679 h 152590"/>
              <a:gd name="connsiteX48" fmla="*/ 457368 w 1228797"/>
              <a:gd name="connsiteY48" fmla="*/ 104773 h 152590"/>
              <a:gd name="connsiteX49" fmla="*/ 457368 w 1228797"/>
              <a:gd name="connsiteY49" fmla="*/ 104966 h 152590"/>
              <a:gd name="connsiteX50" fmla="*/ 457368 w 1228797"/>
              <a:gd name="connsiteY50" fmla="*/ 140684 h 152590"/>
              <a:gd name="connsiteX51" fmla="*/ 451081 w 1228797"/>
              <a:gd name="connsiteY51" fmla="*/ 146971 h 152590"/>
              <a:gd name="connsiteX52" fmla="*/ 437841 w 1228797"/>
              <a:gd name="connsiteY52" fmla="*/ 146971 h 152590"/>
              <a:gd name="connsiteX53" fmla="*/ 431555 w 1228797"/>
              <a:gd name="connsiteY53" fmla="*/ 140684 h 152590"/>
              <a:gd name="connsiteX54" fmla="*/ 431555 w 1228797"/>
              <a:gd name="connsiteY54" fmla="*/ 9716 h 152590"/>
              <a:gd name="connsiteX55" fmla="*/ 437841 w 1228797"/>
              <a:gd name="connsiteY55" fmla="*/ 3429 h 152590"/>
              <a:gd name="connsiteX56" fmla="*/ 293633 w 1228797"/>
              <a:gd name="connsiteY56" fmla="*/ 3429 h 152590"/>
              <a:gd name="connsiteX57" fmla="*/ 306777 w 1228797"/>
              <a:gd name="connsiteY57" fmla="*/ 3429 h 152590"/>
              <a:gd name="connsiteX58" fmla="*/ 312683 w 1228797"/>
              <a:gd name="connsiteY58" fmla="*/ 9715 h 152590"/>
              <a:gd name="connsiteX59" fmla="*/ 312683 w 1228797"/>
              <a:gd name="connsiteY59" fmla="*/ 80677 h 152590"/>
              <a:gd name="connsiteX60" fmla="*/ 350592 w 1228797"/>
              <a:gd name="connsiteY60" fmla="*/ 123032 h 152590"/>
              <a:gd name="connsiteX61" fmla="*/ 392950 w 1228797"/>
              <a:gd name="connsiteY61" fmla="*/ 85118 h 152590"/>
              <a:gd name="connsiteX62" fmla="*/ 392978 w 1228797"/>
              <a:gd name="connsiteY62" fmla="*/ 81248 h 152590"/>
              <a:gd name="connsiteX63" fmla="*/ 392978 w 1228797"/>
              <a:gd name="connsiteY63" fmla="*/ 9715 h 152590"/>
              <a:gd name="connsiteX64" fmla="*/ 399265 w 1228797"/>
              <a:gd name="connsiteY64" fmla="*/ 3429 h 152590"/>
              <a:gd name="connsiteX65" fmla="*/ 412505 w 1228797"/>
              <a:gd name="connsiteY65" fmla="*/ 3429 h 152590"/>
              <a:gd name="connsiteX66" fmla="*/ 418696 w 1228797"/>
              <a:gd name="connsiteY66" fmla="*/ 9715 h 152590"/>
              <a:gd name="connsiteX67" fmla="*/ 418696 w 1228797"/>
              <a:gd name="connsiteY67" fmla="*/ 81153 h 152590"/>
              <a:gd name="connsiteX68" fmla="*/ 378496 w 1228797"/>
              <a:gd name="connsiteY68" fmla="*/ 141799 h 152590"/>
              <a:gd name="connsiteX69" fmla="*/ 353068 w 1228797"/>
              <a:gd name="connsiteY69" fmla="*/ 146933 h 152590"/>
              <a:gd name="connsiteX70" fmla="*/ 327634 w 1228797"/>
              <a:gd name="connsiteY70" fmla="*/ 141836 h 152590"/>
              <a:gd name="connsiteX71" fmla="*/ 287346 w 1228797"/>
              <a:gd name="connsiteY71" fmla="*/ 81248 h 152590"/>
              <a:gd name="connsiteX72" fmla="*/ 287346 w 1228797"/>
              <a:gd name="connsiteY72" fmla="*/ 81153 h 152590"/>
              <a:gd name="connsiteX73" fmla="*/ 287346 w 1228797"/>
              <a:gd name="connsiteY73" fmla="*/ 9715 h 152590"/>
              <a:gd name="connsiteX74" fmla="*/ 293633 w 1228797"/>
              <a:gd name="connsiteY74" fmla="*/ 3429 h 152590"/>
              <a:gd name="connsiteX75" fmla="*/ 6264 w 1228797"/>
              <a:gd name="connsiteY75" fmla="*/ 3333 h 152590"/>
              <a:gd name="connsiteX76" fmla="*/ 18646 w 1228797"/>
              <a:gd name="connsiteY76" fmla="*/ 3333 h 152590"/>
              <a:gd name="connsiteX77" fmla="*/ 23790 w 1228797"/>
              <a:gd name="connsiteY77" fmla="*/ 6000 h 152590"/>
              <a:gd name="connsiteX78" fmla="*/ 61890 w 1228797"/>
              <a:gd name="connsiteY78" fmla="*/ 59817 h 152590"/>
              <a:gd name="connsiteX79" fmla="*/ 67033 w 1228797"/>
              <a:gd name="connsiteY79" fmla="*/ 62388 h 152590"/>
              <a:gd name="connsiteX80" fmla="*/ 72081 w 1228797"/>
              <a:gd name="connsiteY80" fmla="*/ 59817 h 152590"/>
              <a:gd name="connsiteX81" fmla="*/ 110181 w 1228797"/>
              <a:gd name="connsiteY81" fmla="*/ 6000 h 152590"/>
              <a:gd name="connsiteX82" fmla="*/ 115325 w 1228797"/>
              <a:gd name="connsiteY82" fmla="*/ 3333 h 152590"/>
              <a:gd name="connsiteX83" fmla="*/ 127707 w 1228797"/>
              <a:gd name="connsiteY83" fmla="*/ 3333 h 152590"/>
              <a:gd name="connsiteX84" fmla="*/ 134065 w 1228797"/>
              <a:gd name="connsiteY84" fmla="*/ 9548 h 152590"/>
              <a:gd name="connsiteX85" fmla="*/ 132851 w 1228797"/>
              <a:gd name="connsiteY85" fmla="*/ 13335 h 152590"/>
              <a:gd name="connsiteX86" fmla="*/ 81702 w 1228797"/>
              <a:gd name="connsiteY86" fmla="*/ 83724 h 152590"/>
              <a:gd name="connsiteX87" fmla="*/ 79987 w 1228797"/>
              <a:gd name="connsiteY87" fmla="*/ 89154 h 152590"/>
              <a:gd name="connsiteX88" fmla="*/ 79987 w 1228797"/>
              <a:gd name="connsiteY88" fmla="*/ 140684 h 152590"/>
              <a:gd name="connsiteX89" fmla="*/ 73701 w 1228797"/>
              <a:gd name="connsiteY89" fmla="*/ 146970 h 152590"/>
              <a:gd name="connsiteX90" fmla="*/ 60270 w 1228797"/>
              <a:gd name="connsiteY90" fmla="*/ 146970 h 152590"/>
              <a:gd name="connsiteX91" fmla="*/ 53984 w 1228797"/>
              <a:gd name="connsiteY91" fmla="*/ 140684 h 152590"/>
              <a:gd name="connsiteX92" fmla="*/ 53984 w 1228797"/>
              <a:gd name="connsiteY92" fmla="*/ 89154 h 152590"/>
              <a:gd name="connsiteX93" fmla="*/ 52269 w 1228797"/>
              <a:gd name="connsiteY93" fmla="*/ 83724 h 152590"/>
              <a:gd name="connsiteX94" fmla="*/ 1215 w 1228797"/>
              <a:gd name="connsiteY94" fmla="*/ 13335 h 152590"/>
              <a:gd name="connsiteX95" fmla="*/ 2572 w 1228797"/>
              <a:gd name="connsiteY95" fmla="*/ 4549 h 152590"/>
              <a:gd name="connsiteX96" fmla="*/ 6264 w 1228797"/>
              <a:gd name="connsiteY96" fmla="*/ 3333 h 152590"/>
              <a:gd name="connsiteX97" fmla="*/ 1154026 w 1228797"/>
              <a:gd name="connsiteY97" fmla="*/ 3238 h 152590"/>
              <a:gd name="connsiteX98" fmla="*/ 1228797 w 1228797"/>
              <a:gd name="connsiteY98" fmla="*/ 77819 h 152590"/>
              <a:gd name="connsiteX99" fmla="*/ 1228797 w 1228797"/>
              <a:gd name="connsiteY99" fmla="*/ 77914 h 152590"/>
              <a:gd name="connsiteX100" fmla="*/ 1154216 w 1228797"/>
              <a:gd name="connsiteY100" fmla="*/ 152590 h 152590"/>
              <a:gd name="connsiteX101" fmla="*/ 1079445 w 1228797"/>
              <a:gd name="connsiteY101" fmla="*/ 78009 h 152590"/>
              <a:gd name="connsiteX102" fmla="*/ 1154026 w 1228797"/>
              <a:gd name="connsiteY102" fmla="*/ 3238 h 152590"/>
              <a:gd name="connsiteX103" fmla="*/ 646058 w 1228797"/>
              <a:gd name="connsiteY103" fmla="*/ 2096 h 152590"/>
              <a:gd name="connsiteX104" fmla="*/ 659774 w 1228797"/>
              <a:gd name="connsiteY104" fmla="*/ 2096 h 152590"/>
              <a:gd name="connsiteX105" fmla="*/ 666060 w 1228797"/>
              <a:gd name="connsiteY105" fmla="*/ 8382 h 152590"/>
              <a:gd name="connsiteX106" fmla="*/ 666060 w 1228797"/>
              <a:gd name="connsiteY106" fmla="*/ 116491 h 152590"/>
              <a:gd name="connsiteX107" fmla="*/ 672346 w 1228797"/>
              <a:gd name="connsiteY107" fmla="*/ 122778 h 152590"/>
              <a:gd name="connsiteX108" fmla="*/ 750166 w 1228797"/>
              <a:gd name="connsiteY108" fmla="*/ 122778 h 152590"/>
              <a:gd name="connsiteX109" fmla="*/ 756452 w 1228797"/>
              <a:gd name="connsiteY109" fmla="*/ 129064 h 152590"/>
              <a:gd name="connsiteX110" fmla="*/ 756452 w 1228797"/>
              <a:gd name="connsiteY110" fmla="*/ 141733 h 152590"/>
              <a:gd name="connsiteX111" fmla="*/ 750356 w 1228797"/>
              <a:gd name="connsiteY111" fmla="*/ 148019 h 152590"/>
              <a:gd name="connsiteX112" fmla="*/ 750166 w 1228797"/>
              <a:gd name="connsiteY112" fmla="*/ 148019 h 152590"/>
              <a:gd name="connsiteX113" fmla="*/ 646058 w 1228797"/>
              <a:gd name="connsiteY113" fmla="*/ 148019 h 152590"/>
              <a:gd name="connsiteX114" fmla="*/ 639771 w 1228797"/>
              <a:gd name="connsiteY114" fmla="*/ 141733 h 152590"/>
              <a:gd name="connsiteX115" fmla="*/ 639771 w 1228797"/>
              <a:gd name="connsiteY115" fmla="*/ 8382 h 152590"/>
              <a:gd name="connsiteX116" fmla="*/ 646058 w 1228797"/>
              <a:gd name="connsiteY116" fmla="*/ 2096 h 152590"/>
              <a:gd name="connsiteX117" fmla="*/ 995720 w 1228797"/>
              <a:gd name="connsiteY117" fmla="*/ 191 h 152590"/>
              <a:gd name="connsiteX118" fmla="*/ 1040488 w 1228797"/>
              <a:gd name="connsiteY118" fmla="*/ 15621 h 152590"/>
              <a:gd name="connsiteX119" fmla="*/ 1051060 w 1228797"/>
              <a:gd name="connsiteY119" fmla="*/ 25146 h 152590"/>
              <a:gd name="connsiteX120" fmla="*/ 1051251 w 1228797"/>
              <a:gd name="connsiteY120" fmla="*/ 25418 h 152590"/>
              <a:gd name="connsiteX121" fmla="*/ 1049536 w 1228797"/>
              <a:gd name="connsiteY121" fmla="*/ 34004 h 152590"/>
              <a:gd name="connsiteX122" fmla="*/ 1038964 w 1228797"/>
              <a:gd name="connsiteY122" fmla="*/ 41434 h 152590"/>
              <a:gd name="connsiteX123" fmla="*/ 1030867 w 1228797"/>
              <a:gd name="connsiteY123" fmla="*/ 40767 h 152590"/>
              <a:gd name="connsiteX124" fmla="*/ 1028010 w 1228797"/>
              <a:gd name="connsiteY124" fmla="*/ 38100 h 152590"/>
              <a:gd name="connsiteX125" fmla="*/ 1027343 w 1228797"/>
              <a:gd name="connsiteY125" fmla="*/ 37624 h 152590"/>
              <a:gd name="connsiteX126" fmla="*/ 995911 w 1228797"/>
              <a:gd name="connsiteY126" fmla="*/ 26194 h 152590"/>
              <a:gd name="connsiteX127" fmla="*/ 993815 w 1228797"/>
              <a:gd name="connsiteY127" fmla="*/ 26194 h 152590"/>
              <a:gd name="connsiteX128" fmla="*/ 990386 w 1228797"/>
              <a:gd name="connsiteY128" fmla="*/ 26194 h 152590"/>
              <a:gd name="connsiteX129" fmla="*/ 981623 w 1228797"/>
              <a:gd name="connsiteY129" fmla="*/ 28004 h 152590"/>
              <a:gd name="connsiteX130" fmla="*/ 947638 w 1228797"/>
              <a:gd name="connsiteY130" fmla="*/ 64456 h 152590"/>
              <a:gd name="connsiteX131" fmla="*/ 984957 w 1228797"/>
              <a:gd name="connsiteY131" fmla="*/ 123254 h 152590"/>
              <a:gd name="connsiteX132" fmla="*/ 988957 w 1228797"/>
              <a:gd name="connsiteY132" fmla="*/ 124016 h 152590"/>
              <a:gd name="connsiteX133" fmla="*/ 992291 w 1228797"/>
              <a:gd name="connsiteY133" fmla="*/ 122968 h 152590"/>
              <a:gd name="connsiteX134" fmla="*/ 1001816 w 1228797"/>
              <a:gd name="connsiteY134" fmla="*/ 122968 h 152590"/>
              <a:gd name="connsiteX135" fmla="*/ 1009150 w 1228797"/>
              <a:gd name="connsiteY135" fmla="*/ 121920 h 152590"/>
              <a:gd name="connsiteX136" fmla="*/ 1010484 w 1228797"/>
              <a:gd name="connsiteY136" fmla="*/ 121920 h 152590"/>
              <a:gd name="connsiteX137" fmla="*/ 1011817 w 1228797"/>
              <a:gd name="connsiteY137" fmla="*/ 121920 h 152590"/>
              <a:gd name="connsiteX138" fmla="*/ 1017437 w 1228797"/>
              <a:gd name="connsiteY138" fmla="*/ 119920 h 152590"/>
              <a:gd name="connsiteX139" fmla="*/ 1018580 w 1228797"/>
              <a:gd name="connsiteY139" fmla="*/ 119444 h 152590"/>
              <a:gd name="connsiteX140" fmla="*/ 1019723 w 1228797"/>
              <a:gd name="connsiteY140" fmla="*/ 118967 h 152590"/>
              <a:gd name="connsiteX141" fmla="*/ 1020866 w 1228797"/>
              <a:gd name="connsiteY141" fmla="*/ 118396 h 152590"/>
              <a:gd name="connsiteX142" fmla="*/ 1023438 w 1228797"/>
              <a:gd name="connsiteY142" fmla="*/ 117062 h 152590"/>
              <a:gd name="connsiteX143" fmla="*/ 1024200 w 1228797"/>
              <a:gd name="connsiteY143" fmla="*/ 116491 h 152590"/>
              <a:gd name="connsiteX144" fmla="*/ 1041154 w 1228797"/>
              <a:gd name="connsiteY144" fmla="*/ 95345 h 152590"/>
              <a:gd name="connsiteX145" fmla="*/ 1040202 w 1228797"/>
              <a:gd name="connsiteY145" fmla="*/ 90297 h 152590"/>
              <a:gd name="connsiteX146" fmla="*/ 1036106 w 1228797"/>
              <a:gd name="connsiteY146" fmla="*/ 88583 h 152590"/>
              <a:gd name="connsiteX147" fmla="*/ 1008579 w 1228797"/>
              <a:gd name="connsiteY147" fmla="*/ 88583 h 152590"/>
              <a:gd name="connsiteX148" fmla="*/ 1002292 w 1228797"/>
              <a:gd name="connsiteY148" fmla="*/ 82296 h 152590"/>
              <a:gd name="connsiteX149" fmla="*/ 1002292 w 1228797"/>
              <a:gd name="connsiteY149" fmla="*/ 69437 h 152590"/>
              <a:gd name="connsiteX150" fmla="*/ 1002292 w 1228797"/>
              <a:gd name="connsiteY150" fmla="*/ 69245 h 152590"/>
              <a:gd name="connsiteX151" fmla="*/ 1008579 w 1228797"/>
              <a:gd name="connsiteY151" fmla="*/ 63151 h 152590"/>
              <a:gd name="connsiteX152" fmla="*/ 1065729 w 1228797"/>
              <a:gd name="connsiteY152" fmla="*/ 63151 h 152590"/>
              <a:gd name="connsiteX153" fmla="*/ 1066205 w 1228797"/>
              <a:gd name="connsiteY153" fmla="*/ 63151 h 152590"/>
              <a:gd name="connsiteX154" fmla="*/ 1066777 w 1228797"/>
              <a:gd name="connsiteY154" fmla="*/ 63151 h 152590"/>
              <a:gd name="connsiteX155" fmla="*/ 1068205 w 1228797"/>
              <a:gd name="connsiteY155" fmla="*/ 68771 h 152590"/>
              <a:gd name="connsiteX156" fmla="*/ 1068205 w 1228797"/>
              <a:gd name="connsiteY156" fmla="*/ 80391 h 152590"/>
              <a:gd name="connsiteX157" fmla="*/ 1043155 w 1228797"/>
              <a:gd name="connsiteY157" fmla="*/ 136112 h 152590"/>
              <a:gd name="connsiteX158" fmla="*/ 1040869 w 1228797"/>
              <a:gd name="connsiteY158" fmla="*/ 138113 h 152590"/>
              <a:gd name="connsiteX159" fmla="*/ 1039630 w 1228797"/>
              <a:gd name="connsiteY159" fmla="*/ 139065 h 152590"/>
              <a:gd name="connsiteX160" fmla="*/ 1037249 w 1228797"/>
              <a:gd name="connsiteY160" fmla="*/ 140780 h 152590"/>
              <a:gd name="connsiteX161" fmla="*/ 1036011 w 1228797"/>
              <a:gd name="connsiteY161" fmla="*/ 141637 h 152590"/>
              <a:gd name="connsiteX162" fmla="*/ 1033630 w 1228797"/>
              <a:gd name="connsiteY162" fmla="*/ 143161 h 152590"/>
              <a:gd name="connsiteX163" fmla="*/ 1032391 w 1228797"/>
              <a:gd name="connsiteY163" fmla="*/ 143923 h 152590"/>
              <a:gd name="connsiteX164" fmla="*/ 1029915 w 1228797"/>
              <a:gd name="connsiteY164" fmla="*/ 145352 h 152590"/>
              <a:gd name="connsiteX165" fmla="*/ 1029343 w 1228797"/>
              <a:gd name="connsiteY165" fmla="*/ 145352 h 152590"/>
              <a:gd name="connsiteX166" fmla="*/ 1025343 w 1228797"/>
              <a:gd name="connsiteY166" fmla="*/ 147257 h 152590"/>
              <a:gd name="connsiteX167" fmla="*/ 1024676 w 1228797"/>
              <a:gd name="connsiteY167" fmla="*/ 147257 h 152590"/>
              <a:gd name="connsiteX168" fmla="*/ 1022104 w 1228797"/>
              <a:gd name="connsiteY168" fmla="*/ 148209 h 152590"/>
              <a:gd name="connsiteX169" fmla="*/ 1020866 w 1228797"/>
              <a:gd name="connsiteY169" fmla="*/ 148209 h 152590"/>
              <a:gd name="connsiteX170" fmla="*/ 1020104 w 1228797"/>
              <a:gd name="connsiteY170" fmla="*/ 148209 h 152590"/>
              <a:gd name="connsiteX171" fmla="*/ 1018009 w 1228797"/>
              <a:gd name="connsiteY171" fmla="*/ 148971 h 152590"/>
              <a:gd name="connsiteX172" fmla="*/ 1017151 w 1228797"/>
              <a:gd name="connsiteY172" fmla="*/ 148971 h 152590"/>
              <a:gd name="connsiteX173" fmla="*/ 1015913 w 1228797"/>
              <a:gd name="connsiteY173" fmla="*/ 148971 h 152590"/>
              <a:gd name="connsiteX174" fmla="*/ 1015056 w 1228797"/>
              <a:gd name="connsiteY174" fmla="*/ 148971 h 152590"/>
              <a:gd name="connsiteX175" fmla="*/ 1013151 w 1228797"/>
              <a:gd name="connsiteY175" fmla="*/ 149447 h 152590"/>
              <a:gd name="connsiteX176" fmla="*/ 1012103 w 1228797"/>
              <a:gd name="connsiteY176" fmla="*/ 149447 h 152590"/>
              <a:gd name="connsiteX177" fmla="*/ 1010960 w 1228797"/>
              <a:gd name="connsiteY177" fmla="*/ 149447 h 152590"/>
              <a:gd name="connsiteX178" fmla="*/ 1009912 w 1228797"/>
              <a:gd name="connsiteY178" fmla="*/ 149447 h 152590"/>
              <a:gd name="connsiteX179" fmla="*/ 1008103 w 1228797"/>
              <a:gd name="connsiteY179" fmla="*/ 149447 h 152590"/>
              <a:gd name="connsiteX180" fmla="*/ 1006960 w 1228797"/>
              <a:gd name="connsiteY180" fmla="*/ 149447 h 152590"/>
              <a:gd name="connsiteX181" fmla="*/ 1005817 w 1228797"/>
              <a:gd name="connsiteY181" fmla="*/ 149447 h 152590"/>
              <a:gd name="connsiteX182" fmla="*/ 1004578 w 1228797"/>
              <a:gd name="connsiteY182" fmla="*/ 149447 h 152590"/>
              <a:gd name="connsiteX183" fmla="*/ 1002864 w 1228797"/>
              <a:gd name="connsiteY183" fmla="*/ 149447 h 152590"/>
              <a:gd name="connsiteX184" fmla="*/ 995720 w 1228797"/>
              <a:gd name="connsiteY184" fmla="*/ 149447 h 152590"/>
              <a:gd name="connsiteX185" fmla="*/ 990386 w 1228797"/>
              <a:gd name="connsiteY185" fmla="*/ 149447 h 152590"/>
              <a:gd name="connsiteX186" fmla="*/ 918425 w 1228797"/>
              <a:gd name="connsiteY186" fmla="*/ 72152 h 152590"/>
              <a:gd name="connsiteX187" fmla="*/ 995720 w 1228797"/>
              <a:gd name="connsiteY187" fmla="*/ 191 h 152590"/>
              <a:gd name="connsiteX188" fmla="*/ 836558 w 1228797"/>
              <a:gd name="connsiteY188" fmla="*/ 191 h 152590"/>
              <a:gd name="connsiteX189" fmla="*/ 911234 w 1228797"/>
              <a:gd name="connsiteY189" fmla="*/ 74867 h 152590"/>
              <a:gd name="connsiteX190" fmla="*/ 836558 w 1228797"/>
              <a:gd name="connsiteY190" fmla="*/ 149543 h 152590"/>
              <a:gd name="connsiteX191" fmla="*/ 761882 w 1228797"/>
              <a:gd name="connsiteY191" fmla="*/ 74867 h 152590"/>
              <a:gd name="connsiteX192" fmla="*/ 836558 w 1228797"/>
              <a:gd name="connsiteY192" fmla="*/ 191 h 152590"/>
              <a:gd name="connsiteX193" fmla="*/ 200954 w 1228797"/>
              <a:gd name="connsiteY193" fmla="*/ 0 h 152590"/>
              <a:gd name="connsiteX194" fmla="*/ 275821 w 1228797"/>
              <a:gd name="connsiteY194" fmla="*/ 74867 h 152590"/>
              <a:gd name="connsiteX195" fmla="*/ 200954 w 1228797"/>
              <a:gd name="connsiteY195" fmla="*/ 149733 h 152590"/>
              <a:gd name="connsiteX196" fmla="*/ 126088 w 1228797"/>
              <a:gd name="connsiteY196" fmla="*/ 74867 h 152590"/>
              <a:gd name="connsiteX197" fmla="*/ 200954 w 1228797"/>
              <a:gd name="connsiteY197" fmla="*/ 0 h 152590"/>
            </a:gdLst>
            <a:ahLst/>
            <a:cxnLst/>
            <a:rect l="l" t="t" r="r" b="b"/>
            <a:pathLst>
              <a:path w="1228797" h="152590">
                <a:moveTo>
                  <a:pt x="353068" y="146933"/>
                </a:moveTo>
                <a:lnTo>
                  <a:pt x="353259" y="146971"/>
                </a:lnTo>
                <a:lnTo>
                  <a:pt x="352878" y="146971"/>
                </a:lnTo>
                <a:close/>
                <a:moveTo>
                  <a:pt x="463654" y="28766"/>
                </a:moveTo>
                <a:cubicBezTo>
                  <a:pt x="460187" y="28766"/>
                  <a:pt x="457368" y="31580"/>
                  <a:pt x="457368" y="35052"/>
                </a:cubicBezTo>
                <a:lnTo>
                  <a:pt x="457368" y="66866"/>
                </a:lnTo>
                <a:cubicBezTo>
                  <a:pt x="457311" y="70284"/>
                  <a:pt x="460044" y="73099"/>
                  <a:pt x="463464" y="73152"/>
                </a:cubicBezTo>
                <a:cubicBezTo>
                  <a:pt x="463530" y="73153"/>
                  <a:pt x="463588" y="73153"/>
                  <a:pt x="463654" y="73152"/>
                </a:cubicBezTo>
                <a:lnTo>
                  <a:pt x="502611" y="73152"/>
                </a:lnTo>
                <a:cubicBezTo>
                  <a:pt x="514613" y="73223"/>
                  <a:pt x="524576" y="63892"/>
                  <a:pt x="525281" y="51911"/>
                </a:cubicBezTo>
                <a:cubicBezTo>
                  <a:pt x="525910" y="39775"/>
                  <a:pt x="516585" y="29427"/>
                  <a:pt x="504450" y="28795"/>
                </a:cubicBezTo>
                <a:cubicBezTo>
                  <a:pt x="504031" y="28773"/>
                  <a:pt x="503602" y="28763"/>
                  <a:pt x="503183" y="28766"/>
                </a:cubicBezTo>
                <a:close/>
                <a:moveTo>
                  <a:pt x="1154216" y="28194"/>
                </a:moveTo>
                <a:lnTo>
                  <a:pt x="1154216" y="28765"/>
                </a:lnTo>
                <a:cubicBezTo>
                  <a:pt x="1127022" y="28713"/>
                  <a:pt x="1104934" y="50717"/>
                  <a:pt x="1104877" y="77914"/>
                </a:cubicBezTo>
                <a:cubicBezTo>
                  <a:pt x="1104820" y="105111"/>
                  <a:pt x="1126832" y="127201"/>
                  <a:pt x="1154026" y="127254"/>
                </a:cubicBezTo>
                <a:cubicBezTo>
                  <a:pt x="1181220" y="127306"/>
                  <a:pt x="1203308" y="105301"/>
                  <a:pt x="1203365" y="78105"/>
                </a:cubicBezTo>
                <a:cubicBezTo>
                  <a:pt x="1203365" y="78073"/>
                  <a:pt x="1203365" y="78041"/>
                  <a:pt x="1203365" y="78009"/>
                </a:cubicBezTo>
                <a:cubicBezTo>
                  <a:pt x="1203632" y="50761"/>
                  <a:pt x="1181753" y="28458"/>
                  <a:pt x="1154502" y="28195"/>
                </a:cubicBezTo>
                <a:cubicBezTo>
                  <a:pt x="1154407" y="28195"/>
                  <a:pt x="1154312" y="28194"/>
                  <a:pt x="1154216" y="28194"/>
                </a:cubicBezTo>
                <a:close/>
                <a:moveTo>
                  <a:pt x="836558" y="25718"/>
                </a:moveTo>
                <a:cubicBezTo>
                  <a:pt x="809364" y="25718"/>
                  <a:pt x="787314" y="47766"/>
                  <a:pt x="787314" y="74962"/>
                </a:cubicBezTo>
                <a:cubicBezTo>
                  <a:pt x="787314" y="102159"/>
                  <a:pt x="809364" y="124207"/>
                  <a:pt x="836558" y="124207"/>
                </a:cubicBezTo>
                <a:cubicBezTo>
                  <a:pt x="863752" y="124207"/>
                  <a:pt x="885802" y="102159"/>
                  <a:pt x="885802" y="74962"/>
                </a:cubicBezTo>
                <a:cubicBezTo>
                  <a:pt x="885802" y="74931"/>
                  <a:pt x="885802" y="74898"/>
                  <a:pt x="885802" y="74867"/>
                </a:cubicBezTo>
                <a:cubicBezTo>
                  <a:pt x="885745" y="47707"/>
                  <a:pt x="863714" y="25718"/>
                  <a:pt x="836558" y="25718"/>
                </a:cubicBezTo>
                <a:close/>
                <a:moveTo>
                  <a:pt x="200954" y="25527"/>
                </a:moveTo>
                <a:lnTo>
                  <a:pt x="200954" y="25908"/>
                </a:lnTo>
                <a:cubicBezTo>
                  <a:pt x="173652" y="25856"/>
                  <a:pt x="151477" y="47945"/>
                  <a:pt x="151424" y="75248"/>
                </a:cubicBezTo>
                <a:cubicBezTo>
                  <a:pt x="151372" y="102550"/>
                  <a:pt x="173462" y="124725"/>
                  <a:pt x="200764" y="124778"/>
                </a:cubicBezTo>
                <a:cubicBezTo>
                  <a:pt x="228063" y="124830"/>
                  <a:pt x="250237" y="102740"/>
                  <a:pt x="250294" y="75438"/>
                </a:cubicBezTo>
                <a:cubicBezTo>
                  <a:pt x="250294" y="75374"/>
                  <a:pt x="250294" y="75311"/>
                  <a:pt x="250294" y="75248"/>
                </a:cubicBezTo>
                <a:cubicBezTo>
                  <a:pt x="250456" y="47946"/>
                  <a:pt x="228444" y="25686"/>
                  <a:pt x="201145" y="25528"/>
                </a:cubicBezTo>
                <a:cubicBezTo>
                  <a:pt x="201078" y="25527"/>
                  <a:pt x="201021" y="25527"/>
                  <a:pt x="200954" y="25527"/>
                </a:cubicBezTo>
                <a:close/>
                <a:moveTo>
                  <a:pt x="437841" y="3429"/>
                </a:moveTo>
                <a:lnTo>
                  <a:pt x="502040" y="3429"/>
                </a:lnTo>
                <a:cubicBezTo>
                  <a:pt x="514623" y="3414"/>
                  <a:pt x="526748" y="8180"/>
                  <a:pt x="535949" y="16764"/>
                </a:cubicBezTo>
                <a:cubicBezTo>
                  <a:pt x="545074" y="25190"/>
                  <a:pt x="550427" y="36928"/>
                  <a:pt x="550808" y="49340"/>
                </a:cubicBezTo>
                <a:cubicBezTo>
                  <a:pt x="551303" y="66268"/>
                  <a:pt x="542883" y="82215"/>
                  <a:pt x="528615" y="91345"/>
                </a:cubicBezTo>
                <a:cubicBezTo>
                  <a:pt x="525881" y="92959"/>
                  <a:pt x="524852" y="96397"/>
                  <a:pt x="526233" y="99251"/>
                </a:cubicBezTo>
                <a:lnTo>
                  <a:pt x="544712" y="138017"/>
                </a:lnTo>
                <a:cubicBezTo>
                  <a:pt x="546188" y="141161"/>
                  <a:pt x="544826" y="144904"/>
                  <a:pt x="541683" y="146377"/>
                </a:cubicBezTo>
                <a:cubicBezTo>
                  <a:pt x="540845" y="146772"/>
                  <a:pt x="539930" y="146974"/>
                  <a:pt x="538997" y="146971"/>
                </a:cubicBezTo>
                <a:lnTo>
                  <a:pt x="525567" y="146971"/>
                </a:lnTo>
                <a:cubicBezTo>
                  <a:pt x="523166" y="146983"/>
                  <a:pt x="520976" y="145611"/>
                  <a:pt x="519947" y="143447"/>
                </a:cubicBezTo>
                <a:lnTo>
                  <a:pt x="500230" y="102203"/>
                </a:lnTo>
                <a:cubicBezTo>
                  <a:pt x="499221" y="100023"/>
                  <a:pt x="497011" y="98643"/>
                  <a:pt x="494611" y="98679"/>
                </a:cubicBezTo>
                <a:lnTo>
                  <a:pt x="463654" y="98679"/>
                </a:lnTo>
                <a:cubicBezTo>
                  <a:pt x="460235" y="98626"/>
                  <a:pt x="457425" y="101355"/>
                  <a:pt x="457368" y="104773"/>
                </a:cubicBezTo>
                <a:cubicBezTo>
                  <a:pt x="457368" y="104838"/>
                  <a:pt x="457368" y="104902"/>
                  <a:pt x="457368" y="104966"/>
                </a:cubicBezTo>
                <a:lnTo>
                  <a:pt x="457368" y="140684"/>
                </a:lnTo>
                <a:cubicBezTo>
                  <a:pt x="457368" y="144156"/>
                  <a:pt x="454558" y="146971"/>
                  <a:pt x="451081" y="146971"/>
                </a:cubicBezTo>
                <a:lnTo>
                  <a:pt x="437841" y="146971"/>
                </a:lnTo>
                <a:cubicBezTo>
                  <a:pt x="434365" y="146971"/>
                  <a:pt x="431555" y="144156"/>
                  <a:pt x="431555" y="140684"/>
                </a:cubicBezTo>
                <a:lnTo>
                  <a:pt x="431555" y="9716"/>
                </a:lnTo>
                <a:cubicBezTo>
                  <a:pt x="431603" y="6265"/>
                  <a:pt x="434393" y="3480"/>
                  <a:pt x="437841" y="3429"/>
                </a:cubicBezTo>
                <a:close/>
                <a:moveTo>
                  <a:pt x="293633" y="3429"/>
                </a:moveTo>
                <a:lnTo>
                  <a:pt x="306777" y="3429"/>
                </a:lnTo>
                <a:cubicBezTo>
                  <a:pt x="310101" y="3631"/>
                  <a:pt x="312692" y="6387"/>
                  <a:pt x="312683" y="9715"/>
                </a:cubicBezTo>
                <a:lnTo>
                  <a:pt x="312683" y="80677"/>
                </a:lnTo>
                <a:cubicBezTo>
                  <a:pt x="311454" y="102842"/>
                  <a:pt x="328427" y="121805"/>
                  <a:pt x="350592" y="123032"/>
                </a:cubicBezTo>
                <a:cubicBezTo>
                  <a:pt x="372757" y="124258"/>
                  <a:pt x="391721" y="107284"/>
                  <a:pt x="392950" y="85118"/>
                </a:cubicBezTo>
                <a:cubicBezTo>
                  <a:pt x="393026" y="83830"/>
                  <a:pt x="393035" y="82538"/>
                  <a:pt x="392978" y="81248"/>
                </a:cubicBezTo>
                <a:lnTo>
                  <a:pt x="392978" y="9715"/>
                </a:lnTo>
                <a:cubicBezTo>
                  <a:pt x="393026" y="6265"/>
                  <a:pt x="395817" y="3480"/>
                  <a:pt x="399265" y="3429"/>
                </a:cubicBezTo>
                <a:lnTo>
                  <a:pt x="412505" y="3429"/>
                </a:lnTo>
                <a:cubicBezTo>
                  <a:pt x="415943" y="3481"/>
                  <a:pt x="418696" y="6281"/>
                  <a:pt x="418696" y="9715"/>
                </a:cubicBezTo>
                <a:lnTo>
                  <a:pt x="418696" y="81153"/>
                </a:lnTo>
                <a:cubicBezTo>
                  <a:pt x="418696" y="108416"/>
                  <a:pt x="402119" y="131807"/>
                  <a:pt x="378496" y="141799"/>
                </a:cubicBezTo>
                <a:lnTo>
                  <a:pt x="353068" y="146933"/>
                </a:lnTo>
                <a:lnTo>
                  <a:pt x="327634" y="141836"/>
                </a:lnTo>
                <a:cubicBezTo>
                  <a:pt x="303998" y="131878"/>
                  <a:pt x="287389" y="108511"/>
                  <a:pt x="287346" y="81248"/>
                </a:cubicBezTo>
                <a:cubicBezTo>
                  <a:pt x="287346" y="81217"/>
                  <a:pt x="287346" y="81184"/>
                  <a:pt x="287346" y="81153"/>
                </a:cubicBezTo>
                <a:lnTo>
                  <a:pt x="287346" y="9715"/>
                </a:lnTo>
                <a:cubicBezTo>
                  <a:pt x="287394" y="6265"/>
                  <a:pt x="290184" y="3480"/>
                  <a:pt x="293633" y="3429"/>
                </a:cubicBezTo>
                <a:close/>
                <a:moveTo>
                  <a:pt x="6264" y="3333"/>
                </a:moveTo>
                <a:lnTo>
                  <a:pt x="18646" y="3333"/>
                </a:lnTo>
                <a:cubicBezTo>
                  <a:pt x="20692" y="3332"/>
                  <a:pt x="22611" y="4327"/>
                  <a:pt x="23790" y="6000"/>
                </a:cubicBezTo>
                <a:lnTo>
                  <a:pt x="61890" y="59817"/>
                </a:lnTo>
                <a:cubicBezTo>
                  <a:pt x="63109" y="61430"/>
                  <a:pt x="65011" y="62381"/>
                  <a:pt x="67033" y="62388"/>
                </a:cubicBezTo>
                <a:cubicBezTo>
                  <a:pt x="69032" y="62397"/>
                  <a:pt x="70913" y="61439"/>
                  <a:pt x="72081" y="59817"/>
                </a:cubicBezTo>
                <a:lnTo>
                  <a:pt x="110181" y="6000"/>
                </a:lnTo>
                <a:cubicBezTo>
                  <a:pt x="111360" y="4327"/>
                  <a:pt x="113279" y="3332"/>
                  <a:pt x="115325" y="3333"/>
                </a:cubicBezTo>
                <a:lnTo>
                  <a:pt x="127707" y="3333"/>
                </a:lnTo>
                <a:cubicBezTo>
                  <a:pt x="131179" y="3293"/>
                  <a:pt x="134026" y="6076"/>
                  <a:pt x="134065" y="9548"/>
                </a:cubicBezTo>
                <a:cubicBezTo>
                  <a:pt x="134082" y="10908"/>
                  <a:pt x="133655" y="12237"/>
                  <a:pt x="132851" y="13335"/>
                </a:cubicBezTo>
                <a:lnTo>
                  <a:pt x="81702" y="83724"/>
                </a:lnTo>
                <a:cubicBezTo>
                  <a:pt x="80555" y="85300"/>
                  <a:pt x="79953" y="87206"/>
                  <a:pt x="79987" y="89154"/>
                </a:cubicBezTo>
                <a:lnTo>
                  <a:pt x="79987" y="140684"/>
                </a:lnTo>
                <a:cubicBezTo>
                  <a:pt x="79987" y="144156"/>
                  <a:pt x="77172" y="146970"/>
                  <a:pt x="73701" y="146970"/>
                </a:cubicBezTo>
                <a:lnTo>
                  <a:pt x="60270" y="146970"/>
                </a:lnTo>
                <a:cubicBezTo>
                  <a:pt x="56798" y="146970"/>
                  <a:pt x="53984" y="144156"/>
                  <a:pt x="53984" y="140684"/>
                </a:cubicBezTo>
                <a:lnTo>
                  <a:pt x="53984" y="89154"/>
                </a:lnTo>
                <a:cubicBezTo>
                  <a:pt x="54018" y="87206"/>
                  <a:pt x="53416" y="85300"/>
                  <a:pt x="52269" y="83724"/>
                </a:cubicBezTo>
                <a:lnTo>
                  <a:pt x="1215" y="13335"/>
                </a:lnTo>
                <a:cubicBezTo>
                  <a:pt x="-836" y="10533"/>
                  <a:pt x="-229" y="6600"/>
                  <a:pt x="2572" y="4549"/>
                </a:cubicBezTo>
                <a:cubicBezTo>
                  <a:pt x="3643" y="3764"/>
                  <a:pt x="4936" y="3338"/>
                  <a:pt x="6264" y="3333"/>
                </a:cubicBezTo>
                <a:close/>
                <a:moveTo>
                  <a:pt x="1154026" y="3238"/>
                </a:moveTo>
                <a:cubicBezTo>
                  <a:pt x="1195269" y="3186"/>
                  <a:pt x="1228740" y="36577"/>
                  <a:pt x="1228797" y="77819"/>
                </a:cubicBezTo>
                <a:cubicBezTo>
                  <a:pt x="1228797" y="77850"/>
                  <a:pt x="1228797" y="77883"/>
                  <a:pt x="1228797" y="77914"/>
                </a:cubicBezTo>
                <a:cubicBezTo>
                  <a:pt x="1228740" y="119097"/>
                  <a:pt x="1195402" y="152485"/>
                  <a:pt x="1154216" y="152590"/>
                </a:cubicBezTo>
                <a:cubicBezTo>
                  <a:pt x="1112973" y="152642"/>
                  <a:pt x="1079502" y="119252"/>
                  <a:pt x="1079445" y="78009"/>
                </a:cubicBezTo>
                <a:cubicBezTo>
                  <a:pt x="1079388" y="36767"/>
                  <a:pt x="1112783" y="3290"/>
                  <a:pt x="1154026" y="3238"/>
                </a:cubicBezTo>
                <a:close/>
                <a:moveTo>
                  <a:pt x="646058" y="2096"/>
                </a:moveTo>
                <a:lnTo>
                  <a:pt x="659774" y="2096"/>
                </a:lnTo>
                <a:cubicBezTo>
                  <a:pt x="663250" y="2096"/>
                  <a:pt x="666060" y="4911"/>
                  <a:pt x="666060" y="8382"/>
                </a:cubicBezTo>
                <a:lnTo>
                  <a:pt x="666060" y="116491"/>
                </a:lnTo>
                <a:cubicBezTo>
                  <a:pt x="666060" y="119963"/>
                  <a:pt x="668870" y="122778"/>
                  <a:pt x="672346" y="122778"/>
                </a:cubicBezTo>
                <a:lnTo>
                  <a:pt x="750166" y="122778"/>
                </a:lnTo>
                <a:cubicBezTo>
                  <a:pt x="753633" y="122778"/>
                  <a:pt x="756452" y="125592"/>
                  <a:pt x="756452" y="129064"/>
                </a:cubicBezTo>
                <a:lnTo>
                  <a:pt x="756452" y="141733"/>
                </a:lnTo>
                <a:cubicBezTo>
                  <a:pt x="756509" y="145151"/>
                  <a:pt x="753776" y="147966"/>
                  <a:pt x="750356" y="148019"/>
                </a:cubicBezTo>
                <a:cubicBezTo>
                  <a:pt x="750290" y="148020"/>
                  <a:pt x="750232" y="148020"/>
                  <a:pt x="750166" y="148019"/>
                </a:cubicBezTo>
                <a:lnTo>
                  <a:pt x="646058" y="148019"/>
                </a:lnTo>
                <a:cubicBezTo>
                  <a:pt x="642581" y="148019"/>
                  <a:pt x="639771" y="145204"/>
                  <a:pt x="639771" y="141733"/>
                </a:cubicBezTo>
                <a:lnTo>
                  <a:pt x="639771" y="8382"/>
                </a:lnTo>
                <a:cubicBezTo>
                  <a:pt x="639819" y="4932"/>
                  <a:pt x="642609" y="2147"/>
                  <a:pt x="646058" y="2096"/>
                </a:cubicBezTo>
                <a:close/>
                <a:moveTo>
                  <a:pt x="995720" y="191"/>
                </a:moveTo>
                <a:cubicBezTo>
                  <a:pt x="1011922" y="355"/>
                  <a:pt x="1027629" y="5769"/>
                  <a:pt x="1040488" y="15621"/>
                </a:cubicBezTo>
                <a:cubicBezTo>
                  <a:pt x="1044298" y="18466"/>
                  <a:pt x="1047831" y="21654"/>
                  <a:pt x="1051060" y="25146"/>
                </a:cubicBezTo>
                <a:cubicBezTo>
                  <a:pt x="1051127" y="25235"/>
                  <a:pt x="1051194" y="25326"/>
                  <a:pt x="1051251" y="25418"/>
                </a:cubicBezTo>
                <a:cubicBezTo>
                  <a:pt x="1053146" y="28264"/>
                  <a:pt x="1052384" y="32107"/>
                  <a:pt x="1049536" y="34004"/>
                </a:cubicBezTo>
                <a:lnTo>
                  <a:pt x="1038964" y="41434"/>
                </a:lnTo>
                <a:cubicBezTo>
                  <a:pt x="1036478" y="43261"/>
                  <a:pt x="1033020" y="42976"/>
                  <a:pt x="1030867" y="40767"/>
                </a:cubicBezTo>
                <a:cubicBezTo>
                  <a:pt x="1029962" y="39830"/>
                  <a:pt x="1029010" y="38939"/>
                  <a:pt x="1028010" y="38100"/>
                </a:cubicBezTo>
                <a:cubicBezTo>
                  <a:pt x="1027753" y="37997"/>
                  <a:pt x="1027524" y="37834"/>
                  <a:pt x="1027343" y="37624"/>
                </a:cubicBezTo>
                <a:cubicBezTo>
                  <a:pt x="1018532" y="30242"/>
                  <a:pt x="1007407" y="26196"/>
                  <a:pt x="995911" y="26194"/>
                </a:cubicBezTo>
                <a:lnTo>
                  <a:pt x="993815" y="26194"/>
                </a:lnTo>
                <a:cubicBezTo>
                  <a:pt x="992672" y="26099"/>
                  <a:pt x="991529" y="26099"/>
                  <a:pt x="990386" y="26194"/>
                </a:cubicBezTo>
                <a:cubicBezTo>
                  <a:pt x="987414" y="26512"/>
                  <a:pt x="984481" y="27118"/>
                  <a:pt x="981623" y="28004"/>
                </a:cubicBezTo>
                <a:cubicBezTo>
                  <a:pt x="964526" y="33101"/>
                  <a:pt x="951524" y="47046"/>
                  <a:pt x="947638" y="64456"/>
                </a:cubicBezTo>
                <a:cubicBezTo>
                  <a:pt x="941704" y="90998"/>
                  <a:pt x="958411" y="117323"/>
                  <a:pt x="984957" y="123254"/>
                </a:cubicBezTo>
                <a:lnTo>
                  <a:pt x="988957" y="124016"/>
                </a:lnTo>
                <a:lnTo>
                  <a:pt x="992291" y="122968"/>
                </a:lnTo>
                <a:lnTo>
                  <a:pt x="1001816" y="122968"/>
                </a:lnTo>
                <a:cubicBezTo>
                  <a:pt x="1004274" y="122753"/>
                  <a:pt x="1006731" y="122403"/>
                  <a:pt x="1009150" y="121920"/>
                </a:cubicBezTo>
                <a:lnTo>
                  <a:pt x="1010484" y="121920"/>
                </a:lnTo>
                <a:lnTo>
                  <a:pt x="1011817" y="121920"/>
                </a:lnTo>
                <a:lnTo>
                  <a:pt x="1017437" y="119920"/>
                </a:lnTo>
                <a:lnTo>
                  <a:pt x="1018580" y="119444"/>
                </a:lnTo>
                <a:lnTo>
                  <a:pt x="1019723" y="118967"/>
                </a:lnTo>
                <a:lnTo>
                  <a:pt x="1020866" y="118396"/>
                </a:lnTo>
                <a:lnTo>
                  <a:pt x="1023438" y="117062"/>
                </a:lnTo>
                <a:lnTo>
                  <a:pt x="1024200" y="116491"/>
                </a:lnTo>
                <a:cubicBezTo>
                  <a:pt x="1031496" y="110931"/>
                  <a:pt x="1037316" y="103671"/>
                  <a:pt x="1041154" y="95345"/>
                </a:cubicBezTo>
                <a:cubicBezTo>
                  <a:pt x="1041764" y="93613"/>
                  <a:pt x="1041393" y="91690"/>
                  <a:pt x="1040202" y="90297"/>
                </a:cubicBezTo>
                <a:cubicBezTo>
                  <a:pt x="1039135" y="89178"/>
                  <a:pt x="1037649" y="88556"/>
                  <a:pt x="1036106" y="88583"/>
                </a:cubicBezTo>
                <a:lnTo>
                  <a:pt x="1008579" y="88583"/>
                </a:lnTo>
                <a:cubicBezTo>
                  <a:pt x="1005102" y="88583"/>
                  <a:pt x="1002292" y="85768"/>
                  <a:pt x="1002292" y="82296"/>
                </a:cubicBezTo>
                <a:lnTo>
                  <a:pt x="1002292" y="69437"/>
                </a:lnTo>
                <a:cubicBezTo>
                  <a:pt x="1002292" y="69373"/>
                  <a:pt x="1002292" y="69310"/>
                  <a:pt x="1002292" y="69245"/>
                </a:cubicBezTo>
                <a:cubicBezTo>
                  <a:pt x="1002350" y="65826"/>
                  <a:pt x="1005159" y="63097"/>
                  <a:pt x="1008579" y="63151"/>
                </a:cubicBezTo>
                <a:lnTo>
                  <a:pt x="1065729" y="63151"/>
                </a:lnTo>
                <a:lnTo>
                  <a:pt x="1066205" y="63151"/>
                </a:lnTo>
                <a:lnTo>
                  <a:pt x="1066777" y="63151"/>
                </a:lnTo>
                <a:cubicBezTo>
                  <a:pt x="1068139" y="64680"/>
                  <a:pt x="1068672" y="66776"/>
                  <a:pt x="1068205" y="68771"/>
                </a:cubicBezTo>
                <a:lnTo>
                  <a:pt x="1068205" y="80391"/>
                </a:lnTo>
                <a:cubicBezTo>
                  <a:pt x="1068244" y="101700"/>
                  <a:pt x="1059119" y="121997"/>
                  <a:pt x="1043155" y="136112"/>
                </a:cubicBezTo>
                <a:lnTo>
                  <a:pt x="1040869" y="138113"/>
                </a:lnTo>
                <a:lnTo>
                  <a:pt x="1039630" y="139065"/>
                </a:lnTo>
                <a:cubicBezTo>
                  <a:pt x="1038878" y="139697"/>
                  <a:pt x="1038087" y="140270"/>
                  <a:pt x="1037249" y="140780"/>
                </a:cubicBezTo>
                <a:lnTo>
                  <a:pt x="1036011" y="141637"/>
                </a:lnTo>
                <a:lnTo>
                  <a:pt x="1033630" y="143161"/>
                </a:lnTo>
                <a:lnTo>
                  <a:pt x="1032391" y="143923"/>
                </a:lnTo>
                <a:lnTo>
                  <a:pt x="1029915" y="145352"/>
                </a:lnTo>
                <a:lnTo>
                  <a:pt x="1029343" y="145352"/>
                </a:lnTo>
                <a:lnTo>
                  <a:pt x="1025343" y="147257"/>
                </a:lnTo>
                <a:lnTo>
                  <a:pt x="1024676" y="147257"/>
                </a:lnTo>
                <a:lnTo>
                  <a:pt x="1022104" y="148209"/>
                </a:lnTo>
                <a:lnTo>
                  <a:pt x="1020866" y="148209"/>
                </a:lnTo>
                <a:lnTo>
                  <a:pt x="1020104" y="148209"/>
                </a:lnTo>
                <a:lnTo>
                  <a:pt x="1018009" y="148971"/>
                </a:lnTo>
                <a:lnTo>
                  <a:pt x="1017151" y="148971"/>
                </a:lnTo>
                <a:lnTo>
                  <a:pt x="1015913" y="148971"/>
                </a:lnTo>
                <a:lnTo>
                  <a:pt x="1015056" y="148971"/>
                </a:lnTo>
                <a:lnTo>
                  <a:pt x="1013151" y="149447"/>
                </a:lnTo>
                <a:lnTo>
                  <a:pt x="1012103" y="149447"/>
                </a:lnTo>
                <a:lnTo>
                  <a:pt x="1010960" y="149447"/>
                </a:lnTo>
                <a:lnTo>
                  <a:pt x="1009912" y="149447"/>
                </a:lnTo>
                <a:lnTo>
                  <a:pt x="1008103" y="149447"/>
                </a:lnTo>
                <a:lnTo>
                  <a:pt x="1006960" y="149447"/>
                </a:lnTo>
                <a:lnTo>
                  <a:pt x="1005817" y="149447"/>
                </a:lnTo>
                <a:lnTo>
                  <a:pt x="1004578" y="149447"/>
                </a:lnTo>
                <a:lnTo>
                  <a:pt x="1002864" y="149447"/>
                </a:lnTo>
                <a:lnTo>
                  <a:pt x="995720" y="149447"/>
                </a:lnTo>
                <a:cubicBezTo>
                  <a:pt x="993939" y="149511"/>
                  <a:pt x="992167" y="149511"/>
                  <a:pt x="990386" y="149447"/>
                </a:cubicBezTo>
                <a:cubicBezTo>
                  <a:pt x="949171" y="147975"/>
                  <a:pt x="916948" y="113368"/>
                  <a:pt x="918425" y="72152"/>
                </a:cubicBezTo>
                <a:cubicBezTo>
                  <a:pt x="919901" y="30936"/>
                  <a:pt x="954505" y="-1282"/>
                  <a:pt x="995720" y="191"/>
                </a:cubicBezTo>
                <a:close/>
                <a:moveTo>
                  <a:pt x="836558" y="191"/>
                </a:moveTo>
                <a:cubicBezTo>
                  <a:pt x="877801" y="191"/>
                  <a:pt x="911234" y="33625"/>
                  <a:pt x="911234" y="74867"/>
                </a:cubicBezTo>
                <a:cubicBezTo>
                  <a:pt x="911234" y="116109"/>
                  <a:pt x="877801" y="149543"/>
                  <a:pt x="836558" y="149543"/>
                </a:cubicBezTo>
                <a:cubicBezTo>
                  <a:pt x="795315" y="149543"/>
                  <a:pt x="761882" y="116109"/>
                  <a:pt x="761882" y="74867"/>
                </a:cubicBezTo>
                <a:cubicBezTo>
                  <a:pt x="761882" y="33625"/>
                  <a:pt x="795315" y="191"/>
                  <a:pt x="836558" y="191"/>
                </a:cubicBezTo>
                <a:close/>
                <a:moveTo>
                  <a:pt x="200954" y="0"/>
                </a:moveTo>
                <a:cubicBezTo>
                  <a:pt x="242302" y="0"/>
                  <a:pt x="275821" y="33518"/>
                  <a:pt x="275821" y="74867"/>
                </a:cubicBezTo>
                <a:cubicBezTo>
                  <a:pt x="275821" y="116215"/>
                  <a:pt x="242302" y="149733"/>
                  <a:pt x="200954" y="149733"/>
                </a:cubicBezTo>
                <a:cubicBezTo>
                  <a:pt x="159606" y="149733"/>
                  <a:pt x="126088" y="116215"/>
                  <a:pt x="126088" y="74867"/>
                </a:cubicBezTo>
                <a:cubicBezTo>
                  <a:pt x="126088" y="33518"/>
                  <a:pt x="159606" y="0"/>
                  <a:pt x="200954" y="0"/>
                </a:cubicBezTo>
                <a:close/>
              </a:path>
            </a:pathLst>
          </a:cu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291756" y="1819663"/>
            <a:ext cx="2489629" cy="1038204"/>
          </a:xfrm>
          <a:prstGeom prst="rect">
            <a:avLst/>
          </a:prstGeom>
          <a:noFill/>
          <a:ln>
            <a:noFill/>
          </a:ln>
        </p:spPr>
        <p:txBody>
          <a:bodyPr vert="horz" wrap="square" lIns="91440" tIns="45720" rIns="91440" bIns="0" rtlCol="0" anchor="b"/>
          <a:lstStyle/>
          <a:p>
            <a:pPr algn="r">
              <a:lnSpc>
                <a:spcPct val="110000"/>
              </a:lnSpc>
            </a:pPr>
            <a:r>
              <a:rPr kumimoji="1" lang="en-US" altLang="zh-CN" sz="6600">
                <a:ln w="12700">
                  <a:noFill/>
                </a:ln>
                <a:solidFill>
                  <a:srgbClr val="1467F7">
                    <a:alpha val="100000"/>
                  </a:srgbClr>
                </a:solidFill>
                <a:latin typeface="Source Han Sans CN Bold"/>
                <a:ea typeface="Source Han Sans CN Bold"/>
                <a:cs typeface="Source Han Sans CN Bold"/>
              </a:rPr>
              <a:t>PART</a:t>
            </a:r>
            <a:endParaRPr kumimoji="1" lang="zh-CN" altLang="en-US"/>
          </a:p>
        </p:txBody>
      </p:sp>
      <p:sp>
        <p:nvSpPr>
          <p:cNvPr id="16" name="标题 1"/>
          <p:cNvSpPr txBox="1"/>
          <p:nvPr/>
        </p:nvSpPr>
        <p:spPr>
          <a:xfrm>
            <a:off x="2866742" y="896284"/>
            <a:ext cx="1248058" cy="1961583"/>
          </a:xfrm>
          <a:prstGeom prst="rect">
            <a:avLst/>
          </a:prstGeom>
          <a:noFill/>
          <a:ln>
            <a:noFill/>
          </a:ln>
        </p:spPr>
        <p:txBody>
          <a:bodyPr vert="horz" wrap="square" lIns="91440" tIns="45720" rIns="91440" bIns="0" rtlCol="0" anchor="b"/>
          <a:lstStyle/>
          <a:p>
            <a:pPr algn="l">
              <a:lnSpc>
                <a:spcPct val="110000"/>
              </a:lnSpc>
            </a:pPr>
            <a:r>
              <a:rPr kumimoji="1" lang="en-US" altLang="zh-CN" sz="6600">
                <a:ln w="12700">
                  <a:noFill/>
                </a:ln>
                <a:solidFill>
                  <a:srgbClr val="1467F7">
                    <a:alpha val="100000"/>
                  </a:srgbClr>
                </a:solidFill>
                <a:latin typeface="Source Han Sans CN Bold"/>
                <a:ea typeface="Source Han Sans CN Bold"/>
                <a:cs typeface="Source Han Sans CN Bold"/>
              </a:rPr>
              <a:t>03</a:t>
            </a:r>
            <a:endParaRPr kumimoji="1"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93083"/>
            <a:ext cx="12192000"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660399" y="1783916"/>
            <a:ext cx="2463724" cy="679648"/>
          </a:xfrm>
          <a:custGeom>
            <a:avLst/>
            <a:gdLst>
              <a:gd name="connsiteX0" fmla="*/ 719138 w 9429750"/>
              <a:gd name="connsiteY0" fmla="*/ 2190750 h 2591431"/>
              <a:gd name="connsiteX1" fmla="*/ 1245965 w 9429750"/>
              <a:gd name="connsiteY1" fmla="*/ 2190750 h 2591431"/>
              <a:gd name="connsiteX2" fmla="*/ 1309021 w 9429750"/>
              <a:gd name="connsiteY2" fmla="*/ 2235803 h 2591431"/>
              <a:gd name="connsiteX3" fmla="*/ 1649921 w 9429750"/>
              <a:gd name="connsiteY3" fmla="*/ 2584037 h 2591431"/>
              <a:gd name="connsiteX4" fmla="*/ 1739703 w 9429750"/>
              <a:gd name="connsiteY4" fmla="*/ 2555234 h 2591431"/>
              <a:gd name="connsiteX5" fmla="*/ 1744409 w 9429750"/>
              <a:gd name="connsiteY5" fmla="*/ 2506028 h 2591431"/>
              <a:gd name="connsiteX6" fmla="*/ 1874139 w 9429750"/>
              <a:gd name="connsiteY6" fmla="*/ 2195417 h 2591431"/>
              <a:gd name="connsiteX7" fmla="*/ 1898618 w 9429750"/>
              <a:gd name="connsiteY7" fmla="*/ 2190750 h 2591431"/>
              <a:gd name="connsiteX8" fmla="*/ 8710612 w 9429750"/>
              <a:gd name="connsiteY8" fmla="*/ 2190750 h 2591431"/>
              <a:gd name="connsiteX9" fmla="*/ 9429750 w 9429750"/>
              <a:gd name="connsiteY9" fmla="*/ 1471613 h 2591431"/>
              <a:gd name="connsiteX10" fmla="*/ 9429750 w 9429750"/>
              <a:gd name="connsiteY10" fmla="*/ 719138 h 2591431"/>
              <a:gd name="connsiteX11" fmla="*/ 8710612 w 9429750"/>
              <a:gd name="connsiteY11" fmla="*/ 0 h 2591431"/>
              <a:gd name="connsiteX12" fmla="*/ 719138 w 9429750"/>
              <a:gd name="connsiteY12" fmla="*/ 0 h 2591431"/>
              <a:gd name="connsiteX13" fmla="*/ 0 w 9429750"/>
              <a:gd name="connsiteY13" fmla="*/ 719138 h 2591431"/>
              <a:gd name="connsiteX14" fmla="*/ 0 w 9429750"/>
              <a:gd name="connsiteY14" fmla="*/ 1471613 h 2591431"/>
              <a:gd name="connsiteX15" fmla="*/ 719138 w 9429750"/>
              <a:gd name="connsiteY15" fmla="*/ 2190750 h 2591431"/>
            </a:gdLst>
            <a:ahLst/>
            <a:cxnLst/>
            <a:rect l="l" t="t" r="r" b="b"/>
            <a:pathLst>
              <a:path w="9429750" h="2591431">
                <a:moveTo>
                  <a:pt x="719138" y="2190750"/>
                </a:moveTo>
                <a:lnTo>
                  <a:pt x="1245965" y="2190750"/>
                </a:lnTo>
                <a:cubicBezTo>
                  <a:pt x="1274445" y="2190760"/>
                  <a:pt x="1299782" y="2208857"/>
                  <a:pt x="1309021" y="2235803"/>
                </a:cubicBezTo>
                <a:cubicBezTo>
                  <a:pt x="1372362" y="2413064"/>
                  <a:pt x="1528096" y="2522791"/>
                  <a:pt x="1649921" y="2584037"/>
                </a:cubicBezTo>
                <a:cubicBezTo>
                  <a:pt x="1682668" y="2600878"/>
                  <a:pt x="1722863" y="2587981"/>
                  <a:pt x="1739703" y="2555234"/>
                </a:cubicBezTo>
                <a:cubicBezTo>
                  <a:pt x="1747523" y="2540041"/>
                  <a:pt x="1749209" y="2522430"/>
                  <a:pt x="1744409" y="2506028"/>
                </a:cubicBezTo>
                <a:cubicBezTo>
                  <a:pt x="1712500" y="2400300"/>
                  <a:pt x="1710785" y="2262950"/>
                  <a:pt x="1874139" y="2195417"/>
                </a:cubicBezTo>
                <a:cubicBezTo>
                  <a:pt x="1881912" y="2192255"/>
                  <a:pt x="1890227" y="2190664"/>
                  <a:pt x="1898618" y="2190750"/>
                </a:cubicBezTo>
                <a:lnTo>
                  <a:pt x="8710612" y="2190750"/>
                </a:lnTo>
                <a:cubicBezTo>
                  <a:pt x="9107786" y="2190750"/>
                  <a:pt x="9429750" y="1868777"/>
                  <a:pt x="9429750" y="1471613"/>
                </a:cubicBezTo>
                <a:lnTo>
                  <a:pt x="9429750" y="719138"/>
                </a:lnTo>
                <a:cubicBezTo>
                  <a:pt x="9429750" y="321969"/>
                  <a:pt x="9107786" y="0"/>
                  <a:pt x="8710612" y="0"/>
                </a:cubicBezTo>
                <a:lnTo>
                  <a:pt x="719138" y="0"/>
                </a:lnTo>
                <a:cubicBezTo>
                  <a:pt x="321969" y="0"/>
                  <a:pt x="0" y="321969"/>
                  <a:pt x="0" y="719138"/>
                </a:cubicBezTo>
                <a:lnTo>
                  <a:pt x="0" y="1471613"/>
                </a:lnTo>
                <a:cubicBezTo>
                  <a:pt x="0" y="1868777"/>
                  <a:pt x="321969" y="2190750"/>
                  <a:pt x="719138" y="2190750"/>
                </a:cubicBezTo>
                <a:close/>
              </a:path>
            </a:pathLst>
          </a:custGeom>
          <a:solidFill>
            <a:schemeClr val="accent1"/>
          </a:solidFill>
          <a:ln cap="flat">
            <a:noFill/>
            <a:prstDash val="solid"/>
            <a:miter/>
          </a:ln>
        </p:spPr>
        <p:txBody>
          <a:bodyPr vert="horz" wrap="square" lIns="91440" tIns="45720" rIns="91440" bIns="45720" rtlCol="0" anchor="ctr"/>
          <a:lstStyle/>
          <a:p>
            <a:pPr algn="l">
              <a:lnSpc>
                <a:spcPct val="110000"/>
              </a:lnSpc>
            </a:pPr>
            <a:endParaRPr kumimoji="1" lang="zh-CN" altLang="en-US"/>
          </a:p>
        </p:txBody>
      </p:sp>
      <p:sp>
        <p:nvSpPr>
          <p:cNvPr id="4" name="标题 1"/>
          <p:cNvSpPr txBox="1"/>
          <p:nvPr/>
        </p:nvSpPr>
        <p:spPr>
          <a:xfrm>
            <a:off x="830311" y="1903513"/>
            <a:ext cx="2123900" cy="339824"/>
          </a:xfrm>
          <a:prstGeom prst="rect">
            <a:avLst/>
          </a:prstGeom>
          <a:noFill/>
          <a:ln>
            <a:noFill/>
          </a:ln>
        </p:spPr>
        <p:txBody>
          <a:bodyPr vert="horz" wrap="none" lIns="0" tIns="0" rIns="0" bIns="0" rtlCol="0" anchor="ctr"/>
          <a:lstStyle/>
          <a:p>
            <a:pPr algn="l">
              <a:lnSpc>
                <a:spcPct val="110000"/>
              </a:lnSpc>
            </a:pPr>
            <a:r>
              <a:rPr kumimoji="1" lang="en-US" altLang="zh-CN" sz="1600">
                <a:ln w="12700">
                  <a:noFill/>
                </a:ln>
                <a:solidFill>
                  <a:srgbClr val="FFFFFF">
                    <a:alpha val="100000"/>
                  </a:srgbClr>
                </a:solidFill>
                <a:latin typeface="OPPOSans L"/>
                <a:ea typeface="OPPOSans L"/>
                <a:cs typeface="OPPOSans L"/>
              </a:rPr>
              <a:t>STEP. 01 </a:t>
            </a:r>
            <a:endParaRPr kumimoji="1" lang="zh-CN" altLang="en-US"/>
          </a:p>
        </p:txBody>
      </p:sp>
      <p:sp>
        <p:nvSpPr>
          <p:cNvPr id="5" name="标题 1"/>
          <p:cNvSpPr txBox="1"/>
          <p:nvPr/>
        </p:nvSpPr>
        <p:spPr>
          <a:xfrm>
            <a:off x="4480981" y="1783916"/>
            <a:ext cx="2463724" cy="679648"/>
          </a:xfrm>
          <a:custGeom>
            <a:avLst/>
            <a:gdLst>
              <a:gd name="connsiteX0" fmla="*/ 719138 w 9429750"/>
              <a:gd name="connsiteY0" fmla="*/ 2190750 h 2591431"/>
              <a:gd name="connsiteX1" fmla="*/ 1245965 w 9429750"/>
              <a:gd name="connsiteY1" fmla="*/ 2190750 h 2591431"/>
              <a:gd name="connsiteX2" fmla="*/ 1309021 w 9429750"/>
              <a:gd name="connsiteY2" fmla="*/ 2235803 h 2591431"/>
              <a:gd name="connsiteX3" fmla="*/ 1649921 w 9429750"/>
              <a:gd name="connsiteY3" fmla="*/ 2584037 h 2591431"/>
              <a:gd name="connsiteX4" fmla="*/ 1739703 w 9429750"/>
              <a:gd name="connsiteY4" fmla="*/ 2555234 h 2591431"/>
              <a:gd name="connsiteX5" fmla="*/ 1744409 w 9429750"/>
              <a:gd name="connsiteY5" fmla="*/ 2506028 h 2591431"/>
              <a:gd name="connsiteX6" fmla="*/ 1874139 w 9429750"/>
              <a:gd name="connsiteY6" fmla="*/ 2195417 h 2591431"/>
              <a:gd name="connsiteX7" fmla="*/ 1898618 w 9429750"/>
              <a:gd name="connsiteY7" fmla="*/ 2190750 h 2591431"/>
              <a:gd name="connsiteX8" fmla="*/ 8710612 w 9429750"/>
              <a:gd name="connsiteY8" fmla="*/ 2190750 h 2591431"/>
              <a:gd name="connsiteX9" fmla="*/ 9429750 w 9429750"/>
              <a:gd name="connsiteY9" fmla="*/ 1471613 h 2591431"/>
              <a:gd name="connsiteX10" fmla="*/ 9429750 w 9429750"/>
              <a:gd name="connsiteY10" fmla="*/ 719138 h 2591431"/>
              <a:gd name="connsiteX11" fmla="*/ 8710612 w 9429750"/>
              <a:gd name="connsiteY11" fmla="*/ 0 h 2591431"/>
              <a:gd name="connsiteX12" fmla="*/ 719138 w 9429750"/>
              <a:gd name="connsiteY12" fmla="*/ 0 h 2591431"/>
              <a:gd name="connsiteX13" fmla="*/ 0 w 9429750"/>
              <a:gd name="connsiteY13" fmla="*/ 719138 h 2591431"/>
              <a:gd name="connsiteX14" fmla="*/ 0 w 9429750"/>
              <a:gd name="connsiteY14" fmla="*/ 1471613 h 2591431"/>
              <a:gd name="connsiteX15" fmla="*/ 719138 w 9429750"/>
              <a:gd name="connsiteY15" fmla="*/ 2190750 h 2591431"/>
            </a:gdLst>
            <a:ahLst/>
            <a:cxnLst/>
            <a:rect l="l" t="t" r="r" b="b"/>
            <a:pathLst>
              <a:path w="9429750" h="2591431">
                <a:moveTo>
                  <a:pt x="719138" y="2190750"/>
                </a:moveTo>
                <a:lnTo>
                  <a:pt x="1245965" y="2190750"/>
                </a:lnTo>
                <a:cubicBezTo>
                  <a:pt x="1274445" y="2190760"/>
                  <a:pt x="1299782" y="2208857"/>
                  <a:pt x="1309021" y="2235803"/>
                </a:cubicBezTo>
                <a:cubicBezTo>
                  <a:pt x="1372362" y="2413064"/>
                  <a:pt x="1528096" y="2522791"/>
                  <a:pt x="1649921" y="2584037"/>
                </a:cubicBezTo>
                <a:cubicBezTo>
                  <a:pt x="1682668" y="2600878"/>
                  <a:pt x="1722863" y="2587981"/>
                  <a:pt x="1739703" y="2555234"/>
                </a:cubicBezTo>
                <a:cubicBezTo>
                  <a:pt x="1747523" y="2540041"/>
                  <a:pt x="1749209" y="2522430"/>
                  <a:pt x="1744409" y="2506028"/>
                </a:cubicBezTo>
                <a:cubicBezTo>
                  <a:pt x="1712500" y="2400300"/>
                  <a:pt x="1710785" y="2262950"/>
                  <a:pt x="1874139" y="2195417"/>
                </a:cubicBezTo>
                <a:cubicBezTo>
                  <a:pt x="1881912" y="2192255"/>
                  <a:pt x="1890227" y="2190664"/>
                  <a:pt x="1898618" y="2190750"/>
                </a:cubicBezTo>
                <a:lnTo>
                  <a:pt x="8710612" y="2190750"/>
                </a:lnTo>
                <a:cubicBezTo>
                  <a:pt x="9107786" y="2190750"/>
                  <a:pt x="9429750" y="1868777"/>
                  <a:pt x="9429750" y="1471613"/>
                </a:cubicBezTo>
                <a:lnTo>
                  <a:pt x="9429750" y="719138"/>
                </a:lnTo>
                <a:cubicBezTo>
                  <a:pt x="9429750" y="321969"/>
                  <a:pt x="9107786" y="0"/>
                  <a:pt x="8710612" y="0"/>
                </a:cubicBezTo>
                <a:lnTo>
                  <a:pt x="719138" y="0"/>
                </a:lnTo>
                <a:cubicBezTo>
                  <a:pt x="321969" y="0"/>
                  <a:pt x="0" y="321969"/>
                  <a:pt x="0" y="719138"/>
                </a:cubicBezTo>
                <a:lnTo>
                  <a:pt x="0" y="1471613"/>
                </a:lnTo>
                <a:cubicBezTo>
                  <a:pt x="0" y="1868777"/>
                  <a:pt x="321969" y="2190750"/>
                  <a:pt x="719138" y="2190750"/>
                </a:cubicBezTo>
                <a:close/>
              </a:path>
            </a:pathLst>
          </a:custGeom>
          <a:solidFill>
            <a:schemeClr val="accent2"/>
          </a:solidFill>
          <a:ln cap="flat">
            <a:noFill/>
            <a:prstDash val="solid"/>
            <a:miter/>
          </a:ln>
        </p:spPr>
        <p:txBody>
          <a:bodyPr vert="horz" wrap="square" lIns="91440" tIns="45720" rIns="91440" bIns="45720" rtlCol="0" anchor="ctr"/>
          <a:lstStyle/>
          <a:p>
            <a:pPr algn="l">
              <a:lnSpc>
                <a:spcPct val="110000"/>
              </a:lnSpc>
            </a:pPr>
            <a:endParaRPr kumimoji="1" lang="zh-CN" altLang="en-US"/>
          </a:p>
        </p:txBody>
      </p:sp>
      <p:sp>
        <p:nvSpPr>
          <p:cNvPr id="6" name="标题 1"/>
          <p:cNvSpPr txBox="1"/>
          <p:nvPr/>
        </p:nvSpPr>
        <p:spPr>
          <a:xfrm>
            <a:off x="4650893" y="1903513"/>
            <a:ext cx="2123900" cy="339824"/>
          </a:xfrm>
          <a:prstGeom prst="rect">
            <a:avLst/>
          </a:prstGeom>
          <a:noFill/>
          <a:ln>
            <a:noFill/>
          </a:ln>
        </p:spPr>
        <p:txBody>
          <a:bodyPr vert="horz" wrap="none" lIns="0" tIns="0" rIns="0" bIns="0" rtlCol="0" anchor="ctr"/>
          <a:lstStyle/>
          <a:p>
            <a:pPr algn="l">
              <a:lnSpc>
                <a:spcPct val="110000"/>
              </a:lnSpc>
            </a:pPr>
            <a:r>
              <a:rPr kumimoji="1" lang="en-US" altLang="zh-CN" sz="1600">
                <a:ln w="12700">
                  <a:noFill/>
                </a:ln>
                <a:solidFill>
                  <a:srgbClr val="FFFFFF">
                    <a:alpha val="100000"/>
                  </a:srgbClr>
                </a:solidFill>
                <a:latin typeface="OPPOSans L"/>
                <a:ea typeface="OPPOSans L"/>
                <a:cs typeface="OPPOSans L"/>
              </a:rPr>
              <a:t>STEP. 02</a:t>
            </a:r>
            <a:endParaRPr kumimoji="1" lang="zh-CN" altLang="en-US"/>
          </a:p>
        </p:txBody>
      </p:sp>
      <p:sp>
        <p:nvSpPr>
          <p:cNvPr id="7" name="标题 1"/>
          <p:cNvSpPr txBox="1"/>
          <p:nvPr/>
        </p:nvSpPr>
        <p:spPr>
          <a:xfrm>
            <a:off x="8301565" y="1783916"/>
            <a:ext cx="2463724" cy="679648"/>
          </a:xfrm>
          <a:custGeom>
            <a:avLst/>
            <a:gdLst>
              <a:gd name="connsiteX0" fmla="*/ 719138 w 9429750"/>
              <a:gd name="connsiteY0" fmla="*/ 2190750 h 2591431"/>
              <a:gd name="connsiteX1" fmla="*/ 1245965 w 9429750"/>
              <a:gd name="connsiteY1" fmla="*/ 2190750 h 2591431"/>
              <a:gd name="connsiteX2" fmla="*/ 1309021 w 9429750"/>
              <a:gd name="connsiteY2" fmla="*/ 2235803 h 2591431"/>
              <a:gd name="connsiteX3" fmla="*/ 1649921 w 9429750"/>
              <a:gd name="connsiteY3" fmla="*/ 2584037 h 2591431"/>
              <a:gd name="connsiteX4" fmla="*/ 1739703 w 9429750"/>
              <a:gd name="connsiteY4" fmla="*/ 2555234 h 2591431"/>
              <a:gd name="connsiteX5" fmla="*/ 1744409 w 9429750"/>
              <a:gd name="connsiteY5" fmla="*/ 2506028 h 2591431"/>
              <a:gd name="connsiteX6" fmla="*/ 1874139 w 9429750"/>
              <a:gd name="connsiteY6" fmla="*/ 2195417 h 2591431"/>
              <a:gd name="connsiteX7" fmla="*/ 1898618 w 9429750"/>
              <a:gd name="connsiteY7" fmla="*/ 2190750 h 2591431"/>
              <a:gd name="connsiteX8" fmla="*/ 8710612 w 9429750"/>
              <a:gd name="connsiteY8" fmla="*/ 2190750 h 2591431"/>
              <a:gd name="connsiteX9" fmla="*/ 9429750 w 9429750"/>
              <a:gd name="connsiteY9" fmla="*/ 1471613 h 2591431"/>
              <a:gd name="connsiteX10" fmla="*/ 9429750 w 9429750"/>
              <a:gd name="connsiteY10" fmla="*/ 719138 h 2591431"/>
              <a:gd name="connsiteX11" fmla="*/ 8710612 w 9429750"/>
              <a:gd name="connsiteY11" fmla="*/ 0 h 2591431"/>
              <a:gd name="connsiteX12" fmla="*/ 719138 w 9429750"/>
              <a:gd name="connsiteY12" fmla="*/ 0 h 2591431"/>
              <a:gd name="connsiteX13" fmla="*/ 0 w 9429750"/>
              <a:gd name="connsiteY13" fmla="*/ 719138 h 2591431"/>
              <a:gd name="connsiteX14" fmla="*/ 0 w 9429750"/>
              <a:gd name="connsiteY14" fmla="*/ 1471613 h 2591431"/>
              <a:gd name="connsiteX15" fmla="*/ 719138 w 9429750"/>
              <a:gd name="connsiteY15" fmla="*/ 2190750 h 2591431"/>
            </a:gdLst>
            <a:ahLst/>
            <a:cxnLst/>
            <a:rect l="l" t="t" r="r" b="b"/>
            <a:pathLst>
              <a:path w="9429750" h="2591431">
                <a:moveTo>
                  <a:pt x="719138" y="2190750"/>
                </a:moveTo>
                <a:lnTo>
                  <a:pt x="1245965" y="2190750"/>
                </a:lnTo>
                <a:cubicBezTo>
                  <a:pt x="1274445" y="2190760"/>
                  <a:pt x="1299782" y="2208857"/>
                  <a:pt x="1309021" y="2235803"/>
                </a:cubicBezTo>
                <a:cubicBezTo>
                  <a:pt x="1372362" y="2413064"/>
                  <a:pt x="1528096" y="2522791"/>
                  <a:pt x="1649921" y="2584037"/>
                </a:cubicBezTo>
                <a:cubicBezTo>
                  <a:pt x="1682668" y="2600878"/>
                  <a:pt x="1722863" y="2587981"/>
                  <a:pt x="1739703" y="2555234"/>
                </a:cubicBezTo>
                <a:cubicBezTo>
                  <a:pt x="1747523" y="2540041"/>
                  <a:pt x="1749209" y="2522430"/>
                  <a:pt x="1744409" y="2506028"/>
                </a:cubicBezTo>
                <a:cubicBezTo>
                  <a:pt x="1712500" y="2400300"/>
                  <a:pt x="1710785" y="2262950"/>
                  <a:pt x="1874139" y="2195417"/>
                </a:cubicBezTo>
                <a:cubicBezTo>
                  <a:pt x="1881912" y="2192255"/>
                  <a:pt x="1890227" y="2190664"/>
                  <a:pt x="1898618" y="2190750"/>
                </a:cubicBezTo>
                <a:lnTo>
                  <a:pt x="8710612" y="2190750"/>
                </a:lnTo>
                <a:cubicBezTo>
                  <a:pt x="9107786" y="2190750"/>
                  <a:pt x="9429750" y="1868777"/>
                  <a:pt x="9429750" y="1471613"/>
                </a:cubicBezTo>
                <a:lnTo>
                  <a:pt x="9429750" y="719138"/>
                </a:lnTo>
                <a:cubicBezTo>
                  <a:pt x="9429750" y="321969"/>
                  <a:pt x="9107786" y="0"/>
                  <a:pt x="8710612" y="0"/>
                </a:cubicBezTo>
                <a:lnTo>
                  <a:pt x="719138" y="0"/>
                </a:lnTo>
                <a:cubicBezTo>
                  <a:pt x="321969" y="0"/>
                  <a:pt x="0" y="321969"/>
                  <a:pt x="0" y="719138"/>
                </a:cubicBezTo>
                <a:lnTo>
                  <a:pt x="0" y="1471613"/>
                </a:lnTo>
                <a:cubicBezTo>
                  <a:pt x="0" y="1868777"/>
                  <a:pt x="321969" y="2190750"/>
                  <a:pt x="719138" y="2190750"/>
                </a:cubicBezTo>
                <a:close/>
              </a:path>
            </a:pathLst>
          </a:custGeom>
          <a:solidFill>
            <a:schemeClr val="accent1"/>
          </a:solidFill>
          <a:ln cap="flat">
            <a:noFill/>
            <a:prstDash val="solid"/>
            <a:miter/>
          </a:ln>
        </p:spPr>
        <p:txBody>
          <a:bodyPr vert="horz" wrap="square" lIns="91440" tIns="45720" rIns="91440" bIns="45720" rtlCol="0" anchor="ctr"/>
          <a:lstStyle/>
          <a:p>
            <a:pPr algn="l">
              <a:lnSpc>
                <a:spcPct val="110000"/>
              </a:lnSpc>
            </a:pPr>
            <a:endParaRPr kumimoji="1" lang="zh-CN" altLang="en-US"/>
          </a:p>
        </p:txBody>
      </p:sp>
      <p:sp>
        <p:nvSpPr>
          <p:cNvPr id="8" name="标题 1"/>
          <p:cNvSpPr txBox="1"/>
          <p:nvPr/>
        </p:nvSpPr>
        <p:spPr>
          <a:xfrm>
            <a:off x="8471477" y="1903513"/>
            <a:ext cx="2123900" cy="339824"/>
          </a:xfrm>
          <a:prstGeom prst="rect">
            <a:avLst/>
          </a:prstGeom>
          <a:noFill/>
          <a:ln>
            <a:noFill/>
          </a:ln>
        </p:spPr>
        <p:txBody>
          <a:bodyPr vert="horz" wrap="none" lIns="0" tIns="0" rIns="0" bIns="0" rtlCol="0" anchor="ctr"/>
          <a:lstStyle/>
          <a:p>
            <a:pPr algn="l">
              <a:lnSpc>
                <a:spcPct val="110000"/>
              </a:lnSpc>
            </a:pPr>
            <a:r>
              <a:rPr kumimoji="1" lang="en-US" altLang="zh-CN" sz="1600">
                <a:ln w="12700">
                  <a:noFill/>
                </a:ln>
                <a:solidFill>
                  <a:srgbClr val="FFFFFF">
                    <a:alpha val="100000"/>
                  </a:srgbClr>
                </a:solidFill>
                <a:latin typeface="OPPOSans L"/>
                <a:ea typeface="OPPOSans L"/>
                <a:cs typeface="OPPOSans L"/>
              </a:rPr>
              <a:t>STEP .03</a:t>
            </a:r>
            <a:endParaRPr kumimoji="1" lang="zh-CN" altLang="en-US"/>
          </a:p>
        </p:txBody>
      </p:sp>
      <p:cxnSp>
        <p:nvCxnSpPr>
          <p:cNvPr id="9" name="标题 1"/>
          <p:cNvCxnSpPr/>
          <p:nvPr/>
        </p:nvCxnSpPr>
        <p:spPr>
          <a:xfrm>
            <a:off x="686527" y="5473471"/>
            <a:ext cx="7668000" cy="0"/>
          </a:xfrm>
          <a:prstGeom prst="line">
            <a:avLst/>
          </a:prstGeom>
          <a:noFill/>
          <a:ln w="12700" cap="sq">
            <a:solidFill>
              <a:schemeClr val="bg1">
                <a:lumMod val="85000"/>
              </a:schemeClr>
            </a:solidFill>
            <a:round/>
            <a:headEnd type="none"/>
            <a:tailEnd type="none"/>
          </a:ln>
        </p:spPr>
      </p:cxnSp>
      <p:sp>
        <p:nvSpPr>
          <p:cNvPr id="10" name="标题 1"/>
          <p:cNvSpPr txBox="1"/>
          <p:nvPr/>
        </p:nvSpPr>
        <p:spPr>
          <a:xfrm>
            <a:off x="4480981" y="5419471"/>
            <a:ext cx="108000" cy="108000"/>
          </a:xfrm>
          <a:prstGeom prst="ellipse">
            <a:avLst/>
          </a:prstGeom>
          <a:solidFill>
            <a:schemeClr val="bg1">
              <a:lumMod val="85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8301565" y="5419471"/>
            <a:ext cx="108000" cy="108000"/>
          </a:xfrm>
          <a:prstGeom prst="ellipse">
            <a:avLst/>
          </a:prstGeom>
          <a:solidFill>
            <a:schemeClr val="bg1">
              <a:lumMod val="85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660399" y="5419471"/>
            <a:ext cx="108000" cy="108000"/>
          </a:xfrm>
          <a:prstGeom prst="ellipse">
            <a:avLst/>
          </a:prstGeom>
          <a:solidFill>
            <a:schemeClr val="bg1">
              <a:lumMod val="85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660398" y="2535123"/>
            <a:ext cx="3217335" cy="720000"/>
          </a:xfrm>
          <a:prstGeom prst="rect">
            <a:avLst/>
          </a:prstGeom>
          <a:noFill/>
          <a:ln>
            <a:noFill/>
          </a:ln>
        </p:spPr>
        <p:txBody>
          <a:bodyPr vert="horz" wrap="none" lIns="0" tIns="0" rIns="0" bIns="0" rtlCol="0" anchor="ctr"/>
          <a:lstStyle/>
          <a:p>
            <a:pPr algn="l">
              <a:lnSpc>
                <a:spcPct val="110000"/>
              </a:lnSpc>
            </a:pPr>
            <a:r>
              <a:rPr kumimoji="1" lang="en-US" altLang="zh-CN" sz="1600">
                <a:ln w="12700">
                  <a:noFill/>
                </a:ln>
                <a:solidFill>
                  <a:srgbClr val="000000">
                    <a:alpha val="100000"/>
                  </a:srgbClr>
                </a:solidFill>
                <a:latin typeface="Source Han Sans CN Bold"/>
                <a:ea typeface="Source Han Sans CN Bold"/>
                <a:cs typeface="Source Han Sans CN Bold"/>
              </a:rPr>
              <a:t>数字常量格式</a:t>
            </a:r>
            <a:endParaRPr kumimoji="1" lang="zh-CN" altLang="en-US"/>
          </a:p>
        </p:txBody>
      </p:sp>
      <p:sp>
        <p:nvSpPr>
          <p:cNvPr id="14" name="标题 1"/>
          <p:cNvSpPr txBox="1"/>
          <p:nvPr/>
        </p:nvSpPr>
        <p:spPr>
          <a:xfrm>
            <a:off x="660398" y="3214773"/>
            <a:ext cx="3217335" cy="1980000"/>
          </a:xfrm>
          <a:prstGeom prst="rect">
            <a:avLst/>
          </a:prstGeom>
          <a:noFill/>
          <a:ln>
            <a:noFill/>
          </a:ln>
        </p:spPr>
        <p:txBody>
          <a:bodyPr vert="horz" wrap="square" lIns="0" tIns="0" rIns="0" bIns="0" rtlCol="0" anchor="t"/>
          <a:lstStyle/>
          <a:p>
            <a:pPr algn="l">
              <a:lnSpc>
                <a:spcPct val="150000"/>
              </a:lnSpc>
            </a:pPr>
            <a:r>
              <a:rPr kumimoji="1" lang="en-US" altLang="zh-CN" sz="1400" dirty="0" err="1">
                <a:ln w="12700">
                  <a:noFill/>
                </a:ln>
                <a:solidFill>
                  <a:srgbClr val="262626">
                    <a:alpha val="100000"/>
                  </a:srgbClr>
                </a:solidFill>
                <a:latin typeface="Source Han Sans"/>
                <a:ea typeface="Source Han Sans"/>
                <a:cs typeface="Source Han Sans"/>
              </a:rPr>
              <a:t>数字常量格式为</a:t>
            </a:r>
            <a:r>
              <a:rPr kumimoji="1" lang="en-US" altLang="zh-CN" sz="1400" dirty="0">
                <a:ln w="12700">
                  <a:noFill/>
                </a:ln>
                <a:solidFill>
                  <a:srgbClr val="262626">
                    <a:alpha val="100000"/>
                  </a:srgbClr>
                </a:solidFill>
                <a:latin typeface="Source Han Sans"/>
                <a:ea typeface="Source Han Sans"/>
                <a:cs typeface="Source Han Sans"/>
              </a:rPr>
              <a:t> </a:t>
            </a:r>
            <a:r>
              <a:rPr kumimoji="1" lang="en-US" altLang="zh-CN" sz="1400" dirty="0">
                <a:ln w="12700">
                  <a:noFill/>
                </a:ln>
                <a:solidFill>
                  <a:srgbClr val="262626">
                    <a:alpha val="100000"/>
                  </a:srgbClr>
                </a:solidFill>
                <a:highlight>
                  <a:srgbClr val="FFFF00"/>
                </a:highlight>
                <a:latin typeface="Source Han Sans"/>
                <a:ea typeface="Source Han Sans"/>
                <a:cs typeface="Source Han Sans"/>
              </a:rPr>
              <a:t>&lt;</a:t>
            </a:r>
            <a:r>
              <a:rPr kumimoji="1" lang="en-US" altLang="zh-CN" sz="1400" dirty="0" err="1">
                <a:ln w="12700">
                  <a:noFill/>
                </a:ln>
                <a:solidFill>
                  <a:srgbClr val="262626">
                    <a:alpha val="100000"/>
                  </a:srgbClr>
                </a:solidFill>
                <a:highlight>
                  <a:srgbClr val="FFFF00"/>
                </a:highlight>
                <a:latin typeface="Source Han Sans"/>
                <a:ea typeface="Source Han Sans"/>
                <a:cs typeface="Source Han Sans"/>
              </a:rPr>
              <a:t>位宽</a:t>
            </a:r>
            <a:r>
              <a:rPr kumimoji="1" lang="en-US" altLang="zh-CN" sz="1400" dirty="0">
                <a:ln w="12700">
                  <a:noFill/>
                </a:ln>
                <a:solidFill>
                  <a:srgbClr val="262626">
                    <a:alpha val="100000"/>
                  </a:srgbClr>
                </a:solidFill>
                <a:highlight>
                  <a:srgbClr val="FFFF00"/>
                </a:highlight>
                <a:latin typeface="Source Han Sans"/>
                <a:ea typeface="Source Han Sans"/>
                <a:cs typeface="Source Han Sans"/>
              </a:rPr>
              <a:t>&gt;'&lt;</a:t>
            </a:r>
            <a:r>
              <a:rPr kumimoji="1" lang="en-US" altLang="zh-CN" sz="1400" dirty="0" err="1">
                <a:ln w="12700">
                  <a:noFill/>
                </a:ln>
                <a:solidFill>
                  <a:srgbClr val="262626">
                    <a:alpha val="100000"/>
                  </a:srgbClr>
                </a:solidFill>
                <a:highlight>
                  <a:srgbClr val="FFFF00"/>
                </a:highlight>
                <a:latin typeface="Source Han Sans"/>
                <a:ea typeface="Source Han Sans"/>
                <a:cs typeface="Source Han Sans"/>
              </a:rPr>
              <a:t>进制</a:t>
            </a:r>
            <a:r>
              <a:rPr kumimoji="1" lang="en-US" altLang="zh-CN" sz="1400" dirty="0">
                <a:ln w="12700">
                  <a:noFill/>
                </a:ln>
                <a:solidFill>
                  <a:srgbClr val="262626">
                    <a:alpha val="100000"/>
                  </a:srgbClr>
                </a:solidFill>
                <a:highlight>
                  <a:srgbClr val="FFFF00"/>
                </a:highlight>
                <a:latin typeface="Source Han Sans"/>
                <a:ea typeface="Source Han Sans"/>
                <a:cs typeface="Source Han Sans"/>
              </a:rPr>
              <a:t>&gt;&lt;值&gt;，</a:t>
            </a:r>
            <a:r>
              <a:rPr kumimoji="1" lang="en-US" altLang="zh-CN" sz="1400" dirty="0" err="1">
                <a:ln w="12700">
                  <a:noFill/>
                </a:ln>
                <a:solidFill>
                  <a:srgbClr val="262626">
                    <a:alpha val="100000"/>
                  </a:srgbClr>
                </a:solidFill>
                <a:latin typeface="Source Han Sans"/>
                <a:ea typeface="Source Han Sans"/>
                <a:cs typeface="Source Han Sans"/>
              </a:rPr>
              <a:t>位宽可选</a:t>
            </a:r>
            <a:r>
              <a:rPr kumimoji="1" lang="en-US" altLang="zh-CN" sz="1400" dirty="0">
                <a:ln w="12700">
                  <a:noFill/>
                </a:ln>
                <a:solidFill>
                  <a:srgbClr val="262626">
                    <a:alpha val="100000"/>
                  </a:srgbClr>
                </a:solidFill>
                <a:latin typeface="Source Han Sans"/>
                <a:ea typeface="Source Han Sans"/>
                <a:cs typeface="Source Han Sans"/>
              </a:rPr>
              <a:t>。
</a:t>
            </a:r>
            <a:r>
              <a:rPr kumimoji="1" lang="en-US" altLang="zh-CN" sz="1400" dirty="0" err="1">
                <a:ln w="12700">
                  <a:noFill/>
                </a:ln>
                <a:solidFill>
                  <a:srgbClr val="262626">
                    <a:alpha val="100000"/>
                  </a:srgbClr>
                </a:solidFill>
                <a:latin typeface="Source Han Sans"/>
                <a:ea typeface="Source Han Sans"/>
                <a:cs typeface="Source Han Sans"/>
              </a:rPr>
              <a:t>不同进制的数字常量用于表示不同格式的数值</a:t>
            </a:r>
            <a:r>
              <a:rPr kumimoji="1" lang="en-US" altLang="zh-CN" sz="1400" dirty="0">
                <a:ln w="12700">
                  <a:noFill/>
                </a:ln>
                <a:solidFill>
                  <a:srgbClr val="262626">
                    <a:alpha val="100000"/>
                  </a:srgbClr>
                </a:solidFill>
                <a:latin typeface="Source Han Sans"/>
                <a:ea typeface="Source Han Sans"/>
                <a:cs typeface="Source Han Sans"/>
              </a:rPr>
              <a:t>。</a:t>
            </a:r>
            <a:endParaRPr kumimoji="1" lang="zh-CN" altLang="en-US" dirty="0"/>
          </a:p>
        </p:txBody>
      </p:sp>
      <p:sp>
        <p:nvSpPr>
          <p:cNvPr id="15" name="标题 1"/>
          <p:cNvSpPr txBox="1"/>
          <p:nvPr/>
        </p:nvSpPr>
        <p:spPr>
          <a:xfrm>
            <a:off x="4480982" y="2535123"/>
            <a:ext cx="3217335" cy="720000"/>
          </a:xfrm>
          <a:prstGeom prst="rect">
            <a:avLst/>
          </a:prstGeom>
          <a:noFill/>
          <a:ln>
            <a:noFill/>
          </a:ln>
        </p:spPr>
        <p:txBody>
          <a:bodyPr vert="horz" wrap="none" lIns="0" tIns="0" rIns="0" bIns="0" rtlCol="0" anchor="ctr"/>
          <a:lstStyle/>
          <a:p>
            <a:pPr algn="l">
              <a:lnSpc>
                <a:spcPct val="110000"/>
              </a:lnSpc>
            </a:pPr>
            <a:r>
              <a:rPr kumimoji="1" lang="en-US" altLang="zh-CN" sz="1600">
                <a:ln w="12700">
                  <a:noFill/>
                </a:ln>
                <a:solidFill>
                  <a:srgbClr val="000000">
                    <a:alpha val="100000"/>
                  </a:srgbClr>
                </a:solidFill>
                <a:latin typeface="Source Han Sans CN Bold"/>
                <a:ea typeface="Source Han Sans CN Bold"/>
                <a:cs typeface="Source Han Sans CN Bold"/>
              </a:rPr>
              <a:t>常见数字常量</a:t>
            </a:r>
            <a:endParaRPr kumimoji="1" lang="zh-CN" altLang="en-US"/>
          </a:p>
        </p:txBody>
      </p:sp>
      <p:sp>
        <p:nvSpPr>
          <p:cNvPr id="16" name="标题 1"/>
          <p:cNvSpPr txBox="1"/>
          <p:nvPr/>
        </p:nvSpPr>
        <p:spPr>
          <a:xfrm>
            <a:off x="4480982" y="3214773"/>
            <a:ext cx="3217335" cy="1980000"/>
          </a:xfrm>
          <a:prstGeom prst="rect">
            <a:avLst/>
          </a:prstGeom>
          <a:noFill/>
          <a:ln>
            <a:noFill/>
          </a:ln>
        </p:spPr>
        <p:txBody>
          <a:bodyPr vert="horz" wrap="square" lIns="0" tIns="0" rIns="0" bIns="0" rtlCol="0" anchor="t"/>
          <a:lstStyle/>
          <a:p>
            <a:pPr algn="l">
              <a:lnSpc>
                <a:spcPct val="150000"/>
              </a:lnSpc>
            </a:pPr>
            <a:r>
              <a:rPr kumimoji="1" lang="en-US" altLang="zh-CN" sz="1400">
                <a:ln w="12700">
                  <a:noFill/>
                </a:ln>
                <a:solidFill>
                  <a:srgbClr val="262626">
                    <a:alpha val="100000"/>
                  </a:srgbClr>
                </a:solidFill>
                <a:latin typeface="Source Han Sans"/>
                <a:ea typeface="Source Han Sans"/>
                <a:cs typeface="Source Han Sans"/>
              </a:rPr>
              <a:t>12'b1101_0001_1101 是 12 位二进制数，8'hA5 是 8 位十六进制数。
使用 _ 分隔可以提高数字常量的可读性。</a:t>
            </a:r>
            <a:endParaRPr kumimoji="1" lang="zh-CN" altLang="en-US"/>
          </a:p>
        </p:txBody>
      </p:sp>
      <p:sp>
        <p:nvSpPr>
          <p:cNvPr id="17" name="标题 1"/>
          <p:cNvSpPr txBox="1"/>
          <p:nvPr/>
        </p:nvSpPr>
        <p:spPr>
          <a:xfrm>
            <a:off x="8301565" y="2535123"/>
            <a:ext cx="3217335" cy="720000"/>
          </a:xfrm>
          <a:prstGeom prst="rect">
            <a:avLst/>
          </a:prstGeom>
          <a:noFill/>
          <a:ln>
            <a:noFill/>
          </a:ln>
        </p:spPr>
        <p:txBody>
          <a:bodyPr vert="horz" wrap="none" lIns="0" tIns="0" rIns="0" bIns="0" rtlCol="0" anchor="ctr"/>
          <a:lstStyle/>
          <a:p>
            <a:pPr algn="l">
              <a:lnSpc>
                <a:spcPct val="110000"/>
              </a:lnSpc>
            </a:pPr>
            <a:r>
              <a:rPr kumimoji="1" lang="en-US" altLang="zh-CN" sz="1600">
                <a:ln w="12700">
                  <a:noFill/>
                </a:ln>
                <a:solidFill>
                  <a:srgbClr val="000000">
                    <a:alpha val="100000"/>
                  </a:srgbClr>
                </a:solidFill>
                <a:latin typeface="Source Han Sans CN Bold"/>
                <a:ea typeface="Source Han Sans CN Bold"/>
                <a:cs typeface="Source Han Sans CN Bold"/>
              </a:rPr>
              <a:t>数字常量的扩展</a:t>
            </a:r>
            <a:endParaRPr kumimoji="1" lang="zh-CN" altLang="en-US"/>
          </a:p>
        </p:txBody>
      </p:sp>
      <p:sp>
        <p:nvSpPr>
          <p:cNvPr id="18" name="标题 1"/>
          <p:cNvSpPr txBox="1"/>
          <p:nvPr/>
        </p:nvSpPr>
        <p:spPr>
          <a:xfrm>
            <a:off x="8301565" y="3214773"/>
            <a:ext cx="3217335" cy="1980000"/>
          </a:xfrm>
          <a:prstGeom prst="rect">
            <a:avLst/>
          </a:prstGeom>
          <a:noFill/>
          <a:ln>
            <a:noFill/>
          </a:ln>
        </p:spPr>
        <p:txBody>
          <a:bodyPr vert="horz" wrap="square" lIns="0" tIns="0" rIns="0" bIns="0" rtlCol="0" anchor="t"/>
          <a:lstStyle/>
          <a:p>
            <a:pPr algn="l">
              <a:lnSpc>
                <a:spcPct val="150000"/>
              </a:lnSpc>
            </a:pPr>
            <a:r>
              <a:rPr kumimoji="1" lang="en-US" altLang="zh-CN" sz="1400">
                <a:ln w="12700">
                  <a:noFill/>
                </a:ln>
                <a:solidFill>
                  <a:srgbClr val="262626">
                    <a:alpha val="100000"/>
                  </a:srgbClr>
                </a:solidFill>
                <a:latin typeface="Source Han Sans"/>
                <a:ea typeface="Source Han Sans"/>
                <a:cs typeface="Source Han Sans"/>
              </a:rPr>
              <a:t>如果数字常量的位数少于位宽，会根据最高位进行扩展。
位扩展规则确保数字常量的正确表示。</a:t>
            </a:r>
            <a:endParaRPr kumimoji="1" lang="zh-CN" altLang="en-US"/>
          </a:p>
        </p:txBody>
      </p:sp>
      <p:sp>
        <p:nvSpPr>
          <p:cNvPr id="19" name="标题 1"/>
          <p:cNvSpPr txBox="1"/>
          <p:nvPr/>
        </p:nvSpPr>
        <p:spPr>
          <a:xfrm>
            <a:off x="660400" y="323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a:ea typeface="Source Han Sans CN Bold"/>
                <a:cs typeface="Source Han Sans CN Bold"/>
              </a:rPr>
              <a:t>数字常量表示</a:t>
            </a:r>
            <a:endParaRPr kumimoji="1" lang="zh-CN" altLang="en-US"/>
          </a:p>
        </p:txBody>
      </p:sp>
      <p:cxnSp>
        <p:nvCxnSpPr>
          <p:cNvPr id="20" name="标题 1"/>
          <p:cNvCxnSpPr/>
          <p:nvPr/>
        </p:nvCxnSpPr>
        <p:spPr>
          <a:xfrm>
            <a:off x="0" y="958850"/>
            <a:ext cx="12122150" cy="0"/>
          </a:xfrm>
          <a:prstGeom prst="line">
            <a:avLst/>
          </a:prstGeom>
          <a:noFill/>
          <a:ln w="28575" cap="sq">
            <a:solidFill>
              <a:schemeClr val="accent1"/>
            </a:solidFill>
            <a:miter/>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878571" y="1164809"/>
            <a:ext cx="5038567" cy="2423145"/>
          </a:xfrm>
          <a:prstGeom prst="rect">
            <a:avLst/>
          </a:prstGeom>
          <a:solidFill>
            <a:schemeClr val="bg1"/>
          </a:solidFill>
          <a:ln w="19050" cap="flat">
            <a:solidFill>
              <a:schemeClr val="accent1"/>
            </a:solidFill>
            <a:miter/>
          </a:ln>
          <a:effectLst>
            <a:outerShdw blurRad="381000" dist="317500" dir="2700000" algn="tl" rotWithShape="0">
              <a:schemeClr val="tx1">
                <a:alpha val="10000"/>
              </a:schemeClr>
            </a:outerShdw>
          </a:effectLst>
        </p:spPr>
        <p:txBody>
          <a:bodyPr vert="horz" wrap="square" lIns="91440" tIns="45720" rIns="91440" bIns="45720" rtlCol="0" anchor="ctr"/>
          <a:lstStyle/>
          <a:p>
            <a:pPr algn="ctr">
              <a:lnSpc>
                <a:spcPct val="100000"/>
              </a:lnSpc>
            </a:pPr>
            <a:endParaRPr kumimoji="1" lang="zh-CN" altLang="en-US"/>
          </a:p>
        </p:txBody>
      </p:sp>
      <p:sp>
        <p:nvSpPr>
          <p:cNvPr id="4" name="标题 1"/>
          <p:cNvSpPr txBox="1"/>
          <p:nvPr/>
        </p:nvSpPr>
        <p:spPr>
          <a:xfrm>
            <a:off x="1015634" y="1289735"/>
            <a:ext cx="94997" cy="94997"/>
          </a:xfrm>
          <a:prstGeom prst="rect">
            <a:avLst/>
          </a:prstGeom>
          <a:solidFill>
            <a:schemeClr val="accent2"/>
          </a:solidFill>
          <a:ln w="12700" cap="sq">
            <a:noFill/>
            <a:miter/>
          </a:ln>
        </p:spPr>
        <p:txBody>
          <a:bodyPr vert="horz" wrap="square" lIns="91440" tIns="45720" rIns="91440" bIns="45720" rtlCol="0" anchor="ctr"/>
          <a:lstStyle/>
          <a:p>
            <a:pPr algn="ctr">
              <a:lnSpc>
                <a:spcPct val="100000"/>
              </a:lnSpc>
            </a:pPr>
            <a:endParaRPr kumimoji="1" lang="zh-CN" altLang="en-US"/>
          </a:p>
        </p:txBody>
      </p:sp>
      <p:sp>
        <p:nvSpPr>
          <p:cNvPr id="5" name="标题 1"/>
          <p:cNvSpPr txBox="1"/>
          <p:nvPr/>
        </p:nvSpPr>
        <p:spPr>
          <a:xfrm>
            <a:off x="5649855" y="1287856"/>
            <a:ext cx="94997" cy="94997"/>
          </a:xfrm>
          <a:prstGeom prst="rect">
            <a:avLst/>
          </a:prstGeom>
          <a:solidFill>
            <a:schemeClr val="accent2"/>
          </a:solidFill>
          <a:ln w="12700" cap="sq">
            <a:noFill/>
            <a:miter/>
          </a:ln>
        </p:spPr>
        <p:txBody>
          <a:bodyPr vert="horz" wrap="square" lIns="91440" tIns="45720" rIns="91440" bIns="45720" rtlCol="0" anchor="ctr"/>
          <a:lstStyle/>
          <a:p>
            <a:pPr algn="ctr">
              <a:lnSpc>
                <a:spcPct val="100000"/>
              </a:lnSpc>
            </a:pPr>
            <a:endParaRPr kumimoji="1" lang="zh-CN" altLang="en-US"/>
          </a:p>
        </p:txBody>
      </p:sp>
      <p:sp>
        <p:nvSpPr>
          <p:cNvPr id="6" name="标题 1"/>
          <p:cNvSpPr txBox="1"/>
          <p:nvPr/>
        </p:nvSpPr>
        <p:spPr>
          <a:xfrm>
            <a:off x="1015634" y="3361178"/>
            <a:ext cx="94997" cy="94997"/>
          </a:xfrm>
          <a:prstGeom prst="rect">
            <a:avLst/>
          </a:prstGeom>
          <a:solidFill>
            <a:schemeClr val="accent2"/>
          </a:solidFill>
          <a:ln w="12700" cap="sq">
            <a:noFill/>
            <a:miter/>
          </a:ln>
        </p:spPr>
        <p:txBody>
          <a:bodyPr vert="horz" wrap="square" lIns="91440" tIns="45720" rIns="91440" bIns="45720" rtlCol="0" anchor="ctr"/>
          <a:lstStyle/>
          <a:p>
            <a:pPr algn="ctr">
              <a:lnSpc>
                <a:spcPct val="100000"/>
              </a:lnSpc>
            </a:pPr>
            <a:endParaRPr kumimoji="1" lang="zh-CN" altLang="en-US"/>
          </a:p>
        </p:txBody>
      </p:sp>
      <p:sp>
        <p:nvSpPr>
          <p:cNvPr id="7" name="标题 1"/>
          <p:cNvSpPr txBox="1"/>
          <p:nvPr/>
        </p:nvSpPr>
        <p:spPr>
          <a:xfrm>
            <a:off x="5649855" y="3361178"/>
            <a:ext cx="94997" cy="94997"/>
          </a:xfrm>
          <a:prstGeom prst="rect">
            <a:avLst/>
          </a:prstGeom>
          <a:solidFill>
            <a:schemeClr val="accent2"/>
          </a:solidFill>
          <a:ln w="12700" cap="sq">
            <a:noFill/>
            <a:miter/>
          </a:ln>
        </p:spPr>
        <p:txBody>
          <a:bodyPr vert="horz" wrap="square" lIns="91440" tIns="45720" rIns="91440" bIns="45720" rtlCol="0" anchor="ctr"/>
          <a:lstStyle/>
          <a:p>
            <a:pPr algn="ctr">
              <a:lnSpc>
                <a:spcPct val="100000"/>
              </a:lnSpc>
            </a:pPr>
            <a:endParaRPr kumimoji="1" lang="zh-CN" altLang="en-US"/>
          </a:p>
        </p:txBody>
      </p:sp>
      <p:sp>
        <p:nvSpPr>
          <p:cNvPr id="8" name="标题 1"/>
          <p:cNvSpPr txBox="1"/>
          <p:nvPr/>
        </p:nvSpPr>
        <p:spPr>
          <a:xfrm>
            <a:off x="1202368" y="1192606"/>
            <a:ext cx="3923270" cy="614781"/>
          </a:xfrm>
          <a:prstGeom prst="rect">
            <a:avLst/>
          </a:prstGeom>
          <a:noFill/>
          <a:ln>
            <a:noFill/>
          </a:ln>
        </p:spPr>
        <p:txBody>
          <a:bodyPr vert="horz" wrap="square" lIns="0" tIns="0" rIns="0" bIns="0" rtlCol="0" anchor="b"/>
          <a:lstStyle/>
          <a:p>
            <a:pPr algn="l">
              <a:lnSpc>
                <a:spcPct val="150000"/>
              </a:lnSpc>
            </a:pPr>
            <a:r>
              <a:rPr kumimoji="1" lang="en-US" altLang="zh-CN" sz="1600">
                <a:ln w="12700">
                  <a:noFill/>
                </a:ln>
                <a:solidFill>
                  <a:srgbClr val="262626">
                    <a:alpha val="100000"/>
                  </a:srgbClr>
                </a:solidFill>
                <a:latin typeface="Source Han Sans CN Bold"/>
                <a:ea typeface="Source Han Sans CN Bold"/>
                <a:cs typeface="Source Han Sans CN Bold"/>
              </a:rPr>
              <a:t>未知值 (x)</a:t>
            </a:r>
            <a:endParaRPr kumimoji="1" lang="zh-CN" altLang="en-US"/>
          </a:p>
        </p:txBody>
      </p:sp>
      <p:sp>
        <p:nvSpPr>
          <p:cNvPr id="9" name="标题 1"/>
          <p:cNvSpPr txBox="1"/>
          <p:nvPr/>
        </p:nvSpPr>
        <p:spPr>
          <a:xfrm>
            <a:off x="1237100" y="1992229"/>
            <a:ext cx="4412755" cy="1265574"/>
          </a:xfrm>
          <a:prstGeom prst="rect">
            <a:avLst/>
          </a:prstGeom>
          <a:noFill/>
          <a:ln>
            <a:noFill/>
          </a:ln>
        </p:spPr>
        <p:txBody>
          <a:bodyPr vert="horz" wrap="square" lIns="0" tIns="0" rIns="0" bIns="0" rtlCol="0" anchor="t"/>
          <a:lstStyle/>
          <a:p>
            <a:pPr algn="l">
              <a:lnSpc>
                <a:spcPct val="150000"/>
              </a:lnSpc>
            </a:pPr>
            <a:r>
              <a:rPr kumimoji="1" lang="en-US" altLang="zh-CN" sz="1400">
                <a:ln w="12700">
                  <a:noFill/>
                </a:ln>
                <a:solidFill>
                  <a:srgbClr val="262626">
                    <a:alpha val="100000"/>
                  </a:srgbClr>
                </a:solidFill>
                <a:latin typeface="Source Han Sans"/>
                <a:ea typeface="Source Han Sans"/>
                <a:cs typeface="Source Han Sans"/>
              </a:rPr>
              <a:t>x 表示未知值，用于表示信号的不确定状态。
未知值在仿真中用于表示信号的未知状态。</a:t>
            </a:r>
            <a:endParaRPr kumimoji="1" lang="zh-CN" altLang="en-US"/>
          </a:p>
        </p:txBody>
      </p:sp>
      <p:sp>
        <p:nvSpPr>
          <p:cNvPr id="10" name="标题 1"/>
          <p:cNvSpPr txBox="1"/>
          <p:nvPr/>
        </p:nvSpPr>
        <p:spPr>
          <a:xfrm>
            <a:off x="6292473" y="1164809"/>
            <a:ext cx="5038567" cy="2423145"/>
          </a:xfrm>
          <a:prstGeom prst="rect">
            <a:avLst/>
          </a:prstGeom>
          <a:solidFill>
            <a:schemeClr val="bg1"/>
          </a:solidFill>
          <a:ln w="19050" cap="flat">
            <a:solidFill>
              <a:schemeClr val="accent1"/>
            </a:solidFill>
            <a:miter/>
          </a:ln>
          <a:effectLst>
            <a:outerShdw blurRad="381000" dist="317500" dir="2700000" algn="tl" rotWithShape="0">
              <a:schemeClr val="tx1">
                <a:alpha val="10000"/>
              </a:schemeClr>
            </a:outerShdw>
          </a:effectLst>
        </p:spPr>
        <p:txBody>
          <a:bodyPr vert="horz" wrap="square" lIns="91440" tIns="45720" rIns="91440" bIns="45720" rtlCol="0" anchor="ctr"/>
          <a:lstStyle/>
          <a:p>
            <a:pPr algn="ctr">
              <a:lnSpc>
                <a:spcPct val="100000"/>
              </a:lnSpc>
            </a:pPr>
            <a:endParaRPr kumimoji="1" lang="zh-CN" altLang="en-US"/>
          </a:p>
        </p:txBody>
      </p:sp>
      <p:sp>
        <p:nvSpPr>
          <p:cNvPr id="11" name="标题 1"/>
          <p:cNvSpPr txBox="1"/>
          <p:nvPr/>
        </p:nvSpPr>
        <p:spPr>
          <a:xfrm>
            <a:off x="6447147" y="1289735"/>
            <a:ext cx="94997" cy="94997"/>
          </a:xfrm>
          <a:prstGeom prst="rect">
            <a:avLst/>
          </a:prstGeom>
          <a:solidFill>
            <a:schemeClr val="accent2"/>
          </a:solidFill>
          <a:ln w="12700" cap="sq">
            <a:noFill/>
            <a:miter/>
          </a:ln>
        </p:spPr>
        <p:txBody>
          <a:bodyPr vert="horz" wrap="square" lIns="91440" tIns="45720" rIns="91440" bIns="45720" rtlCol="0" anchor="ctr"/>
          <a:lstStyle/>
          <a:p>
            <a:pPr algn="ctr">
              <a:lnSpc>
                <a:spcPct val="100000"/>
              </a:lnSpc>
            </a:pPr>
            <a:endParaRPr kumimoji="1" lang="zh-CN" altLang="en-US"/>
          </a:p>
        </p:txBody>
      </p:sp>
      <p:sp>
        <p:nvSpPr>
          <p:cNvPr id="12" name="标题 1"/>
          <p:cNvSpPr txBox="1"/>
          <p:nvPr/>
        </p:nvSpPr>
        <p:spPr>
          <a:xfrm>
            <a:off x="11081368" y="1287856"/>
            <a:ext cx="94997" cy="94997"/>
          </a:xfrm>
          <a:prstGeom prst="rect">
            <a:avLst/>
          </a:prstGeom>
          <a:solidFill>
            <a:schemeClr val="accent2"/>
          </a:solidFill>
          <a:ln w="12700" cap="sq">
            <a:noFill/>
            <a:miter/>
          </a:ln>
        </p:spPr>
        <p:txBody>
          <a:bodyPr vert="horz" wrap="square" lIns="91440" tIns="45720" rIns="91440" bIns="45720" rtlCol="0" anchor="ctr"/>
          <a:lstStyle/>
          <a:p>
            <a:pPr algn="ctr">
              <a:lnSpc>
                <a:spcPct val="100000"/>
              </a:lnSpc>
            </a:pPr>
            <a:endParaRPr kumimoji="1" lang="zh-CN" altLang="en-US"/>
          </a:p>
        </p:txBody>
      </p:sp>
      <p:sp>
        <p:nvSpPr>
          <p:cNvPr id="13" name="标题 1"/>
          <p:cNvSpPr txBox="1"/>
          <p:nvPr/>
        </p:nvSpPr>
        <p:spPr>
          <a:xfrm>
            <a:off x="6447147" y="3361178"/>
            <a:ext cx="94997" cy="94997"/>
          </a:xfrm>
          <a:prstGeom prst="rect">
            <a:avLst/>
          </a:prstGeom>
          <a:solidFill>
            <a:schemeClr val="accent2"/>
          </a:solidFill>
          <a:ln w="12700" cap="sq">
            <a:noFill/>
            <a:miter/>
          </a:ln>
        </p:spPr>
        <p:txBody>
          <a:bodyPr vert="horz" wrap="square" lIns="91440" tIns="45720" rIns="91440" bIns="45720" rtlCol="0" anchor="ctr"/>
          <a:lstStyle/>
          <a:p>
            <a:pPr algn="ctr">
              <a:lnSpc>
                <a:spcPct val="100000"/>
              </a:lnSpc>
            </a:pPr>
            <a:endParaRPr kumimoji="1" lang="zh-CN" altLang="en-US"/>
          </a:p>
        </p:txBody>
      </p:sp>
      <p:sp>
        <p:nvSpPr>
          <p:cNvPr id="14" name="标题 1"/>
          <p:cNvSpPr txBox="1"/>
          <p:nvPr/>
        </p:nvSpPr>
        <p:spPr>
          <a:xfrm>
            <a:off x="11081368" y="3361178"/>
            <a:ext cx="94997" cy="94997"/>
          </a:xfrm>
          <a:prstGeom prst="rect">
            <a:avLst/>
          </a:prstGeom>
          <a:solidFill>
            <a:schemeClr val="accent2"/>
          </a:solidFill>
          <a:ln w="12700" cap="sq">
            <a:noFill/>
            <a:miter/>
          </a:ln>
        </p:spPr>
        <p:txBody>
          <a:bodyPr vert="horz" wrap="square" lIns="91440" tIns="45720" rIns="91440" bIns="45720" rtlCol="0" anchor="ctr"/>
          <a:lstStyle/>
          <a:p>
            <a:pPr algn="ctr">
              <a:lnSpc>
                <a:spcPct val="100000"/>
              </a:lnSpc>
            </a:pPr>
            <a:endParaRPr kumimoji="1" lang="zh-CN" altLang="en-US"/>
          </a:p>
        </p:txBody>
      </p:sp>
      <p:sp>
        <p:nvSpPr>
          <p:cNvPr id="15" name="标题 1"/>
          <p:cNvSpPr txBox="1"/>
          <p:nvPr/>
        </p:nvSpPr>
        <p:spPr>
          <a:xfrm>
            <a:off x="6633881" y="1192606"/>
            <a:ext cx="3923270" cy="614781"/>
          </a:xfrm>
          <a:prstGeom prst="rect">
            <a:avLst/>
          </a:prstGeom>
          <a:noFill/>
          <a:ln>
            <a:noFill/>
          </a:ln>
        </p:spPr>
        <p:txBody>
          <a:bodyPr vert="horz" wrap="square" lIns="0" tIns="0" rIns="0" bIns="0" rtlCol="0" anchor="b"/>
          <a:lstStyle/>
          <a:p>
            <a:pPr algn="l">
              <a:lnSpc>
                <a:spcPct val="150000"/>
              </a:lnSpc>
            </a:pPr>
            <a:r>
              <a:rPr kumimoji="1" lang="en-US" altLang="zh-CN" sz="1600">
                <a:ln w="12700">
                  <a:noFill/>
                </a:ln>
                <a:solidFill>
                  <a:srgbClr val="262626">
                    <a:alpha val="100000"/>
                  </a:srgbClr>
                </a:solidFill>
                <a:latin typeface="Source Han Sans CN Bold"/>
                <a:ea typeface="Source Han Sans CN Bold"/>
                <a:cs typeface="Source Han Sans CN Bold"/>
              </a:rPr>
              <a:t>高阻值 (z)</a:t>
            </a:r>
            <a:endParaRPr kumimoji="1" lang="zh-CN" altLang="en-US"/>
          </a:p>
        </p:txBody>
      </p:sp>
      <p:sp>
        <p:nvSpPr>
          <p:cNvPr id="16" name="标题 1"/>
          <p:cNvSpPr txBox="1"/>
          <p:nvPr/>
        </p:nvSpPr>
        <p:spPr>
          <a:xfrm>
            <a:off x="6668613" y="1992229"/>
            <a:ext cx="4412755" cy="1265574"/>
          </a:xfrm>
          <a:prstGeom prst="rect">
            <a:avLst/>
          </a:prstGeom>
          <a:noFill/>
          <a:ln>
            <a:noFill/>
          </a:ln>
        </p:spPr>
        <p:txBody>
          <a:bodyPr vert="horz" wrap="square" lIns="0" tIns="0" rIns="0" bIns="0" rtlCol="0" anchor="t"/>
          <a:lstStyle/>
          <a:p>
            <a:pPr algn="l">
              <a:lnSpc>
                <a:spcPct val="150000"/>
              </a:lnSpc>
            </a:pPr>
            <a:r>
              <a:rPr kumimoji="1" lang="en-US" altLang="zh-CN" sz="1400">
                <a:ln w="12700">
                  <a:noFill/>
                </a:ln>
                <a:solidFill>
                  <a:srgbClr val="262626">
                    <a:alpha val="100000"/>
                  </a:srgbClr>
                </a:solidFill>
                <a:latin typeface="Source Han Sans"/>
                <a:ea typeface="Source Han Sans"/>
                <a:cs typeface="Source Han Sans"/>
              </a:rPr>
              <a:t>z 表示高阻值，用于表示信号的高阻态。
高阻值在总线等场景中用于表示信号的高阻态。</a:t>
            </a:r>
            <a:endParaRPr kumimoji="1" lang="zh-CN" altLang="en-US"/>
          </a:p>
        </p:txBody>
      </p:sp>
      <p:sp>
        <p:nvSpPr>
          <p:cNvPr id="17" name="标题 1"/>
          <p:cNvSpPr txBox="1"/>
          <p:nvPr/>
        </p:nvSpPr>
        <p:spPr>
          <a:xfrm>
            <a:off x="10559361" y="1428755"/>
            <a:ext cx="432481" cy="378631"/>
          </a:xfrm>
          <a:custGeom>
            <a:avLst/>
            <a:gdLst>
              <a:gd name="connsiteX0" fmla="*/ 411292 w 822400"/>
              <a:gd name="connsiteY0" fmla="*/ 234366 h 720000"/>
              <a:gd name="connsiteX1" fmla="*/ 285658 w 822400"/>
              <a:gd name="connsiteY1" fmla="*/ 360000 h 720000"/>
              <a:gd name="connsiteX2" fmla="*/ 411292 w 822400"/>
              <a:gd name="connsiteY2" fmla="*/ 485635 h 720000"/>
              <a:gd name="connsiteX3" fmla="*/ 536927 w 822400"/>
              <a:gd name="connsiteY3" fmla="*/ 360000 h 720000"/>
              <a:gd name="connsiteX4" fmla="*/ 411292 w 822400"/>
              <a:gd name="connsiteY4" fmla="*/ 234366 h 720000"/>
              <a:gd name="connsiteX5" fmla="*/ 411292 w 822400"/>
              <a:gd name="connsiteY5" fmla="*/ 178938 h 720000"/>
              <a:gd name="connsiteX6" fmla="*/ 592354 w 822400"/>
              <a:gd name="connsiteY6" fmla="*/ 360000 h 720000"/>
              <a:gd name="connsiteX7" fmla="*/ 411292 w 822400"/>
              <a:gd name="connsiteY7" fmla="*/ 541063 h 720000"/>
              <a:gd name="connsiteX8" fmla="*/ 230230 w 822400"/>
              <a:gd name="connsiteY8" fmla="*/ 360000 h 720000"/>
              <a:gd name="connsiteX9" fmla="*/ 411292 w 822400"/>
              <a:gd name="connsiteY9" fmla="*/ 178938 h 720000"/>
              <a:gd name="connsiteX10" fmla="*/ 235403 w 822400"/>
              <a:gd name="connsiteY10" fmla="*/ 55427 h 720000"/>
              <a:gd name="connsiteX11" fmla="*/ 59514 w 822400"/>
              <a:gd name="connsiteY11" fmla="*/ 360000 h 720000"/>
              <a:gd name="connsiteX12" fmla="*/ 235403 w 822400"/>
              <a:gd name="connsiteY12" fmla="*/ 664573 h 720000"/>
              <a:gd name="connsiteX13" fmla="*/ 587089 w 822400"/>
              <a:gd name="connsiteY13" fmla="*/ 664573 h 720000"/>
              <a:gd name="connsiteX14" fmla="*/ 762978 w 822400"/>
              <a:gd name="connsiteY14" fmla="*/ 360000 h 720000"/>
              <a:gd name="connsiteX15" fmla="*/ 587089 w 822400"/>
              <a:gd name="connsiteY15" fmla="*/ 55427 h 720000"/>
              <a:gd name="connsiteX16" fmla="*/ 219883 w 822400"/>
              <a:gd name="connsiteY16" fmla="*/ 0 h 720000"/>
              <a:gd name="connsiteX17" fmla="*/ 602516 w 822400"/>
              <a:gd name="connsiteY17" fmla="*/ 0 h 720000"/>
              <a:gd name="connsiteX18" fmla="*/ 627274 w 822400"/>
              <a:gd name="connsiteY18" fmla="*/ 14319 h 720000"/>
              <a:gd name="connsiteX19" fmla="*/ 818590 w 822400"/>
              <a:gd name="connsiteY19" fmla="*/ 345682 h 720000"/>
              <a:gd name="connsiteX20" fmla="*/ 818590 w 822400"/>
              <a:gd name="connsiteY20" fmla="*/ 374319 h 720000"/>
              <a:gd name="connsiteX21" fmla="*/ 627366 w 822400"/>
              <a:gd name="connsiteY21" fmla="*/ 705682 h 720000"/>
              <a:gd name="connsiteX22" fmla="*/ 602608 w 822400"/>
              <a:gd name="connsiteY22" fmla="*/ 720000 h 720000"/>
              <a:gd name="connsiteX23" fmla="*/ 219976 w 822400"/>
              <a:gd name="connsiteY23" fmla="*/ 720000 h 720000"/>
              <a:gd name="connsiteX24" fmla="*/ 195218 w 822400"/>
              <a:gd name="connsiteY24" fmla="*/ 705682 h 720000"/>
              <a:gd name="connsiteX25" fmla="*/ 3810 w 822400"/>
              <a:gd name="connsiteY25" fmla="*/ 374319 h 720000"/>
              <a:gd name="connsiteX26" fmla="*/ 3810 w 822400"/>
              <a:gd name="connsiteY26" fmla="*/ 345682 h 720000"/>
              <a:gd name="connsiteX27" fmla="*/ 195126 w 822400"/>
              <a:gd name="connsiteY27" fmla="*/ 14319 h 720000"/>
              <a:gd name="connsiteX28" fmla="*/ 219883 w 822400"/>
              <a:gd name="connsiteY28" fmla="*/ 0 h 720000"/>
            </a:gdLst>
            <a:ahLst/>
            <a:cxnLst/>
            <a:rect l="l" t="t" r="r" b="b"/>
            <a:pathLst>
              <a:path w="822400" h="720000">
                <a:moveTo>
                  <a:pt x="411292" y="234366"/>
                </a:moveTo>
                <a:cubicBezTo>
                  <a:pt x="342008" y="234366"/>
                  <a:pt x="285658" y="290716"/>
                  <a:pt x="285658" y="360000"/>
                </a:cubicBezTo>
                <a:cubicBezTo>
                  <a:pt x="285658" y="429284"/>
                  <a:pt x="342008" y="485635"/>
                  <a:pt x="411292" y="485635"/>
                </a:cubicBezTo>
                <a:cubicBezTo>
                  <a:pt x="480576" y="485635"/>
                  <a:pt x="536927" y="429284"/>
                  <a:pt x="536927" y="360000"/>
                </a:cubicBezTo>
                <a:cubicBezTo>
                  <a:pt x="536927" y="290716"/>
                  <a:pt x="480576" y="234366"/>
                  <a:pt x="411292" y="234366"/>
                </a:cubicBezTo>
                <a:close/>
                <a:moveTo>
                  <a:pt x="411292" y="178938"/>
                </a:moveTo>
                <a:cubicBezTo>
                  <a:pt x="511153" y="178938"/>
                  <a:pt x="592354" y="260139"/>
                  <a:pt x="592354" y="360000"/>
                </a:cubicBezTo>
                <a:cubicBezTo>
                  <a:pt x="592354" y="459861"/>
                  <a:pt x="511153" y="541063"/>
                  <a:pt x="411292" y="541063"/>
                </a:cubicBezTo>
                <a:cubicBezTo>
                  <a:pt x="311431" y="541063"/>
                  <a:pt x="230230" y="459861"/>
                  <a:pt x="230230" y="360000"/>
                </a:cubicBezTo>
                <a:cubicBezTo>
                  <a:pt x="230230" y="260139"/>
                  <a:pt x="311431" y="178938"/>
                  <a:pt x="411292" y="178938"/>
                </a:cubicBezTo>
                <a:close/>
                <a:moveTo>
                  <a:pt x="235403" y="55427"/>
                </a:moveTo>
                <a:lnTo>
                  <a:pt x="59514" y="360000"/>
                </a:lnTo>
                <a:lnTo>
                  <a:pt x="235403" y="664573"/>
                </a:lnTo>
                <a:lnTo>
                  <a:pt x="587089" y="664573"/>
                </a:lnTo>
                <a:lnTo>
                  <a:pt x="762978" y="360000"/>
                </a:lnTo>
                <a:lnTo>
                  <a:pt x="587089" y="55427"/>
                </a:lnTo>
                <a:close/>
                <a:moveTo>
                  <a:pt x="219883" y="0"/>
                </a:moveTo>
                <a:lnTo>
                  <a:pt x="602516" y="0"/>
                </a:lnTo>
                <a:cubicBezTo>
                  <a:pt x="612678" y="0"/>
                  <a:pt x="622193" y="5450"/>
                  <a:pt x="627274" y="14319"/>
                </a:cubicBezTo>
                <a:lnTo>
                  <a:pt x="818590" y="345682"/>
                </a:lnTo>
                <a:cubicBezTo>
                  <a:pt x="823671" y="354550"/>
                  <a:pt x="823671" y="365451"/>
                  <a:pt x="818590" y="374319"/>
                </a:cubicBezTo>
                <a:lnTo>
                  <a:pt x="627366" y="705682"/>
                </a:lnTo>
                <a:cubicBezTo>
                  <a:pt x="622285" y="714550"/>
                  <a:pt x="612770" y="720000"/>
                  <a:pt x="602608" y="720000"/>
                </a:cubicBezTo>
                <a:lnTo>
                  <a:pt x="219976" y="720000"/>
                </a:lnTo>
                <a:cubicBezTo>
                  <a:pt x="209814" y="720000"/>
                  <a:pt x="200299" y="714550"/>
                  <a:pt x="195218" y="705682"/>
                </a:cubicBezTo>
                <a:lnTo>
                  <a:pt x="3810" y="374319"/>
                </a:lnTo>
                <a:cubicBezTo>
                  <a:pt x="-1271" y="365543"/>
                  <a:pt x="-1271" y="354550"/>
                  <a:pt x="3810" y="345682"/>
                </a:cubicBezTo>
                <a:lnTo>
                  <a:pt x="195126" y="14319"/>
                </a:lnTo>
                <a:cubicBezTo>
                  <a:pt x="200207" y="5450"/>
                  <a:pt x="209721" y="0"/>
                  <a:pt x="219883" y="0"/>
                </a:cubicBezTo>
                <a:close/>
              </a:path>
            </a:pathLst>
          </a:custGeom>
          <a:solidFill>
            <a:schemeClr val="bg1">
              <a:lumMod val="75000"/>
            </a:schemeClr>
          </a:soli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18" name="标题 1"/>
          <p:cNvSpPr txBox="1"/>
          <p:nvPr/>
        </p:nvSpPr>
        <p:spPr>
          <a:xfrm>
            <a:off x="5114796" y="1428755"/>
            <a:ext cx="378631" cy="378631"/>
          </a:xfrm>
          <a:custGeom>
            <a:avLst/>
            <a:gdLst>
              <a:gd name="connsiteX0" fmla="*/ 438553 w 720000"/>
              <a:gd name="connsiteY0" fmla="*/ 189601 h 720000"/>
              <a:gd name="connsiteX1" fmla="*/ 373556 w 720000"/>
              <a:gd name="connsiteY1" fmla="*/ 216451 h 720000"/>
              <a:gd name="connsiteX2" fmla="*/ 232180 w 720000"/>
              <a:gd name="connsiteY2" fmla="*/ 357827 h 720000"/>
              <a:gd name="connsiteX3" fmla="*/ 191861 w 720000"/>
              <a:gd name="connsiteY3" fmla="*/ 528226 h 720000"/>
              <a:gd name="connsiteX4" fmla="*/ 362260 w 720000"/>
              <a:gd name="connsiteY4" fmla="*/ 487907 h 720000"/>
              <a:gd name="connsiteX5" fmla="*/ 503636 w 720000"/>
              <a:gd name="connsiteY5" fmla="*/ 346444 h 720000"/>
              <a:gd name="connsiteX6" fmla="*/ 503636 w 720000"/>
              <a:gd name="connsiteY6" fmla="*/ 216365 h 720000"/>
              <a:gd name="connsiteX7" fmla="*/ 438553 w 720000"/>
              <a:gd name="connsiteY7" fmla="*/ 189601 h 720000"/>
              <a:gd name="connsiteX8" fmla="*/ 438553 w 720000"/>
              <a:gd name="connsiteY8" fmla="*/ 141636 h 720000"/>
              <a:gd name="connsiteX9" fmla="*/ 537524 w 720000"/>
              <a:gd name="connsiteY9" fmla="*/ 182476 h 720000"/>
              <a:gd name="connsiteX10" fmla="*/ 537524 w 720000"/>
              <a:gd name="connsiteY10" fmla="*/ 380420 h 720000"/>
              <a:gd name="connsiteX11" fmla="*/ 396149 w 720000"/>
              <a:gd name="connsiteY11" fmla="*/ 521796 h 720000"/>
              <a:gd name="connsiteX12" fmla="*/ 141637 w 720000"/>
              <a:gd name="connsiteY12" fmla="*/ 578364 h 720000"/>
              <a:gd name="connsiteX13" fmla="*/ 198205 w 720000"/>
              <a:gd name="connsiteY13" fmla="*/ 323852 h 720000"/>
              <a:gd name="connsiteX14" fmla="*/ 339581 w 720000"/>
              <a:gd name="connsiteY14" fmla="*/ 182476 h 720000"/>
              <a:gd name="connsiteX15" fmla="*/ 438553 w 720000"/>
              <a:gd name="connsiteY15" fmla="*/ 141636 h 720000"/>
              <a:gd name="connsiteX16" fmla="*/ 120000 w 720000"/>
              <a:gd name="connsiteY16" fmla="*/ 47965 h 720000"/>
              <a:gd name="connsiteX17" fmla="*/ 47965 w 720000"/>
              <a:gd name="connsiteY17" fmla="*/ 120000 h 720000"/>
              <a:gd name="connsiteX18" fmla="*/ 47965 w 720000"/>
              <a:gd name="connsiteY18" fmla="*/ 600000 h 720000"/>
              <a:gd name="connsiteX19" fmla="*/ 120000 w 720000"/>
              <a:gd name="connsiteY19" fmla="*/ 672035 h 720000"/>
              <a:gd name="connsiteX20" fmla="*/ 600000 w 720000"/>
              <a:gd name="connsiteY20" fmla="*/ 672035 h 720000"/>
              <a:gd name="connsiteX21" fmla="*/ 672035 w 720000"/>
              <a:gd name="connsiteY21" fmla="*/ 600000 h 720000"/>
              <a:gd name="connsiteX22" fmla="*/ 672035 w 720000"/>
              <a:gd name="connsiteY22" fmla="*/ 120000 h 720000"/>
              <a:gd name="connsiteX23" fmla="*/ 600000 w 720000"/>
              <a:gd name="connsiteY23" fmla="*/ 47965 h 720000"/>
              <a:gd name="connsiteX24" fmla="*/ 120000 w 720000"/>
              <a:gd name="connsiteY24" fmla="*/ 0 h 720000"/>
              <a:gd name="connsiteX25" fmla="*/ 600000 w 720000"/>
              <a:gd name="connsiteY25" fmla="*/ 0 h 720000"/>
              <a:gd name="connsiteX26" fmla="*/ 720000 w 720000"/>
              <a:gd name="connsiteY26" fmla="*/ 120000 h 720000"/>
              <a:gd name="connsiteX27" fmla="*/ 720000 w 720000"/>
              <a:gd name="connsiteY27" fmla="*/ 600000 h 720000"/>
              <a:gd name="connsiteX28" fmla="*/ 600000 w 720000"/>
              <a:gd name="connsiteY28" fmla="*/ 720000 h 720000"/>
              <a:gd name="connsiteX29" fmla="*/ 120000 w 720000"/>
              <a:gd name="connsiteY29" fmla="*/ 720000 h 720000"/>
              <a:gd name="connsiteX30" fmla="*/ 0 w 720000"/>
              <a:gd name="connsiteY30" fmla="*/ 600000 h 720000"/>
              <a:gd name="connsiteX31" fmla="*/ 0 w 720000"/>
              <a:gd name="connsiteY31" fmla="*/ 120000 h 720000"/>
              <a:gd name="connsiteX32" fmla="*/ 120000 w 720000"/>
              <a:gd name="connsiteY32" fmla="*/ 0 h 720000"/>
            </a:gdLst>
            <a:ahLst/>
            <a:cxnLst/>
            <a:rect l="l" t="t" r="r" b="b"/>
            <a:pathLst>
              <a:path w="720000" h="720000">
                <a:moveTo>
                  <a:pt x="438553" y="189601"/>
                </a:moveTo>
                <a:cubicBezTo>
                  <a:pt x="413875" y="189601"/>
                  <a:pt x="390761" y="199073"/>
                  <a:pt x="373556" y="216451"/>
                </a:cubicBezTo>
                <a:lnTo>
                  <a:pt x="232180" y="357827"/>
                </a:lnTo>
                <a:cubicBezTo>
                  <a:pt x="212456" y="377465"/>
                  <a:pt x="197336" y="453584"/>
                  <a:pt x="191861" y="528226"/>
                </a:cubicBezTo>
                <a:cubicBezTo>
                  <a:pt x="266503" y="522665"/>
                  <a:pt x="342622" y="507545"/>
                  <a:pt x="362260" y="487907"/>
                </a:cubicBezTo>
                <a:lnTo>
                  <a:pt x="503636" y="346444"/>
                </a:lnTo>
                <a:cubicBezTo>
                  <a:pt x="539523" y="310557"/>
                  <a:pt x="539523" y="252252"/>
                  <a:pt x="503636" y="216365"/>
                </a:cubicBezTo>
                <a:cubicBezTo>
                  <a:pt x="486344" y="199073"/>
                  <a:pt x="463230" y="189601"/>
                  <a:pt x="438553" y="189601"/>
                </a:cubicBezTo>
                <a:close/>
                <a:moveTo>
                  <a:pt x="438553" y="141636"/>
                </a:moveTo>
                <a:cubicBezTo>
                  <a:pt x="474440" y="141636"/>
                  <a:pt x="510327" y="155191"/>
                  <a:pt x="537524" y="182476"/>
                </a:cubicBezTo>
                <a:cubicBezTo>
                  <a:pt x="592007" y="236872"/>
                  <a:pt x="592007" y="325938"/>
                  <a:pt x="537524" y="380420"/>
                </a:cubicBezTo>
                <a:lnTo>
                  <a:pt x="396149" y="521796"/>
                </a:lnTo>
                <a:cubicBezTo>
                  <a:pt x="341753" y="576278"/>
                  <a:pt x="141637" y="578364"/>
                  <a:pt x="141637" y="578364"/>
                </a:cubicBezTo>
                <a:cubicBezTo>
                  <a:pt x="141637" y="578364"/>
                  <a:pt x="143723" y="378334"/>
                  <a:pt x="198205" y="323852"/>
                </a:cubicBezTo>
                <a:lnTo>
                  <a:pt x="339581" y="182476"/>
                </a:lnTo>
                <a:cubicBezTo>
                  <a:pt x="366778" y="155278"/>
                  <a:pt x="402666" y="141636"/>
                  <a:pt x="438553" y="141636"/>
                </a:cubicBezTo>
                <a:close/>
                <a:moveTo>
                  <a:pt x="120000" y="47965"/>
                </a:moveTo>
                <a:cubicBezTo>
                  <a:pt x="80290" y="47965"/>
                  <a:pt x="47965" y="80290"/>
                  <a:pt x="47965" y="120000"/>
                </a:cubicBezTo>
                <a:lnTo>
                  <a:pt x="47965" y="600000"/>
                </a:lnTo>
                <a:cubicBezTo>
                  <a:pt x="47965" y="639711"/>
                  <a:pt x="80290" y="672035"/>
                  <a:pt x="120000" y="672035"/>
                </a:cubicBezTo>
                <a:lnTo>
                  <a:pt x="600000" y="672035"/>
                </a:lnTo>
                <a:cubicBezTo>
                  <a:pt x="639711" y="672035"/>
                  <a:pt x="672035" y="639711"/>
                  <a:pt x="672035" y="600000"/>
                </a:cubicBezTo>
                <a:lnTo>
                  <a:pt x="672035" y="120000"/>
                </a:lnTo>
                <a:cubicBezTo>
                  <a:pt x="672035" y="80290"/>
                  <a:pt x="639711" y="47965"/>
                  <a:pt x="600000" y="47965"/>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bg1">
              <a:lumMod val="75000"/>
            </a:schemeClr>
          </a:soli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19" name="标题 1"/>
          <p:cNvSpPr txBox="1"/>
          <p:nvPr/>
        </p:nvSpPr>
        <p:spPr>
          <a:xfrm flipV="1">
            <a:off x="1246562" y="1920668"/>
            <a:ext cx="4236594" cy="10800"/>
          </a:xfrm>
          <a:custGeom>
            <a:avLst/>
            <a:gdLst>
              <a:gd name="connsiteX0" fmla="*/ 4128594 w 4236594"/>
              <a:gd name="connsiteY0" fmla="*/ 10800 h 10800"/>
              <a:gd name="connsiteX1" fmla="*/ 4236594 w 4236594"/>
              <a:gd name="connsiteY1" fmla="*/ 10800 h 10800"/>
              <a:gd name="connsiteX2" fmla="*/ 4236594 w 4236594"/>
              <a:gd name="connsiteY2" fmla="*/ 0 h 10800"/>
              <a:gd name="connsiteX3" fmla="*/ 4128594 w 4236594"/>
              <a:gd name="connsiteY3" fmla="*/ 0 h 10800"/>
              <a:gd name="connsiteX4" fmla="*/ 0 w 4236594"/>
              <a:gd name="connsiteY4" fmla="*/ 10800 h 10800"/>
              <a:gd name="connsiteX5" fmla="*/ 4068000 w 4236594"/>
              <a:gd name="connsiteY5" fmla="*/ 10800 h 10800"/>
              <a:gd name="connsiteX6" fmla="*/ 4068000 w 4236594"/>
              <a:gd name="connsiteY6" fmla="*/ 0 h 10800"/>
              <a:gd name="connsiteX7" fmla="*/ 0 w 4236594"/>
              <a:gd name="connsiteY7" fmla="*/ 0 h 10800"/>
            </a:gdLst>
            <a:ahLst/>
            <a:cxnLst/>
            <a:rect l="l" t="t" r="r" b="b"/>
            <a:pathLst>
              <a:path w="4236594" h="10800">
                <a:moveTo>
                  <a:pt x="4128594" y="10800"/>
                </a:moveTo>
                <a:lnTo>
                  <a:pt x="4236594" y="10800"/>
                </a:lnTo>
                <a:lnTo>
                  <a:pt x="4236594" y="0"/>
                </a:lnTo>
                <a:lnTo>
                  <a:pt x="4128594" y="0"/>
                </a:lnTo>
                <a:close/>
                <a:moveTo>
                  <a:pt x="0" y="10800"/>
                </a:moveTo>
                <a:lnTo>
                  <a:pt x="4068000" y="10800"/>
                </a:lnTo>
                <a:lnTo>
                  <a:pt x="4068000" y="0"/>
                </a:lnTo>
                <a:lnTo>
                  <a:pt x="0" y="0"/>
                </a:lnTo>
                <a:close/>
              </a:path>
            </a:pathLst>
          </a:custGeom>
          <a:gradFill>
            <a:gsLst>
              <a:gs pos="0">
                <a:schemeClr val="tx1">
                  <a:lumMod val="65000"/>
                  <a:lumOff val="35000"/>
                  <a:alpha val="0"/>
                </a:schemeClr>
              </a:gs>
              <a:gs pos="100000">
                <a:schemeClr val="tx1">
                  <a:lumMod val="50000"/>
                  <a:lumOff val="50000"/>
                  <a:alpha val="50000"/>
                </a:schemeClr>
              </a:gs>
            </a:gsLst>
            <a:path path="circle">
              <a:fillToRect r="100000" b="100000"/>
            </a:path>
            <a:tileRect l="-100000" t="-100000"/>
          </a:gradFill>
          <a:ln w="12700" cap="sq">
            <a:noFill/>
            <a:miter/>
          </a:ln>
          <a:effectLst>
            <a:outerShdw blurRad="444500" dist="317500" dir="5400000" sx="92000" sy="92000" algn="t" rotWithShape="0">
              <a:schemeClr val="accent1">
                <a:lumMod val="75000"/>
                <a:alpha val="43000"/>
              </a:schemeClr>
            </a:outerShdw>
          </a:effectLst>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flipV="1">
            <a:off x="6703656" y="1920668"/>
            <a:ext cx="4236594" cy="10800"/>
          </a:xfrm>
          <a:custGeom>
            <a:avLst/>
            <a:gdLst>
              <a:gd name="connsiteX0" fmla="*/ 4128594 w 4236594"/>
              <a:gd name="connsiteY0" fmla="*/ 10800 h 10800"/>
              <a:gd name="connsiteX1" fmla="*/ 4236594 w 4236594"/>
              <a:gd name="connsiteY1" fmla="*/ 10800 h 10800"/>
              <a:gd name="connsiteX2" fmla="*/ 4236594 w 4236594"/>
              <a:gd name="connsiteY2" fmla="*/ 0 h 10800"/>
              <a:gd name="connsiteX3" fmla="*/ 4128594 w 4236594"/>
              <a:gd name="connsiteY3" fmla="*/ 0 h 10800"/>
              <a:gd name="connsiteX4" fmla="*/ 0 w 4236594"/>
              <a:gd name="connsiteY4" fmla="*/ 10800 h 10800"/>
              <a:gd name="connsiteX5" fmla="*/ 4068000 w 4236594"/>
              <a:gd name="connsiteY5" fmla="*/ 10800 h 10800"/>
              <a:gd name="connsiteX6" fmla="*/ 4068000 w 4236594"/>
              <a:gd name="connsiteY6" fmla="*/ 0 h 10800"/>
              <a:gd name="connsiteX7" fmla="*/ 0 w 4236594"/>
              <a:gd name="connsiteY7" fmla="*/ 0 h 10800"/>
            </a:gdLst>
            <a:ahLst/>
            <a:cxnLst/>
            <a:rect l="l" t="t" r="r" b="b"/>
            <a:pathLst>
              <a:path w="4236594" h="10800">
                <a:moveTo>
                  <a:pt x="4128594" y="10800"/>
                </a:moveTo>
                <a:lnTo>
                  <a:pt x="4236594" y="10800"/>
                </a:lnTo>
                <a:lnTo>
                  <a:pt x="4236594" y="0"/>
                </a:lnTo>
                <a:lnTo>
                  <a:pt x="4128594" y="0"/>
                </a:lnTo>
                <a:close/>
                <a:moveTo>
                  <a:pt x="0" y="10800"/>
                </a:moveTo>
                <a:lnTo>
                  <a:pt x="4068000" y="10800"/>
                </a:lnTo>
                <a:lnTo>
                  <a:pt x="4068000" y="0"/>
                </a:lnTo>
                <a:lnTo>
                  <a:pt x="0" y="0"/>
                </a:lnTo>
                <a:close/>
              </a:path>
            </a:pathLst>
          </a:custGeom>
          <a:gradFill>
            <a:gsLst>
              <a:gs pos="0">
                <a:schemeClr val="tx1">
                  <a:lumMod val="65000"/>
                  <a:lumOff val="35000"/>
                  <a:alpha val="0"/>
                </a:schemeClr>
              </a:gs>
              <a:gs pos="100000">
                <a:schemeClr val="tx1">
                  <a:lumMod val="50000"/>
                  <a:lumOff val="50000"/>
                  <a:alpha val="50000"/>
                </a:schemeClr>
              </a:gs>
            </a:gsLst>
            <a:path path="circle">
              <a:fillToRect r="100000" b="100000"/>
            </a:path>
            <a:tileRect l="-100000" t="-100000"/>
          </a:gradFill>
          <a:ln w="12700" cap="sq">
            <a:noFill/>
            <a:miter/>
          </a:ln>
          <a:effectLst>
            <a:outerShdw blurRad="444500" dist="317500" dir="5400000" sx="92000" sy="92000" algn="t" rotWithShape="0">
              <a:schemeClr val="accent1">
                <a:lumMod val="75000"/>
                <a:alpha val="43000"/>
              </a:schemeClr>
            </a:outerShdw>
          </a:effectLst>
        </p:spPr>
        <p:txBody>
          <a:bodyPr vert="horz" wrap="square" lIns="91440" tIns="45720" rIns="91440" bIns="45720" rtlCol="0" anchor="ctr"/>
          <a:lstStyle/>
          <a:p>
            <a:pPr algn="ctr">
              <a:lnSpc>
                <a:spcPct val="110000"/>
              </a:lnSpc>
            </a:pPr>
            <a:endParaRPr kumimoji="1" lang="zh-CN" altLang="en-US"/>
          </a:p>
        </p:txBody>
      </p:sp>
      <p:sp>
        <p:nvSpPr>
          <p:cNvPr id="21" name="标题 1"/>
          <p:cNvSpPr txBox="1"/>
          <p:nvPr/>
        </p:nvSpPr>
        <p:spPr>
          <a:xfrm>
            <a:off x="878571" y="3907914"/>
            <a:ext cx="10452469" cy="2423145"/>
          </a:xfrm>
          <a:prstGeom prst="rect">
            <a:avLst/>
          </a:prstGeom>
          <a:solidFill>
            <a:schemeClr val="bg1"/>
          </a:solidFill>
          <a:ln w="19050" cap="flat">
            <a:solidFill>
              <a:schemeClr val="accent1"/>
            </a:solidFill>
            <a:miter/>
          </a:ln>
          <a:effectLst>
            <a:outerShdw blurRad="381000" dist="317500" dir="2700000" algn="tl" rotWithShape="0">
              <a:schemeClr val="tx1">
                <a:alpha val="10000"/>
              </a:schemeClr>
            </a:outerShdw>
          </a:effectLst>
        </p:spPr>
        <p:txBody>
          <a:bodyPr vert="horz" wrap="square" lIns="91440" tIns="45720" rIns="91440" bIns="45720" rtlCol="0" anchor="ctr"/>
          <a:lstStyle/>
          <a:p>
            <a:pPr algn="ctr">
              <a:lnSpc>
                <a:spcPct val="100000"/>
              </a:lnSpc>
            </a:pPr>
            <a:endParaRPr kumimoji="1" lang="zh-CN" altLang="en-US"/>
          </a:p>
        </p:txBody>
      </p:sp>
      <p:sp>
        <p:nvSpPr>
          <p:cNvPr id="22" name="标题 1"/>
          <p:cNvSpPr txBox="1"/>
          <p:nvPr/>
        </p:nvSpPr>
        <p:spPr>
          <a:xfrm>
            <a:off x="1015634" y="4032840"/>
            <a:ext cx="94997" cy="94997"/>
          </a:xfrm>
          <a:prstGeom prst="rect">
            <a:avLst/>
          </a:prstGeom>
          <a:solidFill>
            <a:schemeClr val="accent2"/>
          </a:solidFill>
          <a:ln w="12700" cap="sq">
            <a:noFill/>
            <a:miter/>
          </a:ln>
        </p:spPr>
        <p:txBody>
          <a:bodyPr vert="horz" wrap="square" lIns="91440" tIns="45720" rIns="91440" bIns="45720" rtlCol="0" anchor="ctr"/>
          <a:lstStyle/>
          <a:p>
            <a:pPr algn="ctr">
              <a:lnSpc>
                <a:spcPct val="100000"/>
              </a:lnSpc>
            </a:pPr>
            <a:endParaRPr kumimoji="1" lang="zh-CN" altLang="en-US"/>
          </a:p>
        </p:txBody>
      </p:sp>
      <p:sp>
        <p:nvSpPr>
          <p:cNvPr id="23" name="标题 1"/>
          <p:cNvSpPr txBox="1"/>
          <p:nvPr/>
        </p:nvSpPr>
        <p:spPr>
          <a:xfrm>
            <a:off x="11081368" y="4030961"/>
            <a:ext cx="94997" cy="94997"/>
          </a:xfrm>
          <a:prstGeom prst="rect">
            <a:avLst/>
          </a:prstGeom>
          <a:solidFill>
            <a:schemeClr val="accent2"/>
          </a:solidFill>
          <a:ln w="12700" cap="sq">
            <a:noFill/>
            <a:miter/>
          </a:ln>
        </p:spPr>
        <p:txBody>
          <a:bodyPr vert="horz" wrap="square" lIns="91440" tIns="45720" rIns="91440" bIns="45720" rtlCol="0" anchor="ctr"/>
          <a:lstStyle/>
          <a:p>
            <a:pPr algn="ctr">
              <a:lnSpc>
                <a:spcPct val="100000"/>
              </a:lnSpc>
            </a:pPr>
            <a:endParaRPr kumimoji="1" lang="zh-CN" altLang="en-US"/>
          </a:p>
        </p:txBody>
      </p:sp>
      <p:sp>
        <p:nvSpPr>
          <p:cNvPr id="24" name="标题 1"/>
          <p:cNvSpPr txBox="1"/>
          <p:nvPr/>
        </p:nvSpPr>
        <p:spPr>
          <a:xfrm>
            <a:off x="1015634" y="6104283"/>
            <a:ext cx="94997" cy="94997"/>
          </a:xfrm>
          <a:prstGeom prst="rect">
            <a:avLst/>
          </a:prstGeom>
          <a:solidFill>
            <a:schemeClr val="accent2"/>
          </a:solidFill>
          <a:ln w="12700" cap="sq">
            <a:noFill/>
            <a:miter/>
          </a:ln>
        </p:spPr>
        <p:txBody>
          <a:bodyPr vert="horz" wrap="square" lIns="91440" tIns="45720" rIns="91440" bIns="45720" rtlCol="0" anchor="ctr"/>
          <a:lstStyle/>
          <a:p>
            <a:pPr algn="ctr">
              <a:lnSpc>
                <a:spcPct val="100000"/>
              </a:lnSpc>
            </a:pPr>
            <a:endParaRPr kumimoji="1" lang="zh-CN" altLang="en-US"/>
          </a:p>
        </p:txBody>
      </p:sp>
      <p:sp>
        <p:nvSpPr>
          <p:cNvPr id="25" name="标题 1"/>
          <p:cNvSpPr txBox="1"/>
          <p:nvPr/>
        </p:nvSpPr>
        <p:spPr>
          <a:xfrm>
            <a:off x="11081368" y="6104283"/>
            <a:ext cx="94997" cy="94997"/>
          </a:xfrm>
          <a:prstGeom prst="rect">
            <a:avLst/>
          </a:prstGeom>
          <a:solidFill>
            <a:schemeClr val="accent2"/>
          </a:solidFill>
          <a:ln w="12700" cap="sq">
            <a:noFill/>
            <a:miter/>
          </a:ln>
        </p:spPr>
        <p:txBody>
          <a:bodyPr vert="horz" wrap="square" lIns="91440" tIns="45720" rIns="91440" bIns="45720" rtlCol="0" anchor="ctr"/>
          <a:lstStyle/>
          <a:p>
            <a:pPr algn="ctr">
              <a:lnSpc>
                <a:spcPct val="100000"/>
              </a:lnSpc>
            </a:pPr>
            <a:endParaRPr kumimoji="1" lang="zh-CN" altLang="en-US"/>
          </a:p>
        </p:txBody>
      </p:sp>
      <p:sp>
        <p:nvSpPr>
          <p:cNvPr id="26" name="标题 1"/>
          <p:cNvSpPr txBox="1"/>
          <p:nvPr/>
        </p:nvSpPr>
        <p:spPr>
          <a:xfrm>
            <a:off x="1202367" y="3935711"/>
            <a:ext cx="9243545" cy="614781"/>
          </a:xfrm>
          <a:prstGeom prst="rect">
            <a:avLst/>
          </a:prstGeom>
          <a:noFill/>
          <a:ln>
            <a:noFill/>
          </a:ln>
        </p:spPr>
        <p:txBody>
          <a:bodyPr vert="horz" wrap="square" lIns="0" tIns="0" rIns="0" bIns="0" rtlCol="0" anchor="b"/>
          <a:lstStyle/>
          <a:p>
            <a:pPr algn="l">
              <a:lnSpc>
                <a:spcPct val="150000"/>
              </a:lnSpc>
            </a:pPr>
            <a:r>
              <a:rPr kumimoji="1" lang="en-US" altLang="zh-CN" sz="1600">
                <a:ln w="12700">
                  <a:noFill/>
                </a:ln>
                <a:solidFill>
                  <a:srgbClr val="262626">
                    <a:alpha val="100000"/>
                  </a:srgbClr>
                </a:solidFill>
                <a:latin typeface="Source Han Sans CN Bold"/>
                <a:ea typeface="Source Han Sans CN Bold"/>
                <a:cs typeface="Source Han Sans CN Bold"/>
              </a:rPr>
              <a:t>x 和 z 的填充规则</a:t>
            </a:r>
            <a:endParaRPr kumimoji="1" lang="zh-CN" altLang="en-US"/>
          </a:p>
        </p:txBody>
      </p:sp>
      <p:sp>
        <p:nvSpPr>
          <p:cNvPr id="27" name="标题 1"/>
          <p:cNvSpPr txBox="1"/>
          <p:nvPr/>
        </p:nvSpPr>
        <p:spPr>
          <a:xfrm>
            <a:off x="1237100" y="4735334"/>
            <a:ext cx="9729462" cy="1347348"/>
          </a:xfrm>
          <a:prstGeom prst="rect">
            <a:avLst/>
          </a:prstGeom>
          <a:noFill/>
          <a:ln>
            <a:noFill/>
          </a:ln>
        </p:spPr>
        <p:txBody>
          <a:bodyPr vert="horz" wrap="square" lIns="0" tIns="0" rIns="0" bIns="0" rtlCol="0" anchor="t"/>
          <a:lstStyle/>
          <a:p>
            <a:pPr algn="l">
              <a:lnSpc>
                <a:spcPct val="150000"/>
              </a:lnSpc>
            </a:pPr>
            <a:r>
              <a:rPr kumimoji="1" lang="en-US" altLang="zh-CN" sz="1400">
                <a:ln w="12700">
                  <a:noFill/>
                </a:ln>
                <a:solidFill>
                  <a:srgbClr val="262626">
                    <a:alpha val="100000"/>
                  </a:srgbClr>
                </a:solidFill>
                <a:latin typeface="Source Han Sans"/>
                <a:ea typeface="Source Han Sans"/>
                <a:cs typeface="Source Han Sans"/>
              </a:rPr>
              <a:t>如果数字常量的位数少于位宽，x 和 z 会根据最高位进行填充。
填充规则确保数字常量的正确表示。</a:t>
            </a:r>
            <a:endParaRPr kumimoji="1" lang="zh-CN" altLang="en-US"/>
          </a:p>
        </p:txBody>
      </p:sp>
      <p:sp>
        <p:nvSpPr>
          <p:cNvPr id="28" name="标题 1"/>
          <p:cNvSpPr txBox="1"/>
          <p:nvPr/>
        </p:nvSpPr>
        <p:spPr>
          <a:xfrm flipV="1">
            <a:off x="1246562" y="4663773"/>
            <a:ext cx="9720000" cy="10800"/>
          </a:xfrm>
          <a:custGeom>
            <a:avLst/>
            <a:gdLst>
              <a:gd name="connsiteX0" fmla="*/ 4128594 w 4236594"/>
              <a:gd name="connsiteY0" fmla="*/ 10800 h 10800"/>
              <a:gd name="connsiteX1" fmla="*/ 4236594 w 4236594"/>
              <a:gd name="connsiteY1" fmla="*/ 10800 h 10800"/>
              <a:gd name="connsiteX2" fmla="*/ 4236594 w 4236594"/>
              <a:gd name="connsiteY2" fmla="*/ 0 h 10800"/>
              <a:gd name="connsiteX3" fmla="*/ 4128594 w 4236594"/>
              <a:gd name="connsiteY3" fmla="*/ 0 h 10800"/>
              <a:gd name="connsiteX4" fmla="*/ 0 w 4236594"/>
              <a:gd name="connsiteY4" fmla="*/ 10800 h 10800"/>
              <a:gd name="connsiteX5" fmla="*/ 4068000 w 4236594"/>
              <a:gd name="connsiteY5" fmla="*/ 10800 h 10800"/>
              <a:gd name="connsiteX6" fmla="*/ 4068000 w 4236594"/>
              <a:gd name="connsiteY6" fmla="*/ 0 h 10800"/>
              <a:gd name="connsiteX7" fmla="*/ 0 w 4236594"/>
              <a:gd name="connsiteY7" fmla="*/ 0 h 10800"/>
            </a:gdLst>
            <a:ahLst/>
            <a:cxnLst/>
            <a:rect l="l" t="t" r="r" b="b"/>
            <a:pathLst>
              <a:path w="4236594" h="10800">
                <a:moveTo>
                  <a:pt x="4128594" y="10800"/>
                </a:moveTo>
                <a:lnTo>
                  <a:pt x="4236594" y="10800"/>
                </a:lnTo>
                <a:lnTo>
                  <a:pt x="4236594" y="0"/>
                </a:lnTo>
                <a:lnTo>
                  <a:pt x="4128594" y="0"/>
                </a:lnTo>
                <a:close/>
                <a:moveTo>
                  <a:pt x="0" y="10800"/>
                </a:moveTo>
                <a:lnTo>
                  <a:pt x="4068000" y="10800"/>
                </a:lnTo>
                <a:lnTo>
                  <a:pt x="4068000" y="0"/>
                </a:lnTo>
                <a:lnTo>
                  <a:pt x="0" y="0"/>
                </a:lnTo>
                <a:close/>
              </a:path>
            </a:pathLst>
          </a:custGeom>
          <a:gradFill>
            <a:gsLst>
              <a:gs pos="0">
                <a:schemeClr val="tx1">
                  <a:lumMod val="65000"/>
                  <a:lumOff val="35000"/>
                  <a:alpha val="0"/>
                </a:schemeClr>
              </a:gs>
              <a:gs pos="100000">
                <a:schemeClr val="tx1">
                  <a:lumMod val="50000"/>
                  <a:lumOff val="50000"/>
                  <a:alpha val="50000"/>
                </a:schemeClr>
              </a:gs>
            </a:gsLst>
            <a:path path="circle">
              <a:fillToRect r="100000" b="100000"/>
            </a:path>
            <a:tileRect l="-100000" t="-100000"/>
          </a:gradFill>
          <a:ln w="12700" cap="sq">
            <a:noFill/>
            <a:miter/>
          </a:ln>
          <a:effectLst>
            <a:outerShdw blurRad="444500" dist="317500" dir="5400000" sx="92000" sy="92000" algn="t" rotWithShape="0">
              <a:schemeClr val="accent1">
                <a:lumMod val="75000"/>
                <a:alpha val="43000"/>
              </a:schemeClr>
            </a:outerShdw>
          </a:effectLst>
        </p:spPr>
        <p:txBody>
          <a:bodyPr vert="horz" wrap="square" lIns="91440" tIns="45720" rIns="91440" bIns="45720" rtlCol="0" anchor="ctr"/>
          <a:lstStyle/>
          <a:p>
            <a:pPr algn="ctr">
              <a:lnSpc>
                <a:spcPct val="110000"/>
              </a:lnSpc>
            </a:pPr>
            <a:endParaRPr kumimoji="1" lang="zh-CN" altLang="en-US"/>
          </a:p>
        </p:txBody>
      </p:sp>
      <p:sp>
        <p:nvSpPr>
          <p:cNvPr id="29" name="标题 1"/>
          <p:cNvSpPr txBox="1"/>
          <p:nvPr/>
        </p:nvSpPr>
        <p:spPr>
          <a:xfrm>
            <a:off x="10600588" y="4169706"/>
            <a:ext cx="391254" cy="378631"/>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lumMod val="75000"/>
            </a:schemeClr>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30" name="标题 1"/>
          <p:cNvSpPr txBox="1"/>
          <p:nvPr/>
        </p:nvSpPr>
        <p:spPr>
          <a:xfrm>
            <a:off x="660400" y="323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a:ea typeface="Source Han Sans CN Bold"/>
                <a:cs typeface="Source Han Sans CN Bold"/>
              </a:rPr>
              <a:t>未知值和高阻值</a:t>
            </a:r>
            <a:endParaRPr kumimoji="1" lang="zh-CN" altLang="en-US"/>
          </a:p>
        </p:txBody>
      </p:sp>
      <p:cxnSp>
        <p:nvCxnSpPr>
          <p:cNvPr id="31" name="标题 1"/>
          <p:cNvCxnSpPr/>
          <p:nvPr/>
        </p:nvCxnSpPr>
        <p:spPr>
          <a:xfrm>
            <a:off x="0" y="958850"/>
            <a:ext cx="12122150" cy="0"/>
          </a:xfrm>
          <a:prstGeom prst="line">
            <a:avLst/>
          </a:prstGeom>
          <a:noFill/>
          <a:ln w="28575" cap="sq">
            <a:solidFill>
              <a:schemeClr val="accent1"/>
            </a:solidFill>
            <a:miter/>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57385"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12971575">
            <a:off x="6066310" y="973629"/>
            <a:ext cx="1859493" cy="1859493"/>
          </a:xfrm>
          <a:prstGeom prst="ellipse">
            <a:avLst/>
          </a:prstGeom>
          <a:gradFill>
            <a:gsLst>
              <a:gs pos="0">
                <a:schemeClr val="accent2">
                  <a:lumMod val="20000"/>
                  <a:lumOff val="80000"/>
                  <a:alpha val="0"/>
                </a:schemeClr>
              </a:gs>
              <a:gs pos="100000">
                <a:schemeClr val="accent2">
                  <a:alpha val="4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rot="20292424">
            <a:off x="-861535" y="-1870201"/>
            <a:ext cx="5517653" cy="5517653"/>
          </a:xfrm>
          <a:prstGeom prst="ellipse">
            <a:avLst/>
          </a:prstGeom>
          <a:gradFill>
            <a:gsLst>
              <a:gs pos="0">
                <a:schemeClr val="accent2">
                  <a:lumMod val="20000"/>
                  <a:lumOff val="80000"/>
                  <a:alpha val="10000"/>
                </a:schemeClr>
              </a:gs>
              <a:gs pos="100000">
                <a:schemeClr val="accent2">
                  <a:lumMod val="60000"/>
                  <a:lumOff val="40000"/>
                  <a:alpha val="32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266700" y="0"/>
            <a:ext cx="12192000" cy="6858000"/>
          </a:xfrm>
          <a:custGeom>
            <a:avLst/>
            <a:gdLst>
              <a:gd name="connsiteX0" fmla="*/ 113129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702116 h 6858000"/>
              <a:gd name="connsiteX5" fmla="*/ 35522 w 12192000"/>
              <a:gd name="connsiteY5" fmla="*/ 6686253 h 6858000"/>
              <a:gd name="connsiteX6" fmla="*/ 2463801 w 12192000"/>
              <a:gd name="connsiteY6" fmla="*/ 5867400 h 6858000"/>
              <a:gd name="connsiteX7" fmla="*/ 5219701 w 12192000"/>
              <a:gd name="connsiteY7" fmla="*/ 5918200 h 6858000"/>
              <a:gd name="connsiteX8" fmla="*/ 7010401 w 12192000"/>
              <a:gd name="connsiteY8" fmla="*/ 5283200 h 6858000"/>
              <a:gd name="connsiteX9" fmla="*/ 8267701 w 12192000"/>
              <a:gd name="connsiteY9" fmla="*/ 4368800 h 6858000"/>
              <a:gd name="connsiteX10" fmla="*/ 9753303 w 12192000"/>
              <a:gd name="connsiteY10" fmla="*/ 4102100 h 6858000"/>
              <a:gd name="connsiteX11" fmla="*/ 9775436 w 12192000"/>
              <a:gd name="connsiteY11" fmla="*/ 4096261 h 6858000"/>
              <a:gd name="connsiteX12" fmla="*/ 9872640 w 12192000"/>
              <a:gd name="connsiteY12" fmla="*/ 4085901 h 6858000"/>
              <a:gd name="connsiteX13" fmla="*/ 10871964 w 12192000"/>
              <a:gd name="connsiteY13" fmla="*/ 3011090 h 6858000"/>
              <a:gd name="connsiteX14" fmla="*/ 10879893 w 12192000"/>
              <a:gd name="connsiteY14" fmla="*/ 2929399 h 6858000"/>
              <a:gd name="connsiteX15" fmla="*/ 10896601 w 12192000"/>
              <a:gd name="connsiteY15" fmla="*/ 2844800 h 6858000"/>
              <a:gd name="connsiteX16" fmla="*/ 10899119 w 12192000"/>
              <a:gd name="connsiteY16" fmla="*/ 2673412 h 6858000"/>
              <a:gd name="connsiteX17" fmla="*/ 10885081 w 12192000"/>
              <a:gd name="connsiteY17" fmla="*/ 2593548 h 6858000"/>
              <a:gd name="connsiteX18" fmla="*/ 10877638 w 12192000"/>
              <a:gd name="connsiteY18" fmla="*/ 2498494 h 6858000"/>
              <a:gd name="connsiteX19" fmla="*/ 10816392 w 12192000"/>
              <a:gd name="connsiteY19" fmla="*/ 2262974 h 6858000"/>
              <a:gd name="connsiteX20" fmla="*/ 10744803 w 12192000"/>
              <a:gd name="connsiteY20" fmla="*/ 2108945 h 6858000"/>
              <a:gd name="connsiteX21" fmla="*/ 10738645 w 12192000"/>
              <a:gd name="connsiteY21" fmla="*/ 2091531 h 6858000"/>
              <a:gd name="connsiteX22" fmla="*/ 10541001 w 12192000"/>
              <a:gd name="connsiteY22" fmla="*/ 1371600 h 6858000"/>
              <a:gd name="connsiteX23" fmla="*/ 10544822 w 12192000"/>
              <a:gd name="connsiteY23" fmla="*/ 1332977 h 6858000"/>
              <a:gd name="connsiteX24" fmla="*/ 10541001 w 12192000"/>
              <a:gd name="connsiteY24" fmla="*/ 1257301 h 6858000"/>
              <a:gd name="connsiteX25" fmla="*/ 11308933 w 12192000"/>
              <a:gd name="connsiteY25" fmla="*/ 1821 h 6858000"/>
            </a:gdLst>
            <a:ahLst/>
            <a:cxnLst/>
            <a:rect l="l" t="t" r="r" b="b"/>
            <a:pathLst>
              <a:path w="12192000" h="6858000">
                <a:moveTo>
                  <a:pt x="11312928" y="0"/>
                </a:moveTo>
                <a:lnTo>
                  <a:pt x="12192000" y="0"/>
                </a:lnTo>
                <a:lnTo>
                  <a:pt x="12192000" y="6858000"/>
                </a:lnTo>
                <a:lnTo>
                  <a:pt x="0" y="6858000"/>
                </a:lnTo>
                <a:lnTo>
                  <a:pt x="0" y="6702116"/>
                </a:lnTo>
                <a:lnTo>
                  <a:pt x="35522" y="6686253"/>
                </a:lnTo>
                <a:cubicBezTo>
                  <a:pt x="678260" y="6404372"/>
                  <a:pt x="1757363" y="5991225"/>
                  <a:pt x="2463801" y="5867400"/>
                </a:cubicBezTo>
                <a:cubicBezTo>
                  <a:pt x="3405718" y="5702300"/>
                  <a:pt x="4461935" y="6015567"/>
                  <a:pt x="5219701" y="5918200"/>
                </a:cubicBezTo>
                <a:cubicBezTo>
                  <a:pt x="5977468" y="5820833"/>
                  <a:pt x="6502402" y="5541433"/>
                  <a:pt x="7010401" y="5283200"/>
                </a:cubicBezTo>
                <a:cubicBezTo>
                  <a:pt x="7518401" y="5024967"/>
                  <a:pt x="7742768" y="4588933"/>
                  <a:pt x="8267701" y="4368800"/>
                </a:cubicBezTo>
                <a:cubicBezTo>
                  <a:pt x="8661401" y="4203700"/>
                  <a:pt x="9282510" y="4200525"/>
                  <a:pt x="9753303" y="4102100"/>
                </a:cubicBezTo>
                <a:lnTo>
                  <a:pt x="9775436" y="4096261"/>
                </a:lnTo>
                <a:lnTo>
                  <a:pt x="9872640" y="4085901"/>
                </a:lnTo>
                <a:cubicBezTo>
                  <a:pt x="10350579" y="4007524"/>
                  <a:pt x="10765727" y="3583520"/>
                  <a:pt x="10871964" y="3011090"/>
                </a:cubicBezTo>
                <a:lnTo>
                  <a:pt x="10879893" y="2929399"/>
                </a:lnTo>
                <a:lnTo>
                  <a:pt x="10896601" y="2844800"/>
                </a:lnTo>
                <a:cubicBezTo>
                  <a:pt x="10904538" y="2790825"/>
                  <a:pt x="10904770" y="2733378"/>
                  <a:pt x="10899119" y="2673412"/>
                </a:cubicBezTo>
                <a:lnTo>
                  <a:pt x="10885081" y="2593548"/>
                </a:lnTo>
                <a:lnTo>
                  <a:pt x="10877638" y="2498494"/>
                </a:lnTo>
                <a:cubicBezTo>
                  <a:pt x="10863957" y="2417017"/>
                  <a:pt x="10843349" y="2338180"/>
                  <a:pt x="10816392" y="2262974"/>
                </a:cubicBezTo>
                <a:lnTo>
                  <a:pt x="10744803" y="2108945"/>
                </a:lnTo>
                <a:lnTo>
                  <a:pt x="10738645" y="2091531"/>
                </a:lnTo>
                <a:cubicBezTo>
                  <a:pt x="10640485" y="1825625"/>
                  <a:pt x="10535710" y="1565275"/>
                  <a:pt x="10541001" y="1371600"/>
                </a:cubicBezTo>
                <a:lnTo>
                  <a:pt x="10544822" y="1332977"/>
                </a:lnTo>
                <a:lnTo>
                  <a:pt x="10541001" y="1257301"/>
                </a:lnTo>
                <a:cubicBezTo>
                  <a:pt x="10541001" y="709879"/>
                  <a:pt x="10853029" y="235335"/>
                  <a:pt x="11308933" y="1821"/>
                </a:cubicBezTo>
                <a:close/>
              </a:path>
            </a:pathLst>
          </a:custGeom>
          <a:gradFill>
            <a:gsLst>
              <a:gs pos="0">
                <a:schemeClr val="accent2">
                  <a:alpha val="99000"/>
                </a:schemeClr>
              </a:gs>
              <a:gs pos="100000">
                <a:schemeClr val="accent2">
                  <a:lumMod val="40000"/>
                  <a:lumOff val="6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0" y="0"/>
            <a:ext cx="12192000" cy="6858000"/>
          </a:xfrm>
          <a:custGeom>
            <a:avLst/>
            <a:gdLst>
              <a:gd name="connsiteX0" fmla="*/ 113129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702116 h 6858000"/>
              <a:gd name="connsiteX5" fmla="*/ 35522 w 12192000"/>
              <a:gd name="connsiteY5" fmla="*/ 6686253 h 6858000"/>
              <a:gd name="connsiteX6" fmla="*/ 2463801 w 12192000"/>
              <a:gd name="connsiteY6" fmla="*/ 5867400 h 6858000"/>
              <a:gd name="connsiteX7" fmla="*/ 5219701 w 12192000"/>
              <a:gd name="connsiteY7" fmla="*/ 5918200 h 6858000"/>
              <a:gd name="connsiteX8" fmla="*/ 7010401 w 12192000"/>
              <a:gd name="connsiteY8" fmla="*/ 5283200 h 6858000"/>
              <a:gd name="connsiteX9" fmla="*/ 8267701 w 12192000"/>
              <a:gd name="connsiteY9" fmla="*/ 4368800 h 6858000"/>
              <a:gd name="connsiteX10" fmla="*/ 9753303 w 12192000"/>
              <a:gd name="connsiteY10" fmla="*/ 4102100 h 6858000"/>
              <a:gd name="connsiteX11" fmla="*/ 9775436 w 12192000"/>
              <a:gd name="connsiteY11" fmla="*/ 4096261 h 6858000"/>
              <a:gd name="connsiteX12" fmla="*/ 9872640 w 12192000"/>
              <a:gd name="connsiteY12" fmla="*/ 4085901 h 6858000"/>
              <a:gd name="connsiteX13" fmla="*/ 10871964 w 12192000"/>
              <a:gd name="connsiteY13" fmla="*/ 3011090 h 6858000"/>
              <a:gd name="connsiteX14" fmla="*/ 10879893 w 12192000"/>
              <a:gd name="connsiteY14" fmla="*/ 2929399 h 6858000"/>
              <a:gd name="connsiteX15" fmla="*/ 10896601 w 12192000"/>
              <a:gd name="connsiteY15" fmla="*/ 2844800 h 6858000"/>
              <a:gd name="connsiteX16" fmla="*/ 10899119 w 12192000"/>
              <a:gd name="connsiteY16" fmla="*/ 2673412 h 6858000"/>
              <a:gd name="connsiteX17" fmla="*/ 10885081 w 12192000"/>
              <a:gd name="connsiteY17" fmla="*/ 2593548 h 6858000"/>
              <a:gd name="connsiteX18" fmla="*/ 10877638 w 12192000"/>
              <a:gd name="connsiteY18" fmla="*/ 2498494 h 6858000"/>
              <a:gd name="connsiteX19" fmla="*/ 10816392 w 12192000"/>
              <a:gd name="connsiteY19" fmla="*/ 2262974 h 6858000"/>
              <a:gd name="connsiteX20" fmla="*/ 10744803 w 12192000"/>
              <a:gd name="connsiteY20" fmla="*/ 2108945 h 6858000"/>
              <a:gd name="connsiteX21" fmla="*/ 10738645 w 12192000"/>
              <a:gd name="connsiteY21" fmla="*/ 2091531 h 6858000"/>
              <a:gd name="connsiteX22" fmla="*/ 10541001 w 12192000"/>
              <a:gd name="connsiteY22" fmla="*/ 1371600 h 6858000"/>
              <a:gd name="connsiteX23" fmla="*/ 10544822 w 12192000"/>
              <a:gd name="connsiteY23" fmla="*/ 1332977 h 6858000"/>
              <a:gd name="connsiteX24" fmla="*/ 10541001 w 12192000"/>
              <a:gd name="connsiteY24" fmla="*/ 1257301 h 6858000"/>
              <a:gd name="connsiteX25" fmla="*/ 11308933 w 12192000"/>
              <a:gd name="connsiteY25" fmla="*/ 1821 h 6858000"/>
            </a:gdLst>
            <a:ahLst/>
            <a:cxnLst/>
            <a:rect l="l" t="t" r="r" b="b"/>
            <a:pathLst>
              <a:path w="12192000" h="6858000">
                <a:moveTo>
                  <a:pt x="11312928" y="0"/>
                </a:moveTo>
                <a:lnTo>
                  <a:pt x="12192000" y="0"/>
                </a:lnTo>
                <a:lnTo>
                  <a:pt x="12192000" y="6858000"/>
                </a:lnTo>
                <a:lnTo>
                  <a:pt x="0" y="6858000"/>
                </a:lnTo>
                <a:lnTo>
                  <a:pt x="0" y="6702116"/>
                </a:lnTo>
                <a:lnTo>
                  <a:pt x="35522" y="6686253"/>
                </a:lnTo>
                <a:cubicBezTo>
                  <a:pt x="678260" y="6404372"/>
                  <a:pt x="1757363" y="5991225"/>
                  <a:pt x="2463801" y="5867400"/>
                </a:cubicBezTo>
                <a:cubicBezTo>
                  <a:pt x="3405718" y="5702300"/>
                  <a:pt x="4461935" y="6015567"/>
                  <a:pt x="5219701" y="5918200"/>
                </a:cubicBezTo>
                <a:cubicBezTo>
                  <a:pt x="5977468" y="5820833"/>
                  <a:pt x="6502402" y="5541433"/>
                  <a:pt x="7010401" y="5283200"/>
                </a:cubicBezTo>
                <a:cubicBezTo>
                  <a:pt x="7518401" y="5024967"/>
                  <a:pt x="7742768" y="4588933"/>
                  <a:pt x="8267701" y="4368800"/>
                </a:cubicBezTo>
                <a:cubicBezTo>
                  <a:pt x="8661401" y="4203700"/>
                  <a:pt x="9282510" y="4200525"/>
                  <a:pt x="9753303" y="4102100"/>
                </a:cubicBezTo>
                <a:lnTo>
                  <a:pt x="9775436" y="4096261"/>
                </a:lnTo>
                <a:lnTo>
                  <a:pt x="9872640" y="4085901"/>
                </a:lnTo>
                <a:cubicBezTo>
                  <a:pt x="10350579" y="4007524"/>
                  <a:pt x="10765727" y="3583520"/>
                  <a:pt x="10871964" y="3011090"/>
                </a:cubicBezTo>
                <a:lnTo>
                  <a:pt x="10879893" y="2929399"/>
                </a:lnTo>
                <a:lnTo>
                  <a:pt x="10896601" y="2844800"/>
                </a:lnTo>
                <a:cubicBezTo>
                  <a:pt x="10904538" y="2790825"/>
                  <a:pt x="10904770" y="2733378"/>
                  <a:pt x="10899119" y="2673412"/>
                </a:cubicBezTo>
                <a:lnTo>
                  <a:pt x="10885081" y="2593548"/>
                </a:lnTo>
                <a:lnTo>
                  <a:pt x="10877638" y="2498494"/>
                </a:lnTo>
                <a:cubicBezTo>
                  <a:pt x="10863957" y="2417017"/>
                  <a:pt x="10843349" y="2338180"/>
                  <a:pt x="10816392" y="2262974"/>
                </a:cubicBezTo>
                <a:lnTo>
                  <a:pt x="10744803" y="2108945"/>
                </a:lnTo>
                <a:lnTo>
                  <a:pt x="10738645" y="2091531"/>
                </a:lnTo>
                <a:cubicBezTo>
                  <a:pt x="10640485" y="1825625"/>
                  <a:pt x="10535710" y="1565275"/>
                  <a:pt x="10541001" y="1371600"/>
                </a:cubicBezTo>
                <a:lnTo>
                  <a:pt x="10544822" y="1332977"/>
                </a:lnTo>
                <a:lnTo>
                  <a:pt x="10541001" y="1257301"/>
                </a:lnTo>
                <a:cubicBezTo>
                  <a:pt x="10541001" y="709879"/>
                  <a:pt x="10853029" y="235335"/>
                  <a:pt x="11308933" y="1821"/>
                </a:cubicBezTo>
                <a:close/>
              </a:path>
            </a:pathLst>
          </a:custGeom>
          <a:gradFill>
            <a:gsLst>
              <a:gs pos="27000">
                <a:schemeClr val="accent1"/>
              </a:gs>
              <a:gs pos="100000">
                <a:schemeClr val="accent2"/>
              </a:gs>
            </a:gsLst>
            <a:lin ang="108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7" name="图片 6"/>
          <p:cNvPicPr>
            <a:picLocks noChangeAspect="1"/>
          </p:cNvPicPr>
          <p:nvPr/>
        </p:nvPicPr>
        <p:blipFill>
          <a:blip r:embed="rId2">
            <a:alphaModFix/>
          </a:blip>
          <a:srcRect/>
          <a:stretch>
            <a:fillRect/>
          </a:stretch>
        </p:blipFill>
        <p:spPr>
          <a:xfrm>
            <a:off x="4038600" y="2485878"/>
            <a:ext cx="8118785" cy="4372121"/>
          </a:xfrm>
          <a:prstGeom prst="rect">
            <a:avLst/>
          </a:prstGeom>
          <a:noFill/>
          <a:ln>
            <a:noFill/>
          </a:ln>
        </p:spPr>
      </p:pic>
      <p:sp>
        <p:nvSpPr>
          <p:cNvPr id="8" name="标题 1"/>
          <p:cNvSpPr txBox="1"/>
          <p:nvPr/>
        </p:nvSpPr>
        <p:spPr>
          <a:xfrm>
            <a:off x="436052" y="2855974"/>
            <a:ext cx="6307734" cy="1986036"/>
          </a:xfrm>
          <a:prstGeom prst="rect">
            <a:avLst/>
          </a:prstGeom>
          <a:noFill/>
          <a:ln>
            <a:noFill/>
          </a:ln>
        </p:spPr>
        <p:txBody>
          <a:bodyPr vert="horz" wrap="square" lIns="91440" tIns="45720" rIns="91440" bIns="45720" rtlCol="0" anchor="t"/>
          <a:lstStyle/>
          <a:p>
            <a:pPr algn="l">
              <a:lnSpc>
                <a:spcPct val="130000"/>
              </a:lnSpc>
            </a:pPr>
            <a:r>
              <a:rPr kumimoji="1" lang="en-US" altLang="zh-CN" sz="4900">
                <a:ln w="12700">
                  <a:noFill/>
                </a:ln>
                <a:solidFill>
                  <a:srgbClr val="000000">
                    <a:alpha val="100000"/>
                  </a:srgbClr>
                </a:solidFill>
                <a:latin typeface="Source Han Sans CN Bold"/>
                <a:ea typeface="Source Han Sans CN Bold"/>
                <a:cs typeface="Source Han Sans CN Bold"/>
              </a:rPr>
              <a:t>Verilog 数据类型</a:t>
            </a:r>
            <a:endParaRPr kumimoji="1" lang="zh-CN" altLang="en-US"/>
          </a:p>
        </p:txBody>
      </p:sp>
      <p:sp>
        <p:nvSpPr>
          <p:cNvPr id="9" name="标题 1"/>
          <p:cNvSpPr txBox="1"/>
          <p:nvPr/>
        </p:nvSpPr>
        <p:spPr>
          <a:xfrm>
            <a:off x="8648700" y="2362379"/>
            <a:ext cx="610616" cy="610616"/>
          </a:xfrm>
          <a:prstGeom prst="ellipse">
            <a:avLst/>
          </a:prstGeom>
          <a:gradFill>
            <a:gsLst>
              <a:gs pos="0">
                <a:schemeClr val="accent1"/>
              </a:gs>
              <a:gs pos="100000">
                <a:schemeClr val="accent2"/>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9689076" y="1634397"/>
            <a:ext cx="353151" cy="353151"/>
          </a:xfrm>
          <a:prstGeom prst="ellipse">
            <a:avLst/>
          </a:prstGeom>
          <a:gradFill>
            <a:gsLst>
              <a:gs pos="0">
                <a:schemeClr val="accent3"/>
              </a:gs>
              <a:gs pos="100000">
                <a:schemeClr val="accent4"/>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538400" y="5483588"/>
            <a:ext cx="578874" cy="578874"/>
          </a:xfrm>
          <a:prstGeom prst="ellipse">
            <a:avLst/>
          </a:prstGeom>
          <a:gradFill>
            <a:gsLst>
              <a:gs pos="0">
                <a:schemeClr val="accent1"/>
              </a:gs>
              <a:gs pos="100000">
                <a:schemeClr val="accent2"/>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rot="1349991">
            <a:off x="11457839" y="586853"/>
            <a:ext cx="1539544" cy="1539544"/>
          </a:xfrm>
          <a:prstGeom prst="ellipse">
            <a:avLst/>
          </a:prstGeom>
          <a:gradFill>
            <a:gsLst>
              <a:gs pos="0">
                <a:schemeClr val="accent1">
                  <a:alpha val="68000"/>
                </a:schemeClr>
              </a:gs>
              <a:gs pos="100000">
                <a:schemeClr val="accent2">
                  <a:alpha val="6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2489" y="529552"/>
            <a:ext cx="3793799" cy="743548"/>
          </a:xfrm>
          <a:custGeom>
            <a:avLst/>
            <a:gdLst>
              <a:gd name="connsiteX0" fmla="*/ 0 w 3425499"/>
              <a:gd name="connsiteY0" fmla="*/ 0 h 743548"/>
              <a:gd name="connsiteX1" fmla="*/ 3053725 w 3425499"/>
              <a:gd name="connsiteY1" fmla="*/ 0 h 743548"/>
              <a:gd name="connsiteX2" fmla="*/ 3425499 w 3425499"/>
              <a:gd name="connsiteY2" fmla="*/ 371774 h 743548"/>
              <a:gd name="connsiteX3" fmla="*/ 3053725 w 3425499"/>
              <a:gd name="connsiteY3" fmla="*/ 743548 h 743548"/>
              <a:gd name="connsiteX4" fmla="*/ 0 w 3425499"/>
              <a:gd name="connsiteY4" fmla="*/ 743548 h 743548"/>
            </a:gdLst>
            <a:ahLst/>
            <a:cxnLst/>
            <a:rect l="l" t="t" r="r" b="b"/>
            <a:pathLst>
              <a:path w="3425499" h="743548">
                <a:moveTo>
                  <a:pt x="0" y="0"/>
                </a:moveTo>
                <a:lnTo>
                  <a:pt x="3053725" y="0"/>
                </a:lnTo>
                <a:cubicBezTo>
                  <a:pt x="3259050" y="0"/>
                  <a:pt x="3425499" y="166449"/>
                  <a:pt x="3425499" y="371774"/>
                </a:cubicBezTo>
                <a:cubicBezTo>
                  <a:pt x="3425499" y="577099"/>
                  <a:pt x="3259050" y="743548"/>
                  <a:pt x="3053725" y="743548"/>
                </a:cubicBezTo>
                <a:lnTo>
                  <a:pt x="0" y="743548"/>
                </a:ln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552822" y="717623"/>
            <a:ext cx="2958699" cy="367406"/>
          </a:xfrm>
          <a:custGeom>
            <a:avLst/>
            <a:gdLst>
              <a:gd name="connsiteX0" fmla="*/ 353068 w 1228797"/>
              <a:gd name="connsiteY0" fmla="*/ 146933 h 152590"/>
              <a:gd name="connsiteX1" fmla="*/ 353259 w 1228797"/>
              <a:gd name="connsiteY1" fmla="*/ 146971 h 152590"/>
              <a:gd name="connsiteX2" fmla="*/ 352878 w 1228797"/>
              <a:gd name="connsiteY2" fmla="*/ 146971 h 152590"/>
              <a:gd name="connsiteX3" fmla="*/ 463654 w 1228797"/>
              <a:gd name="connsiteY3" fmla="*/ 28766 h 152590"/>
              <a:gd name="connsiteX4" fmla="*/ 457368 w 1228797"/>
              <a:gd name="connsiteY4" fmla="*/ 35052 h 152590"/>
              <a:gd name="connsiteX5" fmla="*/ 457368 w 1228797"/>
              <a:gd name="connsiteY5" fmla="*/ 66866 h 152590"/>
              <a:gd name="connsiteX6" fmla="*/ 463464 w 1228797"/>
              <a:gd name="connsiteY6" fmla="*/ 73152 h 152590"/>
              <a:gd name="connsiteX7" fmla="*/ 463654 w 1228797"/>
              <a:gd name="connsiteY7" fmla="*/ 73152 h 152590"/>
              <a:gd name="connsiteX8" fmla="*/ 502611 w 1228797"/>
              <a:gd name="connsiteY8" fmla="*/ 73152 h 152590"/>
              <a:gd name="connsiteX9" fmla="*/ 525281 w 1228797"/>
              <a:gd name="connsiteY9" fmla="*/ 51911 h 152590"/>
              <a:gd name="connsiteX10" fmla="*/ 504450 w 1228797"/>
              <a:gd name="connsiteY10" fmla="*/ 28795 h 152590"/>
              <a:gd name="connsiteX11" fmla="*/ 503183 w 1228797"/>
              <a:gd name="connsiteY11" fmla="*/ 28766 h 152590"/>
              <a:gd name="connsiteX12" fmla="*/ 1154216 w 1228797"/>
              <a:gd name="connsiteY12" fmla="*/ 28194 h 152590"/>
              <a:gd name="connsiteX13" fmla="*/ 1154216 w 1228797"/>
              <a:gd name="connsiteY13" fmla="*/ 28765 h 152590"/>
              <a:gd name="connsiteX14" fmla="*/ 1104877 w 1228797"/>
              <a:gd name="connsiteY14" fmla="*/ 77914 h 152590"/>
              <a:gd name="connsiteX15" fmla="*/ 1154026 w 1228797"/>
              <a:gd name="connsiteY15" fmla="*/ 127254 h 152590"/>
              <a:gd name="connsiteX16" fmla="*/ 1203365 w 1228797"/>
              <a:gd name="connsiteY16" fmla="*/ 78105 h 152590"/>
              <a:gd name="connsiteX17" fmla="*/ 1203365 w 1228797"/>
              <a:gd name="connsiteY17" fmla="*/ 78009 h 152590"/>
              <a:gd name="connsiteX18" fmla="*/ 1154502 w 1228797"/>
              <a:gd name="connsiteY18" fmla="*/ 28195 h 152590"/>
              <a:gd name="connsiteX19" fmla="*/ 1154216 w 1228797"/>
              <a:gd name="connsiteY19" fmla="*/ 28194 h 152590"/>
              <a:gd name="connsiteX20" fmla="*/ 836558 w 1228797"/>
              <a:gd name="connsiteY20" fmla="*/ 25718 h 152590"/>
              <a:gd name="connsiteX21" fmla="*/ 787314 w 1228797"/>
              <a:gd name="connsiteY21" fmla="*/ 74962 h 152590"/>
              <a:gd name="connsiteX22" fmla="*/ 836558 w 1228797"/>
              <a:gd name="connsiteY22" fmla="*/ 124207 h 152590"/>
              <a:gd name="connsiteX23" fmla="*/ 885802 w 1228797"/>
              <a:gd name="connsiteY23" fmla="*/ 74962 h 152590"/>
              <a:gd name="connsiteX24" fmla="*/ 885802 w 1228797"/>
              <a:gd name="connsiteY24" fmla="*/ 74867 h 152590"/>
              <a:gd name="connsiteX25" fmla="*/ 836558 w 1228797"/>
              <a:gd name="connsiteY25" fmla="*/ 25718 h 152590"/>
              <a:gd name="connsiteX26" fmla="*/ 200954 w 1228797"/>
              <a:gd name="connsiteY26" fmla="*/ 25527 h 152590"/>
              <a:gd name="connsiteX27" fmla="*/ 200954 w 1228797"/>
              <a:gd name="connsiteY27" fmla="*/ 25908 h 152590"/>
              <a:gd name="connsiteX28" fmla="*/ 151424 w 1228797"/>
              <a:gd name="connsiteY28" fmla="*/ 75248 h 152590"/>
              <a:gd name="connsiteX29" fmla="*/ 200764 w 1228797"/>
              <a:gd name="connsiteY29" fmla="*/ 124778 h 152590"/>
              <a:gd name="connsiteX30" fmla="*/ 250294 w 1228797"/>
              <a:gd name="connsiteY30" fmla="*/ 75438 h 152590"/>
              <a:gd name="connsiteX31" fmla="*/ 250294 w 1228797"/>
              <a:gd name="connsiteY31" fmla="*/ 75248 h 152590"/>
              <a:gd name="connsiteX32" fmla="*/ 201145 w 1228797"/>
              <a:gd name="connsiteY32" fmla="*/ 25528 h 152590"/>
              <a:gd name="connsiteX33" fmla="*/ 200954 w 1228797"/>
              <a:gd name="connsiteY33" fmla="*/ 25527 h 152590"/>
              <a:gd name="connsiteX34" fmla="*/ 437841 w 1228797"/>
              <a:gd name="connsiteY34" fmla="*/ 3429 h 152590"/>
              <a:gd name="connsiteX35" fmla="*/ 502040 w 1228797"/>
              <a:gd name="connsiteY35" fmla="*/ 3429 h 152590"/>
              <a:gd name="connsiteX36" fmla="*/ 535949 w 1228797"/>
              <a:gd name="connsiteY36" fmla="*/ 16764 h 152590"/>
              <a:gd name="connsiteX37" fmla="*/ 550808 w 1228797"/>
              <a:gd name="connsiteY37" fmla="*/ 49340 h 152590"/>
              <a:gd name="connsiteX38" fmla="*/ 528615 w 1228797"/>
              <a:gd name="connsiteY38" fmla="*/ 91345 h 152590"/>
              <a:gd name="connsiteX39" fmla="*/ 526233 w 1228797"/>
              <a:gd name="connsiteY39" fmla="*/ 99251 h 152590"/>
              <a:gd name="connsiteX40" fmla="*/ 544712 w 1228797"/>
              <a:gd name="connsiteY40" fmla="*/ 138017 h 152590"/>
              <a:gd name="connsiteX41" fmla="*/ 541683 w 1228797"/>
              <a:gd name="connsiteY41" fmla="*/ 146377 h 152590"/>
              <a:gd name="connsiteX42" fmla="*/ 538997 w 1228797"/>
              <a:gd name="connsiteY42" fmla="*/ 146971 h 152590"/>
              <a:gd name="connsiteX43" fmla="*/ 525567 w 1228797"/>
              <a:gd name="connsiteY43" fmla="*/ 146971 h 152590"/>
              <a:gd name="connsiteX44" fmla="*/ 519947 w 1228797"/>
              <a:gd name="connsiteY44" fmla="*/ 143447 h 152590"/>
              <a:gd name="connsiteX45" fmla="*/ 500230 w 1228797"/>
              <a:gd name="connsiteY45" fmla="*/ 102203 h 152590"/>
              <a:gd name="connsiteX46" fmla="*/ 494611 w 1228797"/>
              <a:gd name="connsiteY46" fmla="*/ 98679 h 152590"/>
              <a:gd name="connsiteX47" fmla="*/ 463654 w 1228797"/>
              <a:gd name="connsiteY47" fmla="*/ 98679 h 152590"/>
              <a:gd name="connsiteX48" fmla="*/ 457368 w 1228797"/>
              <a:gd name="connsiteY48" fmla="*/ 104773 h 152590"/>
              <a:gd name="connsiteX49" fmla="*/ 457368 w 1228797"/>
              <a:gd name="connsiteY49" fmla="*/ 104966 h 152590"/>
              <a:gd name="connsiteX50" fmla="*/ 457368 w 1228797"/>
              <a:gd name="connsiteY50" fmla="*/ 140684 h 152590"/>
              <a:gd name="connsiteX51" fmla="*/ 451081 w 1228797"/>
              <a:gd name="connsiteY51" fmla="*/ 146971 h 152590"/>
              <a:gd name="connsiteX52" fmla="*/ 437841 w 1228797"/>
              <a:gd name="connsiteY52" fmla="*/ 146971 h 152590"/>
              <a:gd name="connsiteX53" fmla="*/ 431555 w 1228797"/>
              <a:gd name="connsiteY53" fmla="*/ 140684 h 152590"/>
              <a:gd name="connsiteX54" fmla="*/ 431555 w 1228797"/>
              <a:gd name="connsiteY54" fmla="*/ 9716 h 152590"/>
              <a:gd name="connsiteX55" fmla="*/ 437841 w 1228797"/>
              <a:gd name="connsiteY55" fmla="*/ 3429 h 152590"/>
              <a:gd name="connsiteX56" fmla="*/ 293633 w 1228797"/>
              <a:gd name="connsiteY56" fmla="*/ 3429 h 152590"/>
              <a:gd name="connsiteX57" fmla="*/ 306777 w 1228797"/>
              <a:gd name="connsiteY57" fmla="*/ 3429 h 152590"/>
              <a:gd name="connsiteX58" fmla="*/ 312683 w 1228797"/>
              <a:gd name="connsiteY58" fmla="*/ 9715 h 152590"/>
              <a:gd name="connsiteX59" fmla="*/ 312683 w 1228797"/>
              <a:gd name="connsiteY59" fmla="*/ 80677 h 152590"/>
              <a:gd name="connsiteX60" fmla="*/ 350592 w 1228797"/>
              <a:gd name="connsiteY60" fmla="*/ 123032 h 152590"/>
              <a:gd name="connsiteX61" fmla="*/ 392950 w 1228797"/>
              <a:gd name="connsiteY61" fmla="*/ 85118 h 152590"/>
              <a:gd name="connsiteX62" fmla="*/ 392978 w 1228797"/>
              <a:gd name="connsiteY62" fmla="*/ 81248 h 152590"/>
              <a:gd name="connsiteX63" fmla="*/ 392978 w 1228797"/>
              <a:gd name="connsiteY63" fmla="*/ 9715 h 152590"/>
              <a:gd name="connsiteX64" fmla="*/ 399265 w 1228797"/>
              <a:gd name="connsiteY64" fmla="*/ 3429 h 152590"/>
              <a:gd name="connsiteX65" fmla="*/ 412505 w 1228797"/>
              <a:gd name="connsiteY65" fmla="*/ 3429 h 152590"/>
              <a:gd name="connsiteX66" fmla="*/ 418696 w 1228797"/>
              <a:gd name="connsiteY66" fmla="*/ 9715 h 152590"/>
              <a:gd name="connsiteX67" fmla="*/ 418696 w 1228797"/>
              <a:gd name="connsiteY67" fmla="*/ 81153 h 152590"/>
              <a:gd name="connsiteX68" fmla="*/ 378496 w 1228797"/>
              <a:gd name="connsiteY68" fmla="*/ 141799 h 152590"/>
              <a:gd name="connsiteX69" fmla="*/ 353068 w 1228797"/>
              <a:gd name="connsiteY69" fmla="*/ 146933 h 152590"/>
              <a:gd name="connsiteX70" fmla="*/ 327634 w 1228797"/>
              <a:gd name="connsiteY70" fmla="*/ 141836 h 152590"/>
              <a:gd name="connsiteX71" fmla="*/ 287346 w 1228797"/>
              <a:gd name="connsiteY71" fmla="*/ 81248 h 152590"/>
              <a:gd name="connsiteX72" fmla="*/ 287346 w 1228797"/>
              <a:gd name="connsiteY72" fmla="*/ 81153 h 152590"/>
              <a:gd name="connsiteX73" fmla="*/ 287346 w 1228797"/>
              <a:gd name="connsiteY73" fmla="*/ 9715 h 152590"/>
              <a:gd name="connsiteX74" fmla="*/ 293633 w 1228797"/>
              <a:gd name="connsiteY74" fmla="*/ 3429 h 152590"/>
              <a:gd name="connsiteX75" fmla="*/ 6264 w 1228797"/>
              <a:gd name="connsiteY75" fmla="*/ 3333 h 152590"/>
              <a:gd name="connsiteX76" fmla="*/ 18646 w 1228797"/>
              <a:gd name="connsiteY76" fmla="*/ 3333 h 152590"/>
              <a:gd name="connsiteX77" fmla="*/ 23790 w 1228797"/>
              <a:gd name="connsiteY77" fmla="*/ 6000 h 152590"/>
              <a:gd name="connsiteX78" fmla="*/ 61890 w 1228797"/>
              <a:gd name="connsiteY78" fmla="*/ 59817 h 152590"/>
              <a:gd name="connsiteX79" fmla="*/ 67033 w 1228797"/>
              <a:gd name="connsiteY79" fmla="*/ 62388 h 152590"/>
              <a:gd name="connsiteX80" fmla="*/ 72081 w 1228797"/>
              <a:gd name="connsiteY80" fmla="*/ 59817 h 152590"/>
              <a:gd name="connsiteX81" fmla="*/ 110181 w 1228797"/>
              <a:gd name="connsiteY81" fmla="*/ 6000 h 152590"/>
              <a:gd name="connsiteX82" fmla="*/ 115325 w 1228797"/>
              <a:gd name="connsiteY82" fmla="*/ 3333 h 152590"/>
              <a:gd name="connsiteX83" fmla="*/ 127707 w 1228797"/>
              <a:gd name="connsiteY83" fmla="*/ 3333 h 152590"/>
              <a:gd name="connsiteX84" fmla="*/ 134065 w 1228797"/>
              <a:gd name="connsiteY84" fmla="*/ 9548 h 152590"/>
              <a:gd name="connsiteX85" fmla="*/ 132851 w 1228797"/>
              <a:gd name="connsiteY85" fmla="*/ 13335 h 152590"/>
              <a:gd name="connsiteX86" fmla="*/ 81702 w 1228797"/>
              <a:gd name="connsiteY86" fmla="*/ 83724 h 152590"/>
              <a:gd name="connsiteX87" fmla="*/ 79987 w 1228797"/>
              <a:gd name="connsiteY87" fmla="*/ 89154 h 152590"/>
              <a:gd name="connsiteX88" fmla="*/ 79987 w 1228797"/>
              <a:gd name="connsiteY88" fmla="*/ 140684 h 152590"/>
              <a:gd name="connsiteX89" fmla="*/ 73701 w 1228797"/>
              <a:gd name="connsiteY89" fmla="*/ 146970 h 152590"/>
              <a:gd name="connsiteX90" fmla="*/ 60270 w 1228797"/>
              <a:gd name="connsiteY90" fmla="*/ 146970 h 152590"/>
              <a:gd name="connsiteX91" fmla="*/ 53984 w 1228797"/>
              <a:gd name="connsiteY91" fmla="*/ 140684 h 152590"/>
              <a:gd name="connsiteX92" fmla="*/ 53984 w 1228797"/>
              <a:gd name="connsiteY92" fmla="*/ 89154 h 152590"/>
              <a:gd name="connsiteX93" fmla="*/ 52269 w 1228797"/>
              <a:gd name="connsiteY93" fmla="*/ 83724 h 152590"/>
              <a:gd name="connsiteX94" fmla="*/ 1215 w 1228797"/>
              <a:gd name="connsiteY94" fmla="*/ 13335 h 152590"/>
              <a:gd name="connsiteX95" fmla="*/ 2572 w 1228797"/>
              <a:gd name="connsiteY95" fmla="*/ 4549 h 152590"/>
              <a:gd name="connsiteX96" fmla="*/ 6264 w 1228797"/>
              <a:gd name="connsiteY96" fmla="*/ 3333 h 152590"/>
              <a:gd name="connsiteX97" fmla="*/ 1154026 w 1228797"/>
              <a:gd name="connsiteY97" fmla="*/ 3238 h 152590"/>
              <a:gd name="connsiteX98" fmla="*/ 1228797 w 1228797"/>
              <a:gd name="connsiteY98" fmla="*/ 77819 h 152590"/>
              <a:gd name="connsiteX99" fmla="*/ 1228797 w 1228797"/>
              <a:gd name="connsiteY99" fmla="*/ 77914 h 152590"/>
              <a:gd name="connsiteX100" fmla="*/ 1154216 w 1228797"/>
              <a:gd name="connsiteY100" fmla="*/ 152590 h 152590"/>
              <a:gd name="connsiteX101" fmla="*/ 1079445 w 1228797"/>
              <a:gd name="connsiteY101" fmla="*/ 78009 h 152590"/>
              <a:gd name="connsiteX102" fmla="*/ 1154026 w 1228797"/>
              <a:gd name="connsiteY102" fmla="*/ 3238 h 152590"/>
              <a:gd name="connsiteX103" fmla="*/ 646058 w 1228797"/>
              <a:gd name="connsiteY103" fmla="*/ 2096 h 152590"/>
              <a:gd name="connsiteX104" fmla="*/ 659774 w 1228797"/>
              <a:gd name="connsiteY104" fmla="*/ 2096 h 152590"/>
              <a:gd name="connsiteX105" fmla="*/ 666060 w 1228797"/>
              <a:gd name="connsiteY105" fmla="*/ 8382 h 152590"/>
              <a:gd name="connsiteX106" fmla="*/ 666060 w 1228797"/>
              <a:gd name="connsiteY106" fmla="*/ 116491 h 152590"/>
              <a:gd name="connsiteX107" fmla="*/ 672346 w 1228797"/>
              <a:gd name="connsiteY107" fmla="*/ 122778 h 152590"/>
              <a:gd name="connsiteX108" fmla="*/ 750166 w 1228797"/>
              <a:gd name="connsiteY108" fmla="*/ 122778 h 152590"/>
              <a:gd name="connsiteX109" fmla="*/ 756452 w 1228797"/>
              <a:gd name="connsiteY109" fmla="*/ 129064 h 152590"/>
              <a:gd name="connsiteX110" fmla="*/ 756452 w 1228797"/>
              <a:gd name="connsiteY110" fmla="*/ 141733 h 152590"/>
              <a:gd name="connsiteX111" fmla="*/ 750356 w 1228797"/>
              <a:gd name="connsiteY111" fmla="*/ 148019 h 152590"/>
              <a:gd name="connsiteX112" fmla="*/ 750166 w 1228797"/>
              <a:gd name="connsiteY112" fmla="*/ 148019 h 152590"/>
              <a:gd name="connsiteX113" fmla="*/ 646058 w 1228797"/>
              <a:gd name="connsiteY113" fmla="*/ 148019 h 152590"/>
              <a:gd name="connsiteX114" fmla="*/ 639771 w 1228797"/>
              <a:gd name="connsiteY114" fmla="*/ 141733 h 152590"/>
              <a:gd name="connsiteX115" fmla="*/ 639771 w 1228797"/>
              <a:gd name="connsiteY115" fmla="*/ 8382 h 152590"/>
              <a:gd name="connsiteX116" fmla="*/ 646058 w 1228797"/>
              <a:gd name="connsiteY116" fmla="*/ 2096 h 152590"/>
              <a:gd name="connsiteX117" fmla="*/ 995720 w 1228797"/>
              <a:gd name="connsiteY117" fmla="*/ 191 h 152590"/>
              <a:gd name="connsiteX118" fmla="*/ 1040488 w 1228797"/>
              <a:gd name="connsiteY118" fmla="*/ 15621 h 152590"/>
              <a:gd name="connsiteX119" fmla="*/ 1051060 w 1228797"/>
              <a:gd name="connsiteY119" fmla="*/ 25146 h 152590"/>
              <a:gd name="connsiteX120" fmla="*/ 1051251 w 1228797"/>
              <a:gd name="connsiteY120" fmla="*/ 25418 h 152590"/>
              <a:gd name="connsiteX121" fmla="*/ 1049536 w 1228797"/>
              <a:gd name="connsiteY121" fmla="*/ 34004 h 152590"/>
              <a:gd name="connsiteX122" fmla="*/ 1038964 w 1228797"/>
              <a:gd name="connsiteY122" fmla="*/ 41434 h 152590"/>
              <a:gd name="connsiteX123" fmla="*/ 1030867 w 1228797"/>
              <a:gd name="connsiteY123" fmla="*/ 40767 h 152590"/>
              <a:gd name="connsiteX124" fmla="*/ 1028010 w 1228797"/>
              <a:gd name="connsiteY124" fmla="*/ 38100 h 152590"/>
              <a:gd name="connsiteX125" fmla="*/ 1027343 w 1228797"/>
              <a:gd name="connsiteY125" fmla="*/ 37624 h 152590"/>
              <a:gd name="connsiteX126" fmla="*/ 995911 w 1228797"/>
              <a:gd name="connsiteY126" fmla="*/ 26194 h 152590"/>
              <a:gd name="connsiteX127" fmla="*/ 993815 w 1228797"/>
              <a:gd name="connsiteY127" fmla="*/ 26194 h 152590"/>
              <a:gd name="connsiteX128" fmla="*/ 990386 w 1228797"/>
              <a:gd name="connsiteY128" fmla="*/ 26194 h 152590"/>
              <a:gd name="connsiteX129" fmla="*/ 981623 w 1228797"/>
              <a:gd name="connsiteY129" fmla="*/ 28004 h 152590"/>
              <a:gd name="connsiteX130" fmla="*/ 947638 w 1228797"/>
              <a:gd name="connsiteY130" fmla="*/ 64456 h 152590"/>
              <a:gd name="connsiteX131" fmla="*/ 984957 w 1228797"/>
              <a:gd name="connsiteY131" fmla="*/ 123254 h 152590"/>
              <a:gd name="connsiteX132" fmla="*/ 988957 w 1228797"/>
              <a:gd name="connsiteY132" fmla="*/ 124016 h 152590"/>
              <a:gd name="connsiteX133" fmla="*/ 992291 w 1228797"/>
              <a:gd name="connsiteY133" fmla="*/ 122968 h 152590"/>
              <a:gd name="connsiteX134" fmla="*/ 1001816 w 1228797"/>
              <a:gd name="connsiteY134" fmla="*/ 122968 h 152590"/>
              <a:gd name="connsiteX135" fmla="*/ 1009150 w 1228797"/>
              <a:gd name="connsiteY135" fmla="*/ 121920 h 152590"/>
              <a:gd name="connsiteX136" fmla="*/ 1010484 w 1228797"/>
              <a:gd name="connsiteY136" fmla="*/ 121920 h 152590"/>
              <a:gd name="connsiteX137" fmla="*/ 1011817 w 1228797"/>
              <a:gd name="connsiteY137" fmla="*/ 121920 h 152590"/>
              <a:gd name="connsiteX138" fmla="*/ 1017437 w 1228797"/>
              <a:gd name="connsiteY138" fmla="*/ 119920 h 152590"/>
              <a:gd name="connsiteX139" fmla="*/ 1018580 w 1228797"/>
              <a:gd name="connsiteY139" fmla="*/ 119444 h 152590"/>
              <a:gd name="connsiteX140" fmla="*/ 1019723 w 1228797"/>
              <a:gd name="connsiteY140" fmla="*/ 118967 h 152590"/>
              <a:gd name="connsiteX141" fmla="*/ 1020866 w 1228797"/>
              <a:gd name="connsiteY141" fmla="*/ 118396 h 152590"/>
              <a:gd name="connsiteX142" fmla="*/ 1023438 w 1228797"/>
              <a:gd name="connsiteY142" fmla="*/ 117062 h 152590"/>
              <a:gd name="connsiteX143" fmla="*/ 1024200 w 1228797"/>
              <a:gd name="connsiteY143" fmla="*/ 116491 h 152590"/>
              <a:gd name="connsiteX144" fmla="*/ 1041154 w 1228797"/>
              <a:gd name="connsiteY144" fmla="*/ 95345 h 152590"/>
              <a:gd name="connsiteX145" fmla="*/ 1040202 w 1228797"/>
              <a:gd name="connsiteY145" fmla="*/ 90297 h 152590"/>
              <a:gd name="connsiteX146" fmla="*/ 1036106 w 1228797"/>
              <a:gd name="connsiteY146" fmla="*/ 88583 h 152590"/>
              <a:gd name="connsiteX147" fmla="*/ 1008579 w 1228797"/>
              <a:gd name="connsiteY147" fmla="*/ 88583 h 152590"/>
              <a:gd name="connsiteX148" fmla="*/ 1002292 w 1228797"/>
              <a:gd name="connsiteY148" fmla="*/ 82296 h 152590"/>
              <a:gd name="connsiteX149" fmla="*/ 1002292 w 1228797"/>
              <a:gd name="connsiteY149" fmla="*/ 69437 h 152590"/>
              <a:gd name="connsiteX150" fmla="*/ 1002292 w 1228797"/>
              <a:gd name="connsiteY150" fmla="*/ 69245 h 152590"/>
              <a:gd name="connsiteX151" fmla="*/ 1008579 w 1228797"/>
              <a:gd name="connsiteY151" fmla="*/ 63151 h 152590"/>
              <a:gd name="connsiteX152" fmla="*/ 1065729 w 1228797"/>
              <a:gd name="connsiteY152" fmla="*/ 63151 h 152590"/>
              <a:gd name="connsiteX153" fmla="*/ 1066205 w 1228797"/>
              <a:gd name="connsiteY153" fmla="*/ 63151 h 152590"/>
              <a:gd name="connsiteX154" fmla="*/ 1066777 w 1228797"/>
              <a:gd name="connsiteY154" fmla="*/ 63151 h 152590"/>
              <a:gd name="connsiteX155" fmla="*/ 1068205 w 1228797"/>
              <a:gd name="connsiteY155" fmla="*/ 68771 h 152590"/>
              <a:gd name="connsiteX156" fmla="*/ 1068205 w 1228797"/>
              <a:gd name="connsiteY156" fmla="*/ 80391 h 152590"/>
              <a:gd name="connsiteX157" fmla="*/ 1043155 w 1228797"/>
              <a:gd name="connsiteY157" fmla="*/ 136112 h 152590"/>
              <a:gd name="connsiteX158" fmla="*/ 1040869 w 1228797"/>
              <a:gd name="connsiteY158" fmla="*/ 138113 h 152590"/>
              <a:gd name="connsiteX159" fmla="*/ 1039630 w 1228797"/>
              <a:gd name="connsiteY159" fmla="*/ 139065 h 152590"/>
              <a:gd name="connsiteX160" fmla="*/ 1037249 w 1228797"/>
              <a:gd name="connsiteY160" fmla="*/ 140780 h 152590"/>
              <a:gd name="connsiteX161" fmla="*/ 1036011 w 1228797"/>
              <a:gd name="connsiteY161" fmla="*/ 141637 h 152590"/>
              <a:gd name="connsiteX162" fmla="*/ 1033630 w 1228797"/>
              <a:gd name="connsiteY162" fmla="*/ 143161 h 152590"/>
              <a:gd name="connsiteX163" fmla="*/ 1032391 w 1228797"/>
              <a:gd name="connsiteY163" fmla="*/ 143923 h 152590"/>
              <a:gd name="connsiteX164" fmla="*/ 1029915 w 1228797"/>
              <a:gd name="connsiteY164" fmla="*/ 145352 h 152590"/>
              <a:gd name="connsiteX165" fmla="*/ 1029343 w 1228797"/>
              <a:gd name="connsiteY165" fmla="*/ 145352 h 152590"/>
              <a:gd name="connsiteX166" fmla="*/ 1025343 w 1228797"/>
              <a:gd name="connsiteY166" fmla="*/ 147257 h 152590"/>
              <a:gd name="connsiteX167" fmla="*/ 1024676 w 1228797"/>
              <a:gd name="connsiteY167" fmla="*/ 147257 h 152590"/>
              <a:gd name="connsiteX168" fmla="*/ 1022104 w 1228797"/>
              <a:gd name="connsiteY168" fmla="*/ 148209 h 152590"/>
              <a:gd name="connsiteX169" fmla="*/ 1020866 w 1228797"/>
              <a:gd name="connsiteY169" fmla="*/ 148209 h 152590"/>
              <a:gd name="connsiteX170" fmla="*/ 1020104 w 1228797"/>
              <a:gd name="connsiteY170" fmla="*/ 148209 h 152590"/>
              <a:gd name="connsiteX171" fmla="*/ 1018009 w 1228797"/>
              <a:gd name="connsiteY171" fmla="*/ 148971 h 152590"/>
              <a:gd name="connsiteX172" fmla="*/ 1017151 w 1228797"/>
              <a:gd name="connsiteY172" fmla="*/ 148971 h 152590"/>
              <a:gd name="connsiteX173" fmla="*/ 1015913 w 1228797"/>
              <a:gd name="connsiteY173" fmla="*/ 148971 h 152590"/>
              <a:gd name="connsiteX174" fmla="*/ 1015056 w 1228797"/>
              <a:gd name="connsiteY174" fmla="*/ 148971 h 152590"/>
              <a:gd name="connsiteX175" fmla="*/ 1013151 w 1228797"/>
              <a:gd name="connsiteY175" fmla="*/ 149447 h 152590"/>
              <a:gd name="connsiteX176" fmla="*/ 1012103 w 1228797"/>
              <a:gd name="connsiteY176" fmla="*/ 149447 h 152590"/>
              <a:gd name="connsiteX177" fmla="*/ 1010960 w 1228797"/>
              <a:gd name="connsiteY177" fmla="*/ 149447 h 152590"/>
              <a:gd name="connsiteX178" fmla="*/ 1009912 w 1228797"/>
              <a:gd name="connsiteY178" fmla="*/ 149447 h 152590"/>
              <a:gd name="connsiteX179" fmla="*/ 1008103 w 1228797"/>
              <a:gd name="connsiteY179" fmla="*/ 149447 h 152590"/>
              <a:gd name="connsiteX180" fmla="*/ 1006960 w 1228797"/>
              <a:gd name="connsiteY180" fmla="*/ 149447 h 152590"/>
              <a:gd name="connsiteX181" fmla="*/ 1005817 w 1228797"/>
              <a:gd name="connsiteY181" fmla="*/ 149447 h 152590"/>
              <a:gd name="connsiteX182" fmla="*/ 1004578 w 1228797"/>
              <a:gd name="connsiteY182" fmla="*/ 149447 h 152590"/>
              <a:gd name="connsiteX183" fmla="*/ 1002864 w 1228797"/>
              <a:gd name="connsiteY183" fmla="*/ 149447 h 152590"/>
              <a:gd name="connsiteX184" fmla="*/ 995720 w 1228797"/>
              <a:gd name="connsiteY184" fmla="*/ 149447 h 152590"/>
              <a:gd name="connsiteX185" fmla="*/ 990386 w 1228797"/>
              <a:gd name="connsiteY185" fmla="*/ 149447 h 152590"/>
              <a:gd name="connsiteX186" fmla="*/ 918425 w 1228797"/>
              <a:gd name="connsiteY186" fmla="*/ 72152 h 152590"/>
              <a:gd name="connsiteX187" fmla="*/ 995720 w 1228797"/>
              <a:gd name="connsiteY187" fmla="*/ 191 h 152590"/>
              <a:gd name="connsiteX188" fmla="*/ 836558 w 1228797"/>
              <a:gd name="connsiteY188" fmla="*/ 191 h 152590"/>
              <a:gd name="connsiteX189" fmla="*/ 911234 w 1228797"/>
              <a:gd name="connsiteY189" fmla="*/ 74867 h 152590"/>
              <a:gd name="connsiteX190" fmla="*/ 836558 w 1228797"/>
              <a:gd name="connsiteY190" fmla="*/ 149543 h 152590"/>
              <a:gd name="connsiteX191" fmla="*/ 761882 w 1228797"/>
              <a:gd name="connsiteY191" fmla="*/ 74867 h 152590"/>
              <a:gd name="connsiteX192" fmla="*/ 836558 w 1228797"/>
              <a:gd name="connsiteY192" fmla="*/ 191 h 152590"/>
              <a:gd name="connsiteX193" fmla="*/ 200954 w 1228797"/>
              <a:gd name="connsiteY193" fmla="*/ 0 h 152590"/>
              <a:gd name="connsiteX194" fmla="*/ 275821 w 1228797"/>
              <a:gd name="connsiteY194" fmla="*/ 74867 h 152590"/>
              <a:gd name="connsiteX195" fmla="*/ 200954 w 1228797"/>
              <a:gd name="connsiteY195" fmla="*/ 149733 h 152590"/>
              <a:gd name="connsiteX196" fmla="*/ 126088 w 1228797"/>
              <a:gd name="connsiteY196" fmla="*/ 74867 h 152590"/>
              <a:gd name="connsiteX197" fmla="*/ 200954 w 1228797"/>
              <a:gd name="connsiteY197" fmla="*/ 0 h 152590"/>
            </a:gdLst>
            <a:ahLst/>
            <a:cxnLst/>
            <a:rect l="l" t="t" r="r" b="b"/>
            <a:pathLst>
              <a:path w="1228797" h="152590">
                <a:moveTo>
                  <a:pt x="353068" y="146933"/>
                </a:moveTo>
                <a:lnTo>
                  <a:pt x="353259" y="146971"/>
                </a:lnTo>
                <a:lnTo>
                  <a:pt x="352878" y="146971"/>
                </a:lnTo>
                <a:close/>
                <a:moveTo>
                  <a:pt x="463654" y="28766"/>
                </a:moveTo>
                <a:cubicBezTo>
                  <a:pt x="460187" y="28766"/>
                  <a:pt x="457368" y="31580"/>
                  <a:pt x="457368" y="35052"/>
                </a:cubicBezTo>
                <a:lnTo>
                  <a:pt x="457368" y="66866"/>
                </a:lnTo>
                <a:cubicBezTo>
                  <a:pt x="457311" y="70284"/>
                  <a:pt x="460044" y="73099"/>
                  <a:pt x="463464" y="73152"/>
                </a:cubicBezTo>
                <a:cubicBezTo>
                  <a:pt x="463530" y="73153"/>
                  <a:pt x="463588" y="73153"/>
                  <a:pt x="463654" y="73152"/>
                </a:cubicBezTo>
                <a:lnTo>
                  <a:pt x="502611" y="73152"/>
                </a:lnTo>
                <a:cubicBezTo>
                  <a:pt x="514613" y="73223"/>
                  <a:pt x="524576" y="63892"/>
                  <a:pt x="525281" y="51911"/>
                </a:cubicBezTo>
                <a:cubicBezTo>
                  <a:pt x="525910" y="39775"/>
                  <a:pt x="516585" y="29427"/>
                  <a:pt x="504450" y="28795"/>
                </a:cubicBezTo>
                <a:cubicBezTo>
                  <a:pt x="504031" y="28773"/>
                  <a:pt x="503602" y="28763"/>
                  <a:pt x="503183" y="28766"/>
                </a:cubicBezTo>
                <a:close/>
                <a:moveTo>
                  <a:pt x="1154216" y="28194"/>
                </a:moveTo>
                <a:lnTo>
                  <a:pt x="1154216" y="28765"/>
                </a:lnTo>
                <a:cubicBezTo>
                  <a:pt x="1127022" y="28713"/>
                  <a:pt x="1104934" y="50717"/>
                  <a:pt x="1104877" y="77914"/>
                </a:cubicBezTo>
                <a:cubicBezTo>
                  <a:pt x="1104820" y="105111"/>
                  <a:pt x="1126832" y="127201"/>
                  <a:pt x="1154026" y="127254"/>
                </a:cubicBezTo>
                <a:cubicBezTo>
                  <a:pt x="1181220" y="127306"/>
                  <a:pt x="1203308" y="105301"/>
                  <a:pt x="1203365" y="78105"/>
                </a:cubicBezTo>
                <a:cubicBezTo>
                  <a:pt x="1203365" y="78073"/>
                  <a:pt x="1203365" y="78041"/>
                  <a:pt x="1203365" y="78009"/>
                </a:cubicBezTo>
                <a:cubicBezTo>
                  <a:pt x="1203632" y="50761"/>
                  <a:pt x="1181753" y="28458"/>
                  <a:pt x="1154502" y="28195"/>
                </a:cubicBezTo>
                <a:cubicBezTo>
                  <a:pt x="1154407" y="28195"/>
                  <a:pt x="1154312" y="28194"/>
                  <a:pt x="1154216" y="28194"/>
                </a:cubicBezTo>
                <a:close/>
                <a:moveTo>
                  <a:pt x="836558" y="25718"/>
                </a:moveTo>
                <a:cubicBezTo>
                  <a:pt x="809364" y="25718"/>
                  <a:pt x="787314" y="47766"/>
                  <a:pt x="787314" y="74962"/>
                </a:cubicBezTo>
                <a:cubicBezTo>
                  <a:pt x="787314" y="102159"/>
                  <a:pt x="809364" y="124207"/>
                  <a:pt x="836558" y="124207"/>
                </a:cubicBezTo>
                <a:cubicBezTo>
                  <a:pt x="863752" y="124207"/>
                  <a:pt x="885802" y="102159"/>
                  <a:pt x="885802" y="74962"/>
                </a:cubicBezTo>
                <a:cubicBezTo>
                  <a:pt x="885802" y="74931"/>
                  <a:pt x="885802" y="74898"/>
                  <a:pt x="885802" y="74867"/>
                </a:cubicBezTo>
                <a:cubicBezTo>
                  <a:pt x="885745" y="47707"/>
                  <a:pt x="863714" y="25718"/>
                  <a:pt x="836558" y="25718"/>
                </a:cubicBezTo>
                <a:close/>
                <a:moveTo>
                  <a:pt x="200954" y="25527"/>
                </a:moveTo>
                <a:lnTo>
                  <a:pt x="200954" y="25908"/>
                </a:lnTo>
                <a:cubicBezTo>
                  <a:pt x="173652" y="25856"/>
                  <a:pt x="151477" y="47945"/>
                  <a:pt x="151424" y="75248"/>
                </a:cubicBezTo>
                <a:cubicBezTo>
                  <a:pt x="151372" y="102550"/>
                  <a:pt x="173462" y="124725"/>
                  <a:pt x="200764" y="124778"/>
                </a:cubicBezTo>
                <a:cubicBezTo>
                  <a:pt x="228063" y="124830"/>
                  <a:pt x="250237" y="102740"/>
                  <a:pt x="250294" y="75438"/>
                </a:cubicBezTo>
                <a:cubicBezTo>
                  <a:pt x="250294" y="75374"/>
                  <a:pt x="250294" y="75311"/>
                  <a:pt x="250294" y="75248"/>
                </a:cubicBezTo>
                <a:cubicBezTo>
                  <a:pt x="250456" y="47946"/>
                  <a:pt x="228444" y="25686"/>
                  <a:pt x="201145" y="25528"/>
                </a:cubicBezTo>
                <a:cubicBezTo>
                  <a:pt x="201078" y="25527"/>
                  <a:pt x="201021" y="25527"/>
                  <a:pt x="200954" y="25527"/>
                </a:cubicBezTo>
                <a:close/>
                <a:moveTo>
                  <a:pt x="437841" y="3429"/>
                </a:moveTo>
                <a:lnTo>
                  <a:pt x="502040" y="3429"/>
                </a:lnTo>
                <a:cubicBezTo>
                  <a:pt x="514623" y="3414"/>
                  <a:pt x="526748" y="8180"/>
                  <a:pt x="535949" y="16764"/>
                </a:cubicBezTo>
                <a:cubicBezTo>
                  <a:pt x="545074" y="25190"/>
                  <a:pt x="550427" y="36928"/>
                  <a:pt x="550808" y="49340"/>
                </a:cubicBezTo>
                <a:cubicBezTo>
                  <a:pt x="551303" y="66268"/>
                  <a:pt x="542883" y="82215"/>
                  <a:pt x="528615" y="91345"/>
                </a:cubicBezTo>
                <a:cubicBezTo>
                  <a:pt x="525881" y="92959"/>
                  <a:pt x="524852" y="96397"/>
                  <a:pt x="526233" y="99251"/>
                </a:cubicBezTo>
                <a:lnTo>
                  <a:pt x="544712" y="138017"/>
                </a:lnTo>
                <a:cubicBezTo>
                  <a:pt x="546188" y="141161"/>
                  <a:pt x="544826" y="144904"/>
                  <a:pt x="541683" y="146377"/>
                </a:cubicBezTo>
                <a:cubicBezTo>
                  <a:pt x="540845" y="146772"/>
                  <a:pt x="539930" y="146974"/>
                  <a:pt x="538997" y="146971"/>
                </a:cubicBezTo>
                <a:lnTo>
                  <a:pt x="525567" y="146971"/>
                </a:lnTo>
                <a:cubicBezTo>
                  <a:pt x="523166" y="146983"/>
                  <a:pt x="520976" y="145611"/>
                  <a:pt x="519947" y="143447"/>
                </a:cubicBezTo>
                <a:lnTo>
                  <a:pt x="500230" y="102203"/>
                </a:lnTo>
                <a:cubicBezTo>
                  <a:pt x="499221" y="100023"/>
                  <a:pt x="497011" y="98643"/>
                  <a:pt x="494611" y="98679"/>
                </a:cubicBezTo>
                <a:lnTo>
                  <a:pt x="463654" y="98679"/>
                </a:lnTo>
                <a:cubicBezTo>
                  <a:pt x="460235" y="98626"/>
                  <a:pt x="457425" y="101355"/>
                  <a:pt x="457368" y="104773"/>
                </a:cubicBezTo>
                <a:cubicBezTo>
                  <a:pt x="457368" y="104838"/>
                  <a:pt x="457368" y="104902"/>
                  <a:pt x="457368" y="104966"/>
                </a:cubicBezTo>
                <a:lnTo>
                  <a:pt x="457368" y="140684"/>
                </a:lnTo>
                <a:cubicBezTo>
                  <a:pt x="457368" y="144156"/>
                  <a:pt x="454558" y="146971"/>
                  <a:pt x="451081" y="146971"/>
                </a:cubicBezTo>
                <a:lnTo>
                  <a:pt x="437841" y="146971"/>
                </a:lnTo>
                <a:cubicBezTo>
                  <a:pt x="434365" y="146971"/>
                  <a:pt x="431555" y="144156"/>
                  <a:pt x="431555" y="140684"/>
                </a:cubicBezTo>
                <a:lnTo>
                  <a:pt x="431555" y="9716"/>
                </a:lnTo>
                <a:cubicBezTo>
                  <a:pt x="431603" y="6265"/>
                  <a:pt x="434393" y="3480"/>
                  <a:pt x="437841" y="3429"/>
                </a:cubicBezTo>
                <a:close/>
                <a:moveTo>
                  <a:pt x="293633" y="3429"/>
                </a:moveTo>
                <a:lnTo>
                  <a:pt x="306777" y="3429"/>
                </a:lnTo>
                <a:cubicBezTo>
                  <a:pt x="310101" y="3631"/>
                  <a:pt x="312692" y="6387"/>
                  <a:pt x="312683" y="9715"/>
                </a:cubicBezTo>
                <a:lnTo>
                  <a:pt x="312683" y="80677"/>
                </a:lnTo>
                <a:cubicBezTo>
                  <a:pt x="311454" y="102842"/>
                  <a:pt x="328427" y="121805"/>
                  <a:pt x="350592" y="123032"/>
                </a:cubicBezTo>
                <a:cubicBezTo>
                  <a:pt x="372757" y="124258"/>
                  <a:pt x="391721" y="107284"/>
                  <a:pt x="392950" y="85118"/>
                </a:cubicBezTo>
                <a:cubicBezTo>
                  <a:pt x="393026" y="83830"/>
                  <a:pt x="393035" y="82538"/>
                  <a:pt x="392978" y="81248"/>
                </a:cubicBezTo>
                <a:lnTo>
                  <a:pt x="392978" y="9715"/>
                </a:lnTo>
                <a:cubicBezTo>
                  <a:pt x="393026" y="6265"/>
                  <a:pt x="395817" y="3480"/>
                  <a:pt x="399265" y="3429"/>
                </a:cubicBezTo>
                <a:lnTo>
                  <a:pt x="412505" y="3429"/>
                </a:lnTo>
                <a:cubicBezTo>
                  <a:pt x="415943" y="3481"/>
                  <a:pt x="418696" y="6281"/>
                  <a:pt x="418696" y="9715"/>
                </a:cubicBezTo>
                <a:lnTo>
                  <a:pt x="418696" y="81153"/>
                </a:lnTo>
                <a:cubicBezTo>
                  <a:pt x="418696" y="108416"/>
                  <a:pt x="402119" y="131807"/>
                  <a:pt x="378496" y="141799"/>
                </a:cubicBezTo>
                <a:lnTo>
                  <a:pt x="353068" y="146933"/>
                </a:lnTo>
                <a:lnTo>
                  <a:pt x="327634" y="141836"/>
                </a:lnTo>
                <a:cubicBezTo>
                  <a:pt x="303998" y="131878"/>
                  <a:pt x="287389" y="108511"/>
                  <a:pt x="287346" y="81248"/>
                </a:cubicBezTo>
                <a:cubicBezTo>
                  <a:pt x="287346" y="81217"/>
                  <a:pt x="287346" y="81184"/>
                  <a:pt x="287346" y="81153"/>
                </a:cubicBezTo>
                <a:lnTo>
                  <a:pt x="287346" y="9715"/>
                </a:lnTo>
                <a:cubicBezTo>
                  <a:pt x="287394" y="6265"/>
                  <a:pt x="290184" y="3480"/>
                  <a:pt x="293633" y="3429"/>
                </a:cubicBezTo>
                <a:close/>
                <a:moveTo>
                  <a:pt x="6264" y="3333"/>
                </a:moveTo>
                <a:lnTo>
                  <a:pt x="18646" y="3333"/>
                </a:lnTo>
                <a:cubicBezTo>
                  <a:pt x="20692" y="3332"/>
                  <a:pt x="22611" y="4327"/>
                  <a:pt x="23790" y="6000"/>
                </a:cubicBezTo>
                <a:lnTo>
                  <a:pt x="61890" y="59817"/>
                </a:lnTo>
                <a:cubicBezTo>
                  <a:pt x="63109" y="61430"/>
                  <a:pt x="65011" y="62381"/>
                  <a:pt x="67033" y="62388"/>
                </a:cubicBezTo>
                <a:cubicBezTo>
                  <a:pt x="69032" y="62397"/>
                  <a:pt x="70913" y="61439"/>
                  <a:pt x="72081" y="59817"/>
                </a:cubicBezTo>
                <a:lnTo>
                  <a:pt x="110181" y="6000"/>
                </a:lnTo>
                <a:cubicBezTo>
                  <a:pt x="111360" y="4327"/>
                  <a:pt x="113279" y="3332"/>
                  <a:pt x="115325" y="3333"/>
                </a:cubicBezTo>
                <a:lnTo>
                  <a:pt x="127707" y="3333"/>
                </a:lnTo>
                <a:cubicBezTo>
                  <a:pt x="131179" y="3293"/>
                  <a:pt x="134026" y="6076"/>
                  <a:pt x="134065" y="9548"/>
                </a:cubicBezTo>
                <a:cubicBezTo>
                  <a:pt x="134082" y="10908"/>
                  <a:pt x="133655" y="12237"/>
                  <a:pt x="132851" y="13335"/>
                </a:cubicBezTo>
                <a:lnTo>
                  <a:pt x="81702" y="83724"/>
                </a:lnTo>
                <a:cubicBezTo>
                  <a:pt x="80555" y="85300"/>
                  <a:pt x="79953" y="87206"/>
                  <a:pt x="79987" y="89154"/>
                </a:cubicBezTo>
                <a:lnTo>
                  <a:pt x="79987" y="140684"/>
                </a:lnTo>
                <a:cubicBezTo>
                  <a:pt x="79987" y="144156"/>
                  <a:pt x="77172" y="146970"/>
                  <a:pt x="73701" y="146970"/>
                </a:cubicBezTo>
                <a:lnTo>
                  <a:pt x="60270" y="146970"/>
                </a:lnTo>
                <a:cubicBezTo>
                  <a:pt x="56798" y="146970"/>
                  <a:pt x="53984" y="144156"/>
                  <a:pt x="53984" y="140684"/>
                </a:cubicBezTo>
                <a:lnTo>
                  <a:pt x="53984" y="89154"/>
                </a:lnTo>
                <a:cubicBezTo>
                  <a:pt x="54018" y="87206"/>
                  <a:pt x="53416" y="85300"/>
                  <a:pt x="52269" y="83724"/>
                </a:cubicBezTo>
                <a:lnTo>
                  <a:pt x="1215" y="13335"/>
                </a:lnTo>
                <a:cubicBezTo>
                  <a:pt x="-836" y="10533"/>
                  <a:pt x="-229" y="6600"/>
                  <a:pt x="2572" y="4549"/>
                </a:cubicBezTo>
                <a:cubicBezTo>
                  <a:pt x="3643" y="3764"/>
                  <a:pt x="4936" y="3338"/>
                  <a:pt x="6264" y="3333"/>
                </a:cubicBezTo>
                <a:close/>
                <a:moveTo>
                  <a:pt x="1154026" y="3238"/>
                </a:moveTo>
                <a:cubicBezTo>
                  <a:pt x="1195269" y="3186"/>
                  <a:pt x="1228740" y="36577"/>
                  <a:pt x="1228797" y="77819"/>
                </a:cubicBezTo>
                <a:cubicBezTo>
                  <a:pt x="1228797" y="77850"/>
                  <a:pt x="1228797" y="77883"/>
                  <a:pt x="1228797" y="77914"/>
                </a:cubicBezTo>
                <a:cubicBezTo>
                  <a:pt x="1228740" y="119097"/>
                  <a:pt x="1195402" y="152485"/>
                  <a:pt x="1154216" y="152590"/>
                </a:cubicBezTo>
                <a:cubicBezTo>
                  <a:pt x="1112973" y="152642"/>
                  <a:pt x="1079502" y="119252"/>
                  <a:pt x="1079445" y="78009"/>
                </a:cubicBezTo>
                <a:cubicBezTo>
                  <a:pt x="1079388" y="36767"/>
                  <a:pt x="1112783" y="3290"/>
                  <a:pt x="1154026" y="3238"/>
                </a:cubicBezTo>
                <a:close/>
                <a:moveTo>
                  <a:pt x="646058" y="2096"/>
                </a:moveTo>
                <a:lnTo>
                  <a:pt x="659774" y="2096"/>
                </a:lnTo>
                <a:cubicBezTo>
                  <a:pt x="663250" y="2096"/>
                  <a:pt x="666060" y="4911"/>
                  <a:pt x="666060" y="8382"/>
                </a:cubicBezTo>
                <a:lnTo>
                  <a:pt x="666060" y="116491"/>
                </a:lnTo>
                <a:cubicBezTo>
                  <a:pt x="666060" y="119963"/>
                  <a:pt x="668870" y="122778"/>
                  <a:pt x="672346" y="122778"/>
                </a:cubicBezTo>
                <a:lnTo>
                  <a:pt x="750166" y="122778"/>
                </a:lnTo>
                <a:cubicBezTo>
                  <a:pt x="753633" y="122778"/>
                  <a:pt x="756452" y="125592"/>
                  <a:pt x="756452" y="129064"/>
                </a:cubicBezTo>
                <a:lnTo>
                  <a:pt x="756452" y="141733"/>
                </a:lnTo>
                <a:cubicBezTo>
                  <a:pt x="756509" y="145151"/>
                  <a:pt x="753776" y="147966"/>
                  <a:pt x="750356" y="148019"/>
                </a:cubicBezTo>
                <a:cubicBezTo>
                  <a:pt x="750290" y="148020"/>
                  <a:pt x="750232" y="148020"/>
                  <a:pt x="750166" y="148019"/>
                </a:cubicBezTo>
                <a:lnTo>
                  <a:pt x="646058" y="148019"/>
                </a:lnTo>
                <a:cubicBezTo>
                  <a:pt x="642581" y="148019"/>
                  <a:pt x="639771" y="145204"/>
                  <a:pt x="639771" y="141733"/>
                </a:cubicBezTo>
                <a:lnTo>
                  <a:pt x="639771" y="8382"/>
                </a:lnTo>
                <a:cubicBezTo>
                  <a:pt x="639819" y="4932"/>
                  <a:pt x="642609" y="2147"/>
                  <a:pt x="646058" y="2096"/>
                </a:cubicBezTo>
                <a:close/>
                <a:moveTo>
                  <a:pt x="995720" y="191"/>
                </a:moveTo>
                <a:cubicBezTo>
                  <a:pt x="1011922" y="355"/>
                  <a:pt x="1027629" y="5769"/>
                  <a:pt x="1040488" y="15621"/>
                </a:cubicBezTo>
                <a:cubicBezTo>
                  <a:pt x="1044298" y="18466"/>
                  <a:pt x="1047831" y="21654"/>
                  <a:pt x="1051060" y="25146"/>
                </a:cubicBezTo>
                <a:cubicBezTo>
                  <a:pt x="1051127" y="25235"/>
                  <a:pt x="1051194" y="25326"/>
                  <a:pt x="1051251" y="25418"/>
                </a:cubicBezTo>
                <a:cubicBezTo>
                  <a:pt x="1053146" y="28264"/>
                  <a:pt x="1052384" y="32107"/>
                  <a:pt x="1049536" y="34004"/>
                </a:cubicBezTo>
                <a:lnTo>
                  <a:pt x="1038964" y="41434"/>
                </a:lnTo>
                <a:cubicBezTo>
                  <a:pt x="1036478" y="43261"/>
                  <a:pt x="1033020" y="42976"/>
                  <a:pt x="1030867" y="40767"/>
                </a:cubicBezTo>
                <a:cubicBezTo>
                  <a:pt x="1029962" y="39830"/>
                  <a:pt x="1029010" y="38939"/>
                  <a:pt x="1028010" y="38100"/>
                </a:cubicBezTo>
                <a:cubicBezTo>
                  <a:pt x="1027753" y="37997"/>
                  <a:pt x="1027524" y="37834"/>
                  <a:pt x="1027343" y="37624"/>
                </a:cubicBezTo>
                <a:cubicBezTo>
                  <a:pt x="1018532" y="30242"/>
                  <a:pt x="1007407" y="26196"/>
                  <a:pt x="995911" y="26194"/>
                </a:cubicBezTo>
                <a:lnTo>
                  <a:pt x="993815" y="26194"/>
                </a:lnTo>
                <a:cubicBezTo>
                  <a:pt x="992672" y="26099"/>
                  <a:pt x="991529" y="26099"/>
                  <a:pt x="990386" y="26194"/>
                </a:cubicBezTo>
                <a:cubicBezTo>
                  <a:pt x="987414" y="26512"/>
                  <a:pt x="984481" y="27118"/>
                  <a:pt x="981623" y="28004"/>
                </a:cubicBezTo>
                <a:cubicBezTo>
                  <a:pt x="964526" y="33101"/>
                  <a:pt x="951524" y="47046"/>
                  <a:pt x="947638" y="64456"/>
                </a:cubicBezTo>
                <a:cubicBezTo>
                  <a:pt x="941704" y="90998"/>
                  <a:pt x="958411" y="117323"/>
                  <a:pt x="984957" y="123254"/>
                </a:cubicBezTo>
                <a:lnTo>
                  <a:pt x="988957" y="124016"/>
                </a:lnTo>
                <a:lnTo>
                  <a:pt x="992291" y="122968"/>
                </a:lnTo>
                <a:lnTo>
                  <a:pt x="1001816" y="122968"/>
                </a:lnTo>
                <a:cubicBezTo>
                  <a:pt x="1004274" y="122753"/>
                  <a:pt x="1006731" y="122403"/>
                  <a:pt x="1009150" y="121920"/>
                </a:cubicBezTo>
                <a:lnTo>
                  <a:pt x="1010484" y="121920"/>
                </a:lnTo>
                <a:lnTo>
                  <a:pt x="1011817" y="121920"/>
                </a:lnTo>
                <a:lnTo>
                  <a:pt x="1017437" y="119920"/>
                </a:lnTo>
                <a:lnTo>
                  <a:pt x="1018580" y="119444"/>
                </a:lnTo>
                <a:lnTo>
                  <a:pt x="1019723" y="118967"/>
                </a:lnTo>
                <a:lnTo>
                  <a:pt x="1020866" y="118396"/>
                </a:lnTo>
                <a:lnTo>
                  <a:pt x="1023438" y="117062"/>
                </a:lnTo>
                <a:lnTo>
                  <a:pt x="1024200" y="116491"/>
                </a:lnTo>
                <a:cubicBezTo>
                  <a:pt x="1031496" y="110931"/>
                  <a:pt x="1037316" y="103671"/>
                  <a:pt x="1041154" y="95345"/>
                </a:cubicBezTo>
                <a:cubicBezTo>
                  <a:pt x="1041764" y="93613"/>
                  <a:pt x="1041393" y="91690"/>
                  <a:pt x="1040202" y="90297"/>
                </a:cubicBezTo>
                <a:cubicBezTo>
                  <a:pt x="1039135" y="89178"/>
                  <a:pt x="1037649" y="88556"/>
                  <a:pt x="1036106" y="88583"/>
                </a:cubicBezTo>
                <a:lnTo>
                  <a:pt x="1008579" y="88583"/>
                </a:lnTo>
                <a:cubicBezTo>
                  <a:pt x="1005102" y="88583"/>
                  <a:pt x="1002292" y="85768"/>
                  <a:pt x="1002292" y="82296"/>
                </a:cubicBezTo>
                <a:lnTo>
                  <a:pt x="1002292" y="69437"/>
                </a:lnTo>
                <a:cubicBezTo>
                  <a:pt x="1002292" y="69373"/>
                  <a:pt x="1002292" y="69310"/>
                  <a:pt x="1002292" y="69245"/>
                </a:cubicBezTo>
                <a:cubicBezTo>
                  <a:pt x="1002350" y="65826"/>
                  <a:pt x="1005159" y="63097"/>
                  <a:pt x="1008579" y="63151"/>
                </a:cubicBezTo>
                <a:lnTo>
                  <a:pt x="1065729" y="63151"/>
                </a:lnTo>
                <a:lnTo>
                  <a:pt x="1066205" y="63151"/>
                </a:lnTo>
                <a:lnTo>
                  <a:pt x="1066777" y="63151"/>
                </a:lnTo>
                <a:cubicBezTo>
                  <a:pt x="1068139" y="64680"/>
                  <a:pt x="1068672" y="66776"/>
                  <a:pt x="1068205" y="68771"/>
                </a:cubicBezTo>
                <a:lnTo>
                  <a:pt x="1068205" y="80391"/>
                </a:lnTo>
                <a:cubicBezTo>
                  <a:pt x="1068244" y="101700"/>
                  <a:pt x="1059119" y="121997"/>
                  <a:pt x="1043155" y="136112"/>
                </a:cubicBezTo>
                <a:lnTo>
                  <a:pt x="1040869" y="138113"/>
                </a:lnTo>
                <a:lnTo>
                  <a:pt x="1039630" y="139065"/>
                </a:lnTo>
                <a:cubicBezTo>
                  <a:pt x="1038878" y="139697"/>
                  <a:pt x="1038087" y="140270"/>
                  <a:pt x="1037249" y="140780"/>
                </a:cubicBezTo>
                <a:lnTo>
                  <a:pt x="1036011" y="141637"/>
                </a:lnTo>
                <a:lnTo>
                  <a:pt x="1033630" y="143161"/>
                </a:lnTo>
                <a:lnTo>
                  <a:pt x="1032391" y="143923"/>
                </a:lnTo>
                <a:lnTo>
                  <a:pt x="1029915" y="145352"/>
                </a:lnTo>
                <a:lnTo>
                  <a:pt x="1029343" y="145352"/>
                </a:lnTo>
                <a:lnTo>
                  <a:pt x="1025343" y="147257"/>
                </a:lnTo>
                <a:lnTo>
                  <a:pt x="1024676" y="147257"/>
                </a:lnTo>
                <a:lnTo>
                  <a:pt x="1022104" y="148209"/>
                </a:lnTo>
                <a:lnTo>
                  <a:pt x="1020866" y="148209"/>
                </a:lnTo>
                <a:lnTo>
                  <a:pt x="1020104" y="148209"/>
                </a:lnTo>
                <a:lnTo>
                  <a:pt x="1018009" y="148971"/>
                </a:lnTo>
                <a:lnTo>
                  <a:pt x="1017151" y="148971"/>
                </a:lnTo>
                <a:lnTo>
                  <a:pt x="1015913" y="148971"/>
                </a:lnTo>
                <a:lnTo>
                  <a:pt x="1015056" y="148971"/>
                </a:lnTo>
                <a:lnTo>
                  <a:pt x="1013151" y="149447"/>
                </a:lnTo>
                <a:lnTo>
                  <a:pt x="1012103" y="149447"/>
                </a:lnTo>
                <a:lnTo>
                  <a:pt x="1010960" y="149447"/>
                </a:lnTo>
                <a:lnTo>
                  <a:pt x="1009912" y="149447"/>
                </a:lnTo>
                <a:lnTo>
                  <a:pt x="1008103" y="149447"/>
                </a:lnTo>
                <a:lnTo>
                  <a:pt x="1006960" y="149447"/>
                </a:lnTo>
                <a:lnTo>
                  <a:pt x="1005817" y="149447"/>
                </a:lnTo>
                <a:lnTo>
                  <a:pt x="1004578" y="149447"/>
                </a:lnTo>
                <a:lnTo>
                  <a:pt x="1002864" y="149447"/>
                </a:lnTo>
                <a:lnTo>
                  <a:pt x="995720" y="149447"/>
                </a:lnTo>
                <a:cubicBezTo>
                  <a:pt x="993939" y="149511"/>
                  <a:pt x="992167" y="149511"/>
                  <a:pt x="990386" y="149447"/>
                </a:cubicBezTo>
                <a:cubicBezTo>
                  <a:pt x="949171" y="147975"/>
                  <a:pt x="916948" y="113368"/>
                  <a:pt x="918425" y="72152"/>
                </a:cubicBezTo>
                <a:cubicBezTo>
                  <a:pt x="919901" y="30936"/>
                  <a:pt x="954505" y="-1282"/>
                  <a:pt x="995720" y="191"/>
                </a:cubicBezTo>
                <a:close/>
                <a:moveTo>
                  <a:pt x="836558" y="191"/>
                </a:moveTo>
                <a:cubicBezTo>
                  <a:pt x="877801" y="191"/>
                  <a:pt x="911234" y="33625"/>
                  <a:pt x="911234" y="74867"/>
                </a:cubicBezTo>
                <a:cubicBezTo>
                  <a:pt x="911234" y="116109"/>
                  <a:pt x="877801" y="149543"/>
                  <a:pt x="836558" y="149543"/>
                </a:cubicBezTo>
                <a:cubicBezTo>
                  <a:pt x="795315" y="149543"/>
                  <a:pt x="761882" y="116109"/>
                  <a:pt x="761882" y="74867"/>
                </a:cubicBezTo>
                <a:cubicBezTo>
                  <a:pt x="761882" y="33625"/>
                  <a:pt x="795315" y="191"/>
                  <a:pt x="836558" y="191"/>
                </a:cubicBezTo>
                <a:close/>
                <a:moveTo>
                  <a:pt x="200954" y="0"/>
                </a:moveTo>
                <a:cubicBezTo>
                  <a:pt x="242302" y="0"/>
                  <a:pt x="275821" y="33518"/>
                  <a:pt x="275821" y="74867"/>
                </a:cubicBezTo>
                <a:cubicBezTo>
                  <a:pt x="275821" y="116215"/>
                  <a:pt x="242302" y="149733"/>
                  <a:pt x="200954" y="149733"/>
                </a:cubicBezTo>
                <a:cubicBezTo>
                  <a:pt x="159606" y="149733"/>
                  <a:pt x="126088" y="116215"/>
                  <a:pt x="126088" y="74867"/>
                </a:cubicBezTo>
                <a:cubicBezTo>
                  <a:pt x="126088" y="33518"/>
                  <a:pt x="159606" y="0"/>
                  <a:pt x="200954" y="0"/>
                </a:cubicBezTo>
                <a:close/>
              </a:path>
            </a:pathLst>
          </a:cu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291756" y="1819663"/>
            <a:ext cx="2489629" cy="1038204"/>
          </a:xfrm>
          <a:prstGeom prst="rect">
            <a:avLst/>
          </a:prstGeom>
          <a:noFill/>
          <a:ln>
            <a:noFill/>
          </a:ln>
        </p:spPr>
        <p:txBody>
          <a:bodyPr vert="horz" wrap="square" lIns="91440" tIns="45720" rIns="91440" bIns="0" rtlCol="0" anchor="b"/>
          <a:lstStyle/>
          <a:p>
            <a:pPr algn="r">
              <a:lnSpc>
                <a:spcPct val="110000"/>
              </a:lnSpc>
            </a:pPr>
            <a:r>
              <a:rPr kumimoji="1" lang="en-US" altLang="zh-CN" sz="6600">
                <a:ln w="12700">
                  <a:noFill/>
                </a:ln>
                <a:solidFill>
                  <a:srgbClr val="1467F7">
                    <a:alpha val="100000"/>
                  </a:srgbClr>
                </a:solidFill>
                <a:latin typeface="Source Han Sans CN Bold"/>
                <a:ea typeface="Source Han Sans CN Bold"/>
                <a:cs typeface="Source Han Sans CN Bold"/>
              </a:rPr>
              <a:t>PART</a:t>
            </a:r>
            <a:endParaRPr kumimoji="1" lang="zh-CN" altLang="en-US"/>
          </a:p>
        </p:txBody>
      </p:sp>
      <p:sp>
        <p:nvSpPr>
          <p:cNvPr id="16" name="标题 1"/>
          <p:cNvSpPr txBox="1"/>
          <p:nvPr/>
        </p:nvSpPr>
        <p:spPr>
          <a:xfrm>
            <a:off x="2866742" y="896284"/>
            <a:ext cx="1248058" cy="1961583"/>
          </a:xfrm>
          <a:prstGeom prst="rect">
            <a:avLst/>
          </a:prstGeom>
          <a:noFill/>
          <a:ln>
            <a:noFill/>
          </a:ln>
        </p:spPr>
        <p:txBody>
          <a:bodyPr vert="horz" wrap="square" lIns="91440" tIns="45720" rIns="91440" bIns="0" rtlCol="0" anchor="b"/>
          <a:lstStyle/>
          <a:p>
            <a:pPr algn="l">
              <a:lnSpc>
                <a:spcPct val="110000"/>
              </a:lnSpc>
            </a:pPr>
            <a:r>
              <a:rPr kumimoji="1" lang="en-US" altLang="zh-CN" sz="6600">
                <a:ln w="12700">
                  <a:noFill/>
                </a:ln>
                <a:solidFill>
                  <a:srgbClr val="1467F7">
                    <a:alpha val="100000"/>
                  </a:srgbClr>
                </a:solidFill>
                <a:latin typeface="Source Han Sans CN Bold"/>
                <a:ea typeface="Source Han Sans CN Bold"/>
                <a:cs typeface="Source Han Sans CN Bold"/>
              </a:rPr>
              <a:t>04</a:t>
            </a:r>
            <a:endParaRPr kumimoji="1"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5400000" flipH="1">
            <a:off x="3209060" y="-1197430"/>
            <a:ext cx="1458411" cy="6528307"/>
          </a:xfrm>
          <a:prstGeom prst="round2DiagRect">
            <a:avLst>
              <a:gd name="adj1" fmla="val 37162"/>
              <a:gd name="adj2" fmla="val 0"/>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667704" y="1267663"/>
            <a:ext cx="402420" cy="402420"/>
          </a:xfrm>
          <a:prstGeom prst="ellipse">
            <a:avLst/>
          </a:prstGeom>
          <a:noFill/>
          <a:ln w="3175" cap="sq">
            <a:solidFill>
              <a:schemeClr val="bg1">
                <a:lumMod val="95000"/>
              </a:schemeClr>
            </a:soli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660400" y="1234472"/>
            <a:ext cx="177924" cy="177924"/>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1325875" y="1842308"/>
            <a:ext cx="5451675" cy="854594"/>
          </a:xfrm>
          <a:prstGeom prst="rect">
            <a:avLst/>
          </a:prstGeom>
          <a:noFill/>
          <a:ln>
            <a:noFill/>
          </a:ln>
        </p:spPr>
        <p:txBody>
          <a:bodyPr vert="horz" wrap="square" lIns="0" tIns="0" rIns="0" bIns="0" rtlCol="0" anchor="t"/>
          <a:lstStyle/>
          <a:p>
            <a:pPr algn="l">
              <a:lnSpc>
                <a:spcPct val="150000"/>
              </a:lnSpc>
            </a:pPr>
            <a:r>
              <a:rPr kumimoji="1" lang="en-US" altLang="zh-CN" sz="1400">
                <a:ln w="12700">
                  <a:noFill/>
                </a:ln>
                <a:solidFill>
                  <a:srgbClr val="FFFFFF">
                    <a:alpha val="100000"/>
                  </a:srgbClr>
                </a:solidFill>
                <a:latin typeface="Source Han Sans"/>
                <a:ea typeface="Source Han Sans"/>
                <a:cs typeface="Source Han Sans"/>
              </a:rPr>
              <a:t>wire 是最常用的线网类型，用于表示物理连接。
wire 类型的目标必须由驱动源赋值。</a:t>
            </a:r>
            <a:endParaRPr kumimoji="1" lang="zh-CN" altLang="en-US"/>
          </a:p>
        </p:txBody>
      </p:sp>
      <p:sp>
        <p:nvSpPr>
          <p:cNvPr id="7" name="标题 1"/>
          <p:cNvSpPr txBox="1"/>
          <p:nvPr/>
        </p:nvSpPr>
        <p:spPr>
          <a:xfrm>
            <a:off x="1325180" y="1386759"/>
            <a:ext cx="5466293" cy="430887"/>
          </a:xfrm>
          <a:prstGeom prst="rect">
            <a:avLst/>
          </a:prstGeom>
          <a:noFill/>
          <a:ln>
            <a:noFill/>
          </a:ln>
        </p:spPr>
        <p:txBody>
          <a:bodyPr vert="horz" wrap="square" lIns="0" tIns="0" rIns="0" bIns="0" rtlCol="0" anchor="ctr"/>
          <a:lstStyle/>
          <a:p>
            <a:pPr algn="l">
              <a:lnSpc>
                <a:spcPct val="150000"/>
              </a:lnSpc>
            </a:pPr>
            <a:r>
              <a:rPr kumimoji="1" lang="en-US" altLang="zh-CN" sz="1600">
                <a:ln w="12700">
                  <a:noFill/>
                </a:ln>
                <a:solidFill>
                  <a:srgbClr val="FFFFFF">
                    <a:alpha val="100000"/>
                  </a:srgbClr>
                </a:solidFill>
                <a:latin typeface="Source Han Sans CN Bold"/>
                <a:ea typeface="Source Han Sans CN Bold"/>
                <a:cs typeface="Source Han Sans CN Bold"/>
              </a:rPr>
              <a:t>wire 类型</a:t>
            </a:r>
            <a:endParaRPr kumimoji="1" lang="zh-CN" altLang="en-US"/>
          </a:p>
        </p:txBody>
      </p:sp>
      <p:sp>
        <p:nvSpPr>
          <p:cNvPr id="8" name="标题 1"/>
          <p:cNvSpPr txBox="1"/>
          <p:nvPr/>
        </p:nvSpPr>
        <p:spPr>
          <a:xfrm rot="5400000" flipH="1">
            <a:off x="5572773" y="570282"/>
            <a:ext cx="1458411" cy="6528307"/>
          </a:xfrm>
          <a:prstGeom prst="round2DiagRect">
            <a:avLst>
              <a:gd name="adj1" fmla="val 37162"/>
              <a:gd name="adj2" fmla="val 0"/>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3031417" y="3035375"/>
            <a:ext cx="402420" cy="402420"/>
          </a:xfrm>
          <a:prstGeom prst="ellipse">
            <a:avLst/>
          </a:prstGeom>
          <a:noFill/>
          <a:ln w="3175" cap="sq">
            <a:solidFill>
              <a:schemeClr val="bg1">
                <a:lumMod val="95000"/>
              </a:schemeClr>
            </a:solid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3024113" y="3002184"/>
            <a:ext cx="177924" cy="177924"/>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3689588" y="3610020"/>
            <a:ext cx="5451675" cy="854594"/>
          </a:xfrm>
          <a:prstGeom prst="rect">
            <a:avLst/>
          </a:prstGeom>
          <a:noFill/>
          <a:ln>
            <a:noFill/>
          </a:ln>
        </p:spPr>
        <p:txBody>
          <a:bodyPr vert="horz" wrap="square" lIns="0" tIns="0" rIns="0" bIns="0" rtlCol="0" anchor="t"/>
          <a:lstStyle/>
          <a:p>
            <a:pPr algn="l">
              <a:lnSpc>
                <a:spcPct val="150000"/>
              </a:lnSpc>
            </a:pPr>
            <a:r>
              <a:rPr kumimoji="1" lang="en-US" altLang="zh-CN" sz="1400" dirty="0">
                <a:ln w="12700">
                  <a:noFill/>
                </a:ln>
                <a:solidFill>
                  <a:srgbClr val="FFFFFF">
                    <a:alpha val="100000"/>
                  </a:srgbClr>
                </a:solidFill>
                <a:latin typeface="Source Han Sans"/>
                <a:ea typeface="Source Han Sans"/>
                <a:cs typeface="Source Han Sans"/>
              </a:rPr>
              <a:t>tri, tri0, tri1 </a:t>
            </a:r>
            <a:r>
              <a:rPr kumimoji="1" lang="en-US" altLang="zh-CN" sz="1400" dirty="0" err="1">
                <a:ln w="12700">
                  <a:noFill/>
                </a:ln>
                <a:solidFill>
                  <a:srgbClr val="FFFFFF">
                    <a:alpha val="100000"/>
                  </a:srgbClr>
                </a:solidFill>
                <a:latin typeface="Source Han Sans"/>
                <a:ea typeface="Source Han Sans"/>
                <a:cs typeface="Source Han Sans"/>
              </a:rPr>
              <a:t>等用于建模特殊连接，如三态总线</a:t>
            </a:r>
            <a:r>
              <a:rPr kumimoji="1" lang="en-US" altLang="zh-CN" sz="1400" dirty="0">
                <a:ln w="12700">
                  <a:noFill/>
                </a:ln>
                <a:solidFill>
                  <a:srgbClr val="FFFFFF">
                    <a:alpha val="100000"/>
                  </a:srgbClr>
                </a:solidFill>
                <a:latin typeface="Source Han Sans"/>
                <a:ea typeface="Source Han Sans"/>
                <a:cs typeface="Source Han Sans"/>
              </a:rPr>
              <a:t>。
</a:t>
            </a:r>
            <a:r>
              <a:rPr kumimoji="1" lang="en-US" altLang="zh-CN" sz="1400" dirty="0" err="1">
                <a:ln w="12700">
                  <a:noFill/>
                </a:ln>
                <a:solidFill>
                  <a:srgbClr val="FFFFFF">
                    <a:alpha val="100000"/>
                  </a:srgbClr>
                </a:solidFill>
                <a:latin typeface="Source Han Sans"/>
                <a:ea typeface="Source Han Sans"/>
                <a:cs typeface="Source Han Sans"/>
              </a:rPr>
              <a:t>特殊线网类型用于实现特定的信号传输功能</a:t>
            </a:r>
            <a:r>
              <a:rPr kumimoji="1" lang="en-US" altLang="zh-CN" sz="1400" dirty="0">
                <a:ln w="12700">
                  <a:noFill/>
                </a:ln>
                <a:solidFill>
                  <a:srgbClr val="FFFFFF">
                    <a:alpha val="100000"/>
                  </a:srgbClr>
                </a:solidFill>
                <a:latin typeface="Source Han Sans"/>
                <a:ea typeface="Source Han Sans"/>
                <a:cs typeface="Source Han Sans"/>
              </a:rPr>
              <a:t>。</a:t>
            </a:r>
            <a:endParaRPr kumimoji="1" lang="zh-CN" altLang="en-US" dirty="0"/>
          </a:p>
        </p:txBody>
      </p:sp>
      <p:sp>
        <p:nvSpPr>
          <p:cNvPr id="12" name="标题 1"/>
          <p:cNvSpPr txBox="1"/>
          <p:nvPr/>
        </p:nvSpPr>
        <p:spPr>
          <a:xfrm>
            <a:off x="3688893" y="3154471"/>
            <a:ext cx="5466293" cy="430887"/>
          </a:xfrm>
          <a:prstGeom prst="rect">
            <a:avLst/>
          </a:prstGeom>
          <a:noFill/>
          <a:ln>
            <a:noFill/>
          </a:ln>
        </p:spPr>
        <p:txBody>
          <a:bodyPr vert="horz" wrap="square" lIns="0" tIns="0" rIns="0" bIns="0" rtlCol="0" anchor="ctr"/>
          <a:lstStyle/>
          <a:p>
            <a:pPr algn="l">
              <a:lnSpc>
                <a:spcPct val="150000"/>
              </a:lnSpc>
            </a:pPr>
            <a:r>
              <a:rPr kumimoji="1" lang="en-US" altLang="zh-CN" sz="1600">
                <a:ln w="12700">
                  <a:noFill/>
                </a:ln>
                <a:solidFill>
                  <a:srgbClr val="FFFFFF">
                    <a:alpha val="100000"/>
                  </a:srgbClr>
                </a:solidFill>
                <a:latin typeface="Source Han Sans CN Bold"/>
                <a:ea typeface="Source Han Sans CN Bold"/>
                <a:cs typeface="Source Han Sans CN Bold"/>
              </a:rPr>
              <a:t>特殊线网类型</a:t>
            </a:r>
            <a:endParaRPr kumimoji="1" lang="zh-CN" altLang="en-US"/>
          </a:p>
        </p:txBody>
      </p:sp>
      <p:sp>
        <p:nvSpPr>
          <p:cNvPr id="13" name="标题 1"/>
          <p:cNvSpPr txBox="1"/>
          <p:nvPr/>
        </p:nvSpPr>
        <p:spPr>
          <a:xfrm rot="5400000" flipH="1">
            <a:off x="7525541" y="2337993"/>
            <a:ext cx="1458411" cy="6528307"/>
          </a:xfrm>
          <a:prstGeom prst="round2DiagRect">
            <a:avLst>
              <a:gd name="adj1" fmla="val 37162"/>
              <a:gd name="adj2" fmla="val 0"/>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4984185" y="4803086"/>
            <a:ext cx="402420" cy="402420"/>
          </a:xfrm>
          <a:prstGeom prst="ellipse">
            <a:avLst/>
          </a:prstGeom>
          <a:noFill/>
          <a:ln w="3175" cap="sq">
            <a:solidFill>
              <a:schemeClr val="bg1">
                <a:lumMod val="95000"/>
              </a:schemeClr>
            </a:solid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4976881" y="4769895"/>
            <a:ext cx="177924" cy="177924"/>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a:off x="5642356" y="5377731"/>
            <a:ext cx="5451675" cy="854594"/>
          </a:xfrm>
          <a:prstGeom prst="rect">
            <a:avLst/>
          </a:prstGeom>
          <a:noFill/>
          <a:ln>
            <a:noFill/>
          </a:ln>
        </p:spPr>
        <p:txBody>
          <a:bodyPr vert="horz" wrap="square" lIns="0" tIns="0" rIns="0" bIns="0" rtlCol="0" anchor="t"/>
          <a:lstStyle/>
          <a:p>
            <a:pPr algn="l">
              <a:lnSpc>
                <a:spcPct val="150000"/>
              </a:lnSpc>
            </a:pPr>
            <a:r>
              <a:rPr kumimoji="1" lang="en-US" altLang="zh-CN" sz="1400" dirty="0" err="1">
                <a:ln w="12700">
                  <a:noFill/>
                </a:ln>
                <a:solidFill>
                  <a:srgbClr val="FFFFFF">
                    <a:alpha val="100000"/>
                  </a:srgbClr>
                </a:solidFill>
                <a:latin typeface="Source Han Sans"/>
                <a:ea typeface="Source Han Sans"/>
                <a:cs typeface="Source Han Sans"/>
              </a:rPr>
              <a:t>线网类型声明格式为</a:t>
            </a:r>
            <a:r>
              <a:rPr kumimoji="1" lang="en-US" altLang="zh-CN" sz="1400" dirty="0">
                <a:ln w="12700">
                  <a:noFill/>
                </a:ln>
                <a:solidFill>
                  <a:srgbClr val="FFFFFF">
                    <a:alpha val="100000"/>
                  </a:srgbClr>
                </a:solidFill>
                <a:latin typeface="Source Han Sans"/>
                <a:ea typeface="Source Han Sans"/>
                <a:cs typeface="Source Han Sans"/>
              </a:rPr>
              <a:t> </a:t>
            </a:r>
            <a:r>
              <a:rPr kumimoji="1" lang="en-US" altLang="zh-CN" sz="1400" b="1" dirty="0">
                <a:ln w="12700">
                  <a:noFill/>
                </a:ln>
                <a:solidFill>
                  <a:srgbClr val="FFFFFF">
                    <a:alpha val="100000"/>
                  </a:srgbClr>
                </a:solidFill>
                <a:latin typeface="Source Han Sans"/>
                <a:ea typeface="Source Han Sans"/>
                <a:cs typeface="Source Han Sans"/>
              </a:rPr>
              <a:t>wire [</a:t>
            </a:r>
            <a:r>
              <a:rPr kumimoji="1" lang="en-US" altLang="zh-CN" sz="1400" b="1" dirty="0" err="1">
                <a:ln w="12700">
                  <a:noFill/>
                </a:ln>
                <a:solidFill>
                  <a:srgbClr val="FFFFFF">
                    <a:alpha val="100000"/>
                  </a:srgbClr>
                </a:solidFill>
                <a:latin typeface="Source Han Sans"/>
                <a:ea typeface="Source Han Sans"/>
                <a:cs typeface="Source Han Sans"/>
              </a:rPr>
              <a:t>位宽</a:t>
            </a:r>
            <a:r>
              <a:rPr kumimoji="1" lang="en-US" altLang="zh-CN" sz="1400" b="1" dirty="0">
                <a:ln w="12700">
                  <a:noFill/>
                </a:ln>
                <a:solidFill>
                  <a:srgbClr val="FFFFFF">
                    <a:alpha val="100000"/>
                  </a:srgbClr>
                </a:solidFill>
                <a:latin typeface="Source Han Sans"/>
                <a:ea typeface="Source Han Sans"/>
                <a:cs typeface="Source Han Sans"/>
              </a:rPr>
              <a:t>- 1:0] </a:t>
            </a:r>
            <a:r>
              <a:rPr kumimoji="1" lang="en-US" altLang="zh-CN" sz="1400" b="1" dirty="0" err="1">
                <a:ln w="12700">
                  <a:noFill/>
                </a:ln>
                <a:solidFill>
                  <a:srgbClr val="FFFFFF">
                    <a:alpha val="100000"/>
                  </a:srgbClr>
                </a:solidFill>
                <a:latin typeface="Source Han Sans"/>
                <a:ea typeface="Source Han Sans"/>
                <a:cs typeface="Source Han Sans"/>
              </a:rPr>
              <a:t>信号名</a:t>
            </a:r>
            <a:r>
              <a:rPr kumimoji="1" lang="en-US" altLang="zh-CN" sz="1400" dirty="0">
                <a:ln w="12700">
                  <a:noFill/>
                </a:ln>
                <a:solidFill>
                  <a:srgbClr val="FFFFFF">
                    <a:alpha val="100000"/>
                  </a:srgbClr>
                </a:solidFill>
                <a:latin typeface="Source Han Sans"/>
                <a:ea typeface="Source Han Sans"/>
                <a:cs typeface="Source Han Sans"/>
              </a:rPr>
              <a:t>。
</a:t>
            </a:r>
            <a:r>
              <a:rPr kumimoji="1" lang="en-US" altLang="zh-CN" sz="1400" dirty="0" err="1">
                <a:ln w="12700">
                  <a:noFill/>
                </a:ln>
                <a:solidFill>
                  <a:srgbClr val="FFFFFF">
                    <a:alpha val="100000"/>
                  </a:srgbClr>
                </a:solidFill>
                <a:latin typeface="Source Han Sans"/>
                <a:ea typeface="Source Han Sans"/>
                <a:cs typeface="Source Han Sans"/>
              </a:rPr>
              <a:t>线网类型的声明方式灵活，可根据需要选择</a:t>
            </a:r>
            <a:r>
              <a:rPr kumimoji="1" lang="en-US" altLang="zh-CN" sz="1400" dirty="0">
                <a:ln w="12700">
                  <a:noFill/>
                </a:ln>
                <a:solidFill>
                  <a:srgbClr val="FFFFFF">
                    <a:alpha val="100000"/>
                  </a:srgbClr>
                </a:solidFill>
                <a:latin typeface="Source Han Sans"/>
                <a:ea typeface="Source Han Sans"/>
                <a:cs typeface="Source Han Sans"/>
              </a:rPr>
              <a:t>。</a:t>
            </a:r>
            <a:endParaRPr kumimoji="1" lang="zh-CN" altLang="en-US" dirty="0"/>
          </a:p>
        </p:txBody>
      </p:sp>
      <p:sp>
        <p:nvSpPr>
          <p:cNvPr id="17" name="标题 1"/>
          <p:cNvSpPr txBox="1"/>
          <p:nvPr/>
        </p:nvSpPr>
        <p:spPr>
          <a:xfrm>
            <a:off x="5641661" y="4922182"/>
            <a:ext cx="5466293" cy="430887"/>
          </a:xfrm>
          <a:prstGeom prst="rect">
            <a:avLst/>
          </a:prstGeom>
          <a:noFill/>
          <a:ln>
            <a:noFill/>
          </a:ln>
        </p:spPr>
        <p:txBody>
          <a:bodyPr vert="horz" wrap="square" lIns="0" tIns="0" rIns="0" bIns="0" rtlCol="0" anchor="ctr"/>
          <a:lstStyle/>
          <a:p>
            <a:pPr algn="l">
              <a:lnSpc>
                <a:spcPct val="150000"/>
              </a:lnSpc>
            </a:pPr>
            <a:r>
              <a:rPr kumimoji="1" lang="en-US" altLang="zh-CN" sz="1600">
                <a:ln w="12700">
                  <a:noFill/>
                </a:ln>
                <a:solidFill>
                  <a:srgbClr val="FFFFFF">
                    <a:alpha val="100000"/>
                  </a:srgbClr>
                </a:solidFill>
                <a:latin typeface="Source Han Sans CN Bold"/>
                <a:ea typeface="Source Han Sans CN Bold"/>
                <a:cs typeface="Source Han Sans CN Bold"/>
              </a:rPr>
              <a:t>线网类型的声明</a:t>
            </a:r>
            <a:endParaRPr kumimoji="1" lang="zh-CN" altLang="en-US"/>
          </a:p>
        </p:txBody>
      </p:sp>
      <p:sp>
        <p:nvSpPr>
          <p:cNvPr id="18" name="标题 1"/>
          <p:cNvSpPr txBox="1"/>
          <p:nvPr/>
        </p:nvSpPr>
        <p:spPr>
          <a:xfrm>
            <a:off x="660400" y="323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a:ea typeface="Source Han Sans CN Bold"/>
                <a:cs typeface="Source Han Sans CN Bold"/>
              </a:rPr>
              <a:t>线网类型</a:t>
            </a:r>
            <a:endParaRPr kumimoji="1" lang="zh-CN" altLang="en-US"/>
          </a:p>
        </p:txBody>
      </p:sp>
      <p:cxnSp>
        <p:nvCxnSpPr>
          <p:cNvPr id="19" name="标题 1"/>
          <p:cNvCxnSpPr/>
          <p:nvPr/>
        </p:nvCxnSpPr>
        <p:spPr>
          <a:xfrm>
            <a:off x="0" y="958850"/>
            <a:ext cx="12122150" cy="0"/>
          </a:xfrm>
          <a:prstGeom prst="line">
            <a:avLst/>
          </a:prstGeom>
          <a:noFill/>
          <a:ln w="28575" cap="sq">
            <a:solidFill>
              <a:schemeClr val="accent1"/>
            </a:solidFill>
            <a:miter/>
          </a:ln>
        </p:spPr>
      </p:cxnSp>
      <p:pic>
        <p:nvPicPr>
          <p:cNvPr id="21" name="图片 20">
            <a:extLst>
              <a:ext uri="{FF2B5EF4-FFF2-40B4-BE49-F238E27FC236}">
                <a16:creationId xmlns:a16="http://schemas.microsoft.com/office/drawing/2014/main" id="{C2F7F739-A7D2-2926-EE58-43727CEF81F8}"/>
              </a:ext>
            </a:extLst>
          </p:cNvPr>
          <p:cNvPicPr>
            <a:picLocks noChangeAspect="1"/>
          </p:cNvPicPr>
          <p:nvPr/>
        </p:nvPicPr>
        <p:blipFill>
          <a:blip r:embed="rId2"/>
          <a:stretch>
            <a:fillRect/>
          </a:stretch>
        </p:blipFill>
        <p:spPr>
          <a:xfrm>
            <a:off x="1228400" y="5093568"/>
            <a:ext cx="3591426" cy="98121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10800000">
            <a:off x="640080" y="2451735"/>
            <a:ext cx="3266440" cy="977320"/>
          </a:xfrm>
          <a:prstGeom prst="trapezoid">
            <a:avLst>
              <a:gd name="adj" fmla="val 45300"/>
            </a:avLst>
          </a:prstGeom>
          <a:gradFill>
            <a:gsLst>
              <a:gs pos="0">
                <a:schemeClr val="accent1">
                  <a:alpha val="65000"/>
                </a:schemeClr>
              </a:gs>
              <a:gs pos="62000">
                <a:schemeClr val="accent1">
                  <a:alpha val="0"/>
                </a:schemeClr>
              </a:gs>
            </a:gsLst>
            <a:lin ang="5400000" scaled="0"/>
          </a:gradFill>
          <a:ln w="12700" cap="sq">
            <a:noFill/>
            <a:miter/>
          </a:ln>
        </p:spPr>
        <p:txBody>
          <a:bodyPr vert="horz" wrap="square" lIns="91440" tIns="45720" rIns="91440" bIns="45720" rtlCol="0" anchor="ctr"/>
          <a:lstStyle/>
          <a:p>
            <a:pPr algn="ctr">
              <a:lnSpc>
                <a:spcPct val="130000"/>
              </a:lnSpc>
            </a:pPr>
            <a:endParaRPr kumimoji="1" lang="zh-CN" altLang="en-US"/>
          </a:p>
        </p:txBody>
      </p:sp>
      <p:sp>
        <p:nvSpPr>
          <p:cNvPr id="4" name="标题 1"/>
          <p:cNvSpPr txBox="1"/>
          <p:nvPr/>
        </p:nvSpPr>
        <p:spPr>
          <a:xfrm>
            <a:off x="1702442" y="1639867"/>
            <a:ext cx="1141714" cy="1141714"/>
          </a:xfrm>
          <a:prstGeom prst="ellipse">
            <a:avLst/>
          </a:prstGeom>
          <a:gradFill>
            <a:gsLst>
              <a:gs pos="9000">
                <a:schemeClr val="accent1"/>
              </a:gs>
              <a:gs pos="100000">
                <a:schemeClr val="accent1">
                  <a:lumMod val="60000"/>
                  <a:lumOff val="40000"/>
                </a:schemeClr>
              </a:gs>
            </a:gsLst>
            <a:lin ang="2700000" scaled="0"/>
          </a:gradFill>
          <a:ln w="12700" cap="sq">
            <a:noFill/>
            <a:miter/>
          </a:ln>
          <a:effectLst>
            <a:outerShdw blurRad="50800" dist="38100" dir="2700000" algn="tl" rotWithShape="0">
              <a:schemeClr val="accent1">
                <a:alpha val="40000"/>
              </a:schemeClr>
            </a:outerShdw>
          </a:effectLst>
        </p:spPr>
        <p:txBody>
          <a:bodyPr vert="horz" wrap="square" lIns="91440" tIns="45720" rIns="91440" bIns="45720" rtlCol="0" anchor="ctr"/>
          <a:lstStyle/>
          <a:p>
            <a:pPr algn="ctr">
              <a:lnSpc>
                <a:spcPct val="130000"/>
              </a:lnSpc>
            </a:pPr>
            <a:endParaRPr kumimoji="1" lang="zh-CN" altLang="en-US"/>
          </a:p>
        </p:txBody>
      </p:sp>
      <p:sp>
        <p:nvSpPr>
          <p:cNvPr id="5" name="标题 1"/>
          <p:cNvSpPr txBox="1"/>
          <p:nvPr/>
        </p:nvSpPr>
        <p:spPr>
          <a:xfrm>
            <a:off x="2043050" y="1961308"/>
            <a:ext cx="460498" cy="498832"/>
          </a:xfrm>
          <a:custGeom>
            <a:avLst/>
            <a:gdLst>
              <a:gd name="connsiteX0" fmla="*/ 332293 w 664672"/>
              <a:gd name="connsiteY0" fmla="*/ 387672 h 720001"/>
              <a:gd name="connsiteX1" fmla="*/ 660804 w 664672"/>
              <a:gd name="connsiteY1" fmla="*/ 598902 h 720001"/>
              <a:gd name="connsiteX2" fmla="*/ 563560 w 664672"/>
              <a:gd name="connsiteY2" fmla="*/ 720001 h 720001"/>
              <a:gd name="connsiteX3" fmla="*/ 101112 w 664672"/>
              <a:gd name="connsiteY3" fmla="*/ 720001 h 720001"/>
              <a:gd name="connsiteX4" fmla="*/ 3868 w 664672"/>
              <a:gd name="connsiteY4" fmla="*/ 598902 h 720001"/>
              <a:gd name="connsiteX5" fmla="*/ 332293 w 664672"/>
              <a:gd name="connsiteY5" fmla="*/ 387672 h 720001"/>
              <a:gd name="connsiteX6" fmla="*/ 332293 w 664672"/>
              <a:gd name="connsiteY6" fmla="*/ 0 h 720001"/>
              <a:gd name="connsiteX7" fmla="*/ 509517 w 664672"/>
              <a:gd name="connsiteY7" fmla="*/ 177224 h 720001"/>
              <a:gd name="connsiteX8" fmla="*/ 332293 w 664672"/>
              <a:gd name="connsiteY8" fmla="*/ 354448 h 720001"/>
              <a:gd name="connsiteX9" fmla="*/ 155069 w 664672"/>
              <a:gd name="connsiteY9" fmla="*/ 177224 h 720001"/>
              <a:gd name="connsiteX10" fmla="*/ 332293 w 664672"/>
              <a:gd name="connsiteY10" fmla="*/ 0 h 720001"/>
            </a:gdLst>
            <a:ahLst/>
            <a:cxnLst/>
            <a:rect l="l" t="t" r="r" b="b"/>
            <a:pathLst>
              <a:path w="664672" h="720001">
                <a:moveTo>
                  <a:pt x="332293" y="387672"/>
                </a:moveTo>
                <a:cubicBezTo>
                  <a:pt x="550549" y="387672"/>
                  <a:pt x="628448" y="491162"/>
                  <a:pt x="660804" y="598902"/>
                </a:cubicBezTo>
                <a:cubicBezTo>
                  <a:pt x="679021" y="659624"/>
                  <a:pt x="630616" y="720001"/>
                  <a:pt x="563560" y="720001"/>
                </a:cubicBezTo>
                <a:lnTo>
                  <a:pt x="101112" y="720001"/>
                </a:lnTo>
                <a:cubicBezTo>
                  <a:pt x="34057" y="720001"/>
                  <a:pt x="-14348" y="659624"/>
                  <a:pt x="3868" y="598902"/>
                </a:cubicBezTo>
                <a:cubicBezTo>
                  <a:pt x="36138" y="491162"/>
                  <a:pt x="114037" y="387672"/>
                  <a:pt x="332293" y="387672"/>
                </a:cubicBezTo>
                <a:close/>
                <a:moveTo>
                  <a:pt x="332293" y="0"/>
                </a:moveTo>
                <a:cubicBezTo>
                  <a:pt x="430230" y="0"/>
                  <a:pt x="509604" y="79287"/>
                  <a:pt x="509517" y="177224"/>
                </a:cubicBezTo>
                <a:cubicBezTo>
                  <a:pt x="509517" y="275074"/>
                  <a:pt x="430144" y="354448"/>
                  <a:pt x="332293" y="354448"/>
                </a:cubicBezTo>
                <a:cubicBezTo>
                  <a:pt x="234442" y="354448"/>
                  <a:pt x="155069" y="275074"/>
                  <a:pt x="155069" y="177224"/>
                </a:cubicBezTo>
                <a:cubicBezTo>
                  <a:pt x="155069" y="79287"/>
                  <a:pt x="234442" y="0"/>
                  <a:pt x="332293" y="0"/>
                </a:cubicBezTo>
                <a:close/>
              </a:path>
            </a:pathLst>
          </a:custGeom>
          <a:gradFill>
            <a:gsLst>
              <a:gs pos="0">
                <a:schemeClr val="accent1">
                  <a:lumMod val="20000"/>
                  <a:lumOff val="80000"/>
                </a:schemeClr>
              </a:gs>
              <a:gs pos="100000">
                <a:schemeClr val="bg1"/>
              </a:gs>
            </a:gsLst>
            <a:lin ang="2700000" scaled="0"/>
          </a:gradFill>
          <a:ln w="1860" cap="flat">
            <a:noFill/>
            <a:miter/>
          </a:ln>
          <a:effectLst>
            <a:outerShdw blurRad="50800" dist="38100" dir="2700000" algn="tl" rotWithShape="0">
              <a:schemeClr val="accent1">
                <a:alpha val="40000"/>
              </a:schemeClr>
            </a:outerShdw>
          </a:effectLst>
        </p:spPr>
        <p:txBody>
          <a:bodyPr vert="horz" wrap="square" lIns="91440" tIns="45720" rIns="91440" bIns="45720" rtlCol="0" anchor="ctr"/>
          <a:lstStyle/>
          <a:p>
            <a:pPr algn="l">
              <a:lnSpc>
                <a:spcPct val="130000"/>
              </a:lnSpc>
            </a:pPr>
            <a:endParaRPr kumimoji="1" lang="zh-CN" altLang="en-US"/>
          </a:p>
        </p:txBody>
      </p:sp>
      <p:sp>
        <p:nvSpPr>
          <p:cNvPr id="6" name="标题 1"/>
          <p:cNvSpPr txBox="1"/>
          <p:nvPr/>
        </p:nvSpPr>
        <p:spPr>
          <a:xfrm>
            <a:off x="1085950" y="3329863"/>
            <a:ext cx="2374698" cy="2558377"/>
          </a:xfrm>
          <a:custGeom>
            <a:avLst/>
            <a:gdLst>
              <a:gd name="connsiteX0" fmla="*/ 0 w 2374698"/>
              <a:gd name="connsiteY0" fmla="*/ 0 h 2558377"/>
              <a:gd name="connsiteX1" fmla="*/ 2374697 w 2374698"/>
              <a:gd name="connsiteY1" fmla="*/ 0 h 2558377"/>
              <a:gd name="connsiteX2" fmla="*/ 2374697 w 2374698"/>
              <a:gd name="connsiteY2" fmla="*/ 2208179 h 2558377"/>
              <a:gd name="connsiteX3" fmla="*/ 2370223 w 2374698"/>
              <a:gd name="connsiteY3" fmla="*/ 2208179 h 2558377"/>
              <a:gd name="connsiteX4" fmla="*/ 2374698 w 2374698"/>
              <a:gd name="connsiteY4" fmla="*/ 2232500 h 2558377"/>
              <a:gd name="connsiteX5" fmla="*/ 1187349 w 2374698"/>
              <a:gd name="connsiteY5" fmla="*/ 2558377 h 2558377"/>
              <a:gd name="connsiteX6" fmla="*/ 0 w 2374698"/>
              <a:gd name="connsiteY6" fmla="*/ 2232500 h 2558377"/>
              <a:gd name="connsiteX7" fmla="*/ 4475 w 2374698"/>
              <a:gd name="connsiteY7" fmla="*/ 2208179 h 2558377"/>
              <a:gd name="connsiteX8" fmla="*/ 0 w 2374698"/>
              <a:gd name="connsiteY8" fmla="*/ 2208179 h 2558377"/>
            </a:gdLst>
            <a:ahLst/>
            <a:cxnLst/>
            <a:rect l="l" t="t" r="r" b="b"/>
            <a:pathLst>
              <a:path w="2374698" h="2558377">
                <a:moveTo>
                  <a:pt x="0" y="0"/>
                </a:moveTo>
                <a:lnTo>
                  <a:pt x="2374697" y="0"/>
                </a:lnTo>
                <a:lnTo>
                  <a:pt x="2374697" y="2208179"/>
                </a:lnTo>
                <a:lnTo>
                  <a:pt x="2370223" y="2208179"/>
                </a:lnTo>
                <a:lnTo>
                  <a:pt x="2374698" y="2232500"/>
                </a:lnTo>
                <a:cubicBezTo>
                  <a:pt x="2374698" y="2412477"/>
                  <a:pt x="1843104" y="2558377"/>
                  <a:pt x="1187349" y="2558377"/>
                </a:cubicBezTo>
                <a:cubicBezTo>
                  <a:pt x="531594" y="2558377"/>
                  <a:pt x="0" y="2412477"/>
                  <a:pt x="0" y="2232500"/>
                </a:cubicBezTo>
                <a:lnTo>
                  <a:pt x="4475" y="2208179"/>
                </a:lnTo>
                <a:lnTo>
                  <a:pt x="0" y="2208179"/>
                </a:lnTo>
                <a:close/>
              </a:path>
            </a:pathLst>
          </a:custGeom>
          <a:gradFill>
            <a:gsLst>
              <a:gs pos="0">
                <a:schemeClr val="accent1"/>
              </a:gs>
              <a:gs pos="100000">
                <a:schemeClr val="accent1">
                  <a:lumMod val="75000"/>
                </a:schemeClr>
              </a:gs>
            </a:gsLst>
            <a:lin ang="2700000" scaled="0"/>
          </a:gradFill>
          <a:ln w="12700" cap="sq">
            <a:noFill/>
            <a:miter/>
          </a:ln>
          <a:effectLst>
            <a:outerShdw blurRad="50800" dist="38100" dir="2700000" algn="tl" rotWithShape="0">
              <a:schemeClr val="accent1">
                <a:alpha val="40000"/>
              </a:schemeClr>
            </a:outerShdw>
          </a:effectLst>
        </p:spPr>
        <p:txBody>
          <a:bodyPr vert="horz" wrap="square" lIns="91440" tIns="45720" rIns="91440" bIns="45720" rtlCol="0" anchor="ctr"/>
          <a:lstStyle/>
          <a:p>
            <a:pPr algn="ctr">
              <a:lnSpc>
                <a:spcPct val="130000"/>
              </a:lnSpc>
            </a:pPr>
            <a:endParaRPr kumimoji="1" lang="zh-CN" altLang="en-US"/>
          </a:p>
        </p:txBody>
      </p:sp>
      <p:sp>
        <p:nvSpPr>
          <p:cNvPr id="7" name="标题 1"/>
          <p:cNvSpPr txBox="1"/>
          <p:nvPr/>
        </p:nvSpPr>
        <p:spPr>
          <a:xfrm>
            <a:off x="1085951" y="3000098"/>
            <a:ext cx="2374697" cy="651753"/>
          </a:xfrm>
          <a:prstGeom prst="ellipse">
            <a:avLst/>
          </a:prstGeom>
          <a:solidFill>
            <a:schemeClr val="accent1">
              <a:lumMod val="60000"/>
              <a:lumOff val="4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a:off x="1263380" y="3865965"/>
            <a:ext cx="2019838" cy="1618203"/>
          </a:xfrm>
          <a:prstGeom prst="rect">
            <a:avLst/>
          </a:prstGeom>
          <a:noFill/>
          <a:ln>
            <a:noFill/>
          </a:ln>
        </p:spPr>
        <p:txBody>
          <a:bodyPr vert="horz" wrap="square" lIns="0" tIns="0" rIns="0" bIns="0" rtlCol="0" anchor="t"/>
          <a:lstStyle/>
          <a:p>
            <a:pPr algn="ctr">
              <a:lnSpc>
                <a:spcPct val="150000"/>
              </a:lnSpc>
            </a:pPr>
            <a:r>
              <a:rPr kumimoji="1" lang="en-US" altLang="zh-CN" sz="1400">
                <a:ln w="12700">
                  <a:noFill/>
                </a:ln>
                <a:solidFill>
                  <a:srgbClr val="FFFFFF">
                    <a:alpha val="100000"/>
                  </a:srgbClr>
                </a:solidFill>
                <a:latin typeface="Source Han Sans"/>
                <a:ea typeface="Source Han Sans"/>
                <a:cs typeface="Source Han Sans"/>
              </a:rPr>
              <a:t>reg 是最常用的寄存器类型，用于存储数据。
reg 类型可以在 initial 或 always 块中使用过程赋值。</a:t>
            </a:r>
            <a:endParaRPr kumimoji="1" lang="zh-CN" altLang="en-US"/>
          </a:p>
        </p:txBody>
      </p:sp>
      <p:sp>
        <p:nvSpPr>
          <p:cNvPr id="9" name="标题 1"/>
          <p:cNvSpPr txBox="1"/>
          <p:nvPr/>
        </p:nvSpPr>
        <p:spPr>
          <a:xfrm>
            <a:off x="1274827" y="3046186"/>
            <a:ext cx="1996944" cy="559577"/>
          </a:xfrm>
          <a:prstGeom prst="rect">
            <a:avLst/>
          </a:prstGeom>
          <a:noFill/>
          <a:ln>
            <a:noFill/>
          </a:ln>
        </p:spPr>
        <p:txBody>
          <a:bodyPr vert="horz" wrap="square" lIns="0" tIns="0" rIns="0" bIns="0" rtlCol="0" anchor="ctr"/>
          <a:lstStyle/>
          <a:p>
            <a:pPr algn="ctr">
              <a:lnSpc>
                <a:spcPct val="130000"/>
              </a:lnSpc>
            </a:pPr>
            <a:r>
              <a:rPr kumimoji="1" lang="en-US" altLang="zh-CN" sz="1600">
                <a:ln w="12700">
                  <a:noFill/>
                </a:ln>
                <a:solidFill>
                  <a:srgbClr val="FFFFFF">
                    <a:alpha val="100000"/>
                  </a:srgbClr>
                </a:solidFill>
                <a:latin typeface="Source Han Sans CN Bold"/>
                <a:ea typeface="Source Han Sans CN Bold"/>
                <a:cs typeface="Source Han Sans CN Bold"/>
              </a:rPr>
              <a:t>reg 类型</a:t>
            </a:r>
            <a:endParaRPr kumimoji="1" lang="zh-CN" altLang="en-US"/>
          </a:p>
        </p:txBody>
      </p:sp>
      <p:sp>
        <p:nvSpPr>
          <p:cNvPr id="10" name="标题 1"/>
          <p:cNvSpPr txBox="1"/>
          <p:nvPr/>
        </p:nvSpPr>
        <p:spPr>
          <a:xfrm rot="10800000">
            <a:off x="4484679" y="2451735"/>
            <a:ext cx="3266440" cy="977320"/>
          </a:xfrm>
          <a:prstGeom prst="trapezoid">
            <a:avLst>
              <a:gd name="adj" fmla="val 45300"/>
            </a:avLst>
          </a:prstGeom>
          <a:gradFill>
            <a:gsLst>
              <a:gs pos="0">
                <a:schemeClr val="accent1">
                  <a:alpha val="65000"/>
                </a:schemeClr>
              </a:gs>
              <a:gs pos="62000">
                <a:schemeClr val="accent1">
                  <a:alpha val="0"/>
                </a:schemeClr>
              </a:gs>
            </a:gsLst>
            <a:lin ang="5400000" scaled="0"/>
          </a:gradFill>
          <a:ln w="12700" cap="sq">
            <a:noFill/>
            <a:miter/>
          </a:ln>
        </p:spPr>
        <p:txBody>
          <a:bodyPr vert="horz" wrap="square" lIns="91440" tIns="45720" rIns="91440" bIns="45720" rtlCol="0" anchor="ctr"/>
          <a:lstStyle/>
          <a:p>
            <a:pPr algn="ctr">
              <a:lnSpc>
                <a:spcPct val="130000"/>
              </a:lnSpc>
            </a:pPr>
            <a:endParaRPr kumimoji="1" lang="zh-CN" altLang="en-US"/>
          </a:p>
        </p:txBody>
      </p:sp>
      <p:sp>
        <p:nvSpPr>
          <p:cNvPr id="11" name="标题 1"/>
          <p:cNvSpPr txBox="1"/>
          <p:nvPr/>
        </p:nvSpPr>
        <p:spPr>
          <a:xfrm>
            <a:off x="5547042" y="1639867"/>
            <a:ext cx="1141714" cy="1141714"/>
          </a:xfrm>
          <a:prstGeom prst="ellipse">
            <a:avLst/>
          </a:prstGeom>
          <a:gradFill>
            <a:gsLst>
              <a:gs pos="9000">
                <a:schemeClr val="accent1"/>
              </a:gs>
              <a:gs pos="100000">
                <a:schemeClr val="accent1">
                  <a:lumMod val="60000"/>
                  <a:lumOff val="40000"/>
                </a:schemeClr>
              </a:gs>
            </a:gsLst>
            <a:lin ang="2700000" scaled="0"/>
          </a:gradFill>
          <a:ln w="12700" cap="sq">
            <a:noFill/>
            <a:miter/>
          </a:ln>
          <a:effectLst>
            <a:outerShdw blurRad="50800" dist="38100" dir="2700000" algn="tl" rotWithShape="0">
              <a:schemeClr val="accent1">
                <a:alpha val="40000"/>
              </a:schemeClr>
            </a:outerShdw>
          </a:effectLst>
        </p:spPr>
        <p:txBody>
          <a:bodyPr vert="horz" wrap="square" lIns="91440" tIns="45720" rIns="91440" bIns="45720" rtlCol="0" anchor="ctr"/>
          <a:lstStyle/>
          <a:p>
            <a:pPr algn="ctr">
              <a:lnSpc>
                <a:spcPct val="130000"/>
              </a:lnSpc>
            </a:pPr>
            <a:endParaRPr kumimoji="1" lang="zh-CN" altLang="en-US"/>
          </a:p>
        </p:txBody>
      </p:sp>
      <p:sp>
        <p:nvSpPr>
          <p:cNvPr id="12" name="标题 1"/>
          <p:cNvSpPr txBox="1"/>
          <p:nvPr/>
        </p:nvSpPr>
        <p:spPr>
          <a:xfrm flipH="1" flipV="1">
            <a:off x="5860169" y="1961309"/>
            <a:ext cx="515460" cy="498830"/>
          </a:xfrm>
          <a:custGeom>
            <a:avLst/>
            <a:gdLst>
              <a:gd name="connsiteX0" fmla="*/ 311954 w 744004"/>
              <a:gd name="connsiteY0" fmla="*/ 337123 h 720001"/>
              <a:gd name="connsiteX1" fmla="*/ 168770 w 744004"/>
              <a:gd name="connsiteY1" fmla="*/ 337123 h 720001"/>
              <a:gd name="connsiteX2" fmla="*/ 49673 w 744004"/>
              <a:gd name="connsiteY2" fmla="*/ 287618 h 720001"/>
              <a:gd name="connsiteX3" fmla="*/ 167 w 744004"/>
              <a:gd name="connsiteY3" fmla="*/ 168520 h 720001"/>
              <a:gd name="connsiteX4" fmla="*/ 49590 w 744004"/>
              <a:gd name="connsiteY4" fmla="*/ 49507 h 720001"/>
              <a:gd name="connsiteX5" fmla="*/ 168687 w 744004"/>
              <a:gd name="connsiteY5" fmla="*/ 0 h 720001"/>
              <a:gd name="connsiteX6" fmla="*/ 287784 w 744004"/>
              <a:gd name="connsiteY6" fmla="*/ 49507 h 720001"/>
              <a:gd name="connsiteX7" fmla="*/ 337290 w 744004"/>
              <a:gd name="connsiteY7" fmla="*/ 168604 h 720001"/>
              <a:gd name="connsiteX8" fmla="*/ 337290 w 744004"/>
              <a:gd name="connsiteY8" fmla="*/ 311787 h 720001"/>
              <a:gd name="connsiteX9" fmla="*/ 311954 w 744004"/>
              <a:gd name="connsiteY9" fmla="*/ 337123 h 720001"/>
              <a:gd name="connsiteX10" fmla="*/ 575401 w 744004"/>
              <a:gd name="connsiteY10" fmla="*/ 337207 h 720001"/>
              <a:gd name="connsiteX11" fmla="*/ 432218 w 744004"/>
              <a:gd name="connsiteY11" fmla="*/ 337207 h 720001"/>
              <a:gd name="connsiteX12" fmla="*/ 406882 w 744004"/>
              <a:gd name="connsiteY12" fmla="*/ 311870 h 720001"/>
              <a:gd name="connsiteX13" fmla="*/ 406882 w 744004"/>
              <a:gd name="connsiteY13" fmla="*/ 168687 h 720001"/>
              <a:gd name="connsiteX14" fmla="*/ 456387 w 744004"/>
              <a:gd name="connsiteY14" fmla="*/ 49590 h 720001"/>
              <a:gd name="connsiteX15" fmla="*/ 575401 w 744004"/>
              <a:gd name="connsiteY15" fmla="*/ 0 h 720001"/>
              <a:gd name="connsiteX16" fmla="*/ 694498 w 744004"/>
              <a:gd name="connsiteY16" fmla="*/ 49507 h 720001"/>
              <a:gd name="connsiteX17" fmla="*/ 744004 w 744004"/>
              <a:gd name="connsiteY17" fmla="*/ 168604 h 720001"/>
              <a:gd name="connsiteX18" fmla="*/ 694498 w 744004"/>
              <a:gd name="connsiteY18" fmla="*/ 287701 h 720001"/>
              <a:gd name="connsiteX19" fmla="*/ 575401 w 744004"/>
              <a:gd name="connsiteY19" fmla="*/ 337207 h 720001"/>
              <a:gd name="connsiteX20" fmla="*/ 168604 w 744004"/>
              <a:gd name="connsiteY20" fmla="*/ 720001 h 720001"/>
              <a:gd name="connsiteX21" fmla="*/ 49507 w 744004"/>
              <a:gd name="connsiteY21" fmla="*/ 670495 h 720001"/>
              <a:gd name="connsiteX22" fmla="*/ 0 w 744004"/>
              <a:gd name="connsiteY22" fmla="*/ 551398 h 720001"/>
              <a:gd name="connsiteX23" fmla="*/ 49507 w 744004"/>
              <a:gd name="connsiteY23" fmla="*/ 432301 h 720001"/>
              <a:gd name="connsiteX24" fmla="*/ 168687 w 744004"/>
              <a:gd name="connsiteY24" fmla="*/ 382879 h 720001"/>
              <a:gd name="connsiteX25" fmla="*/ 311871 w 744004"/>
              <a:gd name="connsiteY25" fmla="*/ 382879 h 720001"/>
              <a:gd name="connsiteX26" fmla="*/ 337207 w 744004"/>
              <a:gd name="connsiteY26" fmla="*/ 408215 h 720001"/>
              <a:gd name="connsiteX27" fmla="*/ 337207 w 744004"/>
              <a:gd name="connsiteY27" fmla="*/ 551398 h 720001"/>
              <a:gd name="connsiteX28" fmla="*/ 287701 w 744004"/>
              <a:gd name="connsiteY28" fmla="*/ 670495 h 720001"/>
              <a:gd name="connsiteX29" fmla="*/ 168604 w 744004"/>
              <a:gd name="connsiteY29" fmla="*/ 720001 h 720001"/>
              <a:gd name="connsiteX30" fmla="*/ 575401 w 744004"/>
              <a:gd name="connsiteY30" fmla="*/ 720001 h 720001"/>
              <a:gd name="connsiteX31" fmla="*/ 456304 w 744004"/>
              <a:gd name="connsiteY31" fmla="*/ 670495 h 720001"/>
              <a:gd name="connsiteX32" fmla="*/ 406798 w 744004"/>
              <a:gd name="connsiteY32" fmla="*/ 551398 h 720001"/>
              <a:gd name="connsiteX33" fmla="*/ 406798 w 744004"/>
              <a:gd name="connsiteY33" fmla="*/ 408215 h 720001"/>
              <a:gd name="connsiteX34" fmla="*/ 432218 w 744004"/>
              <a:gd name="connsiteY34" fmla="*/ 382879 h 720001"/>
              <a:gd name="connsiteX35" fmla="*/ 575401 w 744004"/>
              <a:gd name="connsiteY35" fmla="*/ 382879 h 720001"/>
              <a:gd name="connsiteX36" fmla="*/ 694498 w 744004"/>
              <a:gd name="connsiteY36" fmla="*/ 432385 h 720001"/>
              <a:gd name="connsiteX37" fmla="*/ 744004 w 744004"/>
              <a:gd name="connsiteY37" fmla="*/ 551398 h 720001"/>
              <a:gd name="connsiteX38" fmla="*/ 694498 w 744004"/>
              <a:gd name="connsiteY38" fmla="*/ 670495 h 720001"/>
              <a:gd name="connsiteX39" fmla="*/ 575401 w 744004"/>
              <a:gd name="connsiteY39" fmla="*/ 720001 h 720001"/>
            </a:gdLst>
            <a:ahLst/>
            <a:cxnLst/>
            <a:rect l="l" t="t" r="r" b="b"/>
            <a:pathLst>
              <a:path w="744004" h="720001">
                <a:moveTo>
                  <a:pt x="311954" y="337123"/>
                </a:moveTo>
                <a:lnTo>
                  <a:pt x="168770" y="337123"/>
                </a:lnTo>
                <a:cubicBezTo>
                  <a:pt x="123932" y="337123"/>
                  <a:pt x="81594" y="319538"/>
                  <a:pt x="49673" y="287618"/>
                </a:cubicBezTo>
                <a:cubicBezTo>
                  <a:pt x="17753" y="255697"/>
                  <a:pt x="167" y="213442"/>
                  <a:pt x="167" y="168520"/>
                </a:cubicBezTo>
                <a:cubicBezTo>
                  <a:pt x="167" y="123598"/>
                  <a:pt x="17669" y="81427"/>
                  <a:pt x="49590" y="49507"/>
                </a:cubicBezTo>
                <a:cubicBezTo>
                  <a:pt x="81510" y="17586"/>
                  <a:pt x="123848" y="0"/>
                  <a:pt x="168687" y="0"/>
                </a:cubicBezTo>
                <a:cubicBezTo>
                  <a:pt x="213526" y="0"/>
                  <a:pt x="255864" y="17586"/>
                  <a:pt x="287784" y="49507"/>
                </a:cubicBezTo>
                <a:cubicBezTo>
                  <a:pt x="319705" y="81427"/>
                  <a:pt x="337290" y="123682"/>
                  <a:pt x="337290" y="168604"/>
                </a:cubicBezTo>
                <a:lnTo>
                  <a:pt x="337290" y="311787"/>
                </a:lnTo>
                <a:cubicBezTo>
                  <a:pt x="337290" y="325789"/>
                  <a:pt x="325956" y="337123"/>
                  <a:pt x="311954" y="337123"/>
                </a:cubicBezTo>
                <a:close/>
                <a:moveTo>
                  <a:pt x="575401" y="337207"/>
                </a:moveTo>
                <a:lnTo>
                  <a:pt x="432218" y="337207"/>
                </a:lnTo>
                <a:cubicBezTo>
                  <a:pt x="418216" y="337207"/>
                  <a:pt x="406882" y="325872"/>
                  <a:pt x="406882" y="311870"/>
                </a:cubicBezTo>
                <a:lnTo>
                  <a:pt x="406882" y="168687"/>
                </a:lnTo>
                <a:cubicBezTo>
                  <a:pt x="406882" y="123849"/>
                  <a:pt x="424467" y="81510"/>
                  <a:pt x="456387" y="49590"/>
                </a:cubicBezTo>
                <a:cubicBezTo>
                  <a:pt x="488308" y="17669"/>
                  <a:pt x="530563" y="0"/>
                  <a:pt x="575401" y="0"/>
                </a:cubicBezTo>
                <a:cubicBezTo>
                  <a:pt x="620240" y="0"/>
                  <a:pt x="662578" y="17586"/>
                  <a:pt x="694498" y="49507"/>
                </a:cubicBezTo>
                <a:cubicBezTo>
                  <a:pt x="726419" y="81427"/>
                  <a:pt x="744004" y="123765"/>
                  <a:pt x="744004" y="168604"/>
                </a:cubicBezTo>
                <a:cubicBezTo>
                  <a:pt x="744004" y="213442"/>
                  <a:pt x="726419" y="255780"/>
                  <a:pt x="694498" y="287701"/>
                </a:cubicBezTo>
                <a:cubicBezTo>
                  <a:pt x="662578" y="319621"/>
                  <a:pt x="620323" y="337207"/>
                  <a:pt x="575401" y="337207"/>
                </a:cubicBezTo>
                <a:close/>
                <a:moveTo>
                  <a:pt x="168604" y="720001"/>
                </a:moveTo>
                <a:cubicBezTo>
                  <a:pt x="123682" y="720001"/>
                  <a:pt x="81427" y="702416"/>
                  <a:pt x="49507" y="670495"/>
                </a:cubicBezTo>
                <a:cubicBezTo>
                  <a:pt x="17586" y="638575"/>
                  <a:pt x="0" y="596320"/>
                  <a:pt x="0" y="551398"/>
                </a:cubicBezTo>
                <a:cubicBezTo>
                  <a:pt x="0" y="506476"/>
                  <a:pt x="17586" y="464221"/>
                  <a:pt x="49507" y="432301"/>
                </a:cubicBezTo>
                <a:cubicBezTo>
                  <a:pt x="81510" y="400464"/>
                  <a:pt x="123848" y="382879"/>
                  <a:pt x="168687" y="382879"/>
                </a:cubicBezTo>
                <a:lnTo>
                  <a:pt x="311871" y="382879"/>
                </a:lnTo>
                <a:cubicBezTo>
                  <a:pt x="325872" y="382879"/>
                  <a:pt x="337207" y="394297"/>
                  <a:pt x="337207" y="408215"/>
                </a:cubicBezTo>
                <a:lnTo>
                  <a:pt x="337207" y="551398"/>
                </a:lnTo>
                <a:cubicBezTo>
                  <a:pt x="337207" y="596237"/>
                  <a:pt x="319621" y="638575"/>
                  <a:pt x="287701" y="670495"/>
                </a:cubicBezTo>
                <a:cubicBezTo>
                  <a:pt x="255781" y="702416"/>
                  <a:pt x="213526" y="720001"/>
                  <a:pt x="168604" y="720001"/>
                </a:cubicBezTo>
                <a:close/>
                <a:moveTo>
                  <a:pt x="575401" y="720001"/>
                </a:moveTo>
                <a:cubicBezTo>
                  <a:pt x="530563" y="720001"/>
                  <a:pt x="488224" y="702416"/>
                  <a:pt x="456304" y="670495"/>
                </a:cubicBezTo>
                <a:cubicBezTo>
                  <a:pt x="424383" y="638575"/>
                  <a:pt x="406798" y="596320"/>
                  <a:pt x="406798" y="551398"/>
                </a:cubicBezTo>
                <a:lnTo>
                  <a:pt x="406798" y="408215"/>
                </a:lnTo>
                <a:cubicBezTo>
                  <a:pt x="406882" y="394213"/>
                  <a:pt x="418216" y="382879"/>
                  <a:pt x="432218" y="382879"/>
                </a:cubicBezTo>
                <a:lnTo>
                  <a:pt x="575401" y="382879"/>
                </a:lnTo>
                <a:cubicBezTo>
                  <a:pt x="620240" y="382879"/>
                  <a:pt x="662578" y="400464"/>
                  <a:pt x="694498" y="432385"/>
                </a:cubicBezTo>
                <a:cubicBezTo>
                  <a:pt x="726419" y="464305"/>
                  <a:pt x="744004" y="506560"/>
                  <a:pt x="744004" y="551398"/>
                </a:cubicBezTo>
                <a:cubicBezTo>
                  <a:pt x="744004" y="596237"/>
                  <a:pt x="726419" y="638575"/>
                  <a:pt x="694498" y="670495"/>
                </a:cubicBezTo>
                <a:cubicBezTo>
                  <a:pt x="662578" y="702416"/>
                  <a:pt x="620323" y="720001"/>
                  <a:pt x="575401" y="720001"/>
                </a:cubicBezTo>
                <a:close/>
              </a:path>
            </a:pathLst>
          </a:custGeom>
          <a:gradFill>
            <a:gsLst>
              <a:gs pos="0">
                <a:schemeClr val="accent1">
                  <a:lumMod val="20000"/>
                  <a:lumOff val="80000"/>
                </a:schemeClr>
              </a:gs>
              <a:gs pos="100000">
                <a:schemeClr val="bg1"/>
              </a:gs>
            </a:gsLst>
            <a:lin ang="2700000" scaled="0"/>
          </a:gradFill>
          <a:ln w="1860" cap="flat">
            <a:noFill/>
            <a:miter/>
          </a:ln>
          <a:effectLst>
            <a:outerShdw blurRad="50800" dist="38100" dir="2700000" algn="tl" rotWithShape="0">
              <a:schemeClr val="accent1">
                <a:alpha val="40000"/>
              </a:schemeClr>
            </a:outerShdw>
          </a:effectLst>
        </p:spPr>
        <p:txBody>
          <a:bodyPr vert="horz" wrap="square" lIns="91440" tIns="45720" rIns="91440" bIns="45720" rtlCol="0" anchor="ctr"/>
          <a:lstStyle/>
          <a:p>
            <a:pPr algn="l">
              <a:lnSpc>
                <a:spcPct val="130000"/>
              </a:lnSpc>
            </a:pPr>
            <a:endParaRPr kumimoji="1" lang="zh-CN" altLang="en-US"/>
          </a:p>
        </p:txBody>
      </p:sp>
      <p:sp>
        <p:nvSpPr>
          <p:cNvPr id="13" name="标题 1"/>
          <p:cNvSpPr txBox="1"/>
          <p:nvPr/>
        </p:nvSpPr>
        <p:spPr>
          <a:xfrm>
            <a:off x="4930550" y="3299099"/>
            <a:ext cx="2374698" cy="2558377"/>
          </a:xfrm>
          <a:custGeom>
            <a:avLst/>
            <a:gdLst>
              <a:gd name="connsiteX0" fmla="*/ 0 w 2374698"/>
              <a:gd name="connsiteY0" fmla="*/ 0 h 2558377"/>
              <a:gd name="connsiteX1" fmla="*/ 2374697 w 2374698"/>
              <a:gd name="connsiteY1" fmla="*/ 0 h 2558377"/>
              <a:gd name="connsiteX2" fmla="*/ 2374697 w 2374698"/>
              <a:gd name="connsiteY2" fmla="*/ 2208179 h 2558377"/>
              <a:gd name="connsiteX3" fmla="*/ 2370223 w 2374698"/>
              <a:gd name="connsiteY3" fmla="*/ 2208179 h 2558377"/>
              <a:gd name="connsiteX4" fmla="*/ 2374698 w 2374698"/>
              <a:gd name="connsiteY4" fmla="*/ 2232500 h 2558377"/>
              <a:gd name="connsiteX5" fmla="*/ 1187349 w 2374698"/>
              <a:gd name="connsiteY5" fmla="*/ 2558377 h 2558377"/>
              <a:gd name="connsiteX6" fmla="*/ 0 w 2374698"/>
              <a:gd name="connsiteY6" fmla="*/ 2232500 h 2558377"/>
              <a:gd name="connsiteX7" fmla="*/ 4475 w 2374698"/>
              <a:gd name="connsiteY7" fmla="*/ 2208179 h 2558377"/>
              <a:gd name="connsiteX8" fmla="*/ 0 w 2374698"/>
              <a:gd name="connsiteY8" fmla="*/ 2208179 h 2558377"/>
            </a:gdLst>
            <a:ahLst/>
            <a:cxnLst/>
            <a:rect l="l" t="t" r="r" b="b"/>
            <a:pathLst>
              <a:path w="2374698" h="2558377">
                <a:moveTo>
                  <a:pt x="0" y="0"/>
                </a:moveTo>
                <a:lnTo>
                  <a:pt x="2374697" y="0"/>
                </a:lnTo>
                <a:lnTo>
                  <a:pt x="2374697" y="2208179"/>
                </a:lnTo>
                <a:lnTo>
                  <a:pt x="2370223" y="2208179"/>
                </a:lnTo>
                <a:lnTo>
                  <a:pt x="2374698" y="2232500"/>
                </a:lnTo>
                <a:cubicBezTo>
                  <a:pt x="2374698" y="2412477"/>
                  <a:pt x="1843104" y="2558377"/>
                  <a:pt x="1187349" y="2558377"/>
                </a:cubicBezTo>
                <a:cubicBezTo>
                  <a:pt x="531594" y="2558377"/>
                  <a:pt x="0" y="2412477"/>
                  <a:pt x="0" y="2232500"/>
                </a:cubicBezTo>
                <a:lnTo>
                  <a:pt x="4475" y="2208179"/>
                </a:lnTo>
                <a:lnTo>
                  <a:pt x="0" y="2208179"/>
                </a:lnTo>
                <a:close/>
              </a:path>
            </a:pathLst>
          </a:custGeom>
          <a:gradFill>
            <a:gsLst>
              <a:gs pos="0">
                <a:schemeClr val="accent1"/>
              </a:gs>
              <a:gs pos="100000">
                <a:schemeClr val="accent1">
                  <a:lumMod val="75000"/>
                </a:schemeClr>
              </a:gs>
            </a:gsLst>
            <a:lin ang="2700000" scaled="0"/>
          </a:gradFill>
          <a:ln w="12700" cap="sq">
            <a:noFill/>
            <a:miter/>
          </a:ln>
          <a:effectLst>
            <a:outerShdw blurRad="50800" dist="38100" dir="2700000" algn="tl" rotWithShape="0">
              <a:schemeClr val="accent1">
                <a:alpha val="40000"/>
              </a:schemeClr>
            </a:outerShdw>
          </a:effectLst>
        </p:spPr>
        <p:txBody>
          <a:bodyPr vert="horz" wrap="square" lIns="91440" tIns="45720" rIns="91440" bIns="45720" rtlCol="0" anchor="ctr"/>
          <a:lstStyle/>
          <a:p>
            <a:pPr algn="ctr">
              <a:lnSpc>
                <a:spcPct val="130000"/>
              </a:lnSpc>
            </a:pPr>
            <a:endParaRPr kumimoji="1" lang="zh-CN" altLang="en-US"/>
          </a:p>
        </p:txBody>
      </p:sp>
      <p:sp>
        <p:nvSpPr>
          <p:cNvPr id="14" name="标题 1"/>
          <p:cNvSpPr txBox="1"/>
          <p:nvPr/>
        </p:nvSpPr>
        <p:spPr>
          <a:xfrm>
            <a:off x="4930551" y="2969334"/>
            <a:ext cx="2374697" cy="651753"/>
          </a:xfrm>
          <a:prstGeom prst="ellipse">
            <a:avLst/>
          </a:prstGeom>
          <a:solidFill>
            <a:schemeClr val="accent1">
              <a:lumMod val="60000"/>
              <a:lumOff val="4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5107980" y="3835201"/>
            <a:ext cx="2019838" cy="1618203"/>
          </a:xfrm>
          <a:prstGeom prst="rect">
            <a:avLst/>
          </a:prstGeom>
          <a:noFill/>
          <a:ln>
            <a:noFill/>
          </a:ln>
        </p:spPr>
        <p:txBody>
          <a:bodyPr vert="horz" wrap="square" lIns="0" tIns="0" rIns="0" bIns="0" rtlCol="0" anchor="t"/>
          <a:lstStyle/>
          <a:p>
            <a:pPr algn="ctr">
              <a:lnSpc>
                <a:spcPct val="150000"/>
              </a:lnSpc>
            </a:pPr>
            <a:r>
              <a:rPr kumimoji="1" lang="en-US" altLang="zh-CN" sz="1400">
                <a:ln w="12700">
                  <a:noFill/>
                </a:ln>
                <a:solidFill>
                  <a:srgbClr val="FFFFFF">
                    <a:alpha val="100000"/>
                  </a:srgbClr>
                </a:solidFill>
                <a:latin typeface="Source Han Sans"/>
                <a:ea typeface="Source Han Sans"/>
                <a:cs typeface="Source Han Sans"/>
              </a:rPr>
              <a:t>reg 类型不一定综合成硬件寄存器，取决于敏感列表和赋值方式。
在时序逻辑中，reg 类型综合成寄存器。</a:t>
            </a:r>
            <a:endParaRPr kumimoji="1" lang="zh-CN" altLang="en-US"/>
          </a:p>
        </p:txBody>
      </p:sp>
      <p:sp>
        <p:nvSpPr>
          <p:cNvPr id="16" name="标题 1"/>
          <p:cNvSpPr txBox="1"/>
          <p:nvPr/>
        </p:nvSpPr>
        <p:spPr>
          <a:xfrm>
            <a:off x="5119427" y="3015422"/>
            <a:ext cx="1996944" cy="559577"/>
          </a:xfrm>
          <a:prstGeom prst="rect">
            <a:avLst/>
          </a:prstGeom>
          <a:noFill/>
          <a:ln>
            <a:noFill/>
          </a:ln>
        </p:spPr>
        <p:txBody>
          <a:bodyPr vert="horz" wrap="square" lIns="0" tIns="0" rIns="0" bIns="0" rtlCol="0" anchor="ctr"/>
          <a:lstStyle/>
          <a:p>
            <a:pPr algn="ctr">
              <a:lnSpc>
                <a:spcPct val="130000"/>
              </a:lnSpc>
            </a:pPr>
            <a:r>
              <a:rPr kumimoji="1" lang="en-US" altLang="zh-CN" sz="1600">
                <a:ln w="12700">
                  <a:noFill/>
                </a:ln>
                <a:solidFill>
                  <a:srgbClr val="FFFFFF">
                    <a:alpha val="100000"/>
                  </a:srgbClr>
                </a:solidFill>
                <a:latin typeface="Source Han Sans CN Bold"/>
                <a:ea typeface="Source Han Sans CN Bold"/>
                <a:cs typeface="Source Han Sans CN Bold"/>
              </a:rPr>
              <a:t>reg 类型的综合</a:t>
            </a:r>
            <a:endParaRPr kumimoji="1" lang="zh-CN" altLang="en-US"/>
          </a:p>
        </p:txBody>
      </p:sp>
      <p:sp>
        <p:nvSpPr>
          <p:cNvPr id="17" name="标题 1"/>
          <p:cNvSpPr txBox="1"/>
          <p:nvPr/>
        </p:nvSpPr>
        <p:spPr>
          <a:xfrm rot="10800000">
            <a:off x="8329278" y="2451735"/>
            <a:ext cx="3266440" cy="977320"/>
          </a:xfrm>
          <a:prstGeom prst="trapezoid">
            <a:avLst>
              <a:gd name="adj" fmla="val 45300"/>
            </a:avLst>
          </a:prstGeom>
          <a:gradFill>
            <a:gsLst>
              <a:gs pos="0">
                <a:schemeClr val="accent1">
                  <a:alpha val="65000"/>
                </a:schemeClr>
              </a:gs>
              <a:gs pos="62000">
                <a:schemeClr val="accent1">
                  <a:alpha val="0"/>
                </a:schemeClr>
              </a:gs>
            </a:gsLst>
            <a:lin ang="5400000" scaled="0"/>
          </a:gradFill>
          <a:ln w="12700" cap="sq">
            <a:noFill/>
            <a:miter/>
          </a:ln>
        </p:spPr>
        <p:txBody>
          <a:bodyPr vert="horz" wrap="square" lIns="91440" tIns="45720" rIns="91440" bIns="45720" rtlCol="0" anchor="ctr"/>
          <a:lstStyle/>
          <a:p>
            <a:pPr algn="ctr">
              <a:lnSpc>
                <a:spcPct val="130000"/>
              </a:lnSpc>
            </a:pPr>
            <a:endParaRPr kumimoji="1" lang="zh-CN" altLang="en-US"/>
          </a:p>
        </p:txBody>
      </p:sp>
      <p:sp>
        <p:nvSpPr>
          <p:cNvPr id="18" name="标题 1"/>
          <p:cNvSpPr txBox="1"/>
          <p:nvPr/>
        </p:nvSpPr>
        <p:spPr>
          <a:xfrm>
            <a:off x="9391641" y="1639867"/>
            <a:ext cx="1141714" cy="1141714"/>
          </a:xfrm>
          <a:prstGeom prst="ellipse">
            <a:avLst/>
          </a:prstGeom>
          <a:gradFill>
            <a:gsLst>
              <a:gs pos="9000">
                <a:schemeClr val="accent1"/>
              </a:gs>
              <a:gs pos="100000">
                <a:schemeClr val="accent1">
                  <a:lumMod val="60000"/>
                  <a:lumOff val="40000"/>
                </a:schemeClr>
              </a:gs>
            </a:gsLst>
            <a:lin ang="2700000" scaled="0"/>
          </a:gradFill>
          <a:ln w="12700" cap="sq">
            <a:noFill/>
            <a:miter/>
          </a:ln>
          <a:effectLst>
            <a:outerShdw blurRad="50800" dist="38100" dir="2700000" algn="tl" rotWithShape="0">
              <a:schemeClr val="accent1">
                <a:alpha val="40000"/>
              </a:schemeClr>
            </a:outerShdw>
          </a:effectLst>
        </p:spPr>
        <p:txBody>
          <a:bodyPr vert="horz" wrap="square" lIns="91440" tIns="45720" rIns="91440" bIns="45720" rtlCol="0" anchor="ctr"/>
          <a:lstStyle/>
          <a:p>
            <a:pPr algn="ctr">
              <a:lnSpc>
                <a:spcPct val="130000"/>
              </a:lnSpc>
            </a:pPr>
            <a:endParaRPr kumimoji="1" lang="zh-CN" altLang="en-US"/>
          </a:p>
        </p:txBody>
      </p:sp>
      <p:sp>
        <p:nvSpPr>
          <p:cNvPr id="19" name="标题 1"/>
          <p:cNvSpPr txBox="1"/>
          <p:nvPr/>
        </p:nvSpPr>
        <p:spPr>
          <a:xfrm>
            <a:off x="9713119" y="1961309"/>
            <a:ext cx="498758" cy="498830"/>
          </a:xfrm>
          <a:custGeom>
            <a:avLst/>
            <a:gdLst>
              <a:gd name="connsiteX0" fmla="*/ 579031 w 719895"/>
              <a:gd name="connsiteY0" fmla="*/ 554022 h 720000"/>
              <a:gd name="connsiteX1" fmla="*/ 596778 w 719895"/>
              <a:gd name="connsiteY1" fmla="*/ 561368 h 720000"/>
              <a:gd name="connsiteX2" fmla="*/ 712550 w 719895"/>
              <a:gd name="connsiteY2" fmla="*/ 677140 h 720000"/>
              <a:gd name="connsiteX3" fmla="*/ 712550 w 719895"/>
              <a:gd name="connsiteY3" fmla="*/ 712634 h 720000"/>
              <a:gd name="connsiteX4" fmla="*/ 694887 w 719895"/>
              <a:gd name="connsiteY4" fmla="*/ 720000 h 720000"/>
              <a:gd name="connsiteX5" fmla="*/ 677140 w 719895"/>
              <a:gd name="connsiteY5" fmla="*/ 712634 h 720000"/>
              <a:gd name="connsiteX6" fmla="*/ 561284 w 719895"/>
              <a:gd name="connsiteY6" fmla="*/ 596861 h 720000"/>
              <a:gd name="connsiteX7" fmla="*/ 561284 w 719895"/>
              <a:gd name="connsiteY7" fmla="*/ 561368 h 720000"/>
              <a:gd name="connsiteX8" fmla="*/ 579031 w 719895"/>
              <a:gd name="connsiteY8" fmla="*/ 554022 h 720000"/>
              <a:gd name="connsiteX9" fmla="*/ 301109 w 719895"/>
              <a:gd name="connsiteY9" fmla="*/ 0 h 720000"/>
              <a:gd name="connsiteX10" fmla="*/ 602219 w 719895"/>
              <a:gd name="connsiteY10" fmla="*/ 301109 h 720000"/>
              <a:gd name="connsiteX11" fmla="*/ 301109 w 719895"/>
              <a:gd name="connsiteY11" fmla="*/ 602219 h 720000"/>
              <a:gd name="connsiteX12" fmla="*/ 0 w 719895"/>
              <a:gd name="connsiteY12" fmla="*/ 301109 h 720000"/>
              <a:gd name="connsiteX13" fmla="*/ 301109 w 719895"/>
              <a:gd name="connsiteY13" fmla="*/ 0 h 720000"/>
            </a:gdLst>
            <a:ahLst/>
            <a:cxnLst/>
            <a:rect l="l" t="t" r="r" b="b"/>
            <a:pathLst>
              <a:path w="719895" h="720000">
                <a:moveTo>
                  <a:pt x="579031" y="554022"/>
                </a:moveTo>
                <a:cubicBezTo>
                  <a:pt x="585456" y="554022"/>
                  <a:pt x="591880" y="556471"/>
                  <a:pt x="596778" y="561368"/>
                </a:cubicBezTo>
                <a:lnTo>
                  <a:pt x="712550" y="677140"/>
                </a:lnTo>
                <a:cubicBezTo>
                  <a:pt x="722344" y="686935"/>
                  <a:pt x="722344" y="702840"/>
                  <a:pt x="712550" y="712634"/>
                </a:cubicBezTo>
                <a:cubicBezTo>
                  <a:pt x="707778" y="717573"/>
                  <a:pt x="701333" y="720000"/>
                  <a:pt x="694887" y="720000"/>
                </a:cubicBezTo>
                <a:cubicBezTo>
                  <a:pt x="688441" y="720000"/>
                  <a:pt x="681995" y="717573"/>
                  <a:pt x="677140" y="712634"/>
                </a:cubicBezTo>
                <a:lnTo>
                  <a:pt x="561284" y="596861"/>
                </a:lnTo>
                <a:cubicBezTo>
                  <a:pt x="551490" y="587067"/>
                  <a:pt x="551490" y="571162"/>
                  <a:pt x="561284" y="561368"/>
                </a:cubicBezTo>
                <a:cubicBezTo>
                  <a:pt x="566181" y="556471"/>
                  <a:pt x="572606" y="554022"/>
                  <a:pt x="579031" y="554022"/>
                </a:cubicBezTo>
                <a:close/>
                <a:moveTo>
                  <a:pt x="301109" y="0"/>
                </a:moveTo>
                <a:cubicBezTo>
                  <a:pt x="467443" y="0"/>
                  <a:pt x="602219" y="134859"/>
                  <a:pt x="602219" y="301109"/>
                </a:cubicBezTo>
                <a:cubicBezTo>
                  <a:pt x="602219" y="467443"/>
                  <a:pt x="467443" y="602219"/>
                  <a:pt x="301109" y="602219"/>
                </a:cubicBezTo>
                <a:cubicBezTo>
                  <a:pt x="134775" y="602219"/>
                  <a:pt x="0" y="467443"/>
                  <a:pt x="0" y="301109"/>
                </a:cubicBezTo>
                <a:cubicBezTo>
                  <a:pt x="0" y="134775"/>
                  <a:pt x="134775" y="0"/>
                  <a:pt x="301109" y="0"/>
                </a:cubicBezTo>
                <a:close/>
              </a:path>
            </a:pathLst>
          </a:custGeom>
          <a:gradFill>
            <a:gsLst>
              <a:gs pos="0">
                <a:schemeClr val="accent1">
                  <a:lumMod val="20000"/>
                  <a:lumOff val="80000"/>
                </a:schemeClr>
              </a:gs>
              <a:gs pos="100000">
                <a:schemeClr val="bg1"/>
              </a:gs>
            </a:gsLst>
            <a:lin ang="2700000" scaled="0"/>
          </a:gradFill>
          <a:ln w="1860" cap="flat">
            <a:noFill/>
            <a:miter/>
          </a:ln>
          <a:effectLst>
            <a:outerShdw blurRad="50800" dist="38100" dir="2700000" algn="tl" rotWithShape="0">
              <a:schemeClr val="accent1">
                <a:alpha val="40000"/>
              </a:schemeClr>
            </a:outerShdw>
          </a:effectLst>
        </p:spPr>
        <p:txBody>
          <a:bodyPr vert="horz" wrap="square" lIns="91440" tIns="45720" rIns="91440" bIns="45720" rtlCol="0" anchor="ctr"/>
          <a:lstStyle/>
          <a:p>
            <a:pPr algn="l">
              <a:lnSpc>
                <a:spcPct val="130000"/>
              </a:lnSpc>
            </a:pPr>
            <a:endParaRPr kumimoji="1" lang="zh-CN" altLang="en-US"/>
          </a:p>
        </p:txBody>
      </p:sp>
      <p:sp>
        <p:nvSpPr>
          <p:cNvPr id="20" name="标题 1"/>
          <p:cNvSpPr txBox="1"/>
          <p:nvPr/>
        </p:nvSpPr>
        <p:spPr>
          <a:xfrm>
            <a:off x="8775149" y="3332387"/>
            <a:ext cx="2374698" cy="2558377"/>
          </a:xfrm>
          <a:custGeom>
            <a:avLst/>
            <a:gdLst>
              <a:gd name="connsiteX0" fmla="*/ 0 w 2374698"/>
              <a:gd name="connsiteY0" fmla="*/ 0 h 2558377"/>
              <a:gd name="connsiteX1" fmla="*/ 2374697 w 2374698"/>
              <a:gd name="connsiteY1" fmla="*/ 0 h 2558377"/>
              <a:gd name="connsiteX2" fmla="*/ 2374697 w 2374698"/>
              <a:gd name="connsiteY2" fmla="*/ 2208179 h 2558377"/>
              <a:gd name="connsiteX3" fmla="*/ 2370223 w 2374698"/>
              <a:gd name="connsiteY3" fmla="*/ 2208179 h 2558377"/>
              <a:gd name="connsiteX4" fmla="*/ 2374698 w 2374698"/>
              <a:gd name="connsiteY4" fmla="*/ 2232500 h 2558377"/>
              <a:gd name="connsiteX5" fmla="*/ 1187349 w 2374698"/>
              <a:gd name="connsiteY5" fmla="*/ 2558377 h 2558377"/>
              <a:gd name="connsiteX6" fmla="*/ 0 w 2374698"/>
              <a:gd name="connsiteY6" fmla="*/ 2232500 h 2558377"/>
              <a:gd name="connsiteX7" fmla="*/ 4475 w 2374698"/>
              <a:gd name="connsiteY7" fmla="*/ 2208179 h 2558377"/>
              <a:gd name="connsiteX8" fmla="*/ 0 w 2374698"/>
              <a:gd name="connsiteY8" fmla="*/ 2208179 h 2558377"/>
            </a:gdLst>
            <a:ahLst/>
            <a:cxnLst/>
            <a:rect l="l" t="t" r="r" b="b"/>
            <a:pathLst>
              <a:path w="2374698" h="2558377">
                <a:moveTo>
                  <a:pt x="0" y="0"/>
                </a:moveTo>
                <a:lnTo>
                  <a:pt x="2374697" y="0"/>
                </a:lnTo>
                <a:lnTo>
                  <a:pt x="2374697" y="2208179"/>
                </a:lnTo>
                <a:lnTo>
                  <a:pt x="2370223" y="2208179"/>
                </a:lnTo>
                <a:lnTo>
                  <a:pt x="2374698" y="2232500"/>
                </a:lnTo>
                <a:cubicBezTo>
                  <a:pt x="2374698" y="2412477"/>
                  <a:pt x="1843104" y="2558377"/>
                  <a:pt x="1187349" y="2558377"/>
                </a:cubicBezTo>
                <a:cubicBezTo>
                  <a:pt x="531594" y="2558377"/>
                  <a:pt x="0" y="2412477"/>
                  <a:pt x="0" y="2232500"/>
                </a:cubicBezTo>
                <a:lnTo>
                  <a:pt x="4475" y="2208179"/>
                </a:lnTo>
                <a:lnTo>
                  <a:pt x="0" y="2208179"/>
                </a:lnTo>
                <a:close/>
              </a:path>
            </a:pathLst>
          </a:custGeom>
          <a:gradFill>
            <a:gsLst>
              <a:gs pos="0">
                <a:schemeClr val="accent1"/>
              </a:gs>
              <a:gs pos="100000">
                <a:schemeClr val="accent1">
                  <a:lumMod val="75000"/>
                </a:schemeClr>
              </a:gs>
            </a:gsLst>
            <a:lin ang="2700000" scaled="0"/>
          </a:gradFill>
          <a:ln w="12700" cap="sq">
            <a:noFill/>
            <a:miter/>
          </a:ln>
          <a:effectLst>
            <a:outerShdw blurRad="50800" dist="38100" dir="2700000" algn="tl" rotWithShape="0">
              <a:schemeClr val="accent1">
                <a:alpha val="40000"/>
              </a:schemeClr>
            </a:outerShdw>
          </a:effectLst>
        </p:spPr>
        <p:txBody>
          <a:bodyPr vert="horz" wrap="square" lIns="91440" tIns="45720" rIns="91440" bIns="45720" rtlCol="0" anchor="ctr"/>
          <a:lstStyle/>
          <a:p>
            <a:pPr algn="ctr">
              <a:lnSpc>
                <a:spcPct val="130000"/>
              </a:lnSpc>
            </a:pPr>
            <a:endParaRPr kumimoji="1" lang="zh-CN" altLang="en-US"/>
          </a:p>
        </p:txBody>
      </p:sp>
      <p:sp>
        <p:nvSpPr>
          <p:cNvPr id="21" name="标题 1"/>
          <p:cNvSpPr txBox="1"/>
          <p:nvPr/>
        </p:nvSpPr>
        <p:spPr>
          <a:xfrm>
            <a:off x="8775150" y="3002622"/>
            <a:ext cx="2374697" cy="651753"/>
          </a:xfrm>
          <a:prstGeom prst="ellipse">
            <a:avLst/>
          </a:prstGeom>
          <a:solidFill>
            <a:schemeClr val="accent1">
              <a:lumMod val="60000"/>
              <a:lumOff val="4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2" name="标题 1"/>
          <p:cNvSpPr txBox="1"/>
          <p:nvPr/>
        </p:nvSpPr>
        <p:spPr>
          <a:xfrm>
            <a:off x="8952579" y="3868489"/>
            <a:ext cx="2019838" cy="1618203"/>
          </a:xfrm>
          <a:prstGeom prst="rect">
            <a:avLst/>
          </a:prstGeom>
          <a:noFill/>
          <a:ln>
            <a:noFill/>
          </a:ln>
        </p:spPr>
        <p:txBody>
          <a:bodyPr vert="horz" wrap="square" lIns="0" tIns="0" rIns="0" bIns="0" rtlCol="0" anchor="t"/>
          <a:lstStyle/>
          <a:p>
            <a:pPr algn="ctr">
              <a:lnSpc>
                <a:spcPct val="150000"/>
              </a:lnSpc>
            </a:pPr>
            <a:r>
              <a:rPr kumimoji="1" lang="en-US" altLang="zh-CN" sz="1400">
                <a:ln w="12700">
                  <a:noFill/>
                </a:ln>
                <a:solidFill>
                  <a:srgbClr val="FFFFFF">
                    <a:alpha val="100000"/>
                  </a:srgbClr>
                </a:solidFill>
                <a:latin typeface="Source Han Sans"/>
                <a:ea typeface="Source Han Sans"/>
                <a:cs typeface="Source Han Sans"/>
              </a:rPr>
              <a:t>寄存器类型声明格式为 reg [位宽- 1:0] 变量名。
寄存器类型的声明方式灵活，可根据需要选择。</a:t>
            </a:r>
            <a:endParaRPr kumimoji="1" lang="zh-CN" altLang="en-US"/>
          </a:p>
        </p:txBody>
      </p:sp>
      <p:sp>
        <p:nvSpPr>
          <p:cNvPr id="23" name="标题 1"/>
          <p:cNvSpPr txBox="1"/>
          <p:nvPr/>
        </p:nvSpPr>
        <p:spPr>
          <a:xfrm>
            <a:off x="8964026" y="3048710"/>
            <a:ext cx="1996944" cy="559577"/>
          </a:xfrm>
          <a:prstGeom prst="rect">
            <a:avLst/>
          </a:prstGeom>
          <a:noFill/>
          <a:ln>
            <a:noFill/>
          </a:ln>
        </p:spPr>
        <p:txBody>
          <a:bodyPr vert="horz" wrap="square" lIns="0" tIns="0" rIns="0" bIns="0" rtlCol="0" anchor="ctr"/>
          <a:lstStyle/>
          <a:p>
            <a:pPr algn="ctr">
              <a:lnSpc>
                <a:spcPct val="130000"/>
              </a:lnSpc>
            </a:pPr>
            <a:r>
              <a:rPr kumimoji="1" lang="en-US" altLang="zh-CN" sz="1600">
                <a:ln w="12700">
                  <a:noFill/>
                </a:ln>
                <a:solidFill>
                  <a:srgbClr val="FFFFFF">
                    <a:alpha val="100000"/>
                  </a:srgbClr>
                </a:solidFill>
                <a:latin typeface="Source Han Sans CN Bold"/>
                <a:ea typeface="Source Han Sans CN Bold"/>
                <a:cs typeface="Source Han Sans CN Bold"/>
              </a:rPr>
              <a:t>寄存器类型的声明</a:t>
            </a:r>
            <a:endParaRPr kumimoji="1" lang="zh-CN" altLang="en-US"/>
          </a:p>
        </p:txBody>
      </p:sp>
      <p:sp>
        <p:nvSpPr>
          <p:cNvPr id="24" name="标题 1"/>
          <p:cNvSpPr txBox="1"/>
          <p:nvPr/>
        </p:nvSpPr>
        <p:spPr>
          <a:xfrm>
            <a:off x="660400" y="323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a:ea typeface="Source Han Sans CN Bold"/>
                <a:cs typeface="Source Han Sans CN Bold"/>
              </a:rPr>
              <a:t>寄存器类型</a:t>
            </a:r>
            <a:endParaRPr kumimoji="1" lang="zh-CN" altLang="en-US"/>
          </a:p>
        </p:txBody>
      </p:sp>
      <p:cxnSp>
        <p:nvCxnSpPr>
          <p:cNvPr id="25" name="标题 1"/>
          <p:cNvCxnSpPr/>
          <p:nvPr/>
        </p:nvCxnSpPr>
        <p:spPr>
          <a:xfrm>
            <a:off x="0" y="958850"/>
            <a:ext cx="12122150" cy="0"/>
          </a:xfrm>
          <a:prstGeom prst="line">
            <a:avLst/>
          </a:prstGeom>
          <a:noFill/>
          <a:ln w="28575" cap="sq">
            <a:solidFill>
              <a:schemeClr val="accent1"/>
            </a:solidFill>
            <a:miter/>
          </a:ln>
        </p:spPr>
      </p:cxnSp>
      <p:pic>
        <p:nvPicPr>
          <p:cNvPr id="27" name="图片 26">
            <a:extLst>
              <a:ext uri="{FF2B5EF4-FFF2-40B4-BE49-F238E27FC236}">
                <a16:creationId xmlns:a16="http://schemas.microsoft.com/office/drawing/2014/main" id="{C535BF75-05DE-29C6-43F6-9F1117FB1942}"/>
              </a:ext>
            </a:extLst>
          </p:cNvPr>
          <p:cNvPicPr>
            <a:picLocks noChangeAspect="1"/>
          </p:cNvPicPr>
          <p:nvPr/>
        </p:nvPicPr>
        <p:blipFill>
          <a:blip r:embed="rId2"/>
          <a:stretch>
            <a:fillRect/>
          </a:stretch>
        </p:blipFill>
        <p:spPr>
          <a:xfrm>
            <a:off x="3078277" y="1071174"/>
            <a:ext cx="3610479" cy="66684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1800000">
            <a:off x="1871649" y="1904944"/>
            <a:ext cx="1080000" cy="1944000"/>
          </a:xfrm>
          <a:prstGeom prst="roundRect">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rot="1800000">
            <a:off x="5518635" y="1904945"/>
            <a:ext cx="1080000" cy="1944000"/>
          </a:xfrm>
          <a:prstGeom prst="roundRect">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rot="1800000">
            <a:off x="9165620" y="1904944"/>
            <a:ext cx="1080000" cy="1944000"/>
          </a:xfrm>
          <a:prstGeom prst="roundRect">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516000" y="2839456"/>
            <a:ext cx="11160000" cy="2520000"/>
          </a:xfrm>
          <a:prstGeom prst="rect">
            <a:avLst/>
          </a:prstGeom>
          <a:gradFill>
            <a:gsLst>
              <a:gs pos="37000">
                <a:schemeClr val="bg1"/>
              </a:gs>
              <a:gs pos="74000">
                <a:schemeClr val="bg1">
                  <a:lumMod val="95000"/>
                </a:schemeClr>
              </a:gs>
            </a:gsLst>
            <a:lin ang="16200000" scaled="0"/>
          </a:gradFill>
          <a:ln cap="sq">
            <a:noFill/>
            <a:prstDash val="solid"/>
            <a:miter/>
          </a:ln>
        </p:spPr>
        <p:txBody>
          <a:bodyPr vert="horz" wrap="square" lIns="91440" tIns="45720" rIns="91440" bIns="45720" rtlCol="0" anchor="ctr"/>
          <a:lstStyle/>
          <a:p>
            <a:pPr algn="ctr">
              <a:lnSpc>
                <a:spcPct val="110000"/>
              </a:lnSpc>
            </a:pPr>
            <a:endParaRPr kumimoji="1" lang="zh-CN" altLang="en-US"/>
          </a:p>
        </p:txBody>
      </p:sp>
      <p:cxnSp>
        <p:nvCxnSpPr>
          <p:cNvPr id="7" name="标题 1"/>
          <p:cNvCxnSpPr/>
          <p:nvPr/>
        </p:nvCxnSpPr>
        <p:spPr>
          <a:xfrm>
            <a:off x="516000" y="2839456"/>
            <a:ext cx="11160000" cy="0"/>
          </a:xfrm>
          <a:prstGeom prst="line">
            <a:avLst/>
          </a:prstGeom>
          <a:noFill/>
          <a:ln w="19050" cap="sq">
            <a:solidFill>
              <a:schemeClr val="accent1"/>
            </a:solidFill>
            <a:miter/>
            <a:tailEnd type="none"/>
          </a:ln>
        </p:spPr>
      </p:cxnSp>
      <p:sp>
        <p:nvSpPr>
          <p:cNvPr id="8" name="标题 1"/>
          <p:cNvSpPr txBox="1"/>
          <p:nvPr/>
        </p:nvSpPr>
        <p:spPr>
          <a:xfrm>
            <a:off x="858664" y="3110892"/>
            <a:ext cx="3168000" cy="324000"/>
          </a:xfrm>
          <a:prstGeom prst="rect">
            <a:avLst/>
          </a:prstGeom>
          <a:noFill/>
          <a:ln w="12700" cap="sq">
            <a:noFill/>
            <a:miter/>
          </a:ln>
        </p:spPr>
        <p:txBody>
          <a:bodyPr vert="horz" wrap="square" lIns="0" tIns="0" rIns="0" bIns="0" rtlCol="0" anchor="ctr"/>
          <a:lstStyle/>
          <a:p>
            <a:pPr algn="ctr">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参数的定义</a:t>
            </a:r>
            <a:endParaRPr kumimoji="1" lang="zh-CN" altLang="en-US"/>
          </a:p>
        </p:txBody>
      </p:sp>
      <p:sp>
        <p:nvSpPr>
          <p:cNvPr id="9" name="标题 1"/>
          <p:cNvSpPr txBox="1"/>
          <p:nvPr/>
        </p:nvSpPr>
        <p:spPr>
          <a:xfrm>
            <a:off x="858664" y="3618532"/>
            <a:ext cx="3168000" cy="1906024"/>
          </a:xfrm>
          <a:prstGeom prst="rect">
            <a:avLst/>
          </a:prstGeom>
          <a:noFill/>
          <a:ln>
            <a:noFill/>
          </a:ln>
        </p:spPr>
        <p:txBody>
          <a:bodyPr vert="horz" wrap="square" lIns="0" tIns="0" rIns="0" bIns="0" rtlCol="0" anchor="t"/>
          <a:lstStyle/>
          <a:p>
            <a:pPr algn="ctr">
              <a:lnSpc>
                <a:spcPct val="150000"/>
              </a:lnSpc>
            </a:pPr>
            <a:r>
              <a:rPr kumimoji="1" lang="en-US" altLang="zh-CN" sz="1400">
                <a:ln w="12700">
                  <a:noFill/>
                </a:ln>
                <a:solidFill>
                  <a:srgbClr val="262626">
                    <a:alpha val="100000"/>
                  </a:srgbClr>
                </a:solidFill>
                <a:latin typeface="Source Han Sans"/>
                <a:ea typeface="Source Han Sans"/>
                <a:cs typeface="Source Han Sans"/>
              </a:rPr>
              <a:t>参数用于定义常量，可以在模块实例化时被覆盖。
参数提高了代码的可配置性和复用性。</a:t>
            </a:r>
            <a:endParaRPr kumimoji="1" lang="zh-CN" altLang="en-US"/>
          </a:p>
        </p:txBody>
      </p:sp>
      <p:sp>
        <p:nvSpPr>
          <p:cNvPr id="10" name="标题 1"/>
          <p:cNvSpPr txBox="1"/>
          <p:nvPr/>
        </p:nvSpPr>
        <p:spPr>
          <a:xfrm>
            <a:off x="4505650" y="3110892"/>
            <a:ext cx="3168000" cy="324000"/>
          </a:xfrm>
          <a:prstGeom prst="rect">
            <a:avLst/>
          </a:prstGeom>
          <a:noFill/>
          <a:ln w="12700" cap="sq">
            <a:noFill/>
            <a:miter/>
          </a:ln>
        </p:spPr>
        <p:txBody>
          <a:bodyPr vert="horz" wrap="square" lIns="0" tIns="0" rIns="0" bIns="0" rtlCol="0" anchor="ctr"/>
          <a:lstStyle/>
          <a:p>
            <a:pPr algn="ctr">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参数的声明</a:t>
            </a:r>
            <a:endParaRPr kumimoji="1" lang="zh-CN" altLang="en-US"/>
          </a:p>
        </p:txBody>
      </p:sp>
      <p:sp>
        <p:nvSpPr>
          <p:cNvPr id="11" name="标题 1"/>
          <p:cNvSpPr txBox="1"/>
          <p:nvPr/>
        </p:nvSpPr>
        <p:spPr>
          <a:xfrm>
            <a:off x="4505650" y="3618532"/>
            <a:ext cx="3168000" cy="1906024"/>
          </a:xfrm>
          <a:prstGeom prst="rect">
            <a:avLst/>
          </a:prstGeom>
          <a:noFill/>
          <a:ln>
            <a:noFill/>
          </a:ln>
        </p:spPr>
        <p:txBody>
          <a:bodyPr vert="horz" wrap="square" lIns="0" tIns="0" rIns="0" bIns="0" rtlCol="0" anchor="t"/>
          <a:lstStyle/>
          <a:p>
            <a:pPr algn="ctr">
              <a:lnSpc>
                <a:spcPct val="150000"/>
              </a:lnSpc>
            </a:pPr>
            <a:r>
              <a:rPr kumimoji="1" lang="en-US" altLang="zh-CN" sz="1400">
                <a:ln w="12700">
                  <a:noFill/>
                </a:ln>
                <a:solidFill>
                  <a:srgbClr val="262626">
                    <a:alpha val="100000"/>
                  </a:srgbClr>
                </a:solidFill>
                <a:latin typeface="Source Han Sans"/>
                <a:ea typeface="Source Han Sans"/>
                <a:cs typeface="Source Han Sans"/>
              </a:rPr>
              <a:t>参数声明格式为 parameter 参数名 = 值。
参数的声明方式灵活，可根据需要选择。</a:t>
            </a:r>
            <a:endParaRPr kumimoji="1" lang="zh-CN" altLang="en-US"/>
          </a:p>
        </p:txBody>
      </p:sp>
      <p:sp>
        <p:nvSpPr>
          <p:cNvPr id="12" name="标题 1"/>
          <p:cNvSpPr txBox="1"/>
          <p:nvPr/>
        </p:nvSpPr>
        <p:spPr>
          <a:xfrm>
            <a:off x="8152636" y="3110892"/>
            <a:ext cx="3168000" cy="324000"/>
          </a:xfrm>
          <a:prstGeom prst="rect">
            <a:avLst/>
          </a:prstGeom>
          <a:noFill/>
          <a:ln w="12700" cap="sq">
            <a:noFill/>
            <a:miter/>
          </a:ln>
        </p:spPr>
        <p:txBody>
          <a:bodyPr vert="horz" wrap="square" lIns="0" tIns="0" rIns="0" bIns="0" rtlCol="0" anchor="ctr"/>
          <a:lstStyle/>
          <a:p>
            <a:pPr algn="ctr">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参数的使用</a:t>
            </a:r>
            <a:endParaRPr kumimoji="1" lang="zh-CN" altLang="en-US"/>
          </a:p>
        </p:txBody>
      </p:sp>
      <p:sp>
        <p:nvSpPr>
          <p:cNvPr id="13" name="标题 1"/>
          <p:cNvSpPr txBox="1"/>
          <p:nvPr/>
        </p:nvSpPr>
        <p:spPr>
          <a:xfrm>
            <a:off x="8152636" y="3618532"/>
            <a:ext cx="3168000" cy="1906024"/>
          </a:xfrm>
          <a:prstGeom prst="rect">
            <a:avLst/>
          </a:prstGeom>
          <a:noFill/>
          <a:ln>
            <a:noFill/>
          </a:ln>
        </p:spPr>
        <p:txBody>
          <a:bodyPr vert="horz" wrap="square" lIns="0" tIns="0" rIns="0" bIns="0" rtlCol="0" anchor="t"/>
          <a:lstStyle/>
          <a:p>
            <a:pPr algn="ctr">
              <a:lnSpc>
                <a:spcPct val="150000"/>
              </a:lnSpc>
            </a:pPr>
            <a:r>
              <a:rPr kumimoji="1" lang="en-US" altLang="zh-CN" sz="1400">
                <a:ln w="12700">
                  <a:noFill/>
                </a:ln>
                <a:solidFill>
                  <a:srgbClr val="262626">
                    <a:alpha val="100000"/>
                  </a:srgbClr>
                </a:solidFill>
                <a:latin typeface="Source Han Sans"/>
                <a:ea typeface="Source Han Sans"/>
                <a:cs typeface="Source Han Sans"/>
              </a:rPr>
              <a:t>参数在模块实例化时可以通过参数覆盖进行修改。
参数覆盖提高了代码的灵活性和可复用性。</a:t>
            </a:r>
            <a:endParaRPr kumimoji="1" lang="zh-CN" altLang="en-US"/>
          </a:p>
        </p:txBody>
      </p:sp>
      <p:sp>
        <p:nvSpPr>
          <p:cNvPr id="14" name="标题 1"/>
          <p:cNvSpPr txBox="1"/>
          <p:nvPr/>
        </p:nvSpPr>
        <p:spPr>
          <a:xfrm rot="1800000">
            <a:off x="9587650" y="2220869"/>
            <a:ext cx="720000" cy="432000"/>
          </a:xfrm>
          <a:prstGeom prst="rect">
            <a:avLst/>
          </a:prstGeom>
          <a:noFill/>
          <a:ln>
            <a:noFill/>
          </a:ln>
          <a:effectLst/>
        </p:spPr>
        <p:txBody>
          <a:bodyPr vert="horz" wrap="square" lIns="0" tIns="0" rIns="0" bIns="0" rtlCol="0" anchor="t"/>
          <a:lstStyle/>
          <a:p>
            <a:pPr algn="ctr">
              <a:lnSpc>
                <a:spcPct val="110000"/>
              </a:lnSpc>
            </a:pPr>
            <a:r>
              <a:rPr kumimoji="1" lang="en-US" altLang="zh-CN" sz="3200">
                <a:ln w="12700">
                  <a:noFill/>
                </a:ln>
                <a:solidFill>
                  <a:srgbClr val="FFFFFF">
                    <a:alpha val="100000"/>
                  </a:srgbClr>
                </a:solidFill>
                <a:latin typeface="OPPOSans L"/>
                <a:ea typeface="OPPOSans L"/>
                <a:cs typeface="OPPOSans L"/>
              </a:rPr>
              <a:t>03</a:t>
            </a:r>
            <a:endParaRPr kumimoji="1" lang="zh-CN" altLang="en-US"/>
          </a:p>
        </p:txBody>
      </p:sp>
      <p:sp>
        <p:nvSpPr>
          <p:cNvPr id="15" name="标题 1"/>
          <p:cNvSpPr txBox="1"/>
          <p:nvPr/>
        </p:nvSpPr>
        <p:spPr>
          <a:xfrm rot="1800000">
            <a:off x="5950813" y="2182998"/>
            <a:ext cx="720000" cy="472591"/>
          </a:xfrm>
          <a:prstGeom prst="rect">
            <a:avLst/>
          </a:prstGeom>
          <a:noFill/>
          <a:ln>
            <a:noFill/>
          </a:ln>
          <a:effectLst/>
        </p:spPr>
        <p:txBody>
          <a:bodyPr vert="horz" wrap="square" lIns="0" tIns="0" rIns="0" bIns="0" rtlCol="0" anchor="t"/>
          <a:lstStyle/>
          <a:p>
            <a:pPr algn="ctr">
              <a:lnSpc>
                <a:spcPct val="110000"/>
              </a:lnSpc>
            </a:pPr>
            <a:r>
              <a:rPr kumimoji="1" lang="en-US" altLang="zh-CN" sz="3200">
                <a:ln w="12700">
                  <a:noFill/>
                </a:ln>
                <a:solidFill>
                  <a:srgbClr val="FFFFFF">
                    <a:alpha val="100000"/>
                  </a:srgbClr>
                </a:solidFill>
                <a:latin typeface="OPPOSans L"/>
                <a:ea typeface="OPPOSans L"/>
                <a:cs typeface="OPPOSans L"/>
              </a:rPr>
              <a:t>02</a:t>
            </a:r>
            <a:endParaRPr kumimoji="1" lang="zh-CN" altLang="en-US"/>
          </a:p>
        </p:txBody>
      </p:sp>
      <p:sp>
        <p:nvSpPr>
          <p:cNvPr id="16" name="标题 1"/>
          <p:cNvSpPr txBox="1"/>
          <p:nvPr/>
        </p:nvSpPr>
        <p:spPr>
          <a:xfrm rot="1800000">
            <a:off x="2293679" y="2220869"/>
            <a:ext cx="720000" cy="432000"/>
          </a:xfrm>
          <a:prstGeom prst="rect">
            <a:avLst/>
          </a:prstGeom>
          <a:noFill/>
          <a:ln>
            <a:noFill/>
          </a:ln>
          <a:effectLst/>
        </p:spPr>
        <p:txBody>
          <a:bodyPr vert="horz" wrap="square" lIns="0" tIns="0" rIns="0" bIns="0" rtlCol="0" anchor="t"/>
          <a:lstStyle/>
          <a:p>
            <a:pPr algn="ctr">
              <a:lnSpc>
                <a:spcPct val="110000"/>
              </a:lnSpc>
            </a:pPr>
            <a:r>
              <a:rPr kumimoji="1" lang="en-US" altLang="zh-CN" sz="3200">
                <a:ln w="12700">
                  <a:noFill/>
                </a:ln>
                <a:solidFill>
                  <a:srgbClr val="FFFFFF">
                    <a:alpha val="100000"/>
                  </a:srgbClr>
                </a:solidFill>
                <a:latin typeface="OPPOSans L"/>
                <a:ea typeface="OPPOSans L"/>
                <a:cs typeface="OPPOSans L"/>
              </a:rPr>
              <a:t>01</a:t>
            </a:r>
            <a:endParaRPr kumimoji="1" lang="zh-CN" altLang="en-US"/>
          </a:p>
        </p:txBody>
      </p:sp>
      <p:sp>
        <p:nvSpPr>
          <p:cNvPr id="17" name="标题 1"/>
          <p:cNvSpPr txBox="1"/>
          <p:nvPr/>
        </p:nvSpPr>
        <p:spPr>
          <a:xfrm>
            <a:off x="660400" y="323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a:ea typeface="Source Han Sans CN Bold"/>
                <a:cs typeface="Source Han Sans CN Bold"/>
              </a:rPr>
              <a:t>参数</a:t>
            </a:r>
            <a:endParaRPr kumimoji="1" lang="zh-CN" altLang="en-US"/>
          </a:p>
        </p:txBody>
      </p:sp>
      <p:cxnSp>
        <p:nvCxnSpPr>
          <p:cNvPr id="18" name="标题 1"/>
          <p:cNvCxnSpPr/>
          <p:nvPr/>
        </p:nvCxnSpPr>
        <p:spPr>
          <a:xfrm>
            <a:off x="0" y="958850"/>
            <a:ext cx="12122150" cy="0"/>
          </a:xfrm>
          <a:prstGeom prst="line">
            <a:avLst/>
          </a:prstGeom>
          <a:noFill/>
          <a:ln w="28575" cap="sq">
            <a:solidFill>
              <a:schemeClr val="accent1"/>
            </a:solidFill>
            <a:miter/>
          </a:ln>
        </p:spPr>
      </p:cxnSp>
      <p:pic>
        <p:nvPicPr>
          <p:cNvPr id="20" name="图片 19">
            <a:extLst>
              <a:ext uri="{FF2B5EF4-FFF2-40B4-BE49-F238E27FC236}">
                <a16:creationId xmlns:a16="http://schemas.microsoft.com/office/drawing/2014/main" id="{8BD90205-182A-8321-E9D3-2DC4D2D219CE}"/>
              </a:ext>
            </a:extLst>
          </p:cNvPr>
          <p:cNvPicPr>
            <a:picLocks noChangeAspect="1"/>
          </p:cNvPicPr>
          <p:nvPr/>
        </p:nvPicPr>
        <p:blipFill>
          <a:blip r:embed="rId2"/>
          <a:stretch>
            <a:fillRect/>
          </a:stretch>
        </p:blipFill>
        <p:spPr>
          <a:xfrm>
            <a:off x="660400" y="5073604"/>
            <a:ext cx="7726053" cy="113211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3581370" y="3523652"/>
            <a:ext cx="336124" cy="304734"/>
          </a:xfrm>
          <a:custGeom>
            <a:avLst/>
            <a:gdLst>
              <a:gd name="connsiteX0" fmla="*/ 351048 w 1543905"/>
              <a:gd name="connsiteY0" fmla="*/ 523317 h 1399728"/>
              <a:gd name="connsiteX1" fmla="*/ 351048 w 1543905"/>
              <a:gd name="connsiteY1" fmla="*/ 523317 h 1399728"/>
              <a:gd name="connsiteX2" fmla="*/ 351420 w 1543905"/>
              <a:gd name="connsiteY2" fmla="*/ 523503 h 1399728"/>
              <a:gd name="connsiteX3" fmla="*/ 351420 w 1543905"/>
              <a:gd name="connsiteY3" fmla="*/ 1020031 h 1399728"/>
              <a:gd name="connsiteX4" fmla="*/ 351048 w 1543905"/>
              <a:gd name="connsiteY4" fmla="*/ 1020403 h 1399728"/>
              <a:gd name="connsiteX5" fmla="*/ 163525 w 1543905"/>
              <a:gd name="connsiteY5" fmla="*/ 1020403 h 1399728"/>
              <a:gd name="connsiteX6" fmla="*/ 163153 w 1543905"/>
              <a:gd name="connsiteY6" fmla="*/ 1020031 h 1399728"/>
              <a:gd name="connsiteX7" fmla="*/ 163153 w 1543905"/>
              <a:gd name="connsiteY7" fmla="*/ 523503 h 1399728"/>
              <a:gd name="connsiteX8" fmla="*/ 163153 w 1543905"/>
              <a:gd name="connsiteY8" fmla="*/ 523317 h 1399728"/>
              <a:gd name="connsiteX9" fmla="*/ 163339 w 1543905"/>
              <a:gd name="connsiteY9" fmla="*/ 523131 h 1399728"/>
              <a:gd name="connsiteX10" fmla="*/ 351048 w 1543905"/>
              <a:gd name="connsiteY10" fmla="*/ 523131 h 1399728"/>
              <a:gd name="connsiteX11" fmla="*/ 351048 w 1543905"/>
              <a:gd name="connsiteY11" fmla="*/ 411696 h 1399728"/>
              <a:gd name="connsiteX12" fmla="*/ 163339 w 1543905"/>
              <a:gd name="connsiteY12" fmla="*/ 411696 h 1399728"/>
              <a:gd name="connsiteX13" fmla="*/ 51346 w 1543905"/>
              <a:gd name="connsiteY13" fmla="*/ 523689 h 1399728"/>
              <a:gd name="connsiteX14" fmla="*/ 51346 w 1543905"/>
              <a:gd name="connsiteY14" fmla="*/ 1020217 h 1399728"/>
              <a:gd name="connsiteX15" fmla="*/ 163339 w 1543905"/>
              <a:gd name="connsiteY15" fmla="*/ 1132210 h 1399728"/>
              <a:gd name="connsiteX16" fmla="*/ 351048 w 1543905"/>
              <a:gd name="connsiteY16" fmla="*/ 1132210 h 1399728"/>
              <a:gd name="connsiteX17" fmla="*/ 463042 w 1543905"/>
              <a:gd name="connsiteY17" fmla="*/ 1020217 h 1399728"/>
              <a:gd name="connsiteX18" fmla="*/ 463042 w 1543905"/>
              <a:gd name="connsiteY18" fmla="*/ 523503 h 1399728"/>
              <a:gd name="connsiteX19" fmla="*/ 351048 w 1543905"/>
              <a:gd name="connsiteY19" fmla="*/ 411696 h 1399728"/>
              <a:gd name="connsiteX20" fmla="*/ 865808 w 1543905"/>
              <a:gd name="connsiteY20" fmla="*/ 111621 h 1399728"/>
              <a:gd name="connsiteX21" fmla="*/ 866180 w 1543905"/>
              <a:gd name="connsiteY21" fmla="*/ 111807 h 1399728"/>
              <a:gd name="connsiteX22" fmla="*/ 866180 w 1543905"/>
              <a:gd name="connsiteY22" fmla="*/ 1020031 h 1399728"/>
              <a:gd name="connsiteX23" fmla="*/ 865808 w 1543905"/>
              <a:gd name="connsiteY23" fmla="*/ 1020403 h 1399728"/>
              <a:gd name="connsiteX24" fmla="*/ 678284 w 1543905"/>
              <a:gd name="connsiteY24" fmla="*/ 1020403 h 1399728"/>
              <a:gd name="connsiteX25" fmla="*/ 677912 w 1543905"/>
              <a:gd name="connsiteY25" fmla="*/ 1020031 h 1399728"/>
              <a:gd name="connsiteX26" fmla="*/ 677912 w 1543905"/>
              <a:gd name="connsiteY26" fmla="*/ 111993 h 1399728"/>
              <a:gd name="connsiteX27" fmla="*/ 677912 w 1543905"/>
              <a:gd name="connsiteY27" fmla="*/ 111807 h 1399728"/>
              <a:gd name="connsiteX28" fmla="*/ 678098 w 1543905"/>
              <a:gd name="connsiteY28" fmla="*/ 111621 h 1399728"/>
              <a:gd name="connsiteX29" fmla="*/ 865808 w 1543905"/>
              <a:gd name="connsiteY29" fmla="*/ 111621 h 1399728"/>
              <a:gd name="connsiteX30" fmla="*/ 865808 w 1543905"/>
              <a:gd name="connsiteY30" fmla="*/ 0 h 1399728"/>
              <a:gd name="connsiteX31" fmla="*/ 677912 w 1543905"/>
              <a:gd name="connsiteY31" fmla="*/ 0 h 1399728"/>
              <a:gd name="connsiteX32" fmla="*/ 565919 w 1543905"/>
              <a:gd name="connsiteY32" fmla="*/ 111993 h 1399728"/>
              <a:gd name="connsiteX33" fmla="*/ 565919 w 1543905"/>
              <a:gd name="connsiteY33" fmla="*/ 1020217 h 1399728"/>
              <a:gd name="connsiteX34" fmla="*/ 677912 w 1543905"/>
              <a:gd name="connsiteY34" fmla="*/ 1132210 h 1399728"/>
              <a:gd name="connsiteX35" fmla="*/ 865622 w 1543905"/>
              <a:gd name="connsiteY35" fmla="*/ 1132210 h 1399728"/>
              <a:gd name="connsiteX36" fmla="*/ 977615 w 1543905"/>
              <a:gd name="connsiteY36" fmla="*/ 1020217 h 1399728"/>
              <a:gd name="connsiteX37" fmla="*/ 977615 w 1543905"/>
              <a:gd name="connsiteY37" fmla="*/ 111993 h 1399728"/>
              <a:gd name="connsiteX38" fmla="*/ 865808 w 1543905"/>
              <a:gd name="connsiteY38" fmla="*/ 0 h 1399728"/>
              <a:gd name="connsiteX39" fmla="*/ 1380381 w 1543905"/>
              <a:gd name="connsiteY39" fmla="*/ 729072 h 1399728"/>
              <a:gd name="connsiteX40" fmla="*/ 1380753 w 1543905"/>
              <a:gd name="connsiteY40" fmla="*/ 729258 h 1399728"/>
              <a:gd name="connsiteX41" fmla="*/ 1380753 w 1543905"/>
              <a:gd name="connsiteY41" fmla="*/ 1020031 h 1399728"/>
              <a:gd name="connsiteX42" fmla="*/ 1380381 w 1543905"/>
              <a:gd name="connsiteY42" fmla="*/ 1020403 h 1399728"/>
              <a:gd name="connsiteX43" fmla="*/ 1192858 w 1543905"/>
              <a:gd name="connsiteY43" fmla="*/ 1020403 h 1399728"/>
              <a:gd name="connsiteX44" fmla="*/ 1192485 w 1543905"/>
              <a:gd name="connsiteY44" fmla="*/ 1020031 h 1399728"/>
              <a:gd name="connsiteX45" fmla="*/ 1192485 w 1543905"/>
              <a:gd name="connsiteY45" fmla="*/ 729444 h 1399728"/>
              <a:gd name="connsiteX46" fmla="*/ 1192485 w 1543905"/>
              <a:gd name="connsiteY46" fmla="*/ 729258 h 1399728"/>
              <a:gd name="connsiteX47" fmla="*/ 1192671 w 1543905"/>
              <a:gd name="connsiteY47" fmla="*/ 729072 h 1399728"/>
              <a:gd name="connsiteX48" fmla="*/ 1380381 w 1543905"/>
              <a:gd name="connsiteY48" fmla="*/ 729072 h 1399728"/>
              <a:gd name="connsiteX49" fmla="*/ 1380381 w 1543905"/>
              <a:gd name="connsiteY49" fmla="*/ 617451 h 1399728"/>
              <a:gd name="connsiteX50" fmla="*/ 1192671 w 1543905"/>
              <a:gd name="connsiteY50" fmla="*/ 617451 h 1399728"/>
              <a:gd name="connsiteX51" fmla="*/ 1080678 w 1543905"/>
              <a:gd name="connsiteY51" fmla="*/ 729444 h 1399728"/>
              <a:gd name="connsiteX52" fmla="*/ 1080678 w 1543905"/>
              <a:gd name="connsiteY52" fmla="*/ 1020031 h 1399728"/>
              <a:gd name="connsiteX53" fmla="*/ 1192671 w 1543905"/>
              <a:gd name="connsiteY53" fmla="*/ 1132024 h 1399728"/>
              <a:gd name="connsiteX54" fmla="*/ 1380381 w 1543905"/>
              <a:gd name="connsiteY54" fmla="*/ 1132024 h 1399728"/>
              <a:gd name="connsiteX55" fmla="*/ 1492374 w 1543905"/>
              <a:gd name="connsiteY55" fmla="*/ 1020031 h 1399728"/>
              <a:gd name="connsiteX56" fmla="*/ 1492374 w 1543905"/>
              <a:gd name="connsiteY56" fmla="*/ 729444 h 1399728"/>
              <a:gd name="connsiteX57" fmla="*/ 1380381 w 1543905"/>
              <a:gd name="connsiteY57" fmla="*/ 617451 h 1399728"/>
              <a:gd name="connsiteX58" fmla="*/ 1481956 w 1543905"/>
              <a:gd name="connsiteY58" fmla="*/ 1276201 h 1399728"/>
              <a:gd name="connsiteX59" fmla="*/ 61764 w 1543905"/>
              <a:gd name="connsiteY59" fmla="*/ 1276201 h 1399728"/>
              <a:gd name="connsiteX60" fmla="*/ 0 w 1543905"/>
              <a:gd name="connsiteY60" fmla="*/ 1337965 h 1399728"/>
              <a:gd name="connsiteX61" fmla="*/ 61764 w 1543905"/>
              <a:gd name="connsiteY61" fmla="*/ 1399729 h 1399728"/>
              <a:gd name="connsiteX62" fmla="*/ 1482142 w 1543905"/>
              <a:gd name="connsiteY62" fmla="*/ 1399729 h 1399728"/>
              <a:gd name="connsiteX63" fmla="*/ 1543906 w 1543905"/>
              <a:gd name="connsiteY63" fmla="*/ 1337965 h 1399728"/>
              <a:gd name="connsiteX64" fmla="*/ 1481956 w 1543905"/>
              <a:gd name="connsiteY64" fmla="*/ 1276201 h 1399728"/>
            </a:gdLst>
            <a:ahLst/>
            <a:cxnLst/>
            <a:rect l="l" t="t" r="r" b="b"/>
            <a:pathLst>
              <a:path w="1543905" h="1399728">
                <a:moveTo>
                  <a:pt x="351048" y="523317"/>
                </a:moveTo>
                <a:cubicBezTo>
                  <a:pt x="351234" y="523317"/>
                  <a:pt x="351234" y="523317"/>
                  <a:pt x="351048" y="523317"/>
                </a:cubicBezTo>
                <a:cubicBezTo>
                  <a:pt x="351234" y="523317"/>
                  <a:pt x="351420" y="523503"/>
                  <a:pt x="351420" y="523503"/>
                </a:cubicBezTo>
                <a:lnTo>
                  <a:pt x="351420" y="1020031"/>
                </a:lnTo>
                <a:lnTo>
                  <a:pt x="351048" y="1020403"/>
                </a:lnTo>
                <a:lnTo>
                  <a:pt x="163525" y="1020403"/>
                </a:lnTo>
                <a:lnTo>
                  <a:pt x="163153" y="1020031"/>
                </a:lnTo>
                <a:lnTo>
                  <a:pt x="163153" y="523503"/>
                </a:lnTo>
                <a:lnTo>
                  <a:pt x="163153" y="523317"/>
                </a:lnTo>
                <a:lnTo>
                  <a:pt x="163339" y="523131"/>
                </a:lnTo>
                <a:lnTo>
                  <a:pt x="351048" y="523131"/>
                </a:lnTo>
                <a:moveTo>
                  <a:pt x="351048" y="411696"/>
                </a:moveTo>
                <a:lnTo>
                  <a:pt x="163339" y="411696"/>
                </a:lnTo>
                <a:cubicBezTo>
                  <a:pt x="101575" y="411696"/>
                  <a:pt x="51346" y="461739"/>
                  <a:pt x="51346" y="523689"/>
                </a:cubicBezTo>
                <a:lnTo>
                  <a:pt x="51346" y="1020217"/>
                </a:lnTo>
                <a:cubicBezTo>
                  <a:pt x="51346" y="1081795"/>
                  <a:pt x="101761" y="1132210"/>
                  <a:pt x="163339" y="1132210"/>
                </a:cubicBezTo>
                <a:lnTo>
                  <a:pt x="351048" y="1132210"/>
                </a:lnTo>
                <a:cubicBezTo>
                  <a:pt x="412626" y="1132210"/>
                  <a:pt x="463042" y="1081795"/>
                  <a:pt x="463042" y="1020217"/>
                </a:cubicBezTo>
                <a:lnTo>
                  <a:pt x="463042" y="523503"/>
                </a:lnTo>
                <a:cubicBezTo>
                  <a:pt x="463042" y="461739"/>
                  <a:pt x="412998" y="411696"/>
                  <a:pt x="351048" y="411696"/>
                </a:cubicBezTo>
                <a:close/>
                <a:moveTo>
                  <a:pt x="865808" y="111621"/>
                </a:moveTo>
                <a:cubicBezTo>
                  <a:pt x="865994" y="111621"/>
                  <a:pt x="866180" y="111807"/>
                  <a:pt x="866180" y="111807"/>
                </a:cubicBezTo>
                <a:lnTo>
                  <a:pt x="866180" y="1020031"/>
                </a:lnTo>
                <a:lnTo>
                  <a:pt x="865808" y="1020403"/>
                </a:lnTo>
                <a:lnTo>
                  <a:pt x="678284" y="1020403"/>
                </a:lnTo>
                <a:lnTo>
                  <a:pt x="677912" y="1020031"/>
                </a:lnTo>
                <a:lnTo>
                  <a:pt x="677912" y="111993"/>
                </a:lnTo>
                <a:lnTo>
                  <a:pt x="677912" y="111807"/>
                </a:lnTo>
                <a:lnTo>
                  <a:pt x="678098" y="111621"/>
                </a:lnTo>
                <a:lnTo>
                  <a:pt x="865808" y="111621"/>
                </a:lnTo>
                <a:moveTo>
                  <a:pt x="865808" y="0"/>
                </a:moveTo>
                <a:lnTo>
                  <a:pt x="677912" y="0"/>
                </a:lnTo>
                <a:cubicBezTo>
                  <a:pt x="616148" y="0"/>
                  <a:pt x="565919" y="50043"/>
                  <a:pt x="565919" y="111993"/>
                </a:cubicBezTo>
                <a:lnTo>
                  <a:pt x="565919" y="1020217"/>
                </a:lnTo>
                <a:cubicBezTo>
                  <a:pt x="565919" y="1081795"/>
                  <a:pt x="616335" y="1132210"/>
                  <a:pt x="677912" y="1132210"/>
                </a:cubicBezTo>
                <a:lnTo>
                  <a:pt x="865622" y="1132210"/>
                </a:lnTo>
                <a:cubicBezTo>
                  <a:pt x="927199" y="1132210"/>
                  <a:pt x="977615" y="1081795"/>
                  <a:pt x="977615" y="1020217"/>
                </a:cubicBezTo>
                <a:lnTo>
                  <a:pt x="977615" y="111993"/>
                </a:lnTo>
                <a:cubicBezTo>
                  <a:pt x="977615" y="50043"/>
                  <a:pt x="927571" y="0"/>
                  <a:pt x="865808" y="0"/>
                </a:cubicBezTo>
                <a:close/>
                <a:moveTo>
                  <a:pt x="1380381" y="729072"/>
                </a:moveTo>
                <a:cubicBezTo>
                  <a:pt x="1380567" y="729072"/>
                  <a:pt x="1380753" y="729258"/>
                  <a:pt x="1380753" y="729258"/>
                </a:cubicBezTo>
                <a:lnTo>
                  <a:pt x="1380753" y="1020031"/>
                </a:lnTo>
                <a:lnTo>
                  <a:pt x="1380381" y="1020403"/>
                </a:lnTo>
                <a:lnTo>
                  <a:pt x="1192858" y="1020403"/>
                </a:lnTo>
                <a:lnTo>
                  <a:pt x="1192485" y="1020031"/>
                </a:lnTo>
                <a:lnTo>
                  <a:pt x="1192485" y="729444"/>
                </a:lnTo>
                <a:lnTo>
                  <a:pt x="1192485" y="729258"/>
                </a:lnTo>
                <a:lnTo>
                  <a:pt x="1192671" y="729072"/>
                </a:lnTo>
                <a:lnTo>
                  <a:pt x="1380381" y="729072"/>
                </a:lnTo>
                <a:moveTo>
                  <a:pt x="1380381" y="617451"/>
                </a:moveTo>
                <a:lnTo>
                  <a:pt x="1192671" y="617451"/>
                </a:lnTo>
                <a:cubicBezTo>
                  <a:pt x="1130908" y="617451"/>
                  <a:pt x="1080678" y="667494"/>
                  <a:pt x="1080678" y="729444"/>
                </a:cubicBezTo>
                <a:lnTo>
                  <a:pt x="1080678" y="1020031"/>
                </a:lnTo>
                <a:cubicBezTo>
                  <a:pt x="1080678" y="1081608"/>
                  <a:pt x="1131094" y="1132024"/>
                  <a:pt x="1192671" y="1132024"/>
                </a:cubicBezTo>
                <a:lnTo>
                  <a:pt x="1380381" y="1132024"/>
                </a:lnTo>
                <a:cubicBezTo>
                  <a:pt x="1441959" y="1132024"/>
                  <a:pt x="1492374" y="1081608"/>
                  <a:pt x="1492374" y="1020031"/>
                </a:cubicBezTo>
                <a:lnTo>
                  <a:pt x="1492374" y="729444"/>
                </a:lnTo>
                <a:cubicBezTo>
                  <a:pt x="1492374" y="667680"/>
                  <a:pt x="1442145" y="617451"/>
                  <a:pt x="1380381" y="617451"/>
                </a:cubicBezTo>
                <a:close/>
                <a:moveTo>
                  <a:pt x="1481956" y="1276201"/>
                </a:moveTo>
                <a:lnTo>
                  <a:pt x="61764" y="1276201"/>
                </a:lnTo>
                <a:cubicBezTo>
                  <a:pt x="27719" y="1276201"/>
                  <a:pt x="0" y="1303920"/>
                  <a:pt x="0" y="1337965"/>
                </a:cubicBezTo>
                <a:cubicBezTo>
                  <a:pt x="0" y="1372009"/>
                  <a:pt x="27719" y="1399729"/>
                  <a:pt x="61764" y="1399729"/>
                </a:cubicBezTo>
                <a:lnTo>
                  <a:pt x="1482142" y="1399729"/>
                </a:lnTo>
                <a:cubicBezTo>
                  <a:pt x="1516187" y="1399729"/>
                  <a:pt x="1543906" y="1372009"/>
                  <a:pt x="1543906" y="1337965"/>
                </a:cubicBezTo>
                <a:cubicBezTo>
                  <a:pt x="1543720" y="1303734"/>
                  <a:pt x="1516187" y="1276201"/>
                  <a:pt x="1481956" y="1276201"/>
                </a:cubicBezTo>
                <a:close/>
              </a:path>
            </a:pathLst>
          </a:custGeom>
          <a:solidFill>
            <a:schemeClr val="accent2"/>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4" name="标题 1"/>
          <p:cNvSpPr txBox="1"/>
          <p:nvPr/>
        </p:nvSpPr>
        <p:spPr>
          <a:xfrm>
            <a:off x="3587808" y="2050521"/>
            <a:ext cx="323248" cy="336124"/>
          </a:xfrm>
          <a:custGeom>
            <a:avLst/>
            <a:gdLst>
              <a:gd name="connsiteX0" fmla="*/ 337768 w 1372282"/>
              <a:gd name="connsiteY0" fmla="*/ 1315328 h 1426949"/>
              <a:gd name="connsiteX1" fmla="*/ 530173 w 1372282"/>
              <a:gd name="connsiteY1" fmla="*/ 1315328 h 1426949"/>
              <a:gd name="connsiteX2" fmla="*/ 842109 w 1372282"/>
              <a:gd name="connsiteY2" fmla="*/ 1315328 h 1426949"/>
              <a:gd name="connsiteX3" fmla="*/ 1034514 w 1372282"/>
              <a:gd name="connsiteY3" fmla="*/ 1315328 h 1426949"/>
              <a:gd name="connsiteX4" fmla="*/ 1090325 w 1372282"/>
              <a:gd name="connsiteY4" fmla="*/ 1371139 h 1426949"/>
              <a:gd name="connsiteX5" fmla="*/ 1034514 w 1372282"/>
              <a:gd name="connsiteY5" fmla="*/ 1426949 h 1426949"/>
              <a:gd name="connsiteX6" fmla="*/ 842109 w 1372282"/>
              <a:gd name="connsiteY6" fmla="*/ 1426949 h 1426949"/>
              <a:gd name="connsiteX7" fmla="*/ 530173 w 1372282"/>
              <a:gd name="connsiteY7" fmla="*/ 1426949 h 1426949"/>
              <a:gd name="connsiteX8" fmla="*/ 337768 w 1372282"/>
              <a:gd name="connsiteY8" fmla="*/ 1426949 h 1426949"/>
              <a:gd name="connsiteX9" fmla="*/ 281957 w 1372282"/>
              <a:gd name="connsiteY9" fmla="*/ 1371139 h 1426949"/>
              <a:gd name="connsiteX10" fmla="*/ 337768 w 1372282"/>
              <a:gd name="connsiteY10" fmla="*/ 1315328 h 1426949"/>
              <a:gd name="connsiteX11" fmla="*/ 686154 w 1372282"/>
              <a:gd name="connsiteY11" fmla="*/ 111621 h 1426949"/>
              <a:gd name="connsiteX12" fmla="*/ 237624 w 1372282"/>
              <a:gd name="connsiteY12" fmla="*/ 560152 h 1426949"/>
              <a:gd name="connsiteX13" fmla="*/ 237624 w 1372282"/>
              <a:gd name="connsiteY13" fmla="*/ 985614 h 1426949"/>
              <a:gd name="connsiteX14" fmla="*/ 229252 w 1372282"/>
              <a:gd name="connsiteY14" fmla="*/ 1014822 h 1426949"/>
              <a:gd name="connsiteX15" fmla="*/ 155768 w 1372282"/>
              <a:gd name="connsiteY15" fmla="*/ 1134814 h 1426949"/>
              <a:gd name="connsiteX16" fmla="*/ 1214680 w 1372282"/>
              <a:gd name="connsiteY16" fmla="*/ 1134814 h 1426949"/>
              <a:gd name="connsiteX17" fmla="*/ 1143429 w 1372282"/>
              <a:gd name="connsiteY17" fmla="*/ 1023565 h 1426949"/>
              <a:gd name="connsiteX18" fmla="*/ 1134685 w 1372282"/>
              <a:gd name="connsiteY18" fmla="*/ 993428 h 1426949"/>
              <a:gd name="connsiteX19" fmla="*/ 1134685 w 1372282"/>
              <a:gd name="connsiteY19" fmla="*/ 560152 h 1426949"/>
              <a:gd name="connsiteX20" fmla="*/ 686154 w 1372282"/>
              <a:gd name="connsiteY20" fmla="*/ 111621 h 1426949"/>
              <a:gd name="connsiteX21" fmla="*/ 686154 w 1372282"/>
              <a:gd name="connsiteY21" fmla="*/ 0 h 1426949"/>
              <a:gd name="connsiteX22" fmla="*/ 903815 w 1372282"/>
              <a:gd name="connsiteY22" fmla="*/ 44276 h 1426949"/>
              <a:gd name="connsiteX23" fmla="*/ 1081851 w 1372282"/>
              <a:gd name="connsiteY23" fmla="*/ 164455 h 1426949"/>
              <a:gd name="connsiteX24" fmla="*/ 1202030 w 1372282"/>
              <a:gd name="connsiteY24" fmla="*/ 342491 h 1426949"/>
              <a:gd name="connsiteX25" fmla="*/ 1246306 w 1372282"/>
              <a:gd name="connsiteY25" fmla="*/ 560152 h 1426949"/>
              <a:gd name="connsiteX26" fmla="*/ 1246306 w 1372282"/>
              <a:gd name="connsiteY26" fmla="*/ 977243 h 1426949"/>
              <a:gd name="connsiteX27" fmla="*/ 1363508 w 1372282"/>
              <a:gd name="connsiteY27" fmla="*/ 1160487 h 1426949"/>
              <a:gd name="connsiteX28" fmla="*/ 1365369 w 1372282"/>
              <a:gd name="connsiteY28" fmla="*/ 1217414 h 1426949"/>
              <a:gd name="connsiteX29" fmla="*/ 1316628 w 1372282"/>
              <a:gd name="connsiteY29" fmla="*/ 1246436 h 1426949"/>
              <a:gd name="connsiteX30" fmla="*/ 55867 w 1372282"/>
              <a:gd name="connsiteY30" fmla="*/ 1246436 h 1426949"/>
              <a:gd name="connsiteX31" fmla="*/ 7126 w 1372282"/>
              <a:gd name="connsiteY31" fmla="*/ 1217786 h 1426949"/>
              <a:gd name="connsiteX32" fmla="*/ 8242 w 1372282"/>
              <a:gd name="connsiteY32" fmla="*/ 1161232 h 1426949"/>
              <a:gd name="connsiteX33" fmla="*/ 126002 w 1372282"/>
              <a:gd name="connsiteY33" fmla="*/ 969801 h 1426949"/>
              <a:gd name="connsiteX34" fmla="*/ 126002 w 1372282"/>
              <a:gd name="connsiteY34" fmla="*/ 560152 h 1426949"/>
              <a:gd name="connsiteX35" fmla="*/ 170279 w 1372282"/>
              <a:gd name="connsiteY35" fmla="*/ 342491 h 1426949"/>
              <a:gd name="connsiteX36" fmla="*/ 290458 w 1372282"/>
              <a:gd name="connsiteY36" fmla="*/ 164455 h 1426949"/>
              <a:gd name="connsiteX37" fmla="*/ 468493 w 1372282"/>
              <a:gd name="connsiteY37" fmla="*/ 44276 h 1426949"/>
              <a:gd name="connsiteX38" fmla="*/ 686154 w 1372282"/>
              <a:gd name="connsiteY38" fmla="*/ 0 h 1426949"/>
            </a:gdLst>
            <a:ahLst/>
            <a:cxnLst/>
            <a:rect l="l" t="t" r="r" b="b"/>
            <a:pathLst>
              <a:path w="1372282" h="1426949">
                <a:moveTo>
                  <a:pt x="337768" y="1315328"/>
                </a:moveTo>
                <a:lnTo>
                  <a:pt x="530173" y="1315328"/>
                </a:lnTo>
                <a:lnTo>
                  <a:pt x="842109" y="1315328"/>
                </a:lnTo>
                <a:lnTo>
                  <a:pt x="1034514" y="1315328"/>
                </a:lnTo>
                <a:cubicBezTo>
                  <a:pt x="1065396" y="1315328"/>
                  <a:pt x="1090325" y="1340257"/>
                  <a:pt x="1090325" y="1371139"/>
                </a:cubicBezTo>
                <a:cubicBezTo>
                  <a:pt x="1090325" y="1402021"/>
                  <a:pt x="1065210" y="1426949"/>
                  <a:pt x="1034514" y="1426949"/>
                </a:cubicBezTo>
                <a:lnTo>
                  <a:pt x="842109" y="1426949"/>
                </a:lnTo>
                <a:lnTo>
                  <a:pt x="530173" y="1426949"/>
                </a:lnTo>
                <a:lnTo>
                  <a:pt x="337768" y="1426949"/>
                </a:lnTo>
                <a:cubicBezTo>
                  <a:pt x="306886" y="1426949"/>
                  <a:pt x="281957" y="1402021"/>
                  <a:pt x="281957" y="1371139"/>
                </a:cubicBezTo>
                <a:cubicBezTo>
                  <a:pt x="281957" y="1340257"/>
                  <a:pt x="306886" y="1315328"/>
                  <a:pt x="337768" y="1315328"/>
                </a:cubicBezTo>
                <a:close/>
                <a:moveTo>
                  <a:pt x="686154" y="111621"/>
                </a:moveTo>
                <a:cubicBezTo>
                  <a:pt x="438914" y="111621"/>
                  <a:pt x="237624" y="312725"/>
                  <a:pt x="237624" y="560152"/>
                </a:cubicBezTo>
                <a:lnTo>
                  <a:pt x="237624" y="985614"/>
                </a:lnTo>
                <a:cubicBezTo>
                  <a:pt x="237624" y="996032"/>
                  <a:pt x="234833" y="1006078"/>
                  <a:pt x="229252" y="1014822"/>
                </a:cubicBezTo>
                <a:lnTo>
                  <a:pt x="155768" y="1134814"/>
                </a:lnTo>
                <a:lnTo>
                  <a:pt x="1214680" y="1134814"/>
                </a:lnTo>
                <a:lnTo>
                  <a:pt x="1143429" y="1023565"/>
                </a:lnTo>
                <a:cubicBezTo>
                  <a:pt x="1137662" y="1014636"/>
                  <a:pt x="1134685" y="1004218"/>
                  <a:pt x="1134685" y="993428"/>
                </a:cubicBezTo>
                <a:lnTo>
                  <a:pt x="1134685" y="560152"/>
                </a:lnTo>
                <a:cubicBezTo>
                  <a:pt x="1134685" y="312911"/>
                  <a:pt x="933581" y="111621"/>
                  <a:pt x="686154" y="111621"/>
                </a:cubicBezTo>
                <a:close/>
                <a:moveTo>
                  <a:pt x="686154" y="0"/>
                </a:moveTo>
                <a:cubicBezTo>
                  <a:pt x="761499" y="0"/>
                  <a:pt x="834610" y="14883"/>
                  <a:pt x="903815" y="44276"/>
                </a:cubicBezTo>
                <a:cubicBezTo>
                  <a:pt x="970416" y="72554"/>
                  <a:pt x="1030319" y="113109"/>
                  <a:pt x="1081851" y="164455"/>
                </a:cubicBezTo>
                <a:cubicBezTo>
                  <a:pt x="1133383" y="215987"/>
                  <a:pt x="1173753" y="275890"/>
                  <a:pt x="1202030" y="342491"/>
                </a:cubicBezTo>
                <a:cubicBezTo>
                  <a:pt x="1231423" y="411510"/>
                  <a:pt x="1246306" y="484808"/>
                  <a:pt x="1246306" y="560152"/>
                </a:cubicBezTo>
                <a:lnTo>
                  <a:pt x="1246306" y="977243"/>
                </a:lnTo>
                <a:lnTo>
                  <a:pt x="1363508" y="1160487"/>
                </a:lnTo>
                <a:cubicBezTo>
                  <a:pt x="1374484" y="1177603"/>
                  <a:pt x="1375229" y="1199555"/>
                  <a:pt x="1365369" y="1217414"/>
                </a:cubicBezTo>
                <a:cubicBezTo>
                  <a:pt x="1355695" y="1235273"/>
                  <a:pt x="1336905" y="1246436"/>
                  <a:pt x="1316628" y="1246436"/>
                </a:cubicBezTo>
                <a:lnTo>
                  <a:pt x="55867" y="1246436"/>
                </a:lnTo>
                <a:cubicBezTo>
                  <a:pt x="35589" y="1246436"/>
                  <a:pt x="16986" y="1235460"/>
                  <a:pt x="7126" y="1217786"/>
                </a:cubicBezTo>
                <a:cubicBezTo>
                  <a:pt x="-2734" y="1200113"/>
                  <a:pt x="-2362" y="1178533"/>
                  <a:pt x="8242" y="1161232"/>
                </a:cubicBezTo>
                <a:lnTo>
                  <a:pt x="126002" y="969801"/>
                </a:lnTo>
                <a:lnTo>
                  <a:pt x="126002" y="560152"/>
                </a:lnTo>
                <a:cubicBezTo>
                  <a:pt x="126002" y="484808"/>
                  <a:pt x="140885" y="411696"/>
                  <a:pt x="170279" y="342491"/>
                </a:cubicBezTo>
                <a:cubicBezTo>
                  <a:pt x="198556" y="275890"/>
                  <a:pt x="239112" y="215987"/>
                  <a:pt x="290458" y="164455"/>
                </a:cubicBezTo>
                <a:cubicBezTo>
                  <a:pt x="341803" y="112923"/>
                  <a:pt x="401893" y="72554"/>
                  <a:pt x="468493" y="44276"/>
                </a:cubicBezTo>
                <a:cubicBezTo>
                  <a:pt x="537512" y="14883"/>
                  <a:pt x="610810" y="0"/>
                  <a:pt x="686154" y="0"/>
                </a:cubicBezTo>
                <a:close/>
              </a:path>
            </a:pathLst>
          </a:custGeom>
          <a:solidFill>
            <a:schemeClr val="accent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5" name="标题 1"/>
          <p:cNvSpPr txBox="1"/>
          <p:nvPr/>
        </p:nvSpPr>
        <p:spPr>
          <a:xfrm>
            <a:off x="3591530" y="4965394"/>
            <a:ext cx="336124" cy="316802"/>
          </a:xfrm>
          <a:custGeom>
            <a:avLst/>
            <a:gdLst>
              <a:gd name="connsiteX0" fmla="*/ 1110072 w 1498885"/>
              <a:gd name="connsiteY0" fmla="*/ 1039039 h 1412736"/>
              <a:gd name="connsiteX1" fmla="*/ 1149511 w 1498885"/>
              <a:gd name="connsiteY1" fmla="*/ 1055363 h 1412736"/>
              <a:gd name="connsiteX2" fmla="*/ 1371451 w 1498885"/>
              <a:gd name="connsiteY2" fmla="*/ 1277303 h 1412736"/>
              <a:gd name="connsiteX3" fmla="*/ 1371451 w 1498885"/>
              <a:gd name="connsiteY3" fmla="*/ 1356182 h 1412736"/>
              <a:gd name="connsiteX4" fmla="*/ 1332012 w 1498885"/>
              <a:gd name="connsiteY4" fmla="*/ 1372553 h 1412736"/>
              <a:gd name="connsiteX5" fmla="*/ 1292572 w 1498885"/>
              <a:gd name="connsiteY5" fmla="*/ 1356182 h 1412736"/>
              <a:gd name="connsiteX6" fmla="*/ 1070632 w 1498885"/>
              <a:gd name="connsiteY6" fmla="*/ 1134242 h 1412736"/>
              <a:gd name="connsiteX7" fmla="*/ 1070632 w 1498885"/>
              <a:gd name="connsiteY7" fmla="*/ 1055363 h 1412736"/>
              <a:gd name="connsiteX8" fmla="*/ 1110072 w 1498885"/>
              <a:gd name="connsiteY8" fmla="*/ 1039039 h 1412736"/>
              <a:gd name="connsiteX9" fmla="*/ 1110072 w 1498885"/>
              <a:gd name="connsiteY9" fmla="*/ 705989 h 1412736"/>
              <a:gd name="connsiteX10" fmla="*/ 1443075 w 1498885"/>
              <a:gd name="connsiteY10" fmla="*/ 705989 h 1412736"/>
              <a:gd name="connsiteX11" fmla="*/ 1498885 w 1498885"/>
              <a:gd name="connsiteY11" fmla="*/ 761800 h 1412736"/>
              <a:gd name="connsiteX12" fmla="*/ 1443075 w 1498885"/>
              <a:gd name="connsiteY12" fmla="*/ 817611 h 1412736"/>
              <a:gd name="connsiteX13" fmla="*/ 1110072 w 1498885"/>
              <a:gd name="connsiteY13" fmla="*/ 817611 h 1412736"/>
              <a:gd name="connsiteX14" fmla="*/ 1054261 w 1498885"/>
              <a:gd name="connsiteY14" fmla="*/ 761800 h 1412736"/>
              <a:gd name="connsiteX15" fmla="*/ 1110072 w 1498885"/>
              <a:gd name="connsiteY15" fmla="*/ 705989 h 1412736"/>
              <a:gd name="connsiteX16" fmla="*/ 1332012 w 1498885"/>
              <a:gd name="connsiteY16" fmla="*/ 151093 h 1412736"/>
              <a:gd name="connsiteX17" fmla="*/ 1371451 w 1498885"/>
              <a:gd name="connsiteY17" fmla="*/ 167418 h 1412736"/>
              <a:gd name="connsiteX18" fmla="*/ 1371451 w 1498885"/>
              <a:gd name="connsiteY18" fmla="*/ 246297 h 1412736"/>
              <a:gd name="connsiteX19" fmla="*/ 1149511 w 1498885"/>
              <a:gd name="connsiteY19" fmla="*/ 468236 h 1412736"/>
              <a:gd name="connsiteX20" fmla="*/ 1110072 w 1498885"/>
              <a:gd name="connsiteY20" fmla="*/ 484608 h 1412736"/>
              <a:gd name="connsiteX21" fmla="*/ 1070632 w 1498885"/>
              <a:gd name="connsiteY21" fmla="*/ 468236 h 1412736"/>
              <a:gd name="connsiteX22" fmla="*/ 1070632 w 1498885"/>
              <a:gd name="connsiteY22" fmla="*/ 389358 h 1412736"/>
              <a:gd name="connsiteX23" fmla="*/ 1292572 w 1498885"/>
              <a:gd name="connsiteY23" fmla="*/ 167418 h 1412736"/>
              <a:gd name="connsiteX24" fmla="*/ 1332012 w 1498885"/>
              <a:gd name="connsiteY24" fmla="*/ 151093 h 1412736"/>
              <a:gd name="connsiteX25" fmla="*/ 709724 w 1498885"/>
              <a:gd name="connsiteY25" fmla="*/ 111607 h 1412736"/>
              <a:gd name="connsiteX26" fmla="*/ 649635 w 1498885"/>
              <a:gd name="connsiteY26" fmla="*/ 127420 h 1412736"/>
              <a:gd name="connsiteX27" fmla="*/ 174129 w 1498885"/>
              <a:gd name="connsiteY27" fmla="*/ 394752 h 1412736"/>
              <a:gd name="connsiteX28" fmla="*/ 111621 w 1498885"/>
              <a:gd name="connsiteY28" fmla="*/ 501536 h 1412736"/>
              <a:gd name="connsiteX29" fmla="*/ 111621 w 1498885"/>
              <a:gd name="connsiteY29" fmla="*/ 910814 h 1412736"/>
              <a:gd name="connsiteX30" fmla="*/ 174129 w 1498885"/>
              <a:gd name="connsiteY30" fmla="*/ 1017598 h 1412736"/>
              <a:gd name="connsiteX31" fmla="*/ 649821 w 1498885"/>
              <a:gd name="connsiteY31" fmla="*/ 1284930 h 1412736"/>
              <a:gd name="connsiteX32" fmla="*/ 771674 w 1498885"/>
              <a:gd name="connsiteY32" fmla="*/ 1283814 h 1412736"/>
              <a:gd name="connsiteX33" fmla="*/ 832321 w 1498885"/>
              <a:gd name="connsiteY33" fmla="*/ 1178146 h 1412736"/>
              <a:gd name="connsiteX34" fmla="*/ 832321 w 1498885"/>
              <a:gd name="connsiteY34" fmla="*/ 234204 h 1412736"/>
              <a:gd name="connsiteX35" fmla="*/ 771674 w 1498885"/>
              <a:gd name="connsiteY35" fmla="*/ 128536 h 1412736"/>
              <a:gd name="connsiteX36" fmla="*/ 709724 w 1498885"/>
              <a:gd name="connsiteY36" fmla="*/ 111607 h 1412736"/>
              <a:gd name="connsiteX37" fmla="*/ 711864 w 1498885"/>
              <a:gd name="connsiteY37" fmla="*/ 9 h 1412736"/>
              <a:gd name="connsiteX38" fmla="*/ 828043 w 1498885"/>
              <a:gd name="connsiteY38" fmla="*/ 32356 h 1412736"/>
              <a:gd name="connsiteX39" fmla="*/ 943942 w 1498885"/>
              <a:gd name="connsiteY39" fmla="*/ 234390 h 1412736"/>
              <a:gd name="connsiteX40" fmla="*/ 943942 w 1498885"/>
              <a:gd name="connsiteY40" fmla="*/ 1178518 h 1412736"/>
              <a:gd name="connsiteX41" fmla="*/ 828043 w 1498885"/>
              <a:gd name="connsiteY41" fmla="*/ 1380552 h 1412736"/>
              <a:gd name="connsiteX42" fmla="*/ 709910 w 1498885"/>
              <a:gd name="connsiteY42" fmla="*/ 1412736 h 1412736"/>
              <a:gd name="connsiteX43" fmla="*/ 595126 w 1498885"/>
              <a:gd name="connsiteY43" fmla="*/ 1382413 h 1412736"/>
              <a:gd name="connsiteX44" fmla="*/ 119435 w 1498885"/>
              <a:gd name="connsiteY44" fmla="*/ 1115080 h 1412736"/>
              <a:gd name="connsiteX45" fmla="*/ 0 w 1498885"/>
              <a:gd name="connsiteY45" fmla="*/ 911000 h 1412736"/>
              <a:gd name="connsiteX46" fmla="*/ 0 w 1498885"/>
              <a:gd name="connsiteY46" fmla="*/ 501722 h 1412736"/>
              <a:gd name="connsiteX47" fmla="*/ 119435 w 1498885"/>
              <a:gd name="connsiteY47" fmla="*/ 297642 h 1412736"/>
              <a:gd name="connsiteX48" fmla="*/ 595126 w 1498885"/>
              <a:gd name="connsiteY48" fmla="*/ 30309 h 1412736"/>
              <a:gd name="connsiteX49" fmla="*/ 711864 w 1498885"/>
              <a:gd name="connsiteY49" fmla="*/ 9 h 1412736"/>
            </a:gdLst>
            <a:ahLst/>
            <a:cxnLst/>
            <a:rect l="l" t="t" r="r" b="b"/>
            <a:pathLst>
              <a:path w="1498885" h="1412736">
                <a:moveTo>
                  <a:pt x="1110072" y="1039039"/>
                </a:moveTo>
                <a:cubicBezTo>
                  <a:pt x="1124350" y="1039039"/>
                  <a:pt x="1138628" y="1044480"/>
                  <a:pt x="1149511" y="1055363"/>
                </a:cubicBezTo>
                <a:lnTo>
                  <a:pt x="1371451" y="1277303"/>
                </a:lnTo>
                <a:cubicBezTo>
                  <a:pt x="1393217" y="1299070"/>
                  <a:pt x="1393217" y="1334416"/>
                  <a:pt x="1371451" y="1356182"/>
                </a:cubicBezTo>
                <a:cubicBezTo>
                  <a:pt x="1360661" y="1366972"/>
                  <a:pt x="1346336" y="1372553"/>
                  <a:pt x="1332012" y="1372553"/>
                </a:cubicBezTo>
                <a:cubicBezTo>
                  <a:pt x="1317687" y="1372553"/>
                  <a:pt x="1303362" y="1367158"/>
                  <a:pt x="1292572" y="1356182"/>
                </a:cubicBezTo>
                <a:lnTo>
                  <a:pt x="1070632" y="1134242"/>
                </a:lnTo>
                <a:cubicBezTo>
                  <a:pt x="1048866" y="1112476"/>
                  <a:pt x="1048866" y="1077130"/>
                  <a:pt x="1070632" y="1055363"/>
                </a:cubicBezTo>
                <a:cubicBezTo>
                  <a:pt x="1081515" y="1044480"/>
                  <a:pt x="1095793" y="1039039"/>
                  <a:pt x="1110072" y="1039039"/>
                </a:cubicBezTo>
                <a:close/>
                <a:moveTo>
                  <a:pt x="1110072" y="705989"/>
                </a:moveTo>
                <a:lnTo>
                  <a:pt x="1443075" y="705989"/>
                </a:lnTo>
                <a:cubicBezTo>
                  <a:pt x="1473956" y="705989"/>
                  <a:pt x="1498885" y="730918"/>
                  <a:pt x="1498885" y="761800"/>
                </a:cubicBezTo>
                <a:cubicBezTo>
                  <a:pt x="1498885" y="792682"/>
                  <a:pt x="1473770" y="817611"/>
                  <a:pt x="1443075" y="817611"/>
                </a:cubicBezTo>
                <a:lnTo>
                  <a:pt x="1110072" y="817611"/>
                </a:lnTo>
                <a:cubicBezTo>
                  <a:pt x="1079190" y="817611"/>
                  <a:pt x="1054261" y="792682"/>
                  <a:pt x="1054261" y="761800"/>
                </a:cubicBezTo>
                <a:cubicBezTo>
                  <a:pt x="1054261" y="730918"/>
                  <a:pt x="1079190" y="705989"/>
                  <a:pt x="1110072" y="705989"/>
                </a:cubicBezTo>
                <a:close/>
                <a:moveTo>
                  <a:pt x="1332012" y="151093"/>
                </a:moveTo>
                <a:cubicBezTo>
                  <a:pt x="1346290" y="151093"/>
                  <a:pt x="1360568" y="156535"/>
                  <a:pt x="1371451" y="167418"/>
                </a:cubicBezTo>
                <a:cubicBezTo>
                  <a:pt x="1393217" y="189184"/>
                  <a:pt x="1393217" y="224530"/>
                  <a:pt x="1371451" y="246297"/>
                </a:cubicBezTo>
                <a:lnTo>
                  <a:pt x="1149511" y="468236"/>
                </a:lnTo>
                <a:cubicBezTo>
                  <a:pt x="1138721" y="479213"/>
                  <a:pt x="1124396" y="484608"/>
                  <a:pt x="1110072" y="484608"/>
                </a:cubicBezTo>
                <a:cubicBezTo>
                  <a:pt x="1095747" y="484608"/>
                  <a:pt x="1081422" y="479213"/>
                  <a:pt x="1070632" y="468236"/>
                </a:cubicBezTo>
                <a:cubicBezTo>
                  <a:pt x="1048866" y="446470"/>
                  <a:pt x="1048866" y="411124"/>
                  <a:pt x="1070632" y="389358"/>
                </a:cubicBezTo>
                <a:lnTo>
                  <a:pt x="1292572" y="167418"/>
                </a:lnTo>
                <a:cubicBezTo>
                  <a:pt x="1303455" y="156535"/>
                  <a:pt x="1317733" y="151093"/>
                  <a:pt x="1332012" y="151093"/>
                </a:cubicBezTo>
                <a:close/>
                <a:moveTo>
                  <a:pt x="709724" y="111607"/>
                </a:moveTo>
                <a:cubicBezTo>
                  <a:pt x="689074" y="111607"/>
                  <a:pt x="668610" y="116816"/>
                  <a:pt x="649635" y="127420"/>
                </a:cubicBezTo>
                <a:lnTo>
                  <a:pt x="174129" y="394752"/>
                </a:lnTo>
                <a:cubicBezTo>
                  <a:pt x="135620" y="416332"/>
                  <a:pt x="111621" y="457260"/>
                  <a:pt x="111621" y="501536"/>
                </a:cubicBezTo>
                <a:lnTo>
                  <a:pt x="111621" y="910814"/>
                </a:lnTo>
                <a:cubicBezTo>
                  <a:pt x="111621" y="955090"/>
                  <a:pt x="135620" y="996018"/>
                  <a:pt x="174129" y="1017598"/>
                </a:cubicBezTo>
                <a:lnTo>
                  <a:pt x="649821" y="1284930"/>
                </a:lnTo>
                <a:cubicBezTo>
                  <a:pt x="688144" y="1306510"/>
                  <a:pt x="733723" y="1306138"/>
                  <a:pt x="771674" y="1283814"/>
                </a:cubicBezTo>
                <a:cubicBezTo>
                  <a:pt x="809625" y="1261676"/>
                  <a:pt x="832321" y="1222050"/>
                  <a:pt x="832321" y="1178146"/>
                </a:cubicBezTo>
                <a:lnTo>
                  <a:pt x="832321" y="234204"/>
                </a:lnTo>
                <a:cubicBezTo>
                  <a:pt x="832321" y="190113"/>
                  <a:pt x="809625" y="150674"/>
                  <a:pt x="771674" y="128536"/>
                </a:cubicBezTo>
                <a:cubicBezTo>
                  <a:pt x="752326" y="117188"/>
                  <a:pt x="731118" y="111607"/>
                  <a:pt x="709724" y="111607"/>
                </a:cubicBezTo>
                <a:close/>
                <a:moveTo>
                  <a:pt x="711864" y="9"/>
                </a:moveTo>
                <a:cubicBezTo>
                  <a:pt x="751861" y="358"/>
                  <a:pt x="791766" y="11148"/>
                  <a:pt x="828043" y="32356"/>
                </a:cubicBezTo>
                <a:cubicBezTo>
                  <a:pt x="900596" y="74772"/>
                  <a:pt x="943942" y="150302"/>
                  <a:pt x="943942" y="234390"/>
                </a:cubicBezTo>
                <a:lnTo>
                  <a:pt x="943942" y="1178518"/>
                </a:lnTo>
                <a:cubicBezTo>
                  <a:pt x="943942" y="1262606"/>
                  <a:pt x="900596" y="1338136"/>
                  <a:pt x="828043" y="1380552"/>
                </a:cubicBezTo>
                <a:cubicBezTo>
                  <a:pt x="791208" y="1401946"/>
                  <a:pt x="750466" y="1412736"/>
                  <a:pt x="709910" y="1412736"/>
                </a:cubicBezTo>
                <a:cubicBezTo>
                  <a:pt x="670471" y="1412736"/>
                  <a:pt x="631217" y="1402691"/>
                  <a:pt x="595126" y="1382413"/>
                </a:cubicBezTo>
                <a:lnTo>
                  <a:pt x="119435" y="1115080"/>
                </a:lnTo>
                <a:cubicBezTo>
                  <a:pt x="45765" y="1073594"/>
                  <a:pt x="0" y="995460"/>
                  <a:pt x="0" y="911000"/>
                </a:cubicBezTo>
                <a:lnTo>
                  <a:pt x="0" y="501722"/>
                </a:lnTo>
                <a:cubicBezTo>
                  <a:pt x="0" y="417262"/>
                  <a:pt x="45765" y="338942"/>
                  <a:pt x="119435" y="297642"/>
                </a:cubicBezTo>
                <a:lnTo>
                  <a:pt x="595126" y="30309"/>
                </a:lnTo>
                <a:cubicBezTo>
                  <a:pt x="631775" y="9752"/>
                  <a:pt x="671866" y="-340"/>
                  <a:pt x="711864" y="9"/>
                </a:cubicBezTo>
                <a:close/>
              </a:path>
            </a:pathLst>
          </a:custGeom>
          <a:solidFill>
            <a:schemeClr val="accent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6" name="标题 1"/>
          <p:cNvSpPr txBox="1"/>
          <p:nvPr/>
        </p:nvSpPr>
        <p:spPr>
          <a:xfrm>
            <a:off x="4188847" y="1999366"/>
            <a:ext cx="7330053" cy="339910"/>
          </a:xfrm>
          <a:prstGeom prst="rect">
            <a:avLst/>
          </a:prstGeom>
          <a:noFill/>
          <a:ln>
            <a:noFill/>
          </a:ln>
        </p:spPr>
        <p:txBody>
          <a:bodyPr vert="horz" wrap="square" lIns="0" tIns="0" rIns="0" bIns="0" rtlCol="0" anchor="b"/>
          <a:lstStyle/>
          <a:p>
            <a:pPr algn="l">
              <a:lnSpc>
                <a:spcPct val="150000"/>
              </a:lnSpc>
            </a:pPr>
            <a:r>
              <a:rPr kumimoji="1" lang="en-US" altLang="zh-CN" sz="1600">
                <a:ln w="12700">
                  <a:noFill/>
                </a:ln>
                <a:solidFill>
                  <a:srgbClr val="1467F7">
                    <a:alpha val="100000"/>
                  </a:srgbClr>
                </a:solidFill>
                <a:latin typeface="Source Han Sans CN Bold"/>
                <a:ea typeface="Source Han Sans CN Bold"/>
                <a:cs typeface="Source Han Sans CN Bold"/>
              </a:rPr>
              <a:t>整数 (integer)</a:t>
            </a:r>
            <a:endParaRPr kumimoji="1" lang="zh-CN" altLang="en-US"/>
          </a:p>
        </p:txBody>
      </p:sp>
      <p:sp>
        <p:nvSpPr>
          <p:cNvPr id="7" name="标题 1"/>
          <p:cNvSpPr txBox="1"/>
          <p:nvPr/>
        </p:nvSpPr>
        <p:spPr>
          <a:xfrm>
            <a:off x="4188847" y="2420299"/>
            <a:ext cx="7330053" cy="878487"/>
          </a:xfrm>
          <a:prstGeom prst="rect">
            <a:avLst/>
          </a:prstGeom>
          <a:noFill/>
          <a:ln>
            <a:noFill/>
          </a:ln>
        </p:spPr>
        <p:txBody>
          <a:bodyPr vert="horz" wrap="square" lIns="0" tIns="0" rIns="0" bIns="0" rtlCol="0" anchor="t"/>
          <a:lstStyle/>
          <a:p>
            <a:pPr algn="l">
              <a:lnSpc>
                <a:spcPct val="150000"/>
              </a:lnSpc>
            </a:pPr>
            <a:r>
              <a:rPr kumimoji="1" lang="en-US" altLang="zh-CN" sz="1400">
                <a:ln w="12700">
                  <a:noFill/>
                </a:ln>
                <a:solidFill>
                  <a:srgbClr val="000000">
                    <a:alpha val="100000"/>
                  </a:srgbClr>
                </a:solidFill>
                <a:latin typeface="Source Han Sans"/>
                <a:ea typeface="Source Han Sans"/>
                <a:cs typeface="Source Han Sans"/>
              </a:rPr>
              <a:t>integer 是 32 位带符号整数，主要用于行为级建模和仿真。
整数类型通常不可综合。</a:t>
            </a:r>
            <a:endParaRPr kumimoji="1" lang="zh-CN" altLang="en-US"/>
          </a:p>
        </p:txBody>
      </p:sp>
      <p:sp>
        <p:nvSpPr>
          <p:cNvPr id="8" name="标题 1"/>
          <p:cNvSpPr txBox="1"/>
          <p:nvPr/>
        </p:nvSpPr>
        <p:spPr>
          <a:xfrm>
            <a:off x="4188847" y="3467824"/>
            <a:ext cx="7330053" cy="339910"/>
          </a:xfrm>
          <a:prstGeom prst="rect">
            <a:avLst/>
          </a:prstGeom>
          <a:noFill/>
          <a:ln>
            <a:noFill/>
          </a:ln>
        </p:spPr>
        <p:txBody>
          <a:bodyPr vert="horz" wrap="square" lIns="0" tIns="0" rIns="0" bIns="0" rtlCol="0" anchor="b"/>
          <a:lstStyle/>
          <a:p>
            <a:pPr algn="l">
              <a:lnSpc>
                <a:spcPct val="150000"/>
              </a:lnSpc>
            </a:pPr>
            <a:r>
              <a:rPr kumimoji="1" lang="en-US" altLang="zh-CN" sz="1600">
                <a:ln w="12700">
                  <a:noFill/>
                </a:ln>
                <a:solidFill>
                  <a:srgbClr val="0FE6F1">
                    <a:alpha val="100000"/>
                  </a:srgbClr>
                </a:solidFill>
                <a:latin typeface="Source Han Sans CN Bold"/>
                <a:ea typeface="Source Han Sans CN Bold"/>
                <a:cs typeface="Source Han Sans CN Bold"/>
              </a:rPr>
              <a:t>实数 (real)</a:t>
            </a:r>
            <a:endParaRPr kumimoji="1" lang="zh-CN" altLang="en-US"/>
          </a:p>
        </p:txBody>
      </p:sp>
      <p:sp>
        <p:nvSpPr>
          <p:cNvPr id="9" name="标题 1"/>
          <p:cNvSpPr txBox="1"/>
          <p:nvPr/>
        </p:nvSpPr>
        <p:spPr>
          <a:xfrm>
            <a:off x="4188847" y="3888756"/>
            <a:ext cx="7330053" cy="878487"/>
          </a:xfrm>
          <a:prstGeom prst="rect">
            <a:avLst/>
          </a:prstGeom>
          <a:noFill/>
          <a:ln>
            <a:noFill/>
          </a:ln>
        </p:spPr>
        <p:txBody>
          <a:bodyPr vert="horz" wrap="square" lIns="0" tIns="0" rIns="0" bIns="0" rtlCol="0" anchor="t"/>
          <a:lstStyle/>
          <a:p>
            <a:pPr algn="l">
              <a:lnSpc>
                <a:spcPct val="150000"/>
              </a:lnSpc>
            </a:pPr>
            <a:r>
              <a:rPr kumimoji="1" lang="en-US" altLang="zh-CN" sz="1400">
                <a:ln w="12700">
                  <a:noFill/>
                </a:ln>
                <a:solidFill>
                  <a:srgbClr val="000000">
                    <a:alpha val="100000"/>
                  </a:srgbClr>
                </a:solidFill>
                <a:latin typeface="Source Han Sans"/>
                <a:ea typeface="Source Han Sans"/>
                <a:cs typeface="Source Han Sans"/>
              </a:rPr>
              <a:t>real 是双精度浮点数，主要用于行为级建模和仿真。
实数类型通常不可综合。</a:t>
            </a:r>
            <a:endParaRPr kumimoji="1" lang="zh-CN" altLang="en-US"/>
          </a:p>
        </p:txBody>
      </p:sp>
      <p:sp>
        <p:nvSpPr>
          <p:cNvPr id="10" name="标题 1"/>
          <p:cNvSpPr txBox="1"/>
          <p:nvPr/>
        </p:nvSpPr>
        <p:spPr>
          <a:xfrm>
            <a:off x="4188847" y="4936281"/>
            <a:ext cx="7330053" cy="339910"/>
          </a:xfrm>
          <a:prstGeom prst="rect">
            <a:avLst/>
          </a:prstGeom>
          <a:noFill/>
          <a:ln>
            <a:noFill/>
          </a:ln>
        </p:spPr>
        <p:txBody>
          <a:bodyPr vert="horz" wrap="square" lIns="0" tIns="0" rIns="0" bIns="0" rtlCol="0" anchor="b"/>
          <a:lstStyle/>
          <a:p>
            <a:pPr algn="l">
              <a:lnSpc>
                <a:spcPct val="150000"/>
              </a:lnSpc>
            </a:pPr>
            <a:r>
              <a:rPr kumimoji="1" lang="en-US" altLang="zh-CN" sz="1600">
                <a:ln w="12700">
                  <a:noFill/>
                </a:ln>
                <a:solidFill>
                  <a:srgbClr val="1467F7">
                    <a:alpha val="100000"/>
                  </a:srgbClr>
                </a:solidFill>
                <a:latin typeface="Source Han Sans CN Bold"/>
                <a:ea typeface="Source Han Sans CN Bold"/>
                <a:cs typeface="Source Han Sans CN Bold"/>
              </a:rPr>
              <a:t>时间 (time)</a:t>
            </a:r>
            <a:endParaRPr kumimoji="1" lang="zh-CN" altLang="en-US"/>
          </a:p>
        </p:txBody>
      </p:sp>
      <p:sp>
        <p:nvSpPr>
          <p:cNvPr id="11" name="标题 1"/>
          <p:cNvSpPr txBox="1"/>
          <p:nvPr/>
        </p:nvSpPr>
        <p:spPr>
          <a:xfrm>
            <a:off x="4188847" y="5357213"/>
            <a:ext cx="7330053" cy="878487"/>
          </a:xfrm>
          <a:prstGeom prst="rect">
            <a:avLst/>
          </a:prstGeom>
          <a:noFill/>
          <a:ln>
            <a:noFill/>
          </a:ln>
        </p:spPr>
        <p:txBody>
          <a:bodyPr vert="horz" wrap="square" lIns="0" tIns="0" rIns="0" bIns="0" rtlCol="0" anchor="t"/>
          <a:lstStyle/>
          <a:p>
            <a:pPr algn="l">
              <a:lnSpc>
                <a:spcPct val="150000"/>
              </a:lnSpc>
            </a:pPr>
            <a:r>
              <a:rPr kumimoji="1" lang="en-US" altLang="zh-CN" sz="1400">
                <a:ln w="12700">
                  <a:noFill/>
                </a:ln>
                <a:solidFill>
                  <a:srgbClr val="000000">
                    <a:alpha val="100000"/>
                  </a:srgbClr>
                </a:solidFill>
                <a:latin typeface="Source Han Sans"/>
                <a:ea typeface="Source Han Sans"/>
                <a:cs typeface="Source Han Sans"/>
              </a:rPr>
              <a:t>time 是 64 位无符号整数，用于存储仿真时间。
时间类型主要用于仿真验证。</a:t>
            </a:r>
            <a:endParaRPr kumimoji="1" lang="zh-CN" altLang="en-US"/>
          </a:p>
        </p:txBody>
      </p:sp>
      <p:sp>
        <p:nvSpPr>
          <p:cNvPr id="12" name="标题 1"/>
          <p:cNvSpPr txBox="1"/>
          <p:nvPr/>
        </p:nvSpPr>
        <p:spPr>
          <a:xfrm>
            <a:off x="785514" y="5506279"/>
            <a:ext cx="2178159" cy="1351721"/>
          </a:xfrm>
          <a:custGeom>
            <a:avLst/>
            <a:gdLst>
              <a:gd name="connsiteX0" fmla="*/ 0 w 2100756"/>
              <a:gd name="connsiteY0" fmla="*/ 1303687 h 1303687"/>
              <a:gd name="connsiteX1" fmla="*/ 1276883 w 2100756"/>
              <a:gd name="connsiteY1" fmla="*/ 0 h 1303687"/>
              <a:gd name="connsiteX2" fmla="*/ 2100756 w 2100756"/>
              <a:gd name="connsiteY2" fmla="*/ 51435 h 1303687"/>
              <a:gd name="connsiteX3" fmla="*/ 869593 w 2100756"/>
              <a:gd name="connsiteY3" fmla="*/ 1303687 h 1303687"/>
              <a:gd name="connsiteX4" fmla="*/ 0 w 2100756"/>
              <a:gd name="connsiteY4" fmla="*/ 1303687 h 1303687"/>
            </a:gdLst>
            <a:ahLst/>
            <a:cxnLst/>
            <a:rect l="l" t="t" r="r" b="b"/>
            <a:pathLst>
              <a:path w="2100756" h="1303687">
                <a:moveTo>
                  <a:pt x="0" y="1303687"/>
                </a:moveTo>
                <a:lnTo>
                  <a:pt x="1276883" y="0"/>
                </a:lnTo>
                <a:lnTo>
                  <a:pt x="2100756" y="51435"/>
                </a:lnTo>
                <a:lnTo>
                  <a:pt x="869593" y="1303687"/>
                </a:lnTo>
                <a:lnTo>
                  <a:pt x="0" y="1303687"/>
                </a:lnTo>
                <a:close/>
              </a:path>
            </a:pathLst>
          </a:cu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flipV="1">
            <a:off x="842136" y="4214770"/>
            <a:ext cx="2221613" cy="1355671"/>
          </a:xfrm>
          <a:custGeom>
            <a:avLst/>
            <a:gdLst>
              <a:gd name="connsiteX0" fmla="*/ 0 w 2142666"/>
              <a:gd name="connsiteY0" fmla="*/ 1307497 h 1307497"/>
              <a:gd name="connsiteX1" fmla="*/ 1273073 w 2142666"/>
              <a:gd name="connsiteY1" fmla="*/ 0 h 1307497"/>
              <a:gd name="connsiteX2" fmla="*/ 2142666 w 2142666"/>
              <a:gd name="connsiteY2" fmla="*/ 0 h 1307497"/>
              <a:gd name="connsiteX3" fmla="*/ 865783 w 2142666"/>
              <a:gd name="connsiteY3" fmla="*/ 1303687 h 1307497"/>
              <a:gd name="connsiteX4" fmla="*/ 0 w 2142666"/>
              <a:gd name="connsiteY4" fmla="*/ 1307497 h 1307497"/>
            </a:gdLst>
            <a:ahLst/>
            <a:cxnLst/>
            <a:rect l="l" t="t" r="r" b="b"/>
            <a:pathLst>
              <a:path w="2142666" h="1307497">
                <a:moveTo>
                  <a:pt x="0" y="1307497"/>
                </a:moveTo>
                <a:lnTo>
                  <a:pt x="1273073" y="0"/>
                </a:lnTo>
                <a:lnTo>
                  <a:pt x="2142666" y="0"/>
                </a:lnTo>
                <a:lnTo>
                  <a:pt x="865783" y="1303687"/>
                </a:lnTo>
                <a:lnTo>
                  <a:pt x="0" y="1307497"/>
                </a:ln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rot="2700000">
            <a:off x="2287333" y="5248744"/>
            <a:ext cx="642069" cy="636686"/>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rot="2700000">
            <a:off x="891504" y="3969290"/>
            <a:ext cx="642501" cy="643682"/>
          </a:xfrm>
          <a:custGeom>
            <a:avLst/>
            <a:gdLst>
              <a:gd name="connsiteX0" fmla="*/ 0 w 619669"/>
              <a:gd name="connsiteY0" fmla="*/ 0 h 620808"/>
              <a:gd name="connsiteX1" fmla="*/ 616975 w 619669"/>
              <a:gd name="connsiteY1" fmla="*/ 0 h 620808"/>
              <a:gd name="connsiteX2" fmla="*/ 619669 w 619669"/>
              <a:gd name="connsiteY2" fmla="*/ 620808 h 620808"/>
              <a:gd name="connsiteX3" fmla="*/ 0 w 619669"/>
              <a:gd name="connsiteY3" fmla="*/ 618114 h 620808"/>
              <a:gd name="connsiteX4" fmla="*/ 0 w 619669"/>
              <a:gd name="connsiteY4" fmla="*/ 0 h 620808"/>
            </a:gdLst>
            <a:ahLst/>
            <a:cxnLst/>
            <a:rect l="l" t="t" r="r" b="b"/>
            <a:pathLst>
              <a:path w="619669" h="620808">
                <a:moveTo>
                  <a:pt x="0" y="0"/>
                </a:moveTo>
                <a:lnTo>
                  <a:pt x="616975" y="0"/>
                </a:lnTo>
                <a:lnTo>
                  <a:pt x="619669" y="620808"/>
                </a:lnTo>
                <a:lnTo>
                  <a:pt x="0" y="618114"/>
                </a:lnTo>
                <a:lnTo>
                  <a:pt x="0" y="0"/>
                </a:lnTo>
                <a:close/>
              </a:path>
            </a:pathLst>
          </a:cu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rot="2962220" flipV="1">
            <a:off x="1241664" y="2896635"/>
            <a:ext cx="750751" cy="1883474"/>
          </a:xfrm>
          <a:custGeom>
            <a:avLst/>
            <a:gdLst>
              <a:gd name="connsiteX0" fmla="*/ 0 w 751299"/>
              <a:gd name="connsiteY0" fmla="*/ 1884848 h 1884848"/>
              <a:gd name="connsiteX1" fmla="*/ 13041 w 751299"/>
              <a:gd name="connsiteY1" fmla="*/ 1873731 h 1884848"/>
              <a:gd name="connsiteX2" fmla="*/ 648002 w 751299"/>
              <a:gd name="connsiteY2" fmla="*/ 1873731 h 1884848"/>
              <a:gd name="connsiteX3" fmla="*/ 751299 w 751299"/>
              <a:gd name="connsiteY3" fmla="*/ 684778 h 1884848"/>
              <a:gd name="connsiteX4" fmla="*/ 163757 w 751299"/>
              <a:gd name="connsiteY4" fmla="*/ 0 h 1884848"/>
              <a:gd name="connsiteX5" fmla="*/ 0 w 751299"/>
              <a:gd name="connsiteY5" fmla="*/ 1884848 h 1884848"/>
            </a:gdLst>
            <a:ahLst/>
            <a:cxnLst/>
            <a:rect l="l" t="t" r="r" b="b"/>
            <a:pathLst>
              <a:path w="751299" h="1884848">
                <a:moveTo>
                  <a:pt x="0" y="1884848"/>
                </a:moveTo>
                <a:lnTo>
                  <a:pt x="13041" y="1873731"/>
                </a:lnTo>
                <a:lnTo>
                  <a:pt x="648002" y="1873731"/>
                </a:lnTo>
                <a:lnTo>
                  <a:pt x="751299" y="684778"/>
                </a:lnTo>
                <a:lnTo>
                  <a:pt x="163757" y="0"/>
                </a:lnTo>
                <a:lnTo>
                  <a:pt x="0" y="1884848"/>
                </a:lnTo>
                <a:close/>
              </a:path>
            </a:pathLst>
          </a:cu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flipV="1">
            <a:off x="681489" y="2111852"/>
            <a:ext cx="1929285" cy="1351721"/>
          </a:xfrm>
          <a:custGeom>
            <a:avLst/>
            <a:gdLst>
              <a:gd name="connsiteX0" fmla="*/ 0 w 1860726"/>
              <a:gd name="connsiteY0" fmla="*/ 1017937 h 1303687"/>
              <a:gd name="connsiteX1" fmla="*/ 991133 w 1860726"/>
              <a:gd name="connsiteY1" fmla="*/ 0 h 1303687"/>
              <a:gd name="connsiteX2" fmla="*/ 1860726 w 1860726"/>
              <a:gd name="connsiteY2" fmla="*/ 0 h 1303687"/>
              <a:gd name="connsiteX3" fmla="*/ 583843 w 1860726"/>
              <a:gd name="connsiteY3" fmla="*/ 1303687 h 1303687"/>
              <a:gd name="connsiteX4" fmla="*/ 0 w 1860726"/>
              <a:gd name="connsiteY4" fmla="*/ 1017937 h 1303687"/>
            </a:gdLst>
            <a:ahLst/>
            <a:cxnLst/>
            <a:rect l="l" t="t" r="r" b="b"/>
            <a:pathLst>
              <a:path w="1860726" h="1303687">
                <a:moveTo>
                  <a:pt x="0" y="1017937"/>
                </a:moveTo>
                <a:lnTo>
                  <a:pt x="991133" y="0"/>
                </a:lnTo>
                <a:lnTo>
                  <a:pt x="1860726" y="0"/>
                </a:lnTo>
                <a:lnTo>
                  <a:pt x="583843" y="1303687"/>
                </a:lnTo>
                <a:lnTo>
                  <a:pt x="0" y="1017937"/>
                </a:ln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rot="2700000">
            <a:off x="1844234" y="3145828"/>
            <a:ext cx="642069" cy="636686"/>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rot="19043584">
            <a:off x="259919" y="1794807"/>
            <a:ext cx="1254989" cy="736906"/>
          </a:xfrm>
          <a:prstGeom prst="triangl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a:off x="660400" y="323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a:ea typeface="Source Han Sans CN Bold"/>
                <a:cs typeface="Source Han Sans CN Bold"/>
              </a:rPr>
              <a:t>整数、实数和时间</a:t>
            </a:r>
            <a:endParaRPr kumimoji="1" lang="zh-CN" altLang="en-US"/>
          </a:p>
        </p:txBody>
      </p:sp>
      <p:cxnSp>
        <p:nvCxnSpPr>
          <p:cNvPr id="21" name="标题 1"/>
          <p:cNvCxnSpPr/>
          <p:nvPr/>
        </p:nvCxnSpPr>
        <p:spPr>
          <a:xfrm>
            <a:off x="0" y="958850"/>
            <a:ext cx="12122150" cy="0"/>
          </a:xfrm>
          <a:prstGeom prst="line">
            <a:avLst/>
          </a:prstGeom>
          <a:noFill/>
          <a:ln w="28575" cap="sq">
            <a:solidFill>
              <a:schemeClr val="accent1"/>
            </a:solidFill>
            <a:miter/>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723570" y="1409348"/>
            <a:ext cx="5532449" cy="404343"/>
          </a:xfrm>
          <a:prstGeom prst="roundRect">
            <a:avLst>
              <a:gd name="adj" fmla="val 50000"/>
            </a:avLst>
          </a:prstGeom>
          <a:no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723570" y="3062888"/>
            <a:ext cx="5532449" cy="404343"/>
          </a:xfrm>
          <a:prstGeom prst="roundRect">
            <a:avLst>
              <a:gd name="adj" fmla="val 50000"/>
            </a:avLst>
          </a:prstGeom>
          <a:noFill/>
          <a:ln w="12700" cap="sq">
            <a:solidFill>
              <a:schemeClr val="accent2"/>
            </a:soli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723570" y="4716428"/>
            <a:ext cx="5532449" cy="404343"/>
          </a:xfrm>
          <a:prstGeom prst="roundRect">
            <a:avLst>
              <a:gd name="adj" fmla="val 50000"/>
            </a:avLst>
          </a:prstGeom>
          <a:no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665480" y="1354318"/>
            <a:ext cx="514404" cy="514404"/>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660400" y="1921620"/>
            <a:ext cx="10858500" cy="836820"/>
          </a:xfrm>
          <a:prstGeom prst="rect">
            <a:avLst/>
          </a:prstGeom>
          <a:noFill/>
          <a:ln>
            <a:noFill/>
          </a:ln>
        </p:spPr>
        <p:txBody>
          <a:bodyPr vert="horz" wrap="square" lIns="0" tIns="0" rIns="0" bIns="0" rtlCol="0" anchor="t"/>
          <a:lstStyle/>
          <a:p>
            <a:pPr algn="l">
              <a:lnSpc>
                <a:spcPct val="150000"/>
              </a:lnSpc>
            </a:pPr>
            <a:r>
              <a:rPr kumimoji="1" lang="en-US" altLang="zh-CN" sz="1400">
                <a:ln w="12700">
                  <a:noFill/>
                </a:ln>
                <a:solidFill>
                  <a:srgbClr val="404040">
                    <a:alpha val="100000"/>
                  </a:srgbClr>
                </a:solidFill>
                <a:latin typeface="Source Han Sans"/>
                <a:ea typeface="Source Han Sans"/>
                <a:cs typeface="Source Han Sans"/>
              </a:rPr>
              <a:t>内存通过声明寄存器数组来建模，格式为 reg [位宽- 1:0] 内存名 [深度- 1:0]。
内存用于建模存储器，如 RAM 和 ROM。</a:t>
            </a:r>
            <a:endParaRPr kumimoji="1" lang="zh-CN" altLang="en-US"/>
          </a:p>
        </p:txBody>
      </p:sp>
      <p:sp>
        <p:nvSpPr>
          <p:cNvPr id="8" name="标题 1"/>
          <p:cNvSpPr txBox="1"/>
          <p:nvPr/>
        </p:nvSpPr>
        <p:spPr>
          <a:xfrm>
            <a:off x="716059" y="1443051"/>
            <a:ext cx="413247" cy="336937"/>
          </a:xfrm>
          <a:prstGeom prst="rect">
            <a:avLst/>
          </a:prstGeom>
          <a:noFill/>
          <a:ln>
            <a:noFill/>
          </a:ln>
        </p:spPr>
        <p:txBody>
          <a:bodyPr vert="horz" wrap="square" lIns="0" tIns="0" rIns="0" bIns="0" rtlCol="0" anchor="ctr"/>
          <a:lstStyle/>
          <a:p>
            <a:pPr algn="ctr">
              <a:lnSpc>
                <a:spcPct val="100000"/>
              </a:lnSpc>
            </a:pPr>
            <a:r>
              <a:rPr kumimoji="1" lang="en-US" altLang="zh-CN" sz="2000">
                <a:ln w="12700">
                  <a:noFill/>
                </a:ln>
                <a:solidFill>
                  <a:srgbClr val="FFFFFF">
                    <a:alpha val="100000"/>
                  </a:srgbClr>
                </a:solidFill>
                <a:latin typeface="Source Han Sans"/>
                <a:ea typeface="Source Han Sans"/>
                <a:cs typeface="Source Han Sans"/>
              </a:rPr>
              <a:t>01</a:t>
            </a:r>
            <a:endParaRPr kumimoji="1" lang="zh-CN" altLang="en-US"/>
          </a:p>
        </p:txBody>
      </p:sp>
      <p:sp>
        <p:nvSpPr>
          <p:cNvPr id="9" name="标题 1"/>
          <p:cNvSpPr txBox="1"/>
          <p:nvPr/>
        </p:nvSpPr>
        <p:spPr>
          <a:xfrm>
            <a:off x="1300835" y="1463428"/>
            <a:ext cx="4757065" cy="296792"/>
          </a:xfrm>
          <a:prstGeom prst="rect">
            <a:avLst/>
          </a:prstGeom>
          <a:noFill/>
          <a:ln>
            <a:noFill/>
          </a:ln>
        </p:spPr>
        <p:txBody>
          <a:bodyPr vert="horz" wrap="square" lIns="0" tIns="0" rIns="0" bIns="0" rtlCol="0" anchor="ctr"/>
          <a:lstStyle/>
          <a:p>
            <a:pPr algn="l">
              <a:lnSpc>
                <a:spcPct val="150000"/>
              </a:lnSpc>
            </a:pPr>
            <a:r>
              <a:rPr kumimoji="1" lang="en-US" altLang="zh-CN" sz="1600">
                <a:ln w="12700">
                  <a:noFill/>
                </a:ln>
                <a:solidFill>
                  <a:srgbClr val="404040">
                    <a:alpha val="100000"/>
                  </a:srgbClr>
                </a:solidFill>
                <a:latin typeface="Source Han Sans CN Bold"/>
                <a:ea typeface="Source Han Sans CN Bold"/>
                <a:cs typeface="Source Han Sans CN Bold"/>
              </a:rPr>
              <a:t>内存的声明</a:t>
            </a:r>
            <a:endParaRPr kumimoji="1" lang="zh-CN" altLang="en-US"/>
          </a:p>
        </p:txBody>
      </p:sp>
      <p:sp>
        <p:nvSpPr>
          <p:cNvPr id="10" name="标题 1"/>
          <p:cNvSpPr txBox="1"/>
          <p:nvPr/>
        </p:nvSpPr>
        <p:spPr>
          <a:xfrm>
            <a:off x="665480" y="3007858"/>
            <a:ext cx="514404" cy="514404"/>
          </a:xfrm>
          <a:prstGeom prst="ellipse">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660400" y="3575160"/>
            <a:ext cx="10858500" cy="836820"/>
          </a:xfrm>
          <a:prstGeom prst="rect">
            <a:avLst/>
          </a:prstGeom>
          <a:noFill/>
          <a:ln>
            <a:noFill/>
          </a:ln>
        </p:spPr>
        <p:txBody>
          <a:bodyPr vert="horz" wrap="square" lIns="0" tIns="0" rIns="0" bIns="0" rtlCol="0" anchor="t"/>
          <a:lstStyle/>
          <a:p>
            <a:pPr algn="l">
              <a:lnSpc>
                <a:spcPct val="150000"/>
              </a:lnSpc>
            </a:pPr>
            <a:r>
              <a:rPr kumimoji="1" lang="en-US" altLang="zh-CN" sz="1400">
                <a:ln w="12700">
                  <a:noFill/>
                </a:ln>
                <a:solidFill>
                  <a:srgbClr val="404040">
                    <a:alpha val="100000"/>
                  </a:srgbClr>
                </a:solidFill>
                <a:latin typeface="Source Han Sans"/>
                <a:ea typeface="Source Han Sans"/>
                <a:cs typeface="Source Han Sans"/>
              </a:rPr>
              <a:t>内存单元通过地址访问，格式为 内存名[地址]。
内存的访问方式灵活，可根据需要选择。</a:t>
            </a:r>
            <a:endParaRPr kumimoji="1" lang="zh-CN" altLang="en-US"/>
          </a:p>
        </p:txBody>
      </p:sp>
      <p:sp>
        <p:nvSpPr>
          <p:cNvPr id="12" name="标题 1"/>
          <p:cNvSpPr txBox="1"/>
          <p:nvPr/>
        </p:nvSpPr>
        <p:spPr>
          <a:xfrm>
            <a:off x="716059" y="3096591"/>
            <a:ext cx="413247" cy="336937"/>
          </a:xfrm>
          <a:prstGeom prst="rect">
            <a:avLst/>
          </a:prstGeom>
          <a:noFill/>
          <a:ln>
            <a:noFill/>
          </a:ln>
        </p:spPr>
        <p:txBody>
          <a:bodyPr vert="horz" wrap="square" lIns="0" tIns="0" rIns="0" bIns="0" rtlCol="0" anchor="ctr"/>
          <a:lstStyle/>
          <a:p>
            <a:pPr algn="ctr">
              <a:lnSpc>
                <a:spcPct val="100000"/>
              </a:lnSpc>
            </a:pPr>
            <a:r>
              <a:rPr kumimoji="1" lang="en-US" altLang="zh-CN" sz="2000">
                <a:ln w="12700">
                  <a:noFill/>
                </a:ln>
                <a:solidFill>
                  <a:srgbClr val="FFFFFF">
                    <a:alpha val="100000"/>
                  </a:srgbClr>
                </a:solidFill>
                <a:latin typeface="Source Han Sans"/>
                <a:ea typeface="Source Han Sans"/>
                <a:cs typeface="Source Han Sans"/>
              </a:rPr>
              <a:t>02</a:t>
            </a:r>
            <a:endParaRPr kumimoji="1" lang="zh-CN" altLang="en-US"/>
          </a:p>
        </p:txBody>
      </p:sp>
      <p:sp>
        <p:nvSpPr>
          <p:cNvPr id="13" name="标题 1"/>
          <p:cNvSpPr txBox="1"/>
          <p:nvPr/>
        </p:nvSpPr>
        <p:spPr>
          <a:xfrm>
            <a:off x="1300835" y="3116968"/>
            <a:ext cx="4757065" cy="296792"/>
          </a:xfrm>
          <a:prstGeom prst="rect">
            <a:avLst/>
          </a:prstGeom>
          <a:noFill/>
          <a:ln>
            <a:noFill/>
          </a:ln>
        </p:spPr>
        <p:txBody>
          <a:bodyPr vert="horz" wrap="square" lIns="0" tIns="0" rIns="0" bIns="0" rtlCol="0" anchor="ctr"/>
          <a:lstStyle/>
          <a:p>
            <a:pPr algn="l">
              <a:lnSpc>
                <a:spcPct val="150000"/>
              </a:lnSpc>
            </a:pPr>
            <a:r>
              <a:rPr kumimoji="1" lang="en-US" altLang="zh-CN" sz="1600">
                <a:ln w="12700">
                  <a:noFill/>
                </a:ln>
                <a:solidFill>
                  <a:srgbClr val="404040">
                    <a:alpha val="100000"/>
                  </a:srgbClr>
                </a:solidFill>
                <a:latin typeface="Source Han Sans CN Bold"/>
                <a:ea typeface="Source Han Sans CN Bold"/>
                <a:cs typeface="Source Han Sans CN Bold"/>
              </a:rPr>
              <a:t>内存的访问</a:t>
            </a:r>
            <a:endParaRPr kumimoji="1" lang="zh-CN" altLang="en-US"/>
          </a:p>
        </p:txBody>
      </p:sp>
      <p:sp>
        <p:nvSpPr>
          <p:cNvPr id="14" name="标题 1"/>
          <p:cNvSpPr txBox="1"/>
          <p:nvPr/>
        </p:nvSpPr>
        <p:spPr>
          <a:xfrm>
            <a:off x="665480" y="4661398"/>
            <a:ext cx="514404" cy="514404"/>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660400" y="5228700"/>
            <a:ext cx="10858500" cy="836820"/>
          </a:xfrm>
          <a:prstGeom prst="rect">
            <a:avLst/>
          </a:prstGeom>
          <a:noFill/>
          <a:ln>
            <a:noFill/>
          </a:ln>
        </p:spPr>
        <p:txBody>
          <a:bodyPr vert="horz" wrap="square" lIns="0" tIns="0" rIns="0" bIns="0" rtlCol="0" anchor="t"/>
          <a:lstStyle/>
          <a:p>
            <a:pPr algn="l">
              <a:lnSpc>
                <a:spcPct val="150000"/>
              </a:lnSpc>
            </a:pPr>
            <a:r>
              <a:rPr kumimoji="1" lang="en-US" altLang="zh-CN" sz="1400">
                <a:ln w="12700">
                  <a:noFill/>
                </a:ln>
                <a:solidFill>
                  <a:srgbClr val="404040">
                    <a:alpha val="100000"/>
                  </a:srgbClr>
                </a:solidFill>
                <a:latin typeface="Source Han Sans"/>
                <a:ea typeface="Source Han Sans"/>
                <a:cs typeface="Source Han Sans"/>
              </a:rPr>
              <a:t>内存用于实现数据存储和读取功能。
内存的应用场景包括数据缓冲和存储。</a:t>
            </a:r>
            <a:endParaRPr kumimoji="1" lang="zh-CN" altLang="en-US"/>
          </a:p>
        </p:txBody>
      </p:sp>
      <p:sp>
        <p:nvSpPr>
          <p:cNvPr id="16" name="标题 1"/>
          <p:cNvSpPr txBox="1"/>
          <p:nvPr/>
        </p:nvSpPr>
        <p:spPr>
          <a:xfrm>
            <a:off x="716059" y="4750131"/>
            <a:ext cx="413247" cy="336937"/>
          </a:xfrm>
          <a:prstGeom prst="rect">
            <a:avLst/>
          </a:prstGeom>
          <a:noFill/>
          <a:ln>
            <a:noFill/>
          </a:ln>
        </p:spPr>
        <p:txBody>
          <a:bodyPr vert="horz" wrap="square" lIns="0" tIns="0" rIns="0" bIns="0" rtlCol="0" anchor="ctr"/>
          <a:lstStyle/>
          <a:p>
            <a:pPr algn="ctr">
              <a:lnSpc>
                <a:spcPct val="100000"/>
              </a:lnSpc>
            </a:pPr>
            <a:r>
              <a:rPr kumimoji="1" lang="en-US" altLang="zh-CN" sz="2000">
                <a:ln w="12700">
                  <a:noFill/>
                </a:ln>
                <a:solidFill>
                  <a:srgbClr val="FFFFFF">
                    <a:alpha val="100000"/>
                  </a:srgbClr>
                </a:solidFill>
                <a:latin typeface="Source Han Sans"/>
                <a:ea typeface="Source Han Sans"/>
                <a:cs typeface="Source Han Sans"/>
              </a:rPr>
              <a:t>03</a:t>
            </a:r>
            <a:endParaRPr kumimoji="1" lang="zh-CN" altLang="en-US"/>
          </a:p>
        </p:txBody>
      </p:sp>
      <p:sp>
        <p:nvSpPr>
          <p:cNvPr id="17" name="标题 1"/>
          <p:cNvSpPr txBox="1"/>
          <p:nvPr/>
        </p:nvSpPr>
        <p:spPr>
          <a:xfrm>
            <a:off x="1300835" y="4770508"/>
            <a:ext cx="4757065" cy="296792"/>
          </a:xfrm>
          <a:prstGeom prst="rect">
            <a:avLst/>
          </a:prstGeom>
          <a:noFill/>
          <a:ln>
            <a:noFill/>
          </a:ln>
        </p:spPr>
        <p:txBody>
          <a:bodyPr vert="horz" wrap="square" lIns="0" tIns="0" rIns="0" bIns="0" rtlCol="0" anchor="ctr"/>
          <a:lstStyle/>
          <a:p>
            <a:pPr algn="l">
              <a:lnSpc>
                <a:spcPct val="150000"/>
              </a:lnSpc>
            </a:pPr>
            <a:r>
              <a:rPr kumimoji="1" lang="en-US" altLang="zh-CN" sz="1600">
                <a:ln w="12700">
                  <a:noFill/>
                </a:ln>
                <a:solidFill>
                  <a:srgbClr val="404040">
                    <a:alpha val="100000"/>
                  </a:srgbClr>
                </a:solidFill>
                <a:latin typeface="Source Han Sans CN Bold"/>
                <a:ea typeface="Source Han Sans CN Bold"/>
                <a:cs typeface="Source Han Sans CN Bold"/>
              </a:rPr>
              <a:t>内存的应用</a:t>
            </a:r>
            <a:endParaRPr kumimoji="1" lang="zh-CN" altLang="en-US"/>
          </a:p>
        </p:txBody>
      </p:sp>
      <p:sp>
        <p:nvSpPr>
          <p:cNvPr id="18" name="标题 1"/>
          <p:cNvSpPr txBox="1"/>
          <p:nvPr/>
        </p:nvSpPr>
        <p:spPr>
          <a:xfrm>
            <a:off x="660400" y="323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a:ea typeface="Source Han Sans CN Bold"/>
                <a:cs typeface="Source Han Sans CN Bold"/>
              </a:rPr>
              <a:t>内存</a:t>
            </a:r>
            <a:endParaRPr kumimoji="1" lang="zh-CN" altLang="en-US"/>
          </a:p>
        </p:txBody>
      </p:sp>
      <p:cxnSp>
        <p:nvCxnSpPr>
          <p:cNvPr id="19" name="标题 1"/>
          <p:cNvCxnSpPr/>
          <p:nvPr/>
        </p:nvCxnSpPr>
        <p:spPr>
          <a:xfrm>
            <a:off x="0" y="958850"/>
            <a:ext cx="12122150" cy="0"/>
          </a:xfrm>
          <a:prstGeom prst="line">
            <a:avLst/>
          </a:prstGeom>
          <a:noFill/>
          <a:ln w="28575" cap="sq">
            <a:solidFill>
              <a:schemeClr val="accent1"/>
            </a:solidFill>
            <a:miter/>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57385"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12971575">
            <a:off x="6066310" y="973629"/>
            <a:ext cx="1859493" cy="1859493"/>
          </a:xfrm>
          <a:prstGeom prst="ellipse">
            <a:avLst/>
          </a:prstGeom>
          <a:gradFill>
            <a:gsLst>
              <a:gs pos="0">
                <a:schemeClr val="accent2">
                  <a:lumMod val="20000"/>
                  <a:lumOff val="80000"/>
                  <a:alpha val="0"/>
                </a:schemeClr>
              </a:gs>
              <a:gs pos="100000">
                <a:schemeClr val="accent2">
                  <a:alpha val="4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rot="20292424">
            <a:off x="-861535" y="-1870201"/>
            <a:ext cx="5517653" cy="5517653"/>
          </a:xfrm>
          <a:prstGeom prst="ellipse">
            <a:avLst/>
          </a:prstGeom>
          <a:gradFill>
            <a:gsLst>
              <a:gs pos="0">
                <a:schemeClr val="accent2">
                  <a:lumMod val="20000"/>
                  <a:lumOff val="80000"/>
                  <a:alpha val="10000"/>
                </a:schemeClr>
              </a:gs>
              <a:gs pos="100000">
                <a:schemeClr val="accent2">
                  <a:lumMod val="60000"/>
                  <a:lumOff val="40000"/>
                  <a:alpha val="32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266700" y="0"/>
            <a:ext cx="12192000" cy="6858000"/>
          </a:xfrm>
          <a:custGeom>
            <a:avLst/>
            <a:gdLst>
              <a:gd name="connsiteX0" fmla="*/ 113129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702116 h 6858000"/>
              <a:gd name="connsiteX5" fmla="*/ 35522 w 12192000"/>
              <a:gd name="connsiteY5" fmla="*/ 6686253 h 6858000"/>
              <a:gd name="connsiteX6" fmla="*/ 2463801 w 12192000"/>
              <a:gd name="connsiteY6" fmla="*/ 5867400 h 6858000"/>
              <a:gd name="connsiteX7" fmla="*/ 5219701 w 12192000"/>
              <a:gd name="connsiteY7" fmla="*/ 5918200 h 6858000"/>
              <a:gd name="connsiteX8" fmla="*/ 7010401 w 12192000"/>
              <a:gd name="connsiteY8" fmla="*/ 5283200 h 6858000"/>
              <a:gd name="connsiteX9" fmla="*/ 8267701 w 12192000"/>
              <a:gd name="connsiteY9" fmla="*/ 4368800 h 6858000"/>
              <a:gd name="connsiteX10" fmla="*/ 9753303 w 12192000"/>
              <a:gd name="connsiteY10" fmla="*/ 4102100 h 6858000"/>
              <a:gd name="connsiteX11" fmla="*/ 9775436 w 12192000"/>
              <a:gd name="connsiteY11" fmla="*/ 4096261 h 6858000"/>
              <a:gd name="connsiteX12" fmla="*/ 9872640 w 12192000"/>
              <a:gd name="connsiteY12" fmla="*/ 4085901 h 6858000"/>
              <a:gd name="connsiteX13" fmla="*/ 10871964 w 12192000"/>
              <a:gd name="connsiteY13" fmla="*/ 3011090 h 6858000"/>
              <a:gd name="connsiteX14" fmla="*/ 10879893 w 12192000"/>
              <a:gd name="connsiteY14" fmla="*/ 2929399 h 6858000"/>
              <a:gd name="connsiteX15" fmla="*/ 10896601 w 12192000"/>
              <a:gd name="connsiteY15" fmla="*/ 2844800 h 6858000"/>
              <a:gd name="connsiteX16" fmla="*/ 10899119 w 12192000"/>
              <a:gd name="connsiteY16" fmla="*/ 2673412 h 6858000"/>
              <a:gd name="connsiteX17" fmla="*/ 10885081 w 12192000"/>
              <a:gd name="connsiteY17" fmla="*/ 2593548 h 6858000"/>
              <a:gd name="connsiteX18" fmla="*/ 10877638 w 12192000"/>
              <a:gd name="connsiteY18" fmla="*/ 2498494 h 6858000"/>
              <a:gd name="connsiteX19" fmla="*/ 10816392 w 12192000"/>
              <a:gd name="connsiteY19" fmla="*/ 2262974 h 6858000"/>
              <a:gd name="connsiteX20" fmla="*/ 10744803 w 12192000"/>
              <a:gd name="connsiteY20" fmla="*/ 2108945 h 6858000"/>
              <a:gd name="connsiteX21" fmla="*/ 10738645 w 12192000"/>
              <a:gd name="connsiteY21" fmla="*/ 2091531 h 6858000"/>
              <a:gd name="connsiteX22" fmla="*/ 10541001 w 12192000"/>
              <a:gd name="connsiteY22" fmla="*/ 1371600 h 6858000"/>
              <a:gd name="connsiteX23" fmla="*/ 10544822 w 12192000"/>
              <a:gd name="connsiteY23" fmla="*/ 1332977 h 6858000"/>
              <a:gd name="connsiteX24" fmla="*/ 10541001 w 12192000"/>
              <a:gd name="connsiteY24" fmla="*/ 1257301 h 6858000"/>
              <a:gd name="connsiteX25" fmla="*/ 11308933 w 12192000"/>
              <a:gd name="connsiteY25" fmla="*/ 1821 h 6858000"/>
            </a:gdLst>
            <a:ahLst/>
            <a:cxnLst/>
            <a:rect l="l" t="t" r="r" b="b"/>
            <a:pathLst>
              <a:path w="12192000" h="6858000">
                <a:moveTo>
                  <a:pt x="11312928" y="0"/>
                </a:moveTo>
                <a:lnTo>
                  <a:pt x="12192000" y="0"/>
                </a:lnTo>
                <a:lnTo>
                  <a:pt x="12192000" y="6858000"/>
                </a:lnTo>
                <a:lnTo>
                  <a:pt x="0" y="6858000"/>
                </a:lnTo>
                <a:lnTo>
                  <a:pt x="0" y="6702116"/>
                </a:lnTo>
                <a:lnTo>
                  <a:pt x="35522" y="6686253"/>
                </a:lnTo>
                <a:cubicBezTo>
                  <a:pt x="678260" y="6404372"/>
                  <a:pt x="1757363" y="5991225"/>
                  <a:pt x="2463801" y="5867400"/>
                </a:cubicBezTo>
                <a:cubicBezTo>
                  <a:pt x="3405718" y="5702300"/>
                  <a:pt x="4461935" y="6015567"/>
                  <a:pt x="5219701" y="5918200"/>
                </a:cubicBezTo>
                <a:cubicBezTo>
                  <a:pt x="5977468" y="5820833"/>
                  <a:pt x="6502402" y="5541433"/>
                  <a:pt x="7010401" y="5283200"/>
                </a:cubicBezTo>
                <a:cubicBezTo>
                  <a:pt x="7518401" y="5024967"/>
                  <a:pt x="7742768" y="4588933"/>
                  <a:pt x="8267701" y="4368800"/>
                </a:cubicBezTo>
                <a:cubicBezTo>
                  <a:pt x="8661401" y="4203700"/>
                  <a:pt x="9282510" y="4200525"/>
                  <a:pt x="9753303" y="4102100"/>
                </a:cubicBezTo>
                <a:lnTo>
                  <a:pt x="9775436" y="4096261"/>
                </a:lnTo>
                <a:lnTo>
                  <a:pt x="9872640" y="4085901"/>
                </a:lnTo>
                <a:cubicBezTo>
                  <a:pt x="10350579" y="4007524"/>
                  <a:pt x="10765727" y="3583520"/>
                  <a:pt x="10871964" y="3011090"/>
                </a:cubicBezTo>
                <a:lnTo>
                  <a:pt x="10879893" y="2929399"/>
                </a:lnTo>
                <a:lnTo>
                  <a:pt x="10896601" y="2844800"/>
                </a:lnTo>
                <a:cubicBezTo>
                  <a:pt x="10904538" y="2790825"/>
                  <a:pt x="10904770" y="2733378"/>
                  <a:pt x="10899119" y="2673412"/>
                </a:cubicBezTo>
                <a:lnTo>
                  <a:pt x="10885081" y="2593548"/>
                </a:lnTo>
                <a:lnTo>
                  <a:pt x="10877638" y="2498494"/>
                </a:lnTo>
                <a:cubicBezTo>
                  <a:pt x="10863957" y="2417017"/>
                  <a:pt x="10843349" y="2338180"/>
                  <a:pt x="10816392" y="2262974"/>
                </a:cubicBezTo>
                <a:lnTo>
                  <a:pt x="10744803" y="2108945"/>
                </a:lnTo>
                <a:lnTo>
                  <a:pt x="10738645" y="2091531"/>
                </a:lnTo>
                <a:cubicBezTo>
                  <a:pt x="10640485" y="1825625"/>
                  <a:pt x="10535710" y="1565275"/>
                  <a:pt x="10541001" y="1371600"/>
                </a:cubicBezTo>
                <a:lnTo>
                  <a:pt x="10544822" y="1332977"/>
                </a:lnTo>
                <a:lnTo>
                  <a:pt x="10541001" y="1257301"/>
                </a:lnTo>
                <a:cubicBezTo>
                  <a:pt x="10541001" y="709879"/>
                  <a:pt x="10853029" y="235335"/>
                  <a:pt x="11308933" y="1821"/>
                </a:cubicBezTo>
                <a:close/>
              </a:path>
            </a:pathLst>
          </a:custGeom>
          <a:gradFill>
            <a:gsLst>
              <a:gs pos="0">
                <a:schemeClr val="accent2">
                  <a:alpha val="99000"/>
                </a:schemeClr>
              </a:gs>
              <a:gs pos="100000">
                <a:schemeClr val="accent2">
                  <a:lumMod val="40000"/>
                  <a:lumOff val="6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0" y="0"/>
            <a:ext cx="12192000" cy="6858000"/>
          </a:xfrm>
          <a:custGeom>
            <a:avLst/>
            <a:gdLst>
              <a:gd name="connsiteX0" fmla="*/ 113129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702116 h 6858000"/>
              <a:gd name="connsiteX5" fmla="*/ 35522 w 12192000"/>
              <a:gd name="connsiteY5" fmla="*/ 6686253 h 6858000"/>
              <a:gd name="connsiteX6" fmla="*/ 2463801 w 12192000"/>
              <a:gd name="connsiteY6" fmla="*/ 5867400 h 6858000"/>
              <a:gd name="connsiteX7" fmla="*/ 5219701 w 12192000"/>
              <a:gd name="connsiteY7" fmla="*/ 5918200 h 6858000"/>
              <a:gd name="connsiteX8" fmla="*/ 7010401 w 12192000"/>
              <a:gd name="connsiteY8" fmla="*/ 5283200 h 6858000"/>
              <a:gd name="connsiteX9" fmla="*/ 8267701 w 12192000"/>
              <a:gd name="connsiteY9" fmla="*/ 4368800 h 6858000"/>
              <a:gd name="connsiteX10" fmla="*/ 9753303 w 12192000"/>
              <a:gd name="connsiteY10" fmla="*/ 4102100 h 6858000"/>
              <a:gd name="connsiteX11" fmla="*/ 9775436 w 12192000"/>
              <a:gd name="connsiteY11" fmla="*/ 4096261 h 6858000"/>
              <a:gd name="connsiteX12" fmla="*/ 9872640 w 12192000"/>
              <a:gd name="connsiteY12" fmla="*/ 4085901 h 6858000"/>
              <a:gd name="connsiteX13" fmla="*/ 10871964 w 12192000"/>
              <a:gd name="connsiteY13" fmla="*/ 3011090 h 6858000"/>
              <a:gd name="connsiteX14" fmla="*/ 10879893 w 12192000"/>
              <a:gd name="connsiteY14" fmla="*/ 2929399 h 6858000"/>
              <a:gd name="connsiteX15" fmla="*/ 10896601 w 12192000"/>
              <a:gd name="connsiteY15" fmla="*/ 2844800 h 6858000"/>
              <a:gd name="connsiteX16" fmla="*/ 10899119 w 12192000"/>
              <a:gd name="connsiteY16" fmla="*/ 2673412 h 6858000"/>
              <a:gd name="connsiteX17" fmla="*/ 10885081 w 12192000"/>
              <a:gd name="connsiteY17" fmla="*/ 2593548 h 6858000"/>
              <a:gd name="connsiteX18" fmla="*/ 10877638 w 12192000"/>
              <a:gd name="connsiteY18" fmla="*/ 2498494 h 6858000"/>
              <a:gd name="connsiteX19" fmla="*/ 10816392 w 12192000"/>
              <a:gd name="connsiteY19" fmla="*/ 2262974 h 6858000"/>
              <a:gd name="connsiteX20" fmla="*/ 10744803 w 12192000"/>
              <a:gd name="connsiteY20" fmla="*/ 2108945 h 6858000"/>
              <a:gd name="connsiteX21" fmla="*/ 10738645 w 12192000"/>
              <a:gd name="connsiteY21" fmla="*/ 2091531 h 6858000"/>
              <a:gd name="connsiteX22" fmla="*/ 10541001 w 12192000"/>
              <a:gd name="connsiteY22" fmla="*/ 1371600 h 6858000"/>
              <a:gd name="connsiteX23" fmla="*/ 10544822 w 12192000"/>
              <a:gd name="connsiteY23" fmla="*/ 1332977 h 6858000"/>
              <a:gd name="connsiteX24" fmla="*/ 10541001 w 12192000"/>
              <a:gd name="connsiteY24" fmla="*/ 1257301 h 6858000"/>
              <a:gd name="connsiteX25" fmla="*/ 11308933 w 12192000"/>
              <a:gd name="connsiteY25" fmla="*/ 1821 h 6858000"/>
            </a:gdLst>
            <a:ahLst/>
            <a:cxnLst/>
            <a:rect l="l" t="t" r="r" b="b"/>
            <a:pathLst>
              <a:path w="12192000" h="6858000">
                <a:moveTo>
                  <a:pt x="11312928" y="0"/>
                </a:moveTo>
                <a:lnTo>
                  <a:pt x="12192000" y="0"/>
                </a:lnTo>
                <a:lnTo>
                  <a:pt x="12192000" y="6858000"/>
                </a:lnTo>
                <a:lnTo>
                  <a:pt x="0" y="6858000"/>
                </a:lnTo>
                <a:lnTo>
                  <a:pt x="0" y="6702116"/>
                </a:lnTo>
                <a:lnTo>
                  <a:pt x="35522" y="6686253"/>
                </a:lnTo>
                <a:cubicBezTo>
                  <a:pt x="678260" y="6404372"/>
                  <a:pt x="1757363" y="5991225"/>
                  <a:pt x="2463801" y="5867400"/>
                </a:cubicBezTo>
                <a:cubicBezTo>
                  <a:pt x="3405718" y="5702300"/>
                  <a:pt x="4461935" y="6015567"/>
                  <a:pt x="5219701" y="5918200"/>
                </a:cubicBezTo>
                <a:cubicBezTo>
                  <a:pt x="5977468" y="5820833"/>
                  <a:pt x="6502402" y="5541433"/>
                  <a:pt x="7010401" y="5283200"/>
                </a:cubicBezTo>
                <a:cubicBezTo>
                  <a:pt x="7518401" y="5024967"/>
                  <a:pt x="7742768" y="4588933"/>
                  <a:pt x="8267701" y="4368800"/>
                </a:cubicBezTo>
                <a:cubicBezTo>
                  <a:pt x="8661401" y="4203700"/>
                  <a:pt x="9282510" y="4200525"/>
                  <a:pt x="9753303" y="4102100"/>
                </a:cubicBezTo>
                <a:lnTo>
                  <a:pt x="9775436" y="4096261"/>
                </a:lnTo>
                <a:lnTo>
                  <a:pt x="9872640" y="4085901"/>
                </a:lnTo>
                <a:cubicBezTo>
                  <a:pt x="10350579" y="4007524"/>
                  <a:pt x="10765727" y="3583520"/>
                  <a:pt x="10871964" y="3011090"/>
                </a:cubicBezTo>
                <a:lnTo>
                  <a:pt x="10879893" y="2929399"/>
                </a:lnTo>
                <a:lnTo>
                  <a:pt x="10896601" y="2844800"/>
                </a:lnTo>
                <a:cubicBezTo>
                  <a:pt x="10904538" y="2790825"/>
                  <a:pt x="10904770" y="2733378"/>
                  <a:pt x="10899119" y="2673412"/>
                </a:cubicBezTo>
                <a:lnTo>
                  <a:pt x="10885081" y="2593548"/>
                </a:lnTo>
                <a:lnTo>
                  <a:pt x="10877638" y="2498494"/>
                </a:lnTo>
                <a:cubicBezTo>
                  <a:pt x="10863957" y="2417017"/>
                  <a:pt x="10843349" y="2338180"/>
                  <a:pt x="10816392" y="2262974"/>
                </a:cubicBezTo>
                <a:lnTo>
                  <a:pt x="10744803" y="2108945"/>
                </a:lnTo>
                <a:lnTo>
                  <a:pt x="10738645" y="2091531"/>
                </a:lnTo>
                <a:cubicBezTo>
                  <a:pt x="10640485" y="1825625"/>
                  <a:pt x="10535710" y="1565275"/>
                  <a:pt x="10541001" y="1371600"/>
                </a:cubicBezTo>
                <a:lnTo>
                  <a:pt x="10544822" y="1332977"/>
                </a:lnTo>
                <a:lnTo>
                  <a:pt x="10541001" y="1257301"/>
                </a:lnTo>
                <a:cubicBezTo>
                  <a:pt x="10541001" y="709879"/>
                  <a:pt x="10853029" y="235335"/>
                  <a:pt x="11308933" y="1821"/>
                </a:cubicBezTo>
                <a:close/>
              </a:path>
            </a:pathLst>
          </a:custGeom>
          <a:gradFill>
            <a:gsLst>
              <a:gs pos="27000">
                <a:schemeClr val="accent1"/>
              </a:gs>
              <a:gs pos="100000">
                <a:schemeClr val="accent2"/>
              </a:gs>
            </a:gsLst>
            <a:lin ang="108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7" name="图片 6"/>
          <p:cNvPicPr>
            <a:picLocks noChangeAspect="1"/>
          </p:cNvPicPr>
          <p:nvPr/>
        </p:nvPicPr>
        <p:blipFill>
          <a:blip r:embed="rId2">
            <a:alphaModFix/>
          </a:blip>
          <a:srcRect/>
          <a:stretch>
            <a:fillRect/>
          </a:stretch>
        </p:blipFill>
        <p:spPr>
          <a:xfrm>
            <a:off x="4038600" y="2485878"/>
            <a:ext cx="8118785" cy="4372121"/>
          </a:xfrm>
          <a:prstGeom prst="rect">
            <a:avLst/>
          </a:prstGeom>
          <a:noFill/>
          <a:ln>
            <a:noFill/>
          </a:ln>
        </p:spPr>
      </p:pic>
      <p:sp>
        <p:nvSpPr>
          <p:cNvPr id="8" name="标题 1"/>
          <p:cNvSpPr txBox="1"/>
          <p:nvPr/>
        </p:nvSpPr>
        <p:spPr>
          <a:xfrm>
            <a:off x="436052" y="2855974"/>
            <a:ext cx="6307734" cy="1986036"/>
          </a:xfrm>
          <a:prstGeom prst="rect">
            <a:avLst/>
          </a:prstGeom>
          <a:noFill/>
          <a:ln>
            <a:noFill/>
          </a:ln>
        </p:spPr>
        <p:txBody>
          <a:bodyPr vert="horz" wrap="square" lIns="91440" tIns="45720" rIns="91440" bIns="45720" rtlCol="0" anchor="t"/>
          <a:lstStyle/>
          <a:p>
            <a:pPr algn="l">
              <a:lnSpc>
                <a:spcPct val="130000"/>
              </a:lnSpc>
            </a:pPr>
            <a:r>
              <a:rPr kumimoji="1" lang="en-US" altLang="zh-CN" sz="4900">
                <a:ln w="12700">
                  <a:noFill/>
                </a:ln>
                <a:solidFill>
                  <a:srgbClr val="000000">
                    <a:alpha val="100000"/>
                  </a:srgbClr>
                </a:solidFill>
                <a:latin typeface="Source Han Sans CN Bold"/>
                <a:ea typeface="Source Han Sans CN Bold"/>
                <a:cs typeface="Source Han Sans CN Bold"/>
              </a:rPr>
              <a:t>Verilog 赋值方式</a:t>
            </a:r>
            <a:endParaRPr kumimoji="1" lang="zh-CN" altLang="en-US"/>
          </a:p>
        </p:txBody>
      </p:sp>
      <p:sp>
        <p:nvSpPr>
          <p:cNvPr id="9" name="标题 1"/>
          <p:cNvSpPr txBox="1"/>
          <p:nvPr/>
        </p:nvSpPr>
        <p:spPr>
          <a:xfrm>
            <a:off x="8648700" y="2362379"/>
            <a:ext cx="610616" cy="610616"/>
          </a:xfrm>
          <a:prstGeom prst="ellipse">
            <a:avLst/>
          </a:prstGeom>
          <a:gradFill>
            <a:gsLst>
              <a:gs pos="0">
                <a:schemeClr val="accent1"/>
              </a:gs>
              <a:gs pos="100000">
                <a:schemeClr val="accent2"/>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9689076" y="1634397"/>
            <a:ext cx="353151" cy="353151"/>
          </a:xfrm>
          <a:prstGeom prst="ellipse">
            <a:avLst/>
          </a:prstGeom>
          <a:gradFill>
            <a:gsLst>
              <a:gs pos="0">
                <a:schemeClr val="accent3"/>
              </a:gs>
              <a:gs pos="100000">
                <a:schemeClr val="accent4"/>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538400" y="5483588"/>
            <a:ext cx="578874" cy="578874"/>
          </a:xfrm>
          <a:prstGeom prst="ellipse">
            <a:avLst/>
          </a:prstGeom>
          <a:gradFill>
            <a:gsLst>
              <a:gs pos="0">
                <a:schemeClr val="accent1"/>
              </a:gs>
              <a:gs pos="100000">
                <a:schemeClr val="accent2"/>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rot="1349991">
            <a:off x="11457839" y="586853"/>
            <a:ext cx="1539544" cy="1539544"/>
          </a:xfrm>
          <a:prstGeom prst="ellipse">
            <a:avLst/>
          </a:prstGeom>
          <a:gradFill>
            <a:gsLst>
              <a:gs pos="0">
                <a:schemeClr val="accent1">
                  <a:alpha val="68000"/>
                </a:schemeClr>
              </a:gs>
              <a:gs pos="100000">
                <a:schemeClr val="accent2">
                  <a:alpha val="6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2489" y="529552"/>
            <a:ext cx="3793799" cy="743548"/>
          </a:xfrm>
          <a:custGeom>
            <a:avLst/>
            <a:gdLst>
              <a:gd name="connsiteX0" fmla="*/ 0 w 3425499"/>
              <a:gd name="connsiteY0" fmla="*/ 0 h 743548"/>
              <a:gd name="connsiteX1" fmla="*/ 3053725 w 3425499"/>
              <a:gd name="connsiteY1" fmla="*/ 0 h 743548"/>
              <a:gd name="connsiteX2" fmla="*/ 3425499 w 3425499"/>
              <a:gd name="connsiteY2" fmla="*/ 371774 h 743548"/>
              <a:gd name="connsiteX3" fmla="*/ 3053725 w 3425499"/>
              <a:gd name="connsiteY3" fmla="*/ 743548 h 743548"/>
              <a:gd name="connsiteX4" fmla="*/ 0 w 3425499"/>
              <a:gd name="connsiteY4" fmla="*/ 743548 h 743548"/>
            </a:gdLst>
            <a:ahLst/>
            <a:cxnLst/>
            <a:rect l="l" t="t" r="r" b="b"/>
            <a:pathLst>
              <a:path w="3425499" h="743548">
                <a:moveTo>
                  <a:pt x="0" y="0"/>
                </a:moveTo>
                <a:lnTo>
                  <a:pt x="3053725" y="0"/>
                </a:lnTo>
                <a:cubicBezTo>
                  <a:pt x="3259050" y="0"/>
                  <a:pt x="3425499" y="166449"/>
                  <a:pt x="3425499" y="371774"/>
                </a:cubicBezTo>
                <a:cubicBezTo>
                  <a:pt x="3425499" y="577099"/>
                  <a:pt x="3259050" y="743548"/>
                  <a:pt x="3053725" y="743548"/>
                </a:cubicBezTo>
                <a:lnTo>
                  <a:pt x="0" y="743548"/>
                </a:ln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552822" y="717623"/>
            <a:ext cx="2958699" cy="367406"/>
          </a:xfrm>
          <a:custGeom>
            <a:avLst/>
            <a:gdLst>
              <a:gd name="connsiteX0" fmla="*/ 353068 w 1228797"/>
              <a:gd name="connsiteY0" fmla="*/ 146933 h 152590"/>
              <a:gd name="connsiteX1" fmla="*/ 353259 w 1228797"/>
              <a:gd name="connsiteY1" fmla="*/ 146971 h 152590"/>
              <a:gd name="connsiteX2" fmla="*/ 352878 w 1228797"/>
              <a:gd name="connsiteY2" fmla="*/ 146971 h 152590"/>
              <a:gd name="connsiteX3" fmla="*/ 463654 w 1228797"/>
              <a:gd name="connsiteY3" fmla="*/ 28766 h 152590"/>
              <a:gd name="connsiteX4" fmla="*/ 457368 w 1228797"/>
              <a:gd name="connsiteY4" fmla="*/ 35052 h 152590"/>
              <a:gd name="connsiteX5" fmla="*/ 457368 w 1228797"/>
              <a:gd name="connsiteY5" fmla="*/ 66866 h 152590"/>
              <a:gd name="connsiteX6" fmla="*/ 463464 w 1228797"/>
              <a:gd name="connsiteY6" fmla="*/ 73152 h 152590"/>
              <a:gd name="connsiteX7" fmla="*/ 463654 w 1228797"/>
              <a:gd name="connsiteY7" fmla="*/ 73152 h 152590"/>
              <a:gd name="connsiteX8" fmla="*/ 502611 w 1228797"/>
              <a:gd name="connsiteY8" fmla="*/ 73152 h 152590"/>
              <a:gd name="connsiteX9" fmla="*/ 525281 w 1228797"/>
              <a:gd name="connsiteY9" fmla="*/ 51911 h 152590"/>
              <a:gd name="connsiteX10" fmla="*/ 504450 w 1228797"/>
              <a:gd name="connsiteY10" fmla="*/ 28795 h 152590"/>
              <a:gd name="connsiteX11" fmla="*/ 503183 w 1228797"/>
              <a:gd name="connsiteY11" fmla="*/ 28766 h 152590"/>
              <a:gd name="connsiteX12" fmla="*/ 1154216 w 1228797"/>
              <a:gd name="connsiteY12" fmla="*/ 28194 h 152590"/>
              <a:gd name="connsiteX13" fmla="*/ 1154216 w 1228797"/>
              <a:gd name="connsiteY13" fmla="*/ 28765 h 152590"/>
              <a:gd name="connsiteX14" fmla="*/ 1104877 w 1228797"/>
              <a:gd name="connsiteY14" fmla="*/ 77914 h 152590"/>
              <a:gd name="connsiteX15" fmla="*/ 1154026 w 1228797"/>
              <a:gd name="connsiteY15" fmla="*/ 127254 h 152590"/>
              <a:gd name="connsiteX16" fmla="*/ 1203365 w 1228797"/>
              <a:gd name="connsiteY16" fmla="*/ 78105 h 152590"/>
              <a:gd name="connsiteX17" fmla="*/ 1203365 w 1228797"/>
              <a:gd name="connsiteY17" fmla="*/ 78009 h 152590"/>
              <a:gd name="connsiteX18" fmla="*/ 1154502 w 1228797"/>
              <a:gd name="connsiteY18" fmla="*/ 28195 h 152590"/>
              <a:gd name="connsiteX19" fmla="*/ 1154216 w 1228797"/>
              <a:gd name="connsiteY19" fmla="*/ 28194 h 152590"/>
              <a:gd name="connsiteX20" fmla="*/ 836558 w 1228797"/>
              <a:gd name="connsiteY20" fmla="*/ 25718 h 152590"/>
              <a:gd name="connsiteX21" fmla="*/ 787314 w 1228797"/>
              <a:gd name="connsiteY21" fmla="*/ 74962 h 152590"/>
              <a:gd name="connsiteX22" fmla="*/ 836558 w 1228797"/>
              <a:gd name="connsiteY22" fmla="*/ 124207 h 152590"/>
              <a:gd name="connsiteX23" fmla="*/ 885802 w 1228797"/>
              <a:gd name="connsiteY23" fmla="*/ 74962 h 152590"/>
              <a:gd name="connsiteX24" fmla="*/ 885802 w 1228797"/>
              <a:gd name="connsiteY24" fmla="*/ 74867 h 152590"/>
              <a:gd name="connsiteX25" fmla="*/ 836558 w 1228797"/>
              <a:gd name="connsiteY25" fmla="*/ 25718 h 152590"/>
              <a:gd name="connsiteX26" fmla="*/ 200954 w 1228797"/>
              <a:gd name="connsiteY26" fmla="*/ 25527 h 152590"/>
              <a:gd name="connsiteX27" fmla="*/ 200954 w 1228797"/>
              <a:gd name="connsiteY27" fmla="*/ 25908 h 152590"/>
              <a:gd name="connsiteX28" fmla="*/ 151424 w 1228797"/>
              <a:gd name="connsiteY28" fmla="*/ 75248 h 152590"/>
              <a:gd name="connsiteX29" fmla="*/ 200764 w 1228797"/>
              <a:gd name="connsiteY29" fmla="*/ 124778 h 152590"/>
              <a:gd name="connsiteX30" fmla="*/ 250294 w 1228797"/>
              <a:gd name="connsiteY30" fmla="*/ 75438 h 152590"/>
              <a:gd name="connsiteX31" fmla="*/ 250294 w 1228797"/>
              <a:gd name="connsiteY31" fmla="*/ 75248 h 152590"/>
              <a:gd name="connsiteX32" fmla="*/ 201145 w 1228797"/>
              <a:gd name="connsiteY32" fmla="*/ 25528 h 152590"/>
              <a:gd name="connsiteX33" fmla="*/ 200954 w 1228797"/>
              <a:gd name="connsiteY33" fmla="*/ 25527 h 152590"/>
              <a:gd name="connsiteX34" fmla="*/ 437841 w 1228797"/>
              <a:gd name="connsiteY34" fmla="*/ 3429 h 152590"/>
              <a:gd name="connsiteX35" fmla="*/ 502040 w 1228797"/>
              <a:gd name="connsiteY35" fmla="*/ 3429 h 152590"/>
              <a:gd name="connsiteX36" fmla="*/ 535949 w 1228797"/>
              <a:gd name="connsiteY36" fmla="*/ 16764 h 152590"/>
              <a:gd name="connsiteX37" fmla="*/ 550808 w 1228797"/>
              <a:gd name="connsiteY37" fmla="*/ 49340 h 152590"/>
              <a:gd name="connsiteX38" fmla="*/ 528615 w 1228797"/>
              <a:gd name="connsiteY38" fmla="*/ 91345 h 152590"/>
              <a:gd name="connsiteX39" fmla="*/ 526233 w 1228797"/>
              <a:gd name="connsiteY39" fmla="*/ 99251 h 152590"/>
              <a:gd name="connsiteX40" fmla="*/ 544712 w 1228797"/>
              <a:gd name="connsiteY40" fmla="*/ 138017 h 152590"/>
              <a:gd name="connsiteX41" fmla="*/ 541683 w 1228797"/>
              <a:gd name="connsiteY41" fmla="*/ 146377 h 152590"/>
              <a:gd name="connsiteX42" fmla="*/ 538997 w 1228797"/>
              <a:gd name="connsiteY42" fmla="*/ 146971 h 152590"/>
              <a:gd name="connsiteX43" fmla="*/ 525567 w 1228797"/>
              <a:gd name="connsiteY43" fmla="*/ 146971 h 152590"/>
              <a:gd name="connsiteX44" fmla="*/ 519947 w 1228797"/>
              <a:gd name="connsiteY44" fmla="*/ 143447 h 152590"/>
              <a:gd name="connsiteX45" fmla="*/ 500230 w 1228797"/>
              <a:gd name="connsiteY45" fmla="*/ 102203 h 152590"/>
              <a:gd name="connsiteX46" fmla="*/ 494611 w 1228797"/>
              <a:gd name="connsiteY46" fmla="*/ 98679 h 152590"/>
              <a:gd name="connsiteX47" fmla="*/ 463654 w 1228797"/>
              <a:gd name="connsiteY47" fmla="*/ 98679 h 152590"/>
              <a:gd name="connsiteX48" fmla="*/ 457368 w 1228797"/>
              <a:gd name="connsiteY48" fmla="*/ 104773 h 152590"/>
              <a:gd name="connsiteX49" fmla="*/ 457368 w 1228797"/>
              <a:gd name="connsiteY49" fmla="*/ 104966 h 152590"/>
              <a:gd name="connsiteX50" fmla="*/ 457368 w 1228797"/>
              <a:gd name="connsiteY50" fmla="*/ 140684 h 152590"/>
              <a:gd name="connsiteX51" fmla="*/ 451081 w 1228797"/>
              <a:gd name="connsiteY51" fmla="*/ 146971 h 152590"/>
              <a:gd name="connsiteX52" fmla="*/ 437841 w 1228797"/>
              <a:gd name="connsiteY52" fmla="*/ 146971 h 152590"/>
              <a:gd name="connsiteX53" fmla="*/ 431555 w 1228797"/>
              <a:gd name="connsiteY53" fmla="*/ 140684 h 152590"/>
              <a:gd name="connsiteX54" fmla="*/ 431555 w 1228797"/>
              <a:gd name="connsiteY54" fmla="*/ 9716 h 152590"/>
              <a:gd name="connsiteX55" fmla="*/ 437841 w 1228797"/>
              <a:gd name="connsiteY55" fmla="*/ 3429 h 152590"/>
              <a:gd name="connsiteX56" fmla="*/ 293633 w 1228797"/>
              <a:gd name="connsiteY56" fmla="*/ 3429 h 152590"/>
              <a:gd name="connsiteX57" fmla="*/ 306777 w 1228797"/>
              <a:gd name="connsiteY57" fmla="*/ 3429 h 152590"/>
              <a:gd name="connsiteX58" fmla="*/ 312683 w 1228797"/>
              <a:gd name="connsiteY58" fmla="*/ 9715 h 152590"/>
              <a:gd name="connsiteX59" fmla="*/ 312683 w 1228797"/>
              <a:gd name="connsiteY59" fmla="*/ 80677 h 152590"/>
              <a:gd name="connsiteX60" fmla="*/ 350592 w 1228797"/>
              <a:gd name="connsiteY60" fmla="*/ 123032 h 152590"/>
              <a:gd name="connsiteX61" fmla="*/ 392950 w 1228797"/>
              <a:gd name="connsiteY61" fmla="*/ 85118 h 152590"/>
              <a:gd name="connsiteX62" fmla="*/ 392978 w 1228797"/>
              <a:gd name="connsiteY62" fmla="*/ 81248 h 152590"/>
              <a:gd name="connsiteX63" fmla="*/ 392978 w 1228797"/>
              <a:gd name="connsiteY63" fmla="*/ 9715 h 152590"/>
              <a:gd name="connsiteX64" fmla="*/ 399265 w 1228797"/>
              <a:gd name="connsiteY64" fmla="*/ 3429 h 152590"/>
              <a:gd name="connsiteX65" fmla="*/ 412505 w 1228797"/>
              <a:gd name="connsiteY65" fmla="*/ 3429 h 152590"/>
              <a:gd name="connsiteX66" fmla="*/ 418696 w 1228797"/>
              <a:gd name="connsiteY66" fmla="*/ 9715 h 152590"/>
              <a:gd name="connsiteX67" fmla="*/ 418696 w 1228797"/>
              <a:gd name="connsiteY67" fmla="*/ 81153 h 152590"/>
              <a:gd name="connsiteX68" fmla="*/ 378496 w 1228797"/>
              <a:gd name="connsiteY68" fmla="*/ 141799 h 152590"/>
              <a:gd name="connsiteX69" fmla="*/ 353068 w 1228797"/>
              <a:gd name="connsiteY69" fmla="*/ 146933 h 152590"/>
              <a:gd name="connsiteX70" fmla="*/ 327634 w 1228797"/>
              <a:gd name="connsiteY70" fmla="*/ 141836 h 152590"/>
              <a:gd name="connsiteX71" fmla="*/ 287346 w 1228797"/>
              <a:gd name="connsiteY71" fmla="*/ 81248 h 152590"/>
              <a:gd name="connsiteX72" fmla="*/ 287346 w 1228797"/>
              <a:gd name="connsiteY72" fmla="*/ 81153 h 152590"/>
              <a:gd name="connsiteX73" fmla="*/ 287346 w 1228797"/>
              <a:gd name="connsiteY73" fmla="*/ 9715 h 152590"/>
              <a:gd name="connsiteX74" fmla="*/ 293633 w 1228797"/>
              <a:gd name="connsiteY74" fmla="*/ 3429 h 152590"/>
              <a:gd name="connsiteX75" fmla="*/ 6264 w 1228797"/>
              <a:gd name="connsiteY75" fmla="*/ 3333 h 152590"/>
              <a:gd name="connsiteX76" fmla="*/ 18646 w 1228797"/>
              <a:gd name="connsiteY76" fmla="*/ 3333 h 152590"/>
              <a:gd name="connsiteX77" fmla="*/ 23790 w 1228797"/>
              <a:gd name="connsiteY77" fmla="*/ 6000 h 152590"/>
              <a:gd name="connsiteX78" fmla="*/ 61890 w 1228797"/>
              <a:gd name="connsiteY78" fmla="*/ 59817 h 152590"/>
              <a:gd name="connsiteX79" fmla="*/ 67033 w 1228797"/>
              <a:gd name="connsiteY79" fmla="*/ 62388 h 152590"/>
              <a:gd name="connsiteX80" fmla="*/ 72081 w 1228797"/>
              <a:gd name="connsiteY80" fmla="*/ 59817 h 152590"/>
              <a:gd name="connsiteX81" fmla="*/ 110181 w 1228797"/>
              <a:gd name="connsiteY81" fmla="*/ 6000 h 152590"/>
              <a:gd name="connsiteX82" fmla="*/ 115325 w 1228797"/>
              <a:gd name="connsiteY82" fmla="*/ 3333 h 152590"/>
              <a:gd name="connsiteX83" fmla="*/ 127707 w 1228797"/>
              <a:gd name="connsiteY83" fmla="*/ 3333 h 152590"/>
              <a:gd name="connsiteX84" fmla="*/ 134065 w 1228797"/>
              <a:gd name="connsiteY84" fmla="*/ 9548 h 152590"/>
              <a:gd name="connsiteX85" fmla="*/ 132851 w 1228797"/>
              <a:gd name="connsiteY85" fmla="*/ 13335 h 152590"/>
              <a:gd name="connsiteX86" fmla="*/ 81702 w 1228797"/>
              <a:gd name="connsiteY86" fmla="*/ 83724 h 152590"/>
              <a:gd name="connsiteX87" fmla="*/ 79987 w 1228797"/>
              <a:gd name="connsiteY87" fmla="*/ 89154 h 152590"/>
              <a:gd name="connsiteX88" fmla="*/ 79987 w 1228797"/>
              <a:gd name="connsiteY88" fmla="*/ 140684 h 152590"/>
              <a:gd name="connsiteX89" fmla="*/ 73701 w 1228797"/>
              <a:gd name="connsiteY89" fmla="*/ 146970 h 152590"/>
              <a:gd name="connsiteX90" fmla="*/ 60270 w 1228797"/>
              <a:gd name="connsiteY90" fmla="*/ 146970 h 152590"/>
              <a:gd name="connsiteX91" fmla="*/ 53984 w 1228797"/>
              <a:gd name="connsiteY91" fmla="*/ 140684 h 152590"/>
              <a:gd name="connsiteX92" fmla="*/ 53984 w 1228797"/>
              <a:gd name="connsiteY92" fmla="*/ 89154 h 152590"/>
              <a:gd name="connsiteX93" fmla="*/ 52269 w 1228797"/>
              <a:gd name="connsiteY93" fmla="*/ 83724 h 152590"/>
              <a:gd name="connsiteX94" fmla="*/ 1215 w 1228797"/>
              <a:gd name="connsiteY94" fmla="*/ 13335 h 152590"/>
              <a:gd name="connsiteX95" fmla="*/ 2572 w 1228797"/>
              <a:gd name="connsiteY95" fmla="*/ 4549 h 152590"/>
              <a:gd name="connsiteX96" fmla="*/ 6264 w 1228797"/>
              <a:gd name="connsiteY96" fmla="*/ 3333 h 152590"/>
              <a:gd name="connsiteX97" fmla="*/ 1154026 w 1228797"/>
              <a:gd name="connsiteY97" fmla="*/ 3238 h 152590"/>
              <a:gd name="connsiteX98" fmla="*/ 1228797 w 1228797"/>
              <a:gd name="connsiteY98" fmla="*/ 77819 h 152590"/>
              <a:gd name="connsiteX99" fmla="*/ 1228797 w 1228797"/>
              <a:gd name="connsiteY99" fmla="*/ 77914 h 152590"/>
              <a:gd name="connsiteX100" fmla="*/ 1154216 w 1228797"/>
              <a:gd name="connsiteY100" fmla="*/ 152590 h 152590"/>
              <a:gd name="connsiteX101" fmla="*/ 1079445 w 1228797"/>
              <a:gd name="connsiteY101" fmla="*/ 78009 h 152590"/>
              <a:gd name="connsiteX102" fmla="*/ 1154026 w 1228797"/>
              <a:gd name="connsiteY102" fmla="*/ 3238 h 152590"/>
              <a:gd name="connsiteX103" fmla="*/ 646058 w 1228797"/>
              <a:gd name="connsiteY103" fmla="*/ 2096 h 152590"/>
              <a:gd name="connsiteX104" fmla="*/ 659774 w 1228797"/>
              <a:gd name="connsiteY104" fmla="*/ 2096 h 152590"/>
              <a:gd name="connsiteX105" fmla="*/ 666060 w 1228797"/>
              <a:gd name="connsiteY105" fmla="*/ 8382 h 152590"/>
              <a:gd name="connsiteX106" fmla="*/ 666060 w 1228797"/>
              <a:gd name="connsiteY106" fmla="*/ 116491 h 152590"/>
              <a:gd name="connsiteX107" fmla="*/ 672346 w 1228797"/>
              <a:gd name="connsiteY107" fmla="*/ 122778 h 152590"/>
              <a:gd name="connsiteX108" fmla="*/ 750166 w 1228797"/>
              <a:gd name="connsiteY108" fmla="*/ 122778 h 152590"/>
              <a:gd name="connsiteX109" fmla="*/ 756452 w 1228797"/>
              <a:gd name="connsiteY109" fmla="*/ 129064 h 152590"/>
              <a:gd name="connsiteX110" fmla="*/ 756452 w 1228797"/>
              <a:gd name="connsiteY110" fmla="*/ 141733 h 152590"/>
              <a:gd name="connsiteX111" fmla="*/ 750356 w 1228797"/>
              <a:gd name="connsiteY111" fmla="*/ 148019 h 152590"/>
              <a:gd name="connsiteX112" fmla="*/ 750166 w 1228797"/>
              <a:gd name="connsiteY112" fmla="*/ 148019 h 152590"/>
              <a:gd name="connsiteX113" fmla="*/ 646058 w 1228797"/>
              <a:gd name="connsiteY113" fmla="*/ 148019 h 152590"/>
              <a:gd name="connsiteX114" fmla="*/ 639771 w 1228797"/>
              <a:gd name="connsiteY114" fmla="*/ 141733 h 152590"/>
              <a:gd name="connsiteX115" fmla="*/ 639771 w 1228797"/>
              <a:gd name="connsiteY115" fmla="*/ 8382 h 152590"/>
              <a:gd name="connsiteX116" fmla="*/ 646058 w 1228797"/>
              <a:gd name="connsiteY116" fmla="*/ 2096 h 152590"/>
              <a:gd name="connsiteX117" fmla="*/ 995720 w 1228797"/>
              <a:gd name="connsiteY117" fmla="*/ 191 h 152590"/>
              <a:gd name="connsiteX118" fmla="*/ 1040488 w 1228797"/>
              <a:gd name="connsiteY118" fmla="*/ 15621 h 152590"/>
              <a:gd name="connsiteX119" fmla="*/ 1051060 w 1228797"/>
              <a:gd name="connsiteY119" fmla="*/ 25146 h 152590"/>
              <a:gd name="connsiteX120" fmla="*/ 1051251 w 1228797"/>
              <a:gd name="connsiteY120" fmla="*/ 25418 h 152590"/>
              <a:gd name="connsiteX121" fmla="*/ 1049536 w 1228797"/>
              <a:gd name="connsiteY121" fmla="*/ 34004 h 152590"/>
              <a:gd name="connsiteX122" fmla="*/ 1038964 w 1228797"/>
              <a:gd name="connsiteY122" fmla="*/ 41434 h 152590"/>
              <a:gd name="connsiteX123" fmla="*/ 1030867 w 1228797"/>
              <a:gd name="connsiteY123" fmla="*/ 40767 h 152590"/>
              <a:gd name="connsiteX124" fmla="*/ 1028010 w 1228797"/>
              <a:gd name="connsiteY124" fmla="*/ 38100 h 152590"/>
              <a:gd name="connsiteX125" fmla="*/ 1027343 w 1228797"/>
              <a:gd name="connsiteY125" fmla="*/ 37624 h 152590"/>
              <a:gd name="connsiteX126" fmla="*/ 995911 w 1228797"/>
              <a:gd name="connsiteY126" fmla="*/ 26194 h 152590"/>
              <a:gd name="connsiteX127" fmla="*/ 993815 w 1228797"/>
              <a:gd name="connsiteY127" fmla="*/ 26194 h 152590"/>
              <a:gd name="connsiteX128" fmla="*/ 990386 w 1228797"/>
              <a:gd name="connsiteY128" fmla="*/ 26194 h 152590"/>
              <a:gd name="connsiteX129" fmla="*/ 981623 w 1228797"/>
              <a:gd name="connsiteY129" fmla="*/ 28004 h 152590"/>
              <a:gd name="connsiteX130" fmla="*/ 947638 w 1228797"/>
              <a:gd name="connsiteY130" fmla="*/ 64456 h 152590"/>
              <a:gd name="connsiteX131" fmla="*/ 984957 w 1228797"/>
              <a:gd name="connsiteY131" fmla="*/ 123254 h 152590"/>
              <a:gd name="connsiteX132" fmla="*/ 988957 w 1228797"/>
              <a:gd name="connsiteY132" fmla="*/ 124016 h 152590"/>
              <a:gd name="connsiteX133" fmla="*/ 992291 w 1228797"/>
              <a:gd name="connsiteY133" fmla="*/ 122968 h 152590"/>
              <a:gd name="connsiteX134" fmla="*/ 1001816 w 1228797"/>
              <a:gd name="connsiteY134" fmla="*/ 122968 h 152590"/>
              <a:gd name="connsiteX135" fmla="*/ 1009150 w 1228797"/>
              <a:gd name="connsiteY135" fmla="*/ 121920 h 152590"/>
              <a:gd name="connsiteX136" fmla="*/ 1010484 w 1228797"/>
              <a:gd name="connsiteY136" fmla="*/ 121920 h 152590"/>
              <a:gd name="connsiteX137" fmla="*/ 1011817 w 1228797"/>
              <a:gd name="connsiteY137" fmla="*/ 121920 h 152590"/>
              <a:gd name="connsiteX138" fmla="*/ 1017437 w 1228797"/>
              <a:gd name="connsiteY138" fmla="*/ 119920 h 152590"/>
              <a:gd name="connsiteX139" fmla="*/ 1018580 w 1228797"/>
              <a:gd name="connsiteY139" fmla="*/ 119444 h 152590"/>
              <a:gd name="connsiteX140" fmla="*/ 1019723 w 1228797"/>
              <a:gd name="connsiteY140" fmla="*/ 118967 h 152590"/>
              <a:gd name="connsiteX141" fmla="*/ 1020866 w 1228797"/>
              <a:gd name="connsiteY141" fmla="*/ 118396 h 152590"/>
              <a:gd name="connsiteX142" fmla="*/ 1023438 w 1228797"/>
              <a:gd name="connsiteY142" fmla="*/ 117062 h 152590"/>
              <a:gd name="connsiteX143" fmla="*/ 1024200 w 1228797"/>
              <a:gd name="connsiteY143" fmla="*/ 116491 h 152590"/>
              <a:gd name="connsiteX144" fmla="*/ 1041154 w 1228797"/>
              <a:gd name="connsiteY144" fmla="*/ 95345 h 152590"/>
              <a:gd name="connsiteX145" fmla="*/ 1040202 w 1228797"/>
              <a:gd name="connsiteY145" fmla="*/ 90297 h 152590"/>
              <a:gd name="connsiteX146" fmla="*/ 1036106 w 1228797"/>
              <a:gd name="connsiteY146" fmla="*/ 88583 h 152590"/>
              <a:gd name="connsiteX147" fmla="*/ 1008579 w 1228797"/>
              <a:gd name="connsiteY147" fmla="*/ 88583 h 152590"/>
              <a:gd name="connsiteX148" fmla="*/ 1002292 w 1228797"/>
              <a:gd name="connsiteY148" fmla="*/ 82296 h 152590"/>
              <a:gd name="connsiteX149" fmla="*/ 1002292 w 1228797"/>
              <a:gd name="connsiteY149" fmla="*/ 69437 h 152590"/>
              <a:gd name="connsiteX150" fmla="*/ 1002292 w 1228797"/>
              <a:gd name="connsiteY150" fmla="*/ 69245 h 152590"/>
              <a:gd name="connsiteX151" fmla="*/ 1008579 w 1228797"/>
              <a:gd name="connsiteY151" fmla="*/ 63151 h 152590"/>
              <a:gd name="connsiteX152" fmla="*/ 1065729 w 1228797"/>
              <a:gd name="connsiteY152" fmla="*/ 63151 h 152590"/>
              <a:gd name="connsiteX153" fmla="*/ 1066205 w 1228797"/>
              <a:gd name="connsiteY153" fmla="*/ 63151 h 152590"/>
              <a:gd name="connsiteX154" fmla="*/ 1066777 w 1228797"/>
              <a:gd name="connsiteY154" fmla="*/ 63151 h 152590"/>
              <a:gd name="connsiteX155" fmla="*/ 1068205 w 1228797"/>
              <a:gd name="connsiteY155" fmla="*/ 68771 h 152590"/>
              <a:gd name="connsiteX156" fmla="*/ 1068205 w 1228797"/>
              <a:gd name="connsiteY156" fmla="*/ 80391 h 152590"/>
              <a:gd name="connsiteX157" fmla="*/ 1043155 w 1228797"/>
              <a:gd name="connsiteY157" fmla="*/ 136112 h 152590"/>
              <a:gd name="connsiteX158" fmla="*/ 1040869 w 1228797"/>
              <a:gd name="connsiteY158" fmla="*/ 138113 h 152590"/>
              <a:gd name="connsiteX159" fmla="*/ 1039630 w 1228797"/>
              <a:gd name="connsiteY159" fmla="*/ 139065 h 152590"/>
              <a:gd name="connsiteX160" fmla="*/ 1037249 w 1228797"/>
              <a:gd name="connsiteY160" fmla="*/ 140780 h 152590"/>
              <a:gd name="connsiteX161" fmla="*/ 1036011 w 1228797"/>
              <a:gd name="connsiteY161" fmla="*/ 141637 h 152590"/>
              <a:gd name="connsiteX162" fmla="*/ 1033630 w 1228797"/>
              <a:gd name="connsiteY162" fmla="*/ 143161 h 152590"/>
              <a:gd name="connsiteX163" fmla="*/ 1032391 w 1228797"/>
              <a:gd name="connsiteY163" fmla="*/ 143923 h 152590"/>
              <a:gd name="connsiteX164" fmla="*/ 1029915 w 1228797"/>
              <a:gd name="connsiteY164" fmla="*/ 145352 h 152590"/>
              <a:gd name="connsiteX165" fmla="*/ 1029343 w 1228797"/>
              <a:gd name="connsiteY165" fmla="*/ 145352 h 152590"/>
              <a:gd name="connsiteX166" fmla="*/ 1025343 w 1228797"/>
              <a:gd name="connsiteY166" fmla="*/ 147257 h 152590"/>
              <a:gd name="connsiteX167" fmla="*/ 1024676 w 1228797"/>
              <a:gd name="connsiteY167" fmla="*/ 147257 h 152590"/>
              <a:gd name="connsiteX168" fmla="*/ 1022104 w 1228797"/>
              <a:gd name="connsiteY168" fmla="*/ 148209 h 152590"/>
              <a:gd name="connsiteX169" fmla="*/ 1020866 w 1228797"/>
              <a:gd name="connsiteY169" fmla="*/ 148209 h 152590"/>
              <a:gd name="connsiteX170" fmla="*/ 1020104 w 1228797"/>
              <a:gd name="connsiteY170" fmla="*/ 148209 h 152590"/>
              <a:gd name="connsiteX171" fmla="*/ 1018009 w 1228797"/>
              <a:gd name="connsiteY171" fmla="*/ 148971 h 152590"/>
              <a:gd name="connsiteX172" fmla="*/ 1017151 w 1228797"/>
              <a:gd name="connsiteY172" fmla="*/ 148971 h 152590"/>
              <a:gd name="connsiteX173" fmla="*/ 1015913 w 1228797"/>
              <a:gd name="connsiteY173" fmla="*/ 148971 h 152590"/>
              <a:gd name="connsiteX174" fmla="*/ 1015056 w 1228797"/>
              <a:gd name="connsiteY174" fmla="*/ 148971 h 152590"/>
              <a:gd name="connsiteX175" fmla="*/ 1013151 w 1228797"/>
              <a:gd name="connsiteY175" fmla="*/ 149447 h 152590"/>
              <a:gd name="connsiteX176" fmla="*/ 1012103 w 1228797"/>
              <a:gd name="connsiteY176" fmla="*/ 149447 h 152590"/>
              <a:gd name="connsiteX177" fmla="*/ 1010960 w 1228797"/>
              <a:gd name="connsiteY177" fmla="*/ 149447 h 152590"/>
              <a:gd name="connsiteX178" fmla="*/ 1009912 w 1228797"/>
              <a:gd name="connsiteY178" fmla="*/ 149447 h 152590"/>
              <a:gd name="connsiteX179" fmla="*/ 1008103 w 1228797"/>
              <a:gd name="connsiteY179" fmla="*/ 149447 h 152590"/>
              <a:gd name="connsiteX180" fmla="*/ 1006960 w 1228797"/>
              <a:gd name="connsiteY180" fmla="*/ 149447 h 152590"/>
              <a:gd name="connsiteX181" fmla="*/ 1005817 w 1228797"/>
              <a:gd name="connsiteY181" fmla="*/ 149447 h 152590"/>
              <a:gd name="connsiteX182" fmla="*/ 1004578 w 1228797"/>
              <a:gd name="connsiteY182" fmla="*/ 149447 h 152590"/>
              <a:gd name="connsiteX183" fmla="*/ 1002864 w 1228797"/>
              <a:gd name="connsiteY183" fmla="*/ 149447 h 152590"/>
              <a:gd name="connsiteX184" fmla="*/ 995720 w 1228797"/>
              <a:gd name="connsiteY184" fmla="*/ 149447 h 152590"/>
              <a:gd name="connsiteX185" fmla="*/ 990386 w 1228797"/>
              <a:gd name="connsiteY185" fmla="*/ 149447 h 152590"/>
              <a:gd name="connsiteX186" fmla="*/ 918425 w 1228797"/>
              <a:gd name="connsiteY186" fmla="*/ 72152 h 152590"/>
              <a:gd name="connsiteX187" fmla="*/ 995720 w 1228797"/>
              <a:gd name="connsiteY187" fmla="*/ 191 h 152590"/>
              <a:gd name="connsiteX188" fmla="*/ 836558 w 1228797"/>
              <a:gd name="connsiteY188" fmla="*/ 191 h 152590"/>
              <a:gd name="connsiteX189" fmla="*/ 911234 w 1228797"/>
              <a:gd name="connsiteY189" fmla="*/ 74867 h 152590"/>
              <a:gd name="connsiteX190" fmla="*/ 836558 w 1228797"/>
              <a:gd name="connsiteY190" fmla="*/ 149543 h 152590"/>
              <a:gd name="connsiteX191" fmla="*/ 761882 w 1228797"/>
              <a:gd name="connsiteY191" fmla="*/ 74867 h 152590"/>
              <a:gd name="connsiteX192" fmla="*/ 836558 w 1228797"/>
              <a:gd name="connsiteY192" fmla="*/ 191 h 152590"/>
              <a:gd name="connsiteX193" fmla="*/ 200954 w 1228797"/>
              <a:gd name="connsiteY193" fmla="*/ 0 h 152590"/>
              <a:gd name="connsiteX194" fmla="*/ 275821 w 1228797"/>
              <a:gd name="connsiteY194" fmla="*/ 74867 h 152590"/>
              <a:gd name="connsiteX195" fmla="*/ 200954 w 1228797"/>
              <a:gd name="connsiteY195" fmla="*/ 149733 h 152590"/>
              <a:gd name="connsiteX196" fmla="*/ 126088 w 1228797"/>
              <a:gd name="connsiteY196" fmla="*/ 74867 h 152590"/>
              <a:gd name="connsiteX197" fmla="*/ 200954 w 1228797"/>
              <a:gd name="connsiteY197" fmla="*/ 0 h 152590"/>
            </a:gdLst>
            <a:ahLst/>
            <a:cxnLst/>
            <a:rect l="l" t="t" r="r" b="b"/>
            <a:pathLst>
              <a:path w="1228797" h="152590">
                <a:moveTo>
                  <a:pt x="353068" y="146933"/>
                </a:moveTo>
                <a:lnTo>
                  <a:pt x="353259" y="146971"/>
                </a:lnTo>
                <a:lnTo>
                  <a:pt x="352878" y="146971"/>
                </a:lnTo>
                <a:close/>
                <a:moveTo>
                  <a:pt x="463654" y="28766"/>
                </a:moveTo>
                <a:cubicBezTo>
                  <a:pt x="460187" y="28766"/>
                  <a:pt x="457368" y="31580"/>
                  <a:pt x="457368" y="35052"/>
                </a:cubicBezTo>
                <a:lnTo>
                  <a:pt x="457368" y="66866"/>
                </a:lnTo>
                <a:cubicBezTo>
                  <a:pt x="457311" y="70284"/>
                  <a:pt x="460044" y="73099"/>
                  <a:pt x="463464" y="73152"/>
                </a:cubicBezTo>
                <a:cubicBezTo>
                  <a:pt x="463530" y="73153"/>
                  <a:pt x="463588" y="73153"/>
                  <a:pt x="463654" y="73152"/>
                </a:cubicBezTo>
                <a:lnTo>
                  <a:pt x="502611" y="73152"/>
                </a:lnTo>
                <a:cubicBezTo>
                  <a:pt x="514613" y="73223"/>
                  <a:pt x="524576" y="63892"/>
                  <a:pt x="525281" y="51911"/>
                </a:cubicBezTo>
                <a:cubicBezTo>
                  <a:pt x="525910" y="39775"/>
                  <a:pt x="516585" y="29427"/>
                  <a:pt x="504450" y="28795"/>
                </a:cubicBezTo>
                <a:cubicBezTo>
                  <a:pt x="504031" y="28773"/>
                  <a:pt x="503602" y="28763"/>
                  <a:pt x="503183" y="28766"/>
                </a:cubicBezTo>
                <a:close/>
                <a:moveTo>
                  <a:pt x="1154216" y="28194"/>
                </a:moveTo>
                <a:lnTo>
                  <a:pt x="1154216" y="28765"/>
                </a:lnTo>
                <a:cubicBezTo>
                  <a:pt x="1127022" y="28713"/>
                  <a:pt x="1104934" y="50717"/>
                  <a:pt x="1104877" y="77914"/>
                </a:cubicBezTo>
                <a:cubicBezTo>
                  <a:pt x="1104820" y="105111"/>
                  <a:pt x="1126832" y="127201"/>
                  <a:pt x="1154026" y="127254"/>
                </a:cubicBezTo>
                <a:cubicBezTo>
                  <a:pt x="1181220" y="127306"/>
                  <a:pt x="1203308" y="105301"/>
                  <a:pt x="1203365" y="78105"/>
                </a:cubicBezTo>
                <a:cubicBezTo>
                  <a:pt x="1203365" y="78073"/>
                  <a:pt x="1203365" y="78041"/>
                  <a:pt x="1203365" y="78009"/>
                </a:cubicBezTo>
                <a:cubicBezTo>
                  <a:pt x="1203632" y="50761"/>
                  <a:pt x="1181753" y="28458"/>
                  <a:pt x="1154502" y="28195"/>
                </a:cubicBezTo>
                <a:cubicBezTo>
                  <a:pt x="1154407" y="28195"/>
                  <a:pt x="1154312" y="28194"/>
                  <a:pt x="1154216" y="28194"/>
                </a:cubicBezTo>
                <a:close/>
                <a:moveTo>
                  <a:pt x="836558" y="25718"/>
                </a:moveTo>
                <a:cubicBezTo>
                  <a:pt x="809364" y="25718"/>
                  <a:pt x="787314" y="47766"/>
                  <a:pt x="787314" y="74962"/>
                </a:cubicBezTo>
                <a:cubicBezTo>
                  <a:pt x="787314" y="102159"/>
                  <a:pt x="809364" y="124207"/>
                  <a:pt x="836558" y="124207"/>
                </a:cubicBezTo>
                <a:cubicBezTo>
                  <a:pt x="863752" y="124207"/>
                  <a:pt x="885802" y="102159"/>
                  <a:pt x="885802" y="74962"/>
                </a:cubicBezTo>
                <a:cubicBezTo>
                  <a:pt x="885802" y="74931"/>
                  <a:pt x="885802" y="74898"/>
                  <a:pt x="885802" y="74867"/>
                </a:cubicBezTo>
                <a:cubicBezTo>
                  <a:pt x="885745" y="47707"/>
                  <a:pt x="863714" y="25718"/>
                  <a:pt x="836558" y="25718"/>
                </a:cubicBezTo>
                <a:close/>
                <a:moveTo>
                  <a:pt x="200954" y="25527"/>
                </a:moveTo>
                <a:lnTo>
                  <a:pt x="200954" y="25908"/>
                </a:lnTo>
                <a:cubicBezTo>
                  <a:pt x="173652" y="25856"/>
                  <a:pt x="151477" y="47945"/>
                  <a:pt x="151424" y="75248"/>
                </a:cubicBezTo>
                <a:cubicBezTo>
                  <a:pt x="151372" y="102550"/>
                  <a:pt x="173462" y="124725"/>
                  <a:pt x="200764" y="124778"/>
                </a:cubicBezTo>
                <a:cubicBezTo>
                  <a:pt x="228063" y="124830"/>
                  <a:pt x="250237" y="102740"/>
                  <a:pt x="250294" y="75438"/>
                </a:cubicBezTo>
                <a:cubicBezTo>
                  <a:pt x="250294" y="75374"/>
                  <a:pt x="250294" y="75311"/>
                  <a:pt x="250294" y="75248"/>
                </a:cubicBezTo>
                <a:cubicBezTo>
                  <a:pt x="250456" y="47946"/>
                  <a:pt x="228444" y="25686"/>
                  <a:pt x="201145" y="25528"/>
                </a:cubicBezTo>
                <a:cubicBezTo>
                  <a:pt x="201078" y="25527"/>
                  <a:pt x="201021" y="25527"/>
                  <a:pt x="200954" y="25527"/>
                </a:cubicBezTo>
                <a:close/>
                <a:moveTo>
                  <a:pt x="437841" y="3429"/>
                </a:moveTo>
                <a:lnTo>
                  <a:pt x="502040" y="3429"/>
                </a:lnTo>
                <a:cubicBezTo>
                  <a:pt x="514623" y="3414"/>
                  <a:pt x="526748" y="8180"/>
                  <a:pt x="535949" y="16764"/>
                </a:cubicBezTo>
                <a:cubicBezTo>
                  <a:pt x="545074" y="25190"/>
                  <a:pt x="550427" y="36928"/>
                  <a:pt x="550808" y="49340"/>
                </a:cubicBezTo>
                <a:cubicBezTo>
                  <a:pt x="551303" y="66268"/>
                  <a:pt x="542883" y="82215"/>
                  <a:pt x="528615" y="91345"/>
                </a:cubicBezTo>
                <a:cubicBezTo>
                  <a:pt x="525881" y="92959"/>
                  <a:pt x="524852" y="96397"/>
                  <a:pt x="526233" y="99251"/>
                </a:cubicBezTo>
                <a:lnTo>
                  <a:pt x="544712" y="138017"/>
                </a:lnTo>
                <a:cubicBezTo>
                  <a:pt x="546188" y="141161"/>
                  <a:pt x="544826" y="144904"/>
                  <a:pt x="541683" y="146377"/>
                </a:cubicBezTo>
                <a:cubicBezTo>
                  <a:pt x="540845" y="146772"/>
                  <a:pt x="539930" y="146974"/>
                  <a:pt x="538997" y="146971"/>
                </a:cubicBezTo>
                <a:lnTo>
                  <a:pt x="525567" y="146971"/>
                </a:lnTo>
                <a:cubicBezTo>
                  <a:pt x="523166" y="146983"/>
                  <a:pt x="520976" y="145611"/>
                  <a:pt x="519947" y="143447"/>
                </a:cubicBezTo>
                <a:lnTo>
                  <a:pt x="500230" y="102203"/>
                </a:lnTo>
                <a:cubicBezTo>
                  <a:pt x="499221" y="100023"/>
                  <a:pt x="497011" y="98643"/>
                  <a:pt x="494611" y="98679"/>
                </a:cubicBezTo>
                <a:lnTo>
                  <a:pt x="463654" y="98679"/>
                </a:lnTo>
                <a:cubicBezTo>
                  <a:pt x="460235" y="98626"/>
                  <a:pt x="457425" y="101355"/>
                  <a:pt x="457368" y="104773"/>
                </a:cubicBezTo>
                <a:cubicBezTo>
                  <a:pt x="457368" y="104838"/>
                  <a:pt x="457368" y="104902"/>
                  <a:pt x="457368" y="104966"/>
                </a:cubicBezTo>
                <a:lnTo>
                  <a:pt x="457368" y="140684"/>
                </a:lnTo>
                <a:cubicBezTo>
                  <a:pt x="457368" y="144156"/>
                  <a:pt x="454558" y="146971"/>
                  <a:pt x="451081" y="146971"/>
                </a:cubicBezTo>
                <a:lnTo>
                  <a:pt x="437841" y="146971"/>
                </a:lnTo>
                <a:cubicBezTo>
                  <a:pt x="434365" y="146971"/>
                  <a:pt x="431555" y="144156"/>
                  <a:pt x="431555" y="140684"/>
                </a:cubicBezTo>
                <a:lnTo>
                  <a:pt x="431555" y="9716"/>
                </a:lnTo>
                <a:cubicBezTo>
                  <a:pt x="431603" y="6265"/>
                  <a:pt x="434393" y="3480"/>
                  <a:pt x="437841" y="3429"/>
                </a:cubicBezTo>
                <a:close/>
                <a:moveTo>
                  <a:pt x="293633" y="3429"/>
                </a:moveTo>
                <a:lnTo>
                  <a:pt x="306777" y="3429"/>
                </a:lnTo>
                <a:cubicBezTo>
                  <a:pt x="310101" y="3631"/>
                  <a:pt x="312692" y="6387"/>
                  <a:pt x="312683" y="9715"/>
                </a:cubicBezTo>
                <a:lnTo>
                  <a:pt x="312683" y="80677"/>
                </a:lnTo>
                <a:cubicBezTo>
                  <a:pt x="311454" y="102842"/>
                  <a:pt x="328427" y="121805"/>
                  <a:pt x="350592" y="123032"/>
                </a:cubicBezTo>
                <a:cubicBezTo>
                  <a:pt x="372757" y="124258"/>
                  <a:pt x="391721" y="107284"/>
                  <a:pt x="392950" y="85118"/>
                </a:cubicBezTo>
                <a:cubicBezTo>
                  <a:pt x="393026" y="83830"/>
                  <a:pt x="393035" y="82538"/>
                  <a:pt x="392978" y="81248"/>
                </a:cubicBezTo>
                <a:lnTo>
                  <a:pt x="392978" y="9715"/>
                </a:lnTo>
                <a:cubicBezTo>
                  <a:pt x="393026" y="6265"/>
                  <a:pt x="395817" y="3480"/>
                  <a:pt x="399265" y="3429"/>
                </a:cubicBezTo>
                <a:lnTo>
                  <a:pt x="412505" y="3429"/>
                </a:lnTo>
                <a:cubicBezTo>
                  <a:pt x="415943" y="3481"/>
                  <a:pt x="418696" y="6281"/>
                  <a:pt x="418696" y="9715"/>
                </a:cubicBezTo>
                <a:lnTo>
                  <a:pt x="418696" y="81153"/>
                </a:lnTo>
                <a:cubicBezTo>
                  <a:pt x="418696" y="108416"/>
                  <a:pt x="402119" y="131807"/>
                  <a:pt x="378496" y="141799"/>
                </a:cubicBezTo>
                <a:lnTo>
                  <a:pt x="353068" y="146933"/>
                </a:lnTo>
                <a:lnTo>
                  <a:pt x="327634" y="141836"/>
                </a:lnTo>
                <a:cubicBezTo>
                  <a:pt x="303998" y="131878"/>
                  <a:pt x="287389" y="108511"/>
                  <a:pt x="287346" y="81248"/>
                </a:cubicBezTo>
                <a:cubicBezTo>
                  <a:pt x="287346" y="81217"/>
                  <a:pt x="287346" y="81184"/>
                  <a:pt x="287346" y="81153"/>
                </a:cubicBezTo>
                <a:lnTo>
                  <a:pt x="287346" y="9715"/>
                </a:lnTo>
                <a:cubicBezTo>
                  <a:pt x="287394" y="6265"/>
                  <a:pt x="290184" y="3480"/>
                  <a:pt x="293633" y="3429"/>
                </a:cubicBezTo>
                <a:close/>
                <a:moveTo>
                  <a:pt x="6264" y="3333"/>
                </a:moveTo>
                <a:lnTo>
                  <a:pt x="18646" y="3333"/>
                </a:lnTo>
                <a:cubicBezTo>
                  <a:pt x="20692" y="3332"/>
                  <a:pt x="22611" y="4327"/>
                  <a:pt x="23790" y="6000"/>
                </a:cubicBezTo>
                <a:lnTo>
                  <a:pt x="61890" y="59817"/>
                </a:lnTo>
                <a:cubicBezTo>
                  <a:pt x="63109" y="61430"/>
                  <a:pt x="65011" y="62381"/>
                  <a:pt x="67033" y="62388"/>
                </a:cubicBezTo>
                <a:cubicBezTo>
                  <a:pt x="69032" y="62397"/>
                  <a:pt x="70913" y="61439"/>
                  <a:pt x="72081" y="59817"/>
                </a:cubicBezTo>
                <a:lnTo>
                  <a:pt x="110181" y="6000"/>
                </a:lnTo>
                <a:cubicBezTo>
                  <a:pt x="111360" y="4327"/>
                  <a:pt x="113279" y="3332"/>
                  <a:pt x="115325" y="3333"/>
                </a:cubicBezTo>
                <a:lnTo>
                  <a:pt x="127707" y="3333"/>
                </a:lnTo>
                <a:cubicBezTo>
                  <a:pt x="131179" y="3293"/>
                  <a:pt x="134026" y="6076"/>
                  <a:pt x="134065" y="9548"/>
                </a:cubicBezTo>
                <a:cubicBezTo>
                  <a:pt x="134082" y="10908"/>
                  <a:pt x="133655" y="12237"/>
                  <a:pt x="132851" y="13335"/>
                </a:cubicBezTo>
                <a:lnTo>
                  <a:pt x="81702" y="83724"/>
                </a:lnTo>
                <a:cubicBezTo>
                  <a:pt x="80555" y="85300"/>
                  <a:pt x="79953" y="87206"/>
                  <a:pt x="79987" y="89154"/>
                </a:cubicBezTo>
                <a:lnTo>
                  <a:pt x="79987" y="140684"/>
                </a:lnTo>
                <a:cubicBezTo>
                  <a:pt x="79987" y="144156"/>
                  <a:pt x="77172" y="146970"/>
                  <a:pt x="73701" y="146970"/>
                </a:cubicBezTo>
                <a:lnTo>
                  <a:pt x="60270" y="146970"/>
                </a:lnTo>
                <a:cubicBezTo>
                  <a:pt x="56798" y="146970"/>
                  <a:pt x="53984" y="144156"/>
                  <a:pt x="53984" y="140684"/>
                </a:cubicBezTo>
                <a:lnTo>
                  <a:pt x="53984" y="89154"/>
                </a:lnTo>
                <a:cubicBezTo>
                  <a:pt x="54018" y="87206"/>
                  <a:pt x="53416" y="85300"/>
                  <a:pt x="52269" y="83724"/>
                </a:cubicBezTo>
                <a:lnTo>
                  <a:pt x="1215" y="13335"/>
                </a:lnTo>
                <a:cubicBezTo>
                  <a:pt x="-836" y="10533"/>
                  <a:pt x="-229" y="6600"/>
                  <a:pt x="2572" y="4549"/>
                </a:cubicBezTo>
                <a:cubicBezTo>
                  <a:pt x="3643" y="3764"/>
                  <a:pt x="4936" y="3338"/>
                  <a:pt x="6264" y="3333"/>
                </a:cubicBezTo>
                <a:close/>
                <a:moveTo>
                  <a:pt x="1154026" y="3238"/>
                </a:moveTo>
                <a:cubicBezTo>
                  <a:pt x="1195269" y="3186"/>
                  <a:pt x="1228740" y="36577"/>
                  <a:pt x="1228797" y="77819"/>
                </a:cubicBezTo>
                <a:cubicBezTo>
                  <a:pt x="1228797" y="77850"/>
                  <a:pt x="1228797" y="77883"/>
                  <a:pt x="1228797" y="77914"/>
                </a:cubicBezTo>
                <a:cubicBezTo>
                  <a:pt x="1228740" y="119097"/>
                  <a:pt x="1195402" y="152485"/>
                  <a:pt x="1154216" y="152590"/>
                </a:cubicBezTo>
                <a:cubicBezTo>
                  <a:pt x="1112973" y="152642"/>
                  <a:pt x="1079502" y="119252"/>
                  <a:pt x="1079445" y="78009"/>
                </a:cubicBezTo>
                <a:cubicBezTo>
                  <a:pt x="1079388" y="36767"/>
                  <a:pt x="1112783" y="3290"/>
                  <a:pt x="1154026" y="3238"/>
                </a:cubicBezTo>
                <a:close/>
                <a:moveTo>
                  <a:pt x="646058" y="2096"/>
                </a:moveTo>
                <a:lnTo>
                  <a:pt x="659774" y="2096"/>
                </a:lnTo>
                <a:cubicBezTo>
                  <a:pt x="663250" y="2096"/>
                  <a:pt x="666060" y="4911"/>
                  <a:pt x="666060" y="8382"/>
                </a:cubicBezTo>
                <a:lnTo>
                  <a:pt x="666060" y="116491"/>
                </a:lnTo>
                <a:cubicBezTo>
                  <a:pt x="666060" y="119963"/>
                  <a:pt x="668870" y="122778"/>
                  <a:pt x="672346" y="122778"/>
                </a:cubicBezTo>
                <a:lnTo>
                  <a:pt x="750166" y="122778"/>
                </a:lnTo>
                <a:cubicBezTo>
                  <a:pt x="753633" y="122778"/>
                  <a:pt x="756452" y="125592"/>
                  <a:pt x="756452" y="129064"/>
                </a:cubicBezTo>
                <a:lnTo>
                  <a:pt x="756452" y="141733"/>
                </a:lnTo>
                <a:cubicBezTo>
                  <a:pt x="756509" y="145151"/>
                  <a:pt x="753776" y="147966"/>
                  <a:pt x="750356" y="148019"/>
                </a:cubicBezTo>
                <a:cubicBezTo>
                  <a:pt x="750290" y="148020"/>
                  <a:pt x="750232" y="148020"/>
                  <a:pt x="750166" y="148019"/>
                </a:cubicBezTo>
                <a:lnTo>
                  <a:pt x="646058" y="148019"/>
                </a:lnTo>
                <a:cubicBezTo>
                  <a:pt x="642581" y="148019"/>
                  <a:pt x="639771" y="145204"/>
                  <a:pt x="639771" y="141733"/>
                </a:cubicBezTo>
                <a:lnTo>
                  <a:pt x="639771" y="8382"/>
                </a:lnTo>
                <a:cubicBezTo>
                  <a:pt x="639819" y="4932"/>
                  <a:pt x="642609" y="2147"/>
                  <a:pt x="646058" y="2096"/>
                </a:cubicBezTo>
                <a:close/>
                <a:moveTo>
                  <a:pt x="995720" y="191"/>
                </a:moveTo>
                <a:cubicBezTo>
                  <a:pt x="1011922" y="355"/>
                  <a:pt x="1027629" y="5769"/>
                  <a:pt x="1040488" y="15621"/>
                </a:cubicBezTo>
                <a:cubicBezTo>
                  <a:pt x="1044298" y="18466"/>
                  <a:pt x="1047831" y="21654"/>
                  <a:pt x="1051060" y="25146"/>
                </a:cubicBezTo>
                <a:cubicBezTo>
                  <a:pt x="1051127" y="25235"/>
                  <a:pt x="1051194" y="25326"/>
                  <a:pt x="1051251" y="25418"/>
                </a:cubicBezTo>
                <a:cubicBezTo>
                  <a:pt x="1053146" y="28264"/>
                  <a:pt x="1052384" y="32107"/>
                  <a:pt x="1049536" y="34004"/>
                </a:cubicBezTo>
                <a:lnTo>
                  <a:pt x="1038964" y="41434"/>
                </a:lnTo>
                <a:cubicBezTo>
                  <a:pt x="1036478" y="43261"/>
                  <a:pt x="1033020" y="42976"/>
                  <a:pt x="1030867" y="40767"/>
                </a:cubicBezTo>
                <a:cubicBezTo>
                  <a:pt x="1029962" y="39830"/>
                  <a:pt x="1029010" y="38939"/>
                  <a:pt x="1028010" y="38100"/>
                </a:cubicBezTo>
                <a:cubicBezTo>
                  <a:pt x="1027753" y="37997"/>
                  <a:pt x="1027524" y="37834"/>
                  <a:pt x="1027343" y="37624"/>
                </a:cubicBezTo>
                <a:cubicBezTo>
                  <a:pt x="1018532" y="30242"/>
                  <a:pt x="1007407" y="26196"/>
                  <a:pt x="995911" y="26194"/>
                </a:cubicBezTo>
                <a:lnTo>
                  <a:pt x="993815" y="26194"/>
                </a:lnTo>
                <a:cubicBezTo>
                  <a:pt x="992672" y="26099"/>
                  <a:pt x="991529" y="26099"/>
                  <a:pt x="990386" y="26194"/>
                </a:cubicBezTo>
                <a:cubicBezTo>
                  <a:pt x="987414" y="26512"/>
                  <a:pt x="984481" y="27118"/>
                  <a:pt x="981623" y="28004"/>
                </a:cubicBezTo>
                <a:cubicBezTo>
                  <a:pt x="964526" y="33101"/>
                  <a:pt x="951524" y="47046"/>
                  <a:pt x="947638" y="64456"/>
                </a:cubicBezTo>
                <a:cubicBezTo>
                  <a:pt x="941704" y="90998"/>
                  <a:pt x="958411" y="117323"/>
                  <a:pt x="984957" y="123254"/>
                </a:cubicBezTo>
                <a:lnTo>
                  <a:pt x="988957" y="124016"/>
                </a:lnTo>
                <a:lnTo>
                  <a:pt x="992291" y="122968"/>
                </a:lnTo>
                <a:lnTo>
                  <a:pt x="1001816" y="122968"/>
                </a:lnTo>
                <a:cubicBezTo>
                  <a:pt x="1004274" y="122753"/>
                  <a:pt x="1006731" y="122403"/>
                  <a:pt x="1009150" y="121920"/>
                </a:cubicBezTo>
                <a:lnTo>
                  <a:pt x="1010484" y="121920"/>
                </a:lnTo>
                <a:lnTo>
                  <a:pt x="1011817" y="121920"/>
                </a:lnTo>
                <a:lnTo>
                  <a:pt x="1017437" y="119920"/>
                </a:lnTo>
                <a:lnTo>
                  <a:pt x="1018580" y="119444"/>
                </a:lnTo>
                <a:lnTo>
                  <a:pt x="1019723" y="118967"/>
                </a:lnTo>
                <a:lnTo>
                  <a:pt x="1020866" y="118396"/>
                </a:lnTo>
                <a:lnTo>
                  <a:pt x="1023438" y="117062"/>
                </a:lnTo>
                <a:lnTo>
                  <a:pt x="1024200" y="116491"/>
                </a:lnTo>
                <a:cubicBezTo>
                  <a:pt x="1031496" y="110931"/>
                  <a:pt x="1037316" y="103671"/>
                  <a:pt x="1041154" y="95345"/>
                </a:cubicBezTo>
                <a:cubicBezTo>
                  <a:pt x="1041764" y="93613"/>
                  <a:pt x="1041393" y="91690"/>
                  <a:pt x="1040202" y="90297"/>
                </a:cubicBezTo>
                <a:cubicBezTo>
                  <a:pt x="1039135" y="89178"/>
                  <a:pt x="1037649" y="88556"/>
                  <a:pt x="1036106" y="88583"/>
                </a:cubicBezTo>
                <a:lnTo>
                  <a:pt x="1008579" y="88583"/>
                </a:lnTo>
                <a:cubicBezTo>
                  <a:pt x="1005102" y="88583"/>
                  <a:pt x="1002292" y="85768"/>
                  <a:pt x="1002292" y="82296"/>
                </a:cubicBezTo>
                <a:lnTo>
                  <a:pt x="1002292" y="69437"/>
                </a:lnTo>
                <a:cubicBezTo>
                  <a:pt x="1002292" y="69373"/>
                  <a:pt x="1002292" y="69310"/>
                  <a:pt x="1002292" y="69245"/>
                </a:cubicBezTo>
                <a:cubicBezTo>
                  <a:pt x="1002350" y="65826"/>
                  <a:pt x="1005159" y="63097"/>
                  <a:pt x="1008579" y="63151"/>
                </a:cubicBezTo>
                <a:lnTo>
                  <a:pt x="1065729" y="63151"/>
                </a:lnTo>
                <a:lnTo>
                  <a:pt x="1066205" y="63151"/>
                </a:lnTo>
                <a:lnTo>
                  <a:pt x="1066777" y="63151"/>
                </a:lnTo>
                <a:cubicBezTo>
                  <a:pt x="1068139" y="64680"/>
                  <a:pt x="1068672" y="66776"/>
                  <a:pt x="1068205" y="68771"/>
                </a:cubicBezTo>
                <a:lnTo>
                  <a:pt x="1068205" y="80391"/>
                </a:lnTo>
                <a:cubicBezTo>
                  <a:pt x="1068244" y="101700"/>
                  <a:pt x="1059119" y="121997"/>
                  <a:pt x="1043155" y="136112"/>
                </a:cubicBezTo>
                <a:lnTo>
                  <a:pt x="1040869" y="138113"/>
                </a:lnTo>
                <a:lnTo>
                  <a:pt x="1039630" y="139065"/>
                </a:lnTo>
                <a:cubicBezTo>
                  <a:pt x="1038878" y="139697"/>
                  <a:pt x="1038087" y="140270"/>
                  <a:pt x="1037249" y="140780"/>
                </a:cubicBezTo>
                <a:lnTo>
                  <a:pt x="1036011" y="141637"/>
                </a:lnTo>
                <a:lnTo>
                  <a:pt x="1033630" y="143161"/>
                </a:lnTo>
                <a:lnTo>
                  <a:pt x="1032391" y="143923"/>
                </a:lnTo>
                <a:lnTo>
                  <a:pt x="1029915" y="145352"/>
                </a:lnTo>
                <a:lnTo>
                  <a:pt x="1029343" y="145352"/>
                </a:lnTo>
                <a:lnTo>
                  <a:pt x="1025343" y="147257"/>
                </a:lnTo>
                <a:lnTo>
                  <a:pt x="1024676" y="147257"/>
                </a:lnTo>
                <a:lnTo>
                  <a:pt x="1022104" y="148209"/>
                </a:lnTo>
                <a:lnTo>
                  <a:pt x="1020866" y="148209"/>
                </a:lnTo>
                <a:lnTo>
                  <a:pt x="1020104" y="148209"/>
                </a:lnTo>
                <a:lnTo>
                  <a:pt x="1018009" y="148971"/>
                </a:lnTo>
                <a:lnTo>
                  <a:pt x="1017151" y="148971"/>
                </a:lnTo>
                <a:lnTo>
                  <a:pt x="1015913" y="148971"/>
                </a:lnTo>
                <a:lnTo>
                  <a:pt x="1015056" y="148971"/>
                </a:lnTo>
                <a:lnTo>
                  <a:pt x="1013151" y="149447"/>
                </a:lnTo>
                <a:lnTo>
                  <a:pt x="1012103" y="149447"/>
                </a:lnTo>
                <a:lnTo>
                  <a:pt x="1010960" y="149447"/>
                </a:lnTo>
                <a:lnTo>
                  <a:pt x="1009912" y="149447"/>
                </a:lnTo>
                <a:lnTo>
                  <a:pt x="1008103" y="149447"/>
                </a:lnTo>
                <a:lnTo>
                  <a:pt x="1006960" y="149447"/>
                </a:lnTo>
                <a:lnTo>
                  <a:pt x="1005817" y="149447"/>
                </a:lnTo>
                <a:lnTo>
                  <a:pt x="1004578" y="149447"/>
                </a:lnTo>
                <a:lnTo>
                  <a:pt x="1002864" y="149447"/>
                </a:lnTo>
                <a:lnTo>
                  <a:pt x="995720" y="149447"/>
                </a:lnTo>
                <a:cubicBezTo>
                  <a:pt x="993939" y="149511"/>
                  <a:pt x="992167" y="149511"/>
                  <a:pt x="990386" y="149447"/>
                </a:cubicBezTo>
                <a:cubicBezTo>
                  <a:pt x="949171" y="147975"/>
                  <a:pt x="916948" y="113368"/>
                  <a:pt x="918425" y="72152"/>
                </a:cubicBezTo>
                <a:cubicBezTo>
                  <a:pt x="919901" y="30936"/>
                  <a:pt x="954505" y="-1282"/>
                  <a:pt x="995720" y="191"/>
                </a:cubicBezTo>
                <a:close/>
                <a:moveTo>
                  <a:pt x="836558" y="191"/>
                </a:moveTo>
                <a:cubicBezTo>
                  <a:pt x="877801" y="191"/>
                  <a:pt x="911234" y="33625"/>
                  <a:pt x="911234" y="74867"/>
                </a:cubicBezTo>
                <a:cubicBezTo>
                  <a:pt x="911234" y="116109"/>
                  <a:pt x="877801" y="149543"/>
                  <a:pt x="836558" y="149543"/>
                </a:cubicBezTo>
                <a:cubicBezTo>
                  <a:pt x="795315" y="149543"/>
                  <a:pt x="761882" y="116109"/>
                  <a:pt x="761882" y="74867"/>
                </a:cubicBezTo>
                <a:cubicBezTo>
                  <a:pt x="761882" y="33625"/>
                  <a:pt x="795315" y="191"/>
                  <a:pt x="836558" y="191"/>
                </a:cubicBezTo>
                <a:close/>
                <a:moveTo>
                  <a:pt x="200954" y="0"/>
                </a:moveTo>
                <a:cubicBezTo>
                  <a:pt x="242302" y="0"/>
                  <a:pt x="275821" y="33518"/>
                  <a:pt x="275821" y="74867"/>
                </a:cubicBezTo>
                <a:cubicBezTo>
                  <a:pt x="275821" y="116215"/>
                  <a:pt x="242302" y="149733"/>
                  <a:pt x="200954" y="149733"/>
                </a:cubicBezTo>
                <a:cubicBezTo>
                  <a:pt x="159606" y="149733"/>
                  <a:pt x="126088" y="116215"/>
                  <a:pt x="126088" y="74867"/>
                </a:cubicBezTo>
                <a:cubicBezTo>
                  <a:pt x="126088" y="33518"/>
                  <a:pt x="159606" y="0"/>
                  <a:pt x="200954" y="0"/>
                </a:cubicBezTo>
                <a:close/>
              </a:path>
            </a:pathLst>
          </a:cu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291756" y="1819663"/>
            <a:ext cx="2489629" cy="1038204"/>
          </a:xfrm>
          <a:prstGeom prst="rect">
            <a:avLst/>
          </a:prstGeom>
          <a:noFill/>
          <a:ln>
            <a:noFill/>
          </a:ln>
        </p:spPr>
        <p:txBody>
          <a:bodyPr vert="horz" wrap="square" lIns="91440" tIns="45720" rIns="91440" bIns="0" rtlCol="0" anchor="b"/>
          <a:lstStyle/>
          <a:p>
            <a:pPr algn="r">
              <a:lnSpc>
                <a:spcPct val="110000"/>
              </a:lnSpc>
            </a:pPr>
            <a:r>
              <a:rPr kumimoji="1" lang="en-US" altLang="zh-CN" sz="6600">
                <a:ln w="12700">
                  <a:noFill/>
                </a:ln>
                <a:solidFill>
                  <a:srgbClr val="1467F7">
                    <a:alpha val="100000"/>
                  </a:srgbClr>
                </a:solidFill>
                <a:latin typeface="Source Han Sans CN Bold"/>
                <a:ea typeface="Source Han Sans CN Bold"/>
                <a:cs typeface="Source Han Sans CN Bold"/>
              </a:rPr>
              <a:t>PART</a:t>
            </a:r>
            <a:endParaRPr kumimoji="1" lang="zh-CN" altLang="en-US"/>
          </a:p>
        </p:txBody>
      </p:sp>
      <p:sp>
        <p:nvSpPr>
          <p:cNvPr id="16" name="标题 1"/>
          <p:cNvSpPr txBox="1"/>
          <p:nvPr/>
        </p:nvSpPr>
        <p:spPr>
          <a:xfrm>
            <a:off x="2866742" y="896284"/>
            <a:ext cx="1248058" cy="1961583"/>
          </a:xfrm>
          <a:prstGeom prst="rect">
            <a:avLst/>
          </a:prstGeom>
          <a:noFill/>
          <a:ln>
            <a:noFill/>
          </a:ln>
        </p:spPr>
        <p:txBody>
          <a:bodyPr vert="horz" wrap="square" lIns="91440" tIns="45720" rIns="91440" bIns="0" rtlCol="0" anchor="b"/>
          <a:lstStyle/>
          <a:p>
            <a:pPr algn="l">
              <a:lnSpc>
                <a:spcPct val="110000"/>
              </a:lnSpc>
            </a:pPr>
            <a:r>
              <a:rPr kumimoji="1" lang="en-US" altLang="zh-CN" sz="6600">
                <a:ln w="12700">
                  <a:noFill/>
                </a:ln>
                <a:solidFill>
                  <a:srgbClr val="1467F7">
                    <a:alpha val="100000"/>
                  </a:srgbClr>
                </a:solidFill>
                <a:latin typeface="Source Han Sans CN Bold"/>
                <a:ea typeface="Source Han Sans CN Bold"/>
                <a:cs typeface="Source Han Sans CN Bold"/>
              </a:rPr>
              <a:t>05</a:t>
            </a:r>
            <a:endParaRPr kumimoji="1"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660400" y="2782781"/>
            <a:ext cx="36000" cy="3240000"/>
          </a:xfrm>
          <a:prstGeom prst="rect">
            <a:avLst/>
          </a:prstGeom>
          <a:gradFill>
            <a:gsLst>
              <a:gs pos="1000">
                <a:schemeClr val="accent1"/>
              </a:gs>
              <a:gs pos="100000">
                <a:schemeClr val="accent1">
                  <a:lumMod val="60000"/>
                  <a:lumOff val="40000"/>
                </a:schemeClr>
              </a:gs>
            </a:gsLst>
            <a:lin ang="5400000" scaled="0"/>
          </a:gradFill>
          <a:ln w="12700" cap="sq">
            <a:noFill/>
            <a:miter/>
          </a:ln>
          <a:effectLst/>
        </p:spPr>
        <p:txBody>
          <a:bodyPr vert="horz" wrap="square" lIns="45720" tIns="22860" rIns="45720" bIns="22860" rtlCol="0" anchor="ctr"/>
          <a:lstStyle/>
          <a:p>
            <a:pPr algn="ctr">
              <a:lnSpc>
                <a:spcPct val="110000"/>
              </a:lnSpc>
            </a:pPr>
            <a:endParaRPr kumimoji="1" lang="zh-CN" altLang="en-US"/>
          </a:p>
        </p:txBody>
      </p:sp>
      <p:sp>
        <p:nvSpPr>
          <p:cNvPr id="4" name="标题 1"/>
          <p:cNvSpPr txBox="1"/>
          <p:nvPr/>
        </p:nvSpPr>
        <p:spPr>
          <a:xfrm>
            <a:off x="660401" y="1985222"/>
            <a:ext cx="288000" cy="648000"/>
          </a:xfrm>
          <a:prstGeom prst="rect">
            <a:avLst/>
          </a:prstGeom>
          <a:gradFill>
            <a:gsLst>
              <a:gs pos="0">
                <a:schemeClr val="accent1"/>
              </a:gs>
              <a:gs pos="100000">
                <a:schemeClr val="accent1">
                  <a:lumMod val="60000"/>
                  <a:lumOff val="40000"/>
                </a:schemeClr>
              </a:gs>
            </a:gsLst>
            <a:lin ang="2700000" scaled="0"/>
          </a:gradFill>
          <a:ln w="12700" cap="sq">
            <a:noFill/>
            <a:miter/>
          </a:ln>
          <a:effectLst/>
        </p:spPr>
        <p:txBody>
          <a:bodyPr vert="horz" wrap="square" lIns="45720" tIns="22860" rIns="45720" bIns="22860" rtlCol="0" anchor="ctr"/>
          <a:lstStyle/>
          <a:p>
            <a:pPr algn="ctr">
              <a:lnSpc>
                <a:spcPct val="110000"/>
              </a:lnSpc>
            </a:pPr>
            <a:endParaRPr kumimoji="1" lang="zh-CN" altLang="en-US"/>
          </a:p>
        </p:txBody>
      </p:sp>
      <p:sp>
        <p:nvSpPr>
          <p:cNvPr id="5" name="标题 1"/>
          <p:cNvSpPr txBox="1"/>
          <p:nvPr/>
        </p:nvSpPr>
        <p:spPr>
          <a:xfrm>
            <a:off x="837740" y="1985222"/>
            <a:ext cx="3044643" cy="648000"/>
          </a:xfrm>
          <a:prstGeom prst="rect">
            <a:avLst/>
          </a:prstGeom>
          <a:noFill/>
          <a:ln>
            <a:noFill/>
          </a:ln>
        </p:spPr>
        <p:txBody>
          <a:bodyPr vert="horz" wrap="square" lIns="0" tIns="0" rIns="0" bIns="0" rtlCol="0" anchor="ctr"/>
          <a:lstStyle/>
          <a:p>
            <a:pPr algn="l">
              <a:lnSpc>
                <a:spcPct val="120000"/>
              </a:lnSpc>
            </a:pPr>
            <a:r>
              <a:rPr kumimoji="1" lang="en-US" altLang="zh-CN" sz="1600">
                <a:ln w="12700">
                  <a:noFill/>
                </a:ln>
                <a:solidFill>
                  <a:srgbClr val="262626">
                    <a:alpha val="100000"/>
                  </a:srgbClr>
                </a:solidFill>
                <a:latin typeface="Source Han Sans CN Bold"/>
                <a:ea typeface="Source Han Sans CN Bold"/>
                <a:cs typeface="Source Han Sans CN Bold"/>
              </a:rPr>
              <a:t>assign 语句</a:t>
            </a:r>
            <a:endParaRPr kumimoji="1" lang="zh-CN" altLang="en-US"/>
          </a:p>
        </p:txBody>
      </p:sp>
      <p:sp>
        <p:nvSpPr>
          <p:cNvPr id="6" name="标题 1"/>
          <p:cNvSpPr txBox="1"/>
          <p:nvPr/>
        </p:nvSpPr>
        <p:spPr>
          <a:xfrm>
            <a:off x="837741" y="2772098"/>
            <a:ext cx="3044643" cy="2276980"/>
          </a:xfrm>
          <a:prstGeom prst="rect">
            <a:avLst/>
          </a:prstGeom>
          <a:noFill/>
          <a:ln>
            <a:noFill/>
          </a:ln>
        </p:spPr>
        <p:txBody>
          <a:bodyPr vert="horz" wrap="square" lIns="0" tIns="0" rIns="0" bIns="0" rtlCol="0" anchor="t"/>
          <a:lstStyle/>
          <a:p>
            <a:pPr algn="l">
              <a:lnSpc>
                <a:spcPct val="150000"/>
              </a:lnSpc>
            </a:pPr>
            <a:r>
              <a:rPr kumimoji="1" lang="en-US" altLang="zh-CN" sz="1400" dirty="0">
                <a:ln w="12700">
                  <a:noFill/>
                </a:ln>
                <a:solidFill>
                  <a:srgbClr val="262626">
                    <a:alpha val="100000"/>
                  </a:srgbClr>
                </a:solidFill>
                <a:latin typeface="Source Han Sans"/>
                <a:ea typeface="Source Han Sans"/>
                <a:cs typeface="Source Han Sans"/>
              </a:rPr>
              <a:t>assign </a:t>
            </a:r>
            <a:r>
              <a:rPr kumimoji="1" lang="en-US" altLang="zh-CN" sz="1400" dirty="0" err="1">
                <a:ln w="12700">
                  <a:noFill/>
                </a:ln>
                <a:solidFill>
                  <a:srgbClr val="262626">
                    <a:alpha val="100000"/>
                  </a:srgbClr>
                </a:solidFill>
                <a:latin typeface="Source Han Sans"/>
                <a:ea typeface="Source Han Sans"/>
                <a:cs typeface="Source Han Sans"/>
              </a:rPr>
              <a:t>语句用于描述组合逻辑，</a:t>
            </a:r>
            <a:r>
              <a:rPr kumimoji="1" lang="en-US" altLang="zh-CN" sz="1400" b="1" dirty="0" err="1">
                <a:ln w="12700">
                  <a:noFill/>
                </a:ln>
                <a:solidFill>
                  <a:srgbClr val="262626">
                    <a:alpha val="100000"/>
                  </a:srgbClr>
                </a:solidFill>
                <a:latin typeface="Source Han Sans"/>
                <a:ea typeface="Source Han Sans"/>
                <a:cs typeface="Source Han Sans"/>
              </a:rPr>
              <a:t>目标必须是</a:t>
            </a:r>
            <a:r>
              <a:rPr kumimoji="1" lang="en-US" altLang="zh-CN" sz="1400" b="1" dirty="0">
                <a:ln w="12700">
                  <a:noFill/>
                </a:ln>
                <a:solidFill>
                  <a:srgbClr val="262626">
                    <a:alpha val="100000"/>
                  </a:srgbClr>
                </a:solidFill>
                <a:latin typeface="Source Han Sans"/>
                <a:ea typeface="Source Han Sans"/>
                <a:cs typeface="Source Han Sans"/>
              </a:rPr>
              <a:t> wire </a:t>
            </a:r>
            <a:r>
              <a:rPr kumimoji="1" lang="en-US" altLang="zh-CN" sz="1400" b="1" dirty="0" err="1">
                <a:ln w="12700">
                  <a:noFill/>
                </a:ln>
                <a:solidFill>
                  <a:srgbClr val="262626">
                    <a:alpha val="100000"/>
                  </a:srgbClr>
                </a:solidFill>
                <a:latin typeface="Source Han Sans"/>
                <a:ea typeface="Source Han Sans"/>
                <a:cs typeface="Source Han Sans"/>
              </a:rPr>
              <a:t>类型</a:t>
            </a:r>
            <a:r>
              <a:rPr kumimoji="1" lang="en-US" altLang="zh-CN" sz="1400" b="1" dirty="0">
                <a:ln w="12700">
                  <a:noFill/>
                </a:ln>
                <a:solidFill>
                  <a:srgbClr val="262626">
                    <a:alpha val="100000"/>
                  </a:srgbClr>
                </a:solidFill>
                <a:latin typeface="Source Han Sans"/>
                <a:ea typeface="Source Han Sans"/>
                <a:cs typeface="Source Han Sans"/>
              </a:rPr>
              <a:t>。</a:t>
            </a:r>
            <a:r>
              <a:rPr kumimoji="1" lang="en-US" altLang="zh-CN" sz="1400" dirty="0">
                <a:ln w="12700">
                  <a:noFill/>
                </a:ln>
                <a:solidFill>
                  <a:srgbClr val="262626">
                    <a:alpha val="100000"/>
                  </a:srgbClr>
                </a:solidFill>
                <a:latin typeface="Source Han Sans"/>
                <a:ea typeface="Source Han Sans"/>
                <a:cs typeface="Source Han Sans"/>
              </a:rPr>
              <a:t>
assign </a:t>
            </a:r>
            <a:r>
              <a:rPr kumimoji="1" lang="en-US" altLang="zh-CN" sz="1400" dirty="0" err="1">
                <a:ln w="12700">
                  <a:noFill/>
                </a:ln>
                <a:solidFill>
                  <a:srgbClr val="262626">
                    <a:alpha val="100000"/>
                  </a:srgbClr>
                </a:solidFill>
                <a:latin typeface="Source Han Sans"/>
                <a:ea typeface="Source Han Sans"/>
                <a:cs typeface="Source Han Sans"/>
              </a:rPr>
              <a:t>语句右侧表达式的任何变化都会立即更新左侧的</a:t>
            </a:r>
            <a:r>
              <a:rPr kumimoji="1" lang="en-US" altLang="zh-CN" sz="1400" dirty="0">
                <a:ln w="12700">
                  <a:noFill/>
                </a:ln>
                <a:solidFill>
                  <a:srgbClr val="262626">
                    <a:alpha val="100000"/>
                  </a:srgbClr>
                </a:solidFill>
                <a:latin typeface="Source Han Sans"/>
                <a:ea typeface="Source Han Sans"/>
                <a:cs typeface="Source Han Sans"/>
              </a:rPr>
              <a:t> wire。</a:t>
            </a:r>
            <a:endParaRPr kumimoji="1" lang="zh-CN" altLang="en-US" dirty="0"/>
          </a:p>
        </p:txBody>
      </p:sp>
      <p:sp>
        <p:nvSpPr>
          <p:cNvPr id="7" name="标题 1"/>
          <p:cNvSpPr txBox="1"/>
          <p:nvPr/>
        </p:nvSpPr>
        <p:spPr>
          <a:xfrm>
            <a:off x="4478658" y="2782781"/>
            <a:ext cx="36000" cy="3240000"/>
          </a:xfrm>
          <a:prstGeom prst="rect">
            <a:avLst/>
          </a:prstGeom>
          <a:gradFill>
            <a:gsLst>
              <a:gs pos="1000">
                <a:schemeClr val="accent1"/>
              </a:gs>
              <a:gs pos="100000">
                <a:schemeClr val="accent1">
                  <a:lumMod val="60000"/>
                  <a:lumOff val="40000"/>
                </a:schemeClr>
              </a:gs>
            </a:gsLst>
            <a:lin ang="5400000" scaled="0"/>
          </a:gradFill>
          <a:ln w="12700" cap="sq">
            <a:noFill/>
            <a:miter/>
          </a:ln>
          <a:effectLst/>
        </p:spPr>
        <p:txBody>
          <a:bodyPr vert="horz" wrap="square" lIns="45720" tIns="22860" rIns="45720" bIns="22860" rtlCol="0" anchor="ctr"/>
          <a:lstStyle/>
          <a:p>
            <a:pPr algn="ctr">
              <a:lnSpc>
                <a:spcPct val="110000"/>
              </a:lnSpc>
            </a:pPr>
            <a:endParaRPr kumimoji="1" lang="zh-CN" altLang="en-US"/>
          </a:p>
        </p:txBody>
      </p:sp>
      <p:sp>
        <p:nvSpPr>
          <p:cNvPr id="8" name="标题 1"/>
          <p:cNvSpPr txBox="1"/>
          <p:nvPr/>
        </p:nvSpPr>
        <p:spPr>
          <a:xfrm>
            <a:off x="4478659" y="1985222"/>
            <a:ext cx="288000" cy="648000"/>
          </a:xfrm>
          <a:prstGeom prst="rect">
            <a:avLst/>
          </a:prstGeom>
          <a:gradFill>
            <a:gsLst>
              <a:gs pos="0">
                <a:schemeClr val="accent1"/>
              </a:gs>
              <a:gs pos="100000">
                <a:schemeClr val="accent1">
                  <a:lumMod val="60000"/>
                  <a:lumOff val="40000"/>
                </a:schemeClr>
              </a:gs>
            </a:gsLst>
            <a:lin ang="2700000" scaled="0"/>
          </a:gradFill>
          <a:ln w="12700" cap="sq">
            <a:noFill/>
            <a:miter/>
          </a:ln>
          <a:effectLst/>
        </p:spPr>
        <p:txBody>
          <a:bodyPr vert="horz" wrap="square" lIns="45720" tIns="22860" rIns="45720" bIns="22860" rtlCol="0" anchor="ctr"/>
          <a:lstStyle/>
          <a:p>
            <a:pPr algn="ctr">
              <a:lnSpc>
                <a:spcPct val="110000"/>
              </a:lnSpc>
            </a:pPr>
            <a:endParaRPr kumimoji="1" lang="zh-CN" altLang="en-US"/>
          </a:p>
        </p:txBody>
      </p:sp>
      <p:sp>
        <p:nvSpPr>
          <p:cNvPr id="9" name="标题 1"/>
          <p:cNvSpPr txBox="1"/>
          <p:nvPr/>
        </p:nvSpPr>
        <p:spPr>
          <a:xfrm>
            <a:off x="4655998" y="1985222"/>
            <a:ext cx="3044643" cy="648000"/>
          </a:xfrm>
          <a:prstGeom prst="rect">
            <a:avLst/>
          </a:prstGeom>
          <a:noFill/>
          <a:ln>
            <a:noFill/>
          </a:ln>
        </p:spPr>
        <p:txBody>
          <a:bodyPr vert="horz" wrap="square" lIns="0" tIns="0" rIns="0" bIns="0" rtlCol="0" anchor="ctr"/>
          <a:lstStyle/>
          <a:p>
            <a:pPr algn="l">
              <a:lnSpc>
                <a:spcPct val="120000"/>
              </a:lnSpc>
            </a:pPr>
            <a:r>
              <a:rPr kumimoji="1" lang="en-US" altLang="zh-CN" sz="1600">
                <a:ln w="12700">
                  <a:noFill/>
                </a:ln>
                <a:solidFill>
                  <a:srgbClr val="262626">
                    <a:alpha val="100000"/>
                  </a:srgbClr>
                </a:solidFill>
                <a:latin typeface="Source Han Sans CN Bold"/>
                <a:ea typeface="Source Han Sans CN Bold"/>
                <a:cs typeface="Source Han Sans CN Bold"/>
              </a:rPr>
              <a:t>连续赋值的应用</a:t>
            </a:r>
            <a:endParaRPr kumimoji="1" lang="zh-CN" altLang="en-US"/>
          </a:p>
        </p:txBody>
      </p:sp>
      <p:sp>
        <p:nvSpPr>
          <p:cNvPr id="10" name="标题 1"/>
          <p:cNvSpPr txBox="1"/>
          <p:nvPr/>
        </p:nvSpPr>
        <p:spPr>
          <a:xfrm>
            <a:off x="4619999" y="2772098"/>
            <a:ext cx="3044643" cy="2276980"/>
          </a:xfrm>
          <a:prstGeom prst="rect">
            <a:avLst/>
          </a:prstGeom>
          <a:noFill/>
          <a:ln>
            <a:noFill/>
          </a:ln>
        </p:spPr>
        <p:txBody>
          <a:bodyPr vert="horz" wrap="square" lIns="0" tIns="0" rIns="0" bIns="0" rtlCol="0" anchor="t"/>
          <a:lstStyle/>
          <a:p>
            <a:pPr algn="l">
              <a:lnSpc>
                <a:spcPct val="150000"/>
              </a:lnSpc>
            </a:pPr>
            <a:r>
              <a:rPr kumimoji="1" lang="en-US" altLang="zh-CN" sz="1400" dirty="0" err="1">
                <a:ln w="12700">
                  <a:noFill/>
                </a:ln>
                <a:solidFill>
                  <a:srgbClr val="262626">
                    <a:alpha val="100000"/>
                  </a:srgbClr>
                </a:solidFill>
                <a:latin typeface="Source Han Sans"/>
                <a:ea typeface="Source Han Sans"/>
                <a:cs typeface="Source Han Sans"/>
              </a:rPr>
              <a:t>连续赋值用于实现简单的组合逻辑，如逻辑门和多路选择器</a:t>
            </a:r>
            <a:r>
              <a:rPr kumimoji="1" lang="en-US" altLang="zh-CN" sz="1400" dirty="0">
                <a:ln w="12700">
                  <a:noFill/>
                </a:ln>
                <a:solidFill>
                  <a:srgbClr val="262626">
                    <a:alpha val="100000"/>
                  </a:srgbClr>
                </a:solidFill>
                <a:latin typeface="Source Han Sans"/>
                <a:ea typeface="Source Han Sans"/>
                <a:cs typeface="Source Han Sans"/>
              </a:rPr>
              <a:t>。
</a:t>
            </a:r>
            <a:r>
              <a:rPr kumimoji="1" lang="en-US" altLang="zh-CN" sz="1400" dirty="0" err="1">
                <a:ln w="12700">
                  <a:noFill/>
                </a:ln>
                <a:solidFill>
                  <a:srgbClr val="262626">
                    <a:alpha val="100000"/>
                  </a:srgbClr>
                </a:solidFill>
                <a:latin typeface="Source Han Sans"/>
                <a:ea typeface="Source Han Sans"/>
                <a:cs typeface="Source Han Sans"/>
              </a:rPr>
              <a:t>连续赋值的使用场景广泛，适用于简单的逻辑设计</a:t>
            </a:r>
            <a:r>
              <a:rPr kumimoji="1" lang="en-US" altLang="zh-CN" sz="1400" dirty="0">
                <a:ln w="12700">
                  <a:noFill/>
                </a:ln>
                <a:solidFill>
                  <a:srgbClr val="262626">
                    <a:alpha val="100000"/>
                  </a:srgbClr>
                </a:solidFill>
                <a:latin typeface="Source Han Sans"/>
                <a:ea typeface="Source Han Sans"/>
                <a:cs typeface="Source Han Sans"/>
              </a:rPr>
              <a:t>。</a:t>
            </a:r>
            <a:endParaRPr kumimoji="1" lang="zh-CN" altLang="en-US" dirty="0"/>
          </a:p>
        </p:txBody>
      </p:sp>
      <p:sp>
        <p:nvSpPr>
          <p:cNvPr id="11" name="标题 1"/>
          <p:cNvSpPr txBox="1"/>
          <p:nvPr/>
        </p:nvSpPr>
        <p:spPr>
          <a:xfrm>
            <a:off x="8296916" y="2782781"/>
            <a:ext cx="36000" cy="3240000"/>
          </a:xfrm>
          <a:prstGeom prst="rect">
            <a:avLst/>
          </a:prstGeom>
          <a:gradFill>
            <a:gsLst>
              <a:gs pos="1000">
                <a:schemeClr val="accent1"/>
              </a:gs>
              <a:gs pos="100000">
                <a:schemeClr val="accent1">
                  <a:lumMod val="60000"/>
                  <a:lumOff val="40000"/>
                </a:schemeClr>
              </a:gs>
            </a:gsLst>
            <a:lin ang="5400000" scaled="0"/>
          </a:gradFill>
          <a:ln w="12700" cap="sq">
            <a:noFill/>
            <a:miter/>
          </a:ln>
          <a:effectLst/>
        </p:spPr>
        <p:txBody>
          <a:bodyPr vert="horz" wrap="square" lIns="45720" tIns="22860" rIns="45720" bIns="22860" rtlCol="0" anchor="ctr"/>
          <a:lstStyle/>
          <a:p>
            <a:pPr algn="ctr">
              <a:lnSpc>
                <a:spcPct val="110000"/>
              </a:lnSpc>
            </a:pPr>
            <a:endParaRPr kumimoji="1" lang="zh-CN" altLang="en-US"/>
          </a:p>
        </p:txBody>
      </p:sp>
      <p:sp>
        <p:nvSpPr>
          <p:cNvPr id="12" name="标题 1"/>
          <p:cNvSpPr txBox="1"/>
          <p:nvPr/>
        </p:nvSpPr>
        <p:spPr>
          <a:xfrm>
            <a:off x="8296917" y="1985222"/>
            <a:ext cx="288000" cy="648000"/>
          </a:xfrm>
          <a:prstGeom prst="rect">
            <a:avLst/>
          </a:prstGeom>
          <a:gradFill>
            <a:gsLst>
              <a:gs pos="0">
                <a:schemeClr val="accent1"/>
              </a:gs>
              <a:gs pos="100000">
                <a:schemeClr val="accent1">
                  <a:lumMod val="60000"/>
                  <a:lumOff val="40000"/>
                </a:schemeClr>
              </a:gs>
            </a:gsLst>
            <a:lin ang="2700000" scaled="0"/>
          </a:gradFill>
          <a:ln w="12700" cap="sq">
            <a:noFill/>
            <a:miter/>
          </a:ln>
          <a:effectLst/>
        </p:spPr>
        <p:txBody>
          <a:bodyPr vert="horz" wrap="square" lIns="45720" tIns="22860" rIns="45720" bIns="22860" rtlCol="0" anchor="ctr"/>
          <a:lstStyle/>
          <a:p>
            <a:pPr algn="ctr">
              <a:lnSpc>
                <a:spcPct val="110000"/>
              </a:lnSpc>
            </a:pPr>
            <a:endParaRPr kumimoji="1" lang="zh-CN" altLang="en-US"/>
          </a:p>
        </p:txBody>
      </p:sp>
      <p:sp>
        <p:nvSpPr>
          <p:cNvPr id="13" name="标题 1"/>
          <p:cNvSpPr txBox="1"/>
          <p:nvPr/>
        </p:nvSpPr>
        <p:spPr>
          <a:xfrm>
            <a:off x="8474256" y="1985222"/>
            <a:ext cx="3044643" cy="648000"/>
          </a:xfrm>
          <a:prstGeom prst="rect">
            <a:avLst/>
          </a:prstGeom>
          <a:noFill/>
          <a:ln>
            <a:noFill/>
          </a:ln>
        </p:spPr>
        <p:txBody>
          <a:bodyPr vert="horz" wrap="square" lIns="0" tIns="0" rIns="0" bIns="0" rtlCol="0" anchor="ctr"/>
          <a:lstStyle/>
          <a:p>
            <a:pPr algn="l">
              <a:lnSpc>
                <a:spcPct val="120000"/>
              </a:lnSpc>
            </a:pPr>
            <a:r>
              <a:rPr kumimoji="1" lang="en-US" altLang="zh-CN" sz="1600">
                <a:ln w="12700">
                  <a:noFill/>
                </a:ln>
                <a:solidFill>
                  <a:srgbClr val="262626">
                    <a:alpha val="100000"/>
                  </a:srgbClr>
                </a:solidFill>
                <a:latin typeface="Source Han Sans CN Bold"/>
                <a:ea typeface="Source Han Sans CN Bold"/>
                <a:cs typeface="Source Han Sans CN Bold"/>
              </a:rPr>
              <a:t>连续赋值的注意事项</a:t>
            </a:r>
            <a:endParaRPr kumimoji="1" lang="zh-CN" altLang="en-US"/>
          </a:p>
        </p:txBody>
      </p:sp>
      <p:sp>
        <p:nvSpPr>
          <p:cNvPr id="14" name="标题 1"/>
          <p:cNvSpPr txBox="1"/>
          <p:nvPr/>
        </p:nvSpPr>
        <p:spPr>
          <a:xfrm>
            <a:off x="8474257" y="2772098"/>
            <a:ext cx="3044643" cy="2276980"/>
          </a:xfrm>
          <a:prstGeom prst="rect">
            <a:avLst/>
          </a:prstGeom>
          <a:noFill/>
          <a:ln>
            <a:noFill/>
          </a:ln>
        </p:spPr>
        <p:txBody>
          <a:bodyPr vert="horz" wrap="square" lIns="0" tIns="0" rIns="0" bIns="0" rtlCol="0" anchor="t"/>
          <a:lstStyle/>
          <a:p>
            <a:pPr algn="l">
              <a:lnSpc>
                <a:spcPct val="150000"/>
              </a:lnSpc>
            </a:pPr>
            <a:r>
              <a:rPr kumimoji="1" lang="en-US" altLang="zh-CN" sz="1400" dirty="0" err="1">
                <a:ln w="12700">
                  <a:noFill/>
                </a:ln>
                <a:solidFill>
                  <a:srgbClr val="262626">
                    <a:alpha val="100000"/>
                  </a:srgbClr>
                </a:solidFill>
                <a:latin typeface="Source Han Sans"/>
                <a:ea typeface="Source Han Sans"/>
                <a:cs typeface="Source Han Sans"/>
              </a:rPr>
              <a:t>连续赋值的目标必须是</a:t>
            </a:r>
            <a:r>
              <a:rPr kumimoji="1" lang="en-US" altLang="zh-CN" sz="1400" dirty="0">
                <a:ln w="12700">
                  <a:noFill/>
                </a:ln>
                <a:solidFill>
                  <a:srgbClr val="262626">
                    <a:alpha val="100000"/>
                  </a:srgbClr>
                </a:solidFill>
                <a:latin typeface="Source Han Sans"/>
                <a:ea typeface="Source Han Sans"/>
                <a:cs typeface="Source Han Sans"/>
              </a:rPr>
              <a:t> wire </a:t>
            </a:r>
            <a:r>
              <a:rPr kumimoji="1" lang="en-US" altLang="zh-CN" sz="1400" dirty="0" err="1">
                <a:ln w="12700">
                  <a:noFill/>
                </a:ln>
                <a:solidFill>
                  <a:srgbClr val="262626">
                    <a:alpha val="100000"/>
                  </a:srgbClr>
                </a:solidFill>
                <a:latin typeface="Source Han Sans"/>
                <a:ea typeface="Source Han Sans"/>
                <a:cs typeface="Source Han Sans"/>
              </a:rPr>
              <a:t>类型，不能用于</a:t>
            </a:r>
            <a:r>
              <a:rPr kumimoji="1" lang="en-US" altLang="zh-CN" sz="1400" dirty="0">
                <a:ln w="12700">
                  <a:noFill/>
                </a:ln>
                <a:solidFill>
                  <a:srgbClr val="262626">
                    <a:alpha val="100000"/>
                  </a:srgbClr>
                </a:solidFill>
                <a:latin typeface="Source Han Sans"/>
                <a:ea typeface="Source Han Sans"/>
                <a:cs typeface="Source Han Sans"/>
              </a:rPr>
              <a:t> reg </a:t>
            </a:r>
            <a:r>
              <a:rPr kumimoji="1" lang="en-US" altLang="zh-CN" sz="1400" dirty="0" err="1">
                <a:ln w="12700">
                  <a:noFill/>
                </a:ln>
                <a:solidFill>
                  <a:srgbClr val="262626">
                    <a:alpha val="100000"/>
                  </a:srgbClr>
                </a:solidFill>
                <a:latin typeface="Source Han Sans"/>
                <a:ea typeface="Source Han Sans"/>
                <a:cs typeface="Source Han Sans"/>
              </a:rPr>
              <a:t>类型</a:t>
            </a:r>
            <a:r>
              <a:rPr kumimoji="1" lang="en-US" altLang="zh-CN" sz="1400" dirty="0">
                <a:ln w="12700">
                  <a:noFill/>
                </a:ln>
                <a:solidFill>
                  <a:srgbClr val="262626">
                    <a:alpha val="100000"/>
                  </a:srgbClr>
                </a:solidFill>
                <a:latin typeface="Source Han Sans"/>
                <a:ea typeface="Source Han Sans"/>
                <a:cs typeface="Source Han Sans"/>
              </a:rPr>
              <a:t>。
</a:t>
            </a:r>
            <a:r>
              <a:rPr kumimoji="1" lang="en-US" altLang="zh-CN" sz="1400" dirty="0" err="1">
                <a:ln w="12700">
                  <a:noFill/>
                </a:ln>
                <a:solidFill>
                  <a:srgbClr val="262626">
                    <a:alpha val="100000"/>
                  </a:srgbClr>
                </a:solidFill>
                <a:latin typeface="Source Han Sans"/>
                <a:ea typeface="Source Han Sans"/>
                <a:cs typeface="Source Han Sans"/>
              </a:rPr>
              <a:t>连续赋值的使用需注意信号的驱动源</a:t>
            </a:r>
            <a:r>
              <a:rPr kumimoji="1" lang="en-US" altLang="zh-CN" sz="1400" dirty="0">
                <a:ln w="12700">
                  <a:noFill/>
                </a:ln>
                <a:solidFill>
                  <a:srgbClr val="262626">
                    <a:alpha val="100000"/>
                  </a:srgbClr>
                </a:solidFill>
                <a:latin typeface="Source Han Sans"/>
                <a:ea typeface="Source Han Sans"/>
                <a:cs typeface="Source Han Sans"/>
              </a:rPr>
              <a:t>。</a:t>
            </a:r>
            <a:endParaRPr kumimoji="1" lang="zh-CN" altLang="en-US" dirty="0"/>
          </a:p>
        </p:txBody>
      </p:sp>
      <p:sp>
        <p:nvSpPr>
          <p:cNvPr id="15" name="标题 1"/>
          <p:cNvSpPr txBox="1"/>
          <p:nvPr/>
        </p:nvSpPr>
        <p:spPr>
          <a:xfrm>
            <a:off x="0" y="5414838"/>
            <a:ext cx="12192000" cy="1443162"/>
          </a:xfrm>
          <a:custGeom>
            <a:avLst/>
            <a:gdLst>
              <a:gd name="connsiteX0" fmla="*/ 2447675 w 12192000"/>
              <a:gd name="connsiteY0" fmla="*/ 29 h 2030889"/>
              <a:gd name="connsiteX1" fmla="*/ 5956008 w 12192000"/>
              <a:gd name="connsiteY1" fmla="*/ 766968 h 2030889"/>
              <a:gd name="connsiteX2" fmla="*/ 9855969 w 12192000"/>
              <a:gd name="connsiteY2" fmla="*/ 16347 h 2030889"/>
              <a:gd name="connsiteX3" fmla="*/ 12056565 w 12192000"/>
              <a:gd name="connsiteY3" fmla="*/ 384773 h 2030889"/>
              <a:gd name="connsiteX4" fmla="*/ 12192000 w 12192000"/>
              <a:gd name="connsiteY4" fmla="*/ 414609 h 2030889"/>
              <a:gd name="connsiteX5" fmla="*/ 12192000 w 12192000"/>
              <a:gd name="connsiteY5" fmla="*/ 2030889 h 2030889"/>
              <a:gd name="connsiteX6" fmla="*/ 0 w 12192000"/>
              <a:gd name="connsiteY6" fmla="*/ 2030889 h 2030889"/>
              <a:gd name="connsiteX7" fmla="*/ 0 w 12192000"/>
              <a:gd name="connsiteY7" fmla="*/ 759560 h 2030889"/>
              <a:gd name="connsiteX8" fmla="*/ 135960 w 12192000"/>
              <a:gd name="connsiteY8" fmla="*/ 648345 h 2030889"/>
              <a:gd name="connsiteX9" fmla="*/ 2447675 w 12192000"/>
              <a:gd name="connsiteY9" fmla="*/ 29 h 2030889"/>
            </a:gdLst>
            <a:ahLst/>
            <a:cxnLst/>
            <a:rect l="l" t="t" r="r" b="b"/>
            <a:pathLst>
              <a:path w="12192000" h="2030889">
                <a:moveTo>
                  <a:pt x="2447675" y="29"/>
                </a:moveTo>
                <a:cubicBezTo>
                  <a:pt x="3448502" y="-5410"/>
                  <a:pt x="4721292" y="764248"/>
                  <a:pt x="5956008" y="766968"/>
                </a:cubicBezTo>
                <a:cubicBezTo>
                  <a:pt x="7190722" y="769687"/>
                  <a:pt x="8629412" y="54423"/>
                  <a:pt x="9855969" y="16347"/>
                </a:cubicBezTo>
                <a:cubicBezTo>
                  <a:pt x="10622567" y="-7450"/>
                  <a:pt x="11348795" y="221595"/>
                  <a:pt x="12056565" y="384773"/>
                </a:cubicBezTo>
                <a:lnTo>
                  <a:pt x="12192000" y="414609"/>
                </a:lnTo>
                <a:lnTo>
                  <a:pt x="12192000" y="2030889"/>
                </a:lnTo>
                <a:lnTo>
                  <a:pt x="0" y="2030889"/>
                </a:lnTo>
                <a:lnTo>
                  <a:pt x="0" y="759560"/>
                </a:lnTo>
                <a:lnTo>
                  <a:pt x="135960" y="648345"/>
                </a:lnTo>
                <a:cubicBezTo>
                  <a:pt x="633761" y="301061"/>
                  <a:pt x="1571951" y="4788"/>
                  <a:pt x="2447675" y="29"/>
                </a:cubicBezTo>
                <a:close/>
              </a:path>
            </a:pathLst>
          </a:custGeom>
          <a:gradFill>
            <a:gsLst>
              <a:gs pos="0">
                <a:schemeClr val="accent1"/>
              </a:gs>
              <a:gs pos="100000">
                <a:schemeClr val="accent1">
                  <a:lumMod val="60000"/>
                  <a:lumOff val="40000"/>
                </a:schemeClr>
              </a:gs>
            </a:gsLst>
            <a:lin ang="2700000" scaled="0"/>
          </a:gradFill>
          <a:ln w="12700" cap="sq">
            <a:noFill/>
            <a:miter/>
          </a:ln>
          <a:effectLst>
            <a:outerShdw blurRad="317500" dir="5400000" sx="90000" sy="90000" algn="t" rotWithShape="0">
              <a:schemeClr val="accent1">
                <a:lumMod val="75000"/>
                <a:alpha val="20000"/>
              </a:schemeClr>
            </a:outerShdw>
          </a:effectLst>
        </p:spPr>
        <p:txBody>
          <a:bodyPr vert="horz" wrap="square" lIns="0" tIns="0" rIns="0" bIns="0" rtlCol="0" anchor="ctr"/>
          <a:lstStyle/>
          <a:p>
            <a:pPr algn="ctr">
              <a:lnSpc>
                <a:spcPct val="110000"/>
              </a:lnSpc>
            </a:pPr>
            <a:endParaRPr kumimoji="1" lang="zh-CN" altLang="en-US"/>
          </a:p>
        </p:txBody>
      </p:sp>
      <p:sp>
        <p:nvSpPr>
          <p:cNvPr id="16" name="标题 1"/>
          <p:cNvSpPr txBox="1"/>
          <p:nvPr/>
        </p:nvSpPr>
        <p:spPr>
          <a:xfrm>
            <a:off x="660400" y="323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a:ea typeface="Source Han Sans CN Bold"/>
                <a:cs typeface="Source Han Sans CN Bold"/>
              </a:rPr>
              <a:t>连续赋值</a:t>
            </a:r>
            <a:endParaRPr kumimoji="1" lang="zh-CN" altLang="en-US"/>
          </a:p>
        </p:txBody>
      </p:sp>
      <p:cxnSp>
        <p:nvCxnSpPr>
          <p:cNvPr id="17" name="标题 1"/>
          <p:cNvCxnSpPr/>
          <p:nvPr/>
        </p:nvCxnSpPr>
        <p:spPr>
          <a:xfrm>
            <a:off x="0" y="958850"/>
            <a:ext cx="12122150" cy="0"/>
          </a:xfrm>
          <a:prstGeom prst="line">
            <a:avLst/>
          </a:prstGeom>
          <a:noFill/>
          <a:ln w="28575" cap="sq">
            <a:solidFill>
              <a:schemeClr val="accent1"/>
            </a:solidFill>
            <a:miter/>
          </a:ln>
        </p:spPr>
      </p:cxnSp>
      <p:pic>
        <p:nvPicPr>
          <p:cNvPr id="19" name="图片 18">
            <a:extLst>
              <a:ext uri="{FF2B5EF4-FFF2-40B4-BE49-F238E27FC236}">
                <a16:creationId xmlns:a16="http://schemas.microsoft.com/office/drawing/2014/main" id="{35FE3931-C5DC-8F8E-652C-2413A563F631}"/>
              </a:ext>
            </a:extLst>
          </p:cNvPr>
          <p:cNvPicPr>
            <a:picLocks noChangeAspect="1"/>
          </p:cNvPicPr>
          <p:nvPr/>
        </p:nvPicPr>
        <p:blipFill>
          <a:blip r:embed="rId2"/>
          <a:stretch>
            <a:fillRect/>
          </a:stretch>
        </p:blipFill>
        <p:spPr>
          <a:xfrm>
            <a:off x="1416053" y="4302923"/>
            <a:ext cx="8201030" cy="103713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1758855" y="1410897"/>
            <a:ext cx="1119650" cy="738664"/>
          </a:xfrm>
          <a:prstGeom prst="rect">
            <a:avLst/>
          </a:prstGeom>
          <a:noFill/>
          <a:ln>
            <a:noFill/>
          </a:ln>
        </p:spPr>
        <p:txBody>
          <a:bodyPr vert="horz" wrap="square" lIns="0" tIns="0" rIns="0" bIns="0" rtlCol="0" anchor="t"/>
          <a:lstStyle/>
          <a:p>
            <a:pPr algn="ctr">
              <a:lnSpc>
                <a:spcPct val="100000"/>
              </a:lnSpc>
            </a:pPr>
            <a:r>
              <a:rPr kumimoji="1" lang="en-US" altLang="zh-CN" sz="4800">
                <a:ln w="12700">
                  <a:noFill/>
                </a:ln>
                <a:solidFill>
                  <a:srgbClr val="1467F7">
                    <a:alpha val="100000"/>
                  </a:srgbClr>
                </a:solidFill>
                <a:latin typeface="Source Han Sans"/>
                <a:ea typeface="Source Han Sans"/>
                <a:cs typeface="Source Han Sans"/>
              </a:rPr>
              <a:t>01</a:t>
            </a:r>
            <a:endParaRPr kumimoji="1" lang="zh-CN" altLang="en-US"/>
          </a:p>
        </p:txBody>
      </p:sp>
      <p:sp>
        <p:nvSpPr>
          <p:cNvPr id="4" name="标题 1"/>
          <p:cNvSpPr txBox="1"/>
          <p:nvPr/>
        </p:nvSpPr>
        <p:spPr>
          <a:xfrm>
            <a:off x="662680" y="1893503"/>
            <a:ext cx="3312000" cy="3960000"/>
          </a:xfrm>
          <a:prstGeom prst="rect">
            <a:avLst/>
          </a:prstGeom>
          <a:solidFill>
            <a:schemeClr val="bg1"/>
          </a:solidFill>
          <a:ln w="12700" cap="sq">
            <a:solidFill>
              <a:schemeClr val="accent1"/>
            </a:solidFill>
            <a:miter/>
          </a:ln>
          <a:effectLst/>
        </p:spPr>
        <p:txBody>
          <a:bodyPr vert="horz" wrap="square" lIns="91440" tIns="45720" rIns="91440" bIns="45720" rtlCol="0" anchor="ctr"/>
          <a:lstStyle/>
          <a:p>
            <a:pPr algn="ctr">
              <a:lnSpc>
                <a:spcPct val="110000"/>
              </a:lnSpc>
            </a:pPr>
            <a:endParaRPr kumimoji="1" lang="zh-CN" altLang="en-US"/>
          </a:p>
        </p:txBody>
      </p:sp>
      <p:cxnSp>
        <p:nvCxnSpPr>
          <p:cNvPr id="5" name="标题 1"/>
          <p:cNvCxnSpPr/>
          <p:nvPr/>
        </p:nvCxnSpPr>
        <p:spPr>
          <a:xfrm>
            <a:off x="662680" y="1893504"/>
            <a:ext cx="3312000" cy="0"/>
          </a:xfrm>
          <a:prstGeom prst="line">
            <a:avLst/>
          </a:prstGeom>
          <a:noFill/>
          <a:ln w="63500" cap="sq">
            <a:solidFill>
              <a:schemeClr val="accent1"/>
            </a:solidFill>
            <a:miter/>
          </a:ln>
        </p:spPr>
      </p:cxnSp>
      <p:sp>
        <p:nvSpPr>
          <p:cNvPr id="6" name="标题 1"/>
          <p:cNvSpPr txBox="1"/>
          <p:nvPr/>
        </p:nvSpPr>
        <p:spPr>
          <a:xfrm>
            <a:off x="9303075" y="1410897"/>
            <a:ext cx="1119650" cy="738664"/>
          </a:xfrm>
          <a:prstGeom prst="rect">
            <a:avLst/>
          </a:prstGeom>
          <a:noFill/>
          <a:ln>
            <a:noFill/>
          </a:ln>
        </p:spPr>
        <p:txBody>
          <a:bodyPr vert="horz" wrap="square" lIns="0" tIns="0" rIns="0" bIns="0" rtlCol="0" anchor="t"/>
          <a:lstStyle/>
          <a:p>
            <a:pPr algn="ctr">
              <a:lnSpc>
                <a:spcPct val="100000"/>
              </a:lnSpc>
            </a:pPr>
            <a:r>
              <a:rPr kumimoji="1" lang="en-US" altLang="zh-CN" sz="4800">
                <a:ln w="12700">
                  <a:noFill/>
                </a:ln>
                <a:solidFill>
                  <a:srgbClr val="1467F7">
                    <a:alpha val="100000"/>
                  </a:srgbClr>
                </a:solidFill>
                <a:latin typeface="Source Han Sans"/>
                <a:ea typeface="Source Han Sans"/>
                <a:cs typeface="Source Han Sans"/>
              </a:rPr>
              <a:t>03</a:t>
            </a:r>
            <a:endParaRPr kumimoji="1" lang="zh-CN" altLang="en-US"/>
          </a:p>
        </p:txBody>
      </p:sp>
      <p:sp>
        <p:nvSpPr>
          <p:cNvPr id="7" name="标题 1"/>
          <p:cNvSpPr txBox="1"/>
          <p:nvPr/>
        </p:nvSpPr>
        <p:spPr>
          <a:xfrm>
            <a:off x="8206900" y="1893503"/>
            <a:ext cx="3312000" cy="3960000"/>
          </a:xfrm>
          <a:prstGeom prst="rect">
            <a:avLst/>
          </a:prstGeom>
          <a:solidFill>
            <a:schemeClr val="bg1"/>
          </a:solidFill>
          <a:ln w="12700" cap="sq">
            <a:solidFill>
              <a:schemeClr val="accent1"/>
            </a:solidFill>
            <a:miter/>
          </a:ln>
          <a:effectLst/>
        </p:spPr>
        <p:txBody>
          <a:bodyPr vert="horz" wrap="square" lIns="91440" tIns="45720" rIns="91440" bIns="45720" rtlCol="0" anchor="ctr"/>
          <a:lstStyle/>
          <a:p>
            <a:pPr algn="ctr">
              <a:lnSpc>
                <a:spcPct val="110000"/>
              </a:lnSpc>
            </a:pPr>
            <a:endParaRPr kumimoji="1" lang="zh-CN" altLang="en-US"/>
          </a:p>
        </p:txBody>
      </p:sp>
      <p:cxnSp>
        <p:nvCxnSpPr>
          <p:cNvPr id="8" name="标题 1"/>
          <p:cNvCxnSpPr/>
          <p:nvPr/>
        </p:nvCxnSpPr>
        <p:spPr>
          <a:xfrm>
            <a:off x="8206900" y="1893504"/>
            <a:ext cx="3312000" cy="0"/>
          </a:xfrm>
          <a:prstGeom prst="line">
            <a:avLst/>
          </a:prstGeom>
          <a:noFill/>
          <a:ln w="63500" cap="sq">
            <a:solidFill>
              <a:schemeClr val="accent1"/>
            </a:solidFill>
            <a:miter/>
          </a:ln>
        </p:spPr>
      </p:cxnSp>
      <p:sp>
        <p:nvSpPr>
          <p:cNvPr id="9" name="标题 1"/>
          <p:cNvSpPr txBox="1"/>
          <p:nvPr/>
        </p:nvSpPr>
        <p:spPr>
          <a:xfrm>
            <a:off x="5529825" y="1410897"/>
            <a:ext cx="1119650" cy="738664"/>
          </a:xfrm>
          <a:prstGeom prst="rect">
            <a:avLst/>
          </a:prstGeom>
          <a:noFill/>
          <a:ln>
            <a:noFill/>
          </a:ln>
        </p:spPr>
        <p:txBody>
          <a:bodyPr vert="horz" wrap="square" lIns="0" tIns="0" rIns="0" bIns="0" rtlCol="0" anchor="t"/>
          <a:lstStyle/>
          <a:p>
            <a:pPr algn="ctr">
              <a:lnSpc>
                <a:spcPct val="100000"/>
              </a:lnSpc>
            </a:pPr>
            <a:r>
              <a:rPr kumimoji="1" lang="en-US" altLang="zh-CN" sz="4800">
                <a:ln w="12700">
                  <a:noFill/>
                </a:ln>
                <a:solidFill>
                  <a:srgbClr val="1467F7">
                    <a:alpha val="100000"/>
                  </a:srgbClr>
                </a:solidFill>
                <a:latin typeface="Source Han Sans"/>
                <a:ea typeface="Source Han Sans"/>
                <a:cs typeface="Source Han Sans"/>
              </a:rPr>
              <a:t>02</a:t>
            </a:r>
            <a:endParaRPr kumimoji="1" lang="zh-CN" altLang="en-US"/>
          </a:p>
        </p:txBody>
      </p:sp>
      <p:sp>
        <p:nvSpPr>
          <p:cNvPr id="10" name="标题 1"/>
          <p:cNvSpPr txBox="1"/>
          <p:nvPr/>
        </p:nvSpPr>
        <p:spPr>
          <a:xfrm>
            <a:off x="4433650" y="1893503"/>
            <a:ext cx="3312000" cy="3960000"/>
          </a:xfrm>
          <a:prstGeom prst="rect">
            <a:avLst/>
          </a:prstGeom>
          <a:solidFill>
            <a:schemeClr val="bg1"/>
          </a:solidFill>
          <a:ln w="12700" cap="sq">
            <a:solidFill>
              <a:schemeClr val="accent1"/>
            </a:solidFill>
            <a:miter/>
          </a:ln>
          <a:effectLst/>
        </p:spPr>
        <p:txBody>
          <a:bodyPr vert="horz" wrap="square" lIns="91440" tIns="45720" rIns="91440" bIns="45720" rtlCol="0" anchor="ctr"/>
          <a:lstStyle/>
          <a:p>
            <a:pPr algn="ctr">
              <a:lnSpc>
                <a:spcPct val="110000"/>
              </a:lnSpc>
            </a:pPr>
            <a:endParaRPr kumimoji="1" lang="zh-CN" altLang="en-US"/>
          </a:p>
        </p:txBody>
      </p:sp>
      <p:cxnSp>
        <p:nvCxnSpPr>
          <p:cNvPr id="11" name="标题 1"/>
          <p:cNvCxnSpPr/>
          <p:nvPr/>
        </p:nvCxnSpPr>
        <p:spPr>
          <a:xfrm>
            <a:off x="4433650" y="1893504"/>
            <a:ext cx="3312000" cy="0"/>
          </a:xfrm>
          <a:prstGeom prst="line">
            <a:avLst/>
          </a:prstGeom>
          <a:noFill/>
          <a:ln w="63500" cap="sq">
            <a:solidFill>
              <a:schemeClr val="accent1"/>
            </a:solidFill>
            <a:miter/>
          </a:ln>
        </p:spPr>
      </p:cxnSp>
      <p:sp>
        <p:nvSpPr>
          <p:cNvPr id="12" name="标题 1"/>
          <p:cNvSpPr txBox="1"/>
          <p:nvPr/>
        </p:nvSpPr>
        <p:spPr>
          <a:xfrm>
            <a:off x="878680" y="2042502"/>
            <a:ext cx="2880000" cy="824506"/>
          </a:xfrm>
          <a:prstGeom prst="rect">
            <a:avLst/>
          </a:prstGeom>
          <a:noFill/>
          <a:ln cap="sq">
            <a:noFill/>
          </a:ln>
          <a:effectLst/>
        </p:spPr>
        <p:txBody>
          <a:bodyPr vert="horz" wrap="square" lIns="0" tIns="0" rIns="0" bIns="0" rtlCol="0" anchor="b"/>
          <a:lstStyle/>
          <a:p>
            <a:pPr algn="l">
              <a:lnSpc>
                <a:spcPct val="120000"/>
              </a:lnSpc>
            </a:pPr>
            <a:r>
              <a:rPr kumimoji="1" lang="en-US" altLang="zh-CN" sz="1600">
                <a:ln w="12700">
                  <a:noFill/>
                </a:ln>
                <a:solidFill>
                  <a:srgbClr val="262626">
                    <a:alpha val="100000"/>
                  </a:srgbClr>
                </a:solidFill>
                <a:latin typeface="Source Han Sans CN Bold"/>
                <a:ea typeface="Source Han Sans CN Bold"/>
                <a:cs typeface="Source Han Sans CN Bold"/>
              </a:rPr>
              <a:t>阻塞赋值</a:t>
            </a:r>
            <a:endParaRPr kumimoji="1" lang="zh-CN" altLang="en-US"/>
          </a:p>
        </p:txBody>
      </p:sp>
      <p:sp>
        <p:nvSpPr>
          <p:cNvPr id="13" name="标题 1"/>
          <p:cNvSpPr txBox="1"/>
          <p:nvPr/>
        </p:nvSpPr>
        <p:spPr>
          <a:xfrm>
            <a:off x="878680" y="2997407"/>
            <a:ext cx="2880000" cy="2520000"/>
          </a:xfrm>
          <a:prstGeom prst="rect">
            <a:avLst/>
          </a:prstGeom>
          <a:noFill/>
          <a:ln>
            <a:noFill/>
          </a:ln>
        </p:spPr>
        <p:txBody>
          <a:bodyPr vert="horz" wrap="square" lIns="0" tIns="0" rIns="0" bIns="0" rtlCol="0" anchor="t"/>
          <a:lstStyle/>
          <a:p>
            <a:pPr algn="l">
              <a:lnSpc>
                <a:spcPct val="150000"/>
              </a:lnSpc>
            </a:pPr>
            <a:r>
              <a:rPr kumimoji="1" lang="en-US" altLang="zh-CN" sz="1400" dirty="0" err="1">
                <a:ln w="12700">
                  <a:noFill/>
                </a:ln>
                <a:solidFill>
                  <a:srgbClr val="262626">
                    <a:alpha val="100000"/>
                  </a:srgbClr>
                </a:solidFill>
                <a:latin typeface="Source Han Sans"/>
                <a:ea typeface="Source Han Sans"/>
                <a:cs typeface="Source Han Sans"/>
              </a:rPr>
              <a:t>阻塞赋值使用</a:t>
            </a:r>
            <a:r>
              <a:rPr kumimoji="1" lang="en-US" altLang="zh-CN" sz="1400" dirty="0">
                <a:ln w="12700">
                  <a:noFill/>
                </a:ln>
                <a:solidFill>
                  <a:srgbClr val="262626">
                    <a:alpha val="100000"/>
                  </a:srgbClr>
                </a:solidFill>
                <a:latin typeface="Source Han Sans"/>
                <a:ea typeface="Source Han Sans"/>
                <a:cs typeface="Source Han Sans"/>
              </a:rPr>
              <a:t> “=” </a:t>
            </a:r>
            <a:r>
              <a:rPr kumimoji="1" lang="en-US" altLang="zh-CN" sz="1400" dirty="0" err="1">
                <a:ln w="12700">
                  <a:noFill/>
                </a:ln>
                <a:solidFill>
                  <a:srgbClr val="262626">
                    <a:alpha val="100000"/>
                  </a:srgbClr>
                </a:solidFill>
                <a:latin typeface="Source Han Sans"/>
                <a:ea typeface="Source Han Sans"/>
                <a:cs typeface="Source Han Sans"/>
              </a:rPr>
              <a:t>符号，在一个</a:t>
            </a:r>
            <a:r>
              <a:rPr kumimoji="1" lang="en-US" altLang="zh-CN" sz="1400" dirty="0">
                <a:ln w="12700">
                  <a:noFill/>
                </a:ln>
                <a:solidFill>
                  <a:srgbClr val="262626">
                    <a:alpha val="100000"/>
                  </a:srgbClr>
                </a:solidFill>
                <a:latin typeface="Source Han Sans"/>
                <a:ea typeface="Source Han Sans"/>
                <a:cs typeface="Source Han Sans"/>
              </a:rPr>
              <a:t> begin...end </a:t>
            </a:r>
            <a:r>
              <a:rPr kumimoji="1" lang="en-US" altLang="zh-CN" sz="1400" dirty="0" err="1">
                <a:ln w="12700">
                  <a:noFill/>
                </a:ln>
                <a:solidFill>
                  <a:srgbClr val="262626">
                    <a:alpha val="100000"/>
                  </a:srgbClr>
                </a:solidFill>
                <a:latin typeface="Source Han Sans"/>
                <a:ea typeface="Source Han Sans"/>
                <a:cs typeface="Source Han Sans"/>
              </a:rPr>
              <a:t>块内会立即完成</a:t>
            </a:r>
            <a:r>
              <a:rPr kumimoji="1" lang="en-US" altLang="zh-CN" sz="1400" dirty="0">
                <a:ln w="12700">
                  <a:noFill/>
                </a:ln>
                <a:solidFill>
                  <a:srgbClr val="262626">
                    <a:alpha val="100000"/>
                  </a:srgbClr>
                </a:solidFill>
                <a:latin typeface="Source Han Sans"/>
                <a:ea typeface="Source Han Sans"/>
                <a:cs typeface="Source Han Sans"/>
              </a:rPr>
              <a:t>。
</a:t>
            </a:r>
            <a:r>
              <a:rPr kumimoji="1" lang="en-US" altLang="zh-CN" sz="1400" dirty="0" err="1">
                <a:ln w="12700">
                  <a:noFill/>
                </a:ln>
                <a:solidFill>
                  <a:srgbClr val="262626">
                    <a:alpha val="100000"/>
                  </a:srgbClr>
                </a:solidFill>
                <a:highlight>
                  <a:srgbClr val="FFFF00"/>
                </a:highlight>
                <a:latin typeface="Source Han Sans"/>
                <a:ea typeface="Source Han Sans"/>
                <a:cs typeface="Source Han Sans"/>
              </a:rPr>
              <a:t>阻塞赋值会阻塞后续语句的执行，直到当前赋值完成</a:t>
            </a:r>
            <a:r>
              <a:rPr kumimoji="1" lang="en-US" altLang="zh-CN" sz="1400" dirty="0">
                <a:ln w="12700">
                  <a:noFill/>
                </a:ln>
                <a:solidFill>
                  <a:srgbClr val="262626">
                    <a:alpha val="100000"/>
                  </a:srgbClr>
                </a:solidFill>
                <a:highlight>
                  <a:srgbClr val="FFFF00"/>
                </a:highlight>
                <a:latin typeface="Source Han Sans"/>
                <a:ea typeface="Source Han Sans"/>
                <a:cs typeface="Source Han Sans"/>
              </a:rPr>
              <a:t>。</a:t>
            </a:r>
          </a:p>
          <a:p>
            <a:pPr algn="l">
              <a:lnSpc>
                <a:spcPct val="150000"/>
              </a:lnSpc>
            </a:pPr>
            <a:r>
              <a:rPr lang="zh-CN" altLang="en-US" sz="1400" b="0" i="0" dirty="0">
                <a:solidFill>
                  <a:srgbClr val="333333"/>
                </a:solidFill>
                <a:effectLst/>
                <a:latin typeface="Helvetica Neue"/>
              </a:rPr>
              <a:t>阻塞赋值属于顺序执行，即下一条语句执行前，当前语句一定会执行完毕。</a:t>
            </a:r>
            <a:endParaRPr kumimoji="1" lang="zh-CN" altLang="en-US" sz="1400" dirty="0">
              <a:highlight>
                <a:srgbClr val="FFFF00"/>
              </a:highlight>
            </a:endParaRPr>
          </a:p>
        </p:txBody>
      </p:sp>
      <p:sp>
        <p:nvSpPr>
          <p:cNvPr id="14" name="标题 1"/>
          <p:cNvSpPr txBox="1"/>
          <p:nvPr/>
        </p:nvSpPr>
        <p:spPr>
          <a:xfrm>
            <a:off x="4649650" y="2042502"/>
            <a:ext cx="2880000" cy="824506"/>
          </a:xfrm>
          <a:prstGeom prst="rect">
            <a:avLst/>
          </a:prstGeom>
          <a:noFill/>
          <a:ln cap="sq">
            <a:noFill/>
          </a:ln>
          <a:effectLst/>
        </p:spPr>
        <p:txBody>
          <a:bodyPr vert="horz" wrap="square" lIns="0" tIns="0" rIns="0" bIns="0" rtlCol="0" anchor="b"/>
          <a:lstStyle/>
          <a:p>
            <a:pPr algn="l">
              <a:lnSpc>
                <a:spcPct val="120000"/>
              </a:lnSpc>
            </a:pPr>
            <a:r>
              <a:rPr kumimoji="1" lang="en-US" altLang="zh-CN" sz="1600">
                <a:ln w="12700">
                  <a:noFill/>
                </a:ln>
                <a:solidFill>
                  <a:srgbClr val="262626">
                    <a:alpha val="100000"/>
                  </a:srgbClr>
                </a:solidFill>
                <a:latin typeface="Source Han Sans CN Bold"/>
                <a:ea typeface="Source Han Sans CN Bold"/>
                <a:cs typeface="Source Han Sans CN Bold"/>
              </a:rPr>
              <a:t>非阻塞赋值</a:t>
            </a:r>
            <a:endParaRPr kumimoji="1" lang="zh-CN" altLang="en-US"/>
          </a:p>
        </p:txBody>
      </p:sp>
      <p:sp>
        <p:nvSpPr>
          <p:cNvPr id="15" name="标题 1"/>
          <p:cNvSpPr txBox="1"/>
          <p:nvPr/>
        </p:nvSpPr>
        <p:spPr>
          <a:xfrm>
            <a:off x="4639607" y="2997407"/>
            <a:ext cx="2880000" cy="2520000"/>
          </a:xfrm>
          <a:prstGeom prst="rect">
            <a:avLst/>
          </a:prstGeom>
          <a:noFill/>
          <a:ln>
            <a:noFill/>
          </a:ln>
        </p:spPr>
        <p:txBody>
          <a:bodyPr vert="horz" wrap="square" lIns="0" tIns="0" rIns="0" bIns="0" rtlCol="0" anchor="t"/>
          <a:lstStyle/>
          <a:p>
            <a:pPr algn="l">
              <a:lnSpc>
                <a:spcPct val="150000"/>
              </a:lnSpc>
            </a:pPr>
            <a:r>
              <a:rPr lang="zh-CN" altLang="en-US" sz="1400" b="0" i="0" dirty="0">
                <a:solidFill>
                  <a:srgbClr val="333333"/>
                </a:solidFill>
                <a:effectLst/>
                <a:latin typeface="Source Han Sans" panose="02010600030101010101" charset="-122"/>
                <a:ea typeface="Source Han Sans" panose="02010600030101010101" charset="-122"/>
              </a:rPr>
              <a:t>非阻塞赋值属于</a:t>
            </a:r>
            <a:r>
              <a:rPr lang="zh-CN" altLang="en-US" sz="1400" b="0" i="0" dirty="0">
                <a:solidFill>
                  <a:srgbClr val="333333"/>
                </a:solidFill>
                <a:effectLst/>
                <a:highlight>
                  <a:srgbClr val="FFFF00"/>
                </a:highlight>
                <a:latin typeface="Source Han Sans" panose="02010600030101010101" charset="-122"/>
                <a:ea typeface="Source Han Sans" panose="02010600030101010101" charset="-122"/>
              </a:rPr>
              <a:t>并行执行语句</a:t>
            </a:r>
            <a:r>
              <a:rPr lang="zh-CN" altLang="en-US" sz="1400" b="0" i="0" dirty="0">
                <a:solidFill>
                  <a:srgbClr val="333333"/>
                </a:solidFill>
                <a:effectLst/>
                <a:latin typeface="Source Han Sans" panose="02010600030101010101" charset="-122"/>
                <a:ea typeface="Source Han Sans" panose="02010600030101010101" charset="-122"/>
              </a:rPr>
              <a:t>，即下一条语句的执行和当前语句的执行是同时进行的，它</a:t>
            </a:r>
            <a:r>
              <a:rPr lang="zh-CN" altLang="en-US" sz="1400" b="0" i="0" dirty="0">
                <a:solidFill>
                  <a:srgbClr val="333333"/>
                </a:solidFill>
                <a:effectLst/>
                <a:highlight>
                  <a:srgbClr val="FFFF00"/>
                </a:highlight>
                <a:latin typeface="Source Han Sans" panose="02010600030101010101" charset="-122"/>
                <a:ea typeface="Source Han Sans" panose="02010600030101010101" charset="-122"/>
              </a:rPr>
              <a:t>不会阻塞位于同一个语句块中后面语句的执行</a:t>
            </a:r>
            <a:r>
              <a:rPr lang="zh-CN" altLang="en-US" sz="1400" b="0" i="0" dirty="0">
                <a:solidFill>
                  <a:srgbClr val="333333"/>
                </a:solidFill>
                <a:effectLst/>
                <a:latin typeface="Source Han Sans" panose="02010600030101010101" charset="-122"/>
                <a:ea typeface="Source Han Sans" panose="02010600030101010101" charset="-122"/>
              </a:rPr>
              <a:t>。</a:t>
            </a:r>
            <a:endParaRPr kumimoji="1" lang="en-US" altLang="zh-CN" sz="1400" dirty="0">
              <a:ln w="12700">
                <a:noFill/>
              </a:ln>
              <a:solidFill>
                <a:srgbClr val="262626">
                  <a:alpha val="100000"/>
                </a:srgbClr>
              </a:solidFill>
              <a:latin typeface="Source Han Sans" panose="02010600030101010101" charset="-122"/>
              <a:ea typeface="Source Han Sans" panose="02010600030101010101" charset="-122"/>
              <a:cs typeface="Source Han Sans"/>
            </a:endParaRPr>
          </a:p>
          <a:p>
            <a:pPr algn="l">
              <a:lnSpc>
                <a:spcPct val="150000"/>
              </a:lnSpc>
            </a:pPr>
            <a:r>
              <a:rPr kumimoji="1" lang="en-US" altLang="zh-CN" sz="1400" dirty="0" err="1">
                <a:ln w="12700">
                  <a:noFill/>
                </a:ln>
                <a:solidFill>
                  <a:srgbClr val="262626">
                    <a:alpha val="100000"/>
                  </a:srgbClr>
                </a:solidFill>
                <a:latin typeface="Source Han Sans" panose="02010600030101010101" charset="-122"/>
                <a:ea typeface="Source Han Sans" panose="02010600030101010101" charset="-122"/>
                <a:cs typeface="Source Han Sans"/>
              </a:rPr>
              <a:t>非阻塞赋值使用</a:t>
            </a:r>
            <a:r>
              <a:rPr kumimoji="1" lang="en-US" altLang="zh-CN" sz="1400" dirty="0">
                <a:ln w="12700">
                  <a:noFill/>
                </a:ln>
                <a:solidFill>
                  <a:srgbClr val="262626">
                    <a:alpha val="100000"/>
                  </a:srgbClr>
                </a:solidFill>
                <a:latin typeface="Source Han Sans" panose="02010600030101010101" charset="-122"/>
                <a:ea typeface="Source Han Sans" panose="02010600030101010101" charset="-122"/>
                <a:cs typeface="Source Han Sans"/>
              </a:rPr>
              <a:t> “&lt;=” </a:t>
            </a:r>
            <a:r>
              <a:rPr kumimoji="1" lang="en-US" altLang="zh-CN" sz="1400" dirty="0" err="1">
                <a:ln w="12700">
                  <a:noFill/>
                </a:ln>
                <a:solidFill>
                  <a:srgbClr val="262626">
                    <a:alpha val="100000"/>
                  </a:srgbClr>
                </a:solidFill>
                <a:latin typeface="Source Han Sans" panose="02010600030101010101" charset="-122"/>
                <a:ea typeface="Source Han Sans" panose="02010600030101010101" charset="-122"/>
                <a:cs typeface="Source Han Sans"/>
              </a:rPr>
              <a:t>符号，在一个</a:t>
            </a:r>
            <a:r>
              <a:rPr kumimoji="1" lang="en-US" altLang="zh-CN" sz="1400" dirty="0">
                <a:ln w="12700">
                  <a:noFill/>
                </a:ln>
                <a:solidFill>
                  <a:srgbClr val="262626">
                    <a:alpha val="100000"/>
                  </a:srgbClr>
                </a:solidFill>
                <a:latin typeface="Source Han Sans" panose="02010600030101010101" charset="-122"/>
                <a:ea typeface="Source Han Sans" panose="02010600030101010101" charset="-122"/>
                <a:cs typeface="Source Han Sans"/>
              </a:rPr>
              <a:t> begin...end </a:t>
            </a:r>
            <a:r>
              <a:rPr kumimoji="1" lang="en-US" altLang="zh-CN" sz="1400" dirty="0" err="1">
                <a:ln w="12700">
                  <a:noFill/>
                </a:ln>
                <a:solidFill>
                  <a:srgbClr val="262626">
                    <a:alpha val="100000"/>
                  </a:srgbClr>
                </a:solidFill>
                <a:latin typeface="Source Han Sans" panose="02010600030101010101" charset="-122"/>
                <a:ea typeface="Source Han Sans" panose="02010600030101010101" charset="-122"/>
                <a:cs typeface="Source Han Sans"/>
              </a:rPr>
              <a:t>块内会延迟到当前时间步的末尾完成</a:t>
            </a:r>
            <a:r>
              <a:rPr kumimoji="1" lang="en-US" altLang="zh-CN" sz="1400" dirty="0">
                <a:ln w="12700">
                  <a:noFill/>
                </a:ln>
                <a:solidFill>
                  <a:srgbClr val="262626">
                    <a:alpha val="100000"/>
                  </a:srgbClr>
                </a:solidFill>
                <a:latin typeface="Source Han Sans" panose="02010600030101010101" charset="-122"/>
                <a:ea typeface="Source Han Sans" panose="02010600030101010101" charset="-122"/>
                <a:cs typeface="Source Han Sans"/>
              </a:rPr>
              <a:t>。
</a:t>
            </a:r>
            <a:r>
              <a:rPr kumimoji="1" lang="en-US" altLang="zh-CN" sz="1400" dirty="0" err="1">
                <a:ln w="12700">
                  <a:noFill/>
                </a:ln>
                <a:solidFill>
                  <a:srgbClr val="262626">
                    <a:alpha val="100000"/>
                  </a:srgbClr>
                </a:solidFill>
                <a:latin typeface="Source Han Sans" panose="02010600030101010101" charset="-122"/>
                <a:ea typeface="Source Han Sans" panose="02010600030101010101" charset="-122"/>
                <a:cs typeface="Source Han Sans"/>
              </a:rPr>
              <a:t>非阻塞赋值用于正确地建模</a:t>
            </a:r>
            <a:r>
              <a:rPr kumimoji="1" lang="en-US" altLang="zh-CN" sz="1400" dirty="0" err="1">
                <a:ln w="12700">
                  <a:noFill/>
                </a:ln>
                <a:solidFill>
                  <a:srgbClr val="262626">
                    <a:alpha val="100000"/>
                  </a:srgbClr>
                </a:solidFill>
                <a:highlight>
                  <a:srgbClr val="FFFF00"/>
                </a:highlight>
                <a:latin typeface="Source Han Sans" panose="02010600030101010101" charset="-122"/>
                <a:ea typeface="Source Han Sans" panose="02010600030101010101" charset="-122"/>
                <a:cs typeface="Source Han Sans"/>
              </a:rPr>
              <a:t>时序逻辑</a:t>
            </a:r>
            <a:r>
              <a:rPr kumimoji="1" lang="en-US" altLang="zh-CN" sz="1400" dirty="0">
                <a:ln w="12700">
                  <a:noFill/>
                </a:ln>
                <a:solidFill>
                  <a:srgbClr val="262626">
                    <a:alpha val="100000"/>
                  </a:srgbClr>
                </a:solidFill>
                <a:latin typeface="Source Han Sans" panose="02010600030101010101" charset="-122"/>
                <a:ea typeface="Source Han Sans" panose="02010600030101010101" charset="-122"/>
                <a:cs typeface="Source Han Sans"/>
              </a:rPr>
              <a:t>。</a:t>
            </a:r>
            <a:endParaRPr kumimoji="1" lang="zh-CN" altLang="en-US" dirty="0">
              <a:latin typeface="Source Han Sans" panose="02010600030101010101" charset="-122"/>
              <a:ea typeface="Source Han Sans" panose="02010600030101010101" charset="-122"/>
            </a:endParaRPr>
          </a:p>
        </p:txBody>
      </p:sp>
      <p:sp>
        <p:nvSpPr>
          <p:cNvPr id="16" name="标题 1"/>
          <p:cNvSpPr txBox="1"/>
          <p:nvPr/>
        </p:nvSpPr>
        <p:spPr>
          <a:xfrm>
            <a:off x="8422900" y="2042502"/>
            <a:ext cx="2880000" cy="824506"/>
          </a:xfrm>
          <a:prstGeom prst="rect">
            <a:avLst/>
          </a:prstGeom>
          <a:noFill/>
          <a:ln cap="sq">
            <a:noFill/>
          </a:ln>
          <a:effectLst/>
        </p:spPr>
        <p:txBody>
          <a:bodyPr vert="horz" wrap="square" lIns="0" tIns="0" rIns="0" bIns="0" rtlCol="0" anchor="b"/>
          <a:lstStyle/>
          <a:p>
            <a:pPr algn="l">
              <a:lnSpc>
                <a:spcPct val="120000"/>
              </a:lnSpc>
            </a:pPr>
            <a:r>
              <a:rPr kumimoji="1" lang="en-US" altLang="zh-CN" sz="1600">
                <a:ln w="12700">
                  <a:noFill/>
                </a:ln>
                <a:solidFill>
                  <a:srgbClr val="262626">
                    <a:alpha val="100000"/>
                  </a:srgbClr>
                </a:solidFill>
                <a:latin typeface="Source Han Sans CN Bold"/>
                <a:ea typeface="Source Han Sans CN Bold"/>
                <a:cs typeface="Source Han Sans CN Bold"/>
              </a:rPr>
              <a:t>赋值方式的选择</a:t>
            </a:r>
            <a:endParaRPr kumimoji="1" lang="zh-CN" altLang="en-US"/>
          </a:p>
        </p:txBody>
      </p:sp>
      <p:sp>
        <p:nvSpPr>
          <p:cNvPr id="17" name="标题 1"/>
          <p:cNvSpPr txBox="1"/>
          <p:nvPr/>
        </p:nvSpPr>
        <p:spPr>
          <a:xfrm>
            <a:off x="8422900" y="2997407"/>
            <a:ext cx="2880000" cy="2520000"/>
          </a:xfrm>
          <a:prstGeom prst="rect">
            <a:avLst/>
          </a:prstGeom>
          <a:noFill/>
          <a:ln>
            <a:noFill/>
          </a:ln>
        </p:spPr>
        <p:txBody>
          <a:bodyPr vert="horz" wrap="square" lIns="0" tIns="0" rIns="0" bIns="0" rtlCol="0" anchor="t"/>
          <a:lstStyle/>
          <a:p>
            <a:pPr algn="l">
              <a:lnSpc>
                <a:spcPct val="150000"/>
              </a:lnSpc>
            </a:pPr>
            <a:r>
              <a:rPr kumimoji="1" lang="en-US" altLang="zh-CN" sz="1400" dirty="0" err="1">
                <a:ln w="12700">
                  <a:noFill/>
                </a:ln>
                <a:solidFill>
                  <a:srgbClr val="262626">
                    <a:alpha val="100000"/>
                  </a:srgbClr>
                </a:solidFill>
                <a:latin typeface="Source Han Sans"/>
                <a:ea typeface="Source Han Sans"/>
                <a:cs typeface="Source Han Sans"/>
              </a:rPr>
              <a:t>描述</a:t>
            </a:r>
            <a:r>
              <a:rPr kumimoji="1" lang="en-US" altLang="zh-CN" sz="1400" dirty="0" err="1">
                <a:ln w="12700">
                  <a:noFill/>
                </a:ln>
                <a:solidFill>
                  <a:srgbClr val="262626">
                    <a:alpha val="100000"/>
                  </a:srgbClr>
                </a:solidFill>
                <a:highlight>
                  <a:srgbClr val="FFFF00"/>
                </a:highlight>
                <a:latin typeface="Source Han Sans"/>
                <a:ea typeface="Source Han Sans"/>
                <a:cs typeface="Source Han Sans"/>
              </a:rPr>
              <a:t>组合逻辑</a:t>
            </a:r>
            <a:r>
              <a:rPr kumimoji="1" lang="en-US" altLang="zh-CN" sz="1400" dirty="0" err="1">
                <a:ln w="12700">
                  <a:noFill/>
                </a:ln>
                <a:solidFill>
                  <a:srgbClr val="262626">
                    <a:alpha val="100000"/>
                  </a:srgbClr>
                </a:solidFill>
                <a:latin typeface="Source Han Sans"/>
                <a:ea typeface="Source Han Sans"/>
                <a:cs typeface="Source Han Sans"/>
              </a:rPr>
              <a:t>时使用</a:t>
            </a:r>
            <a:r>
              <a:rPr kumimoji="1" lang="en-US" altLang="zh-CN" sz="1400" dirty="0">
                <a:ln w="12700">
                  <a:noFill/>
                </a:ln>
                <a:solidFill>
                  <a:srgbClr val="262626">
                    <a:alpha val="100000"/>
                  </a:srgbClr>
                </a:solidFill>
                <a:latin typeface="Source Han Sans"/>
                <a:ea typeface="Source Han Sans"/>
                <a:cs typeface="Source Han Sans"/>
              </a:rPr>
              <a:t> assign </a:t>
            </a:r>
            <a:r>
              <a:rPr kumimoji="1" lang="en-US" altLang="zh-CN" sz="1400" dirty="0" err="1">
                <a:ln w="12700">
                  <a:noFill/>
                </a:ln>
                <a:solidFill>
                  <a:srgbClr val="262626">
                    <a:alpha val="100000"/>
                  </a:srgbClr>
                </a:solidFill>
                <a:latin typeface="Source Han Sans"/>
                <a:ea typeface="Source Han Sans"/>
                <a:cs typeface="Source Han Sans"/>
              </a:rPr>
              <a:t>语句或阻塞赋值</a:t>
            </a:r>
            <a:r>
              <a:rPr kumimoji="1" lang="en-US" altLang="zh-CN" sz="1400" dirty="0">
                <a:ln w="12700">
                  <a:noFill/>
                </a:ln>
                <a:solidFill>
                  <a:srgbClr val="262626">
                    <a:alpha val="100000"/>
                  </a:srgbClr>
                </a:solidFill>
                <a:latin typeface="Source Han Sans"/>
                <a:ea typeface="Source Han Sans"/>
                <a:cs typeface="Source Han Sans"/>
              </a:rPr>
              <a:t>。
</a:t>
            </a:r>
            <a:r>
              <a:rPr kumimoji="1" lang="en-US" altLang="zh-CN" sz="1400" dirty="0" err="1">
                <a:ln w="12700">
                  <a:noFill/>
                </a:ln>
                <a:solidFill>
                  <a:srgbClr val="262626">
                    <a:alpha val="100000"/>
                  </a:srgbClr>
                </a:solidFill>
                <a:latin typeface="Source Han Sans"/>
                <a:ea typeface="Source Han Sans"/>
                <a:cs typeface="Source Han Sans"/>
              </a:rPr>
              <a:t>描述</a:t>
            </a:r>
            <a:r>
              <a:rPr kumimoji="1" lang="en-US" altLang="zh-CN" sz="1400" dirty="0" err="1">
                <a:ln w="12700">
                  <a:noFill/>
                </a:ln>
                <a:solidFill>
                  <a:srgbClr val="262626">
                    <a:alpha val="100000"/>
                  </a:srgbClr>
                </a:solidFill>
                <a:highlight>
                  <a:srgbClr val="FFFF00"/>
                </a:highlight>
                <a:latin typeface="Source Han Sans"/>
                <a:ea typeface="Source Han Sans"/>
                <a:cs typeface="Source Han Sans"/>
              </a:rPr>
              <a:t>时序逻辑</a:t>
            </a:r>
            <a:r>
              <a:rPr kumimoji="1" lang="en-US" altLang="zh-CN" sz="1400" dirty="0" err="1">
                <a:ln w="12700">
                  <a:noFill/>
                </a:ln>
                <a:solidFill>
                  <a:srgbClr val="262626">
                    <a:alpha val="100000"/>
                  </a:srgbClr>
                </a:solidFill>
                <a:latin typeface="Source Han Sans"/>
                <a:ea typeface="Source Han Sans"/>
                <a:cs typeface="Source Han Sans"/>
              </a:rPr>
              <a:t>时使用非阻塞赋值</a:t>
            </a:r>
            <a:r>
              <a:rPr kumimoji="1" lang="en-US" altLang="zh-CN" sz="1400" dirty="0">
                <a:ln w="12700">
                  <a:noFill/>
                </a:ln>
                <a:solidFill>
                  <a:srgbClr val="262626">
                    <a:alpha val="100000"/>
                  </a:srgbClr>
                </a:solidFill>
                <a:latin typeface="Source Han Sans"/>
                <a:ea typeface="Source Han Sans"/>
                <a:cs typeface="Source Han Sans"/>
              </a:rPr>
              <a:t>。</a:t>
            </a:r>
            <a:endParaRPr kumimoji="1" lang="zh-CN" altLang="en-US" dirty="0"/>
          </a:p>
        </p:txBody>
      </p:sp>
      <p:sp>
        <p:nvSpPr>
          <p:cNvPr id="18" name="标题 1"/>
          <p:cNvSpPr txBox="1"/>
          <p:nvPr/>
        </p:nvSpPr>
        <p:spPr>
          <a:xfrm>
            <a:off x="660400" y="323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a:ea typeface="Source Han Sans CN Bold"/>
                <a:cs typeface="Source Han Sans CN Bold"/>
              </a:rPr>
              <a:t>过程赋值</a:t>
            </a:r>
            <a:endParaRPr kumimoji="1" lang="zh-CN" altLang="en-US"/>
          </a:p>
        </p:txBody>
      </p:sp>
      <p:cxnSp>
        <p:nvCxnSpPr>
          <p:cNvPr id="19" name="标题 1"/>
          <p:cNvCxnSpPr/>
          <p:nvPr/>
        </p:nvCxnSpPr>
        <p:spPr>
          <a:xfrm>
            <a:off x="0" y="958850"/>
            <a:ext cx="12122150" cy="0"/>
          </a:xfrm>
          <a:prstGeom prst="line">
            <a:avLst/>
          </a:prstGeom>
          <a:noFill/>
          <a:ln w="28575" cap="sq">
            <a:solidFill>
              <a:schemeClr val="accent1"/>
            </a:solidFill>
            <a:miter/>
          </a:ln>
        </p:spPr>
      </p:cxnSp>
      <p:pic>
        <p:nvPicPr>
          <p:cNvPr id="21" name="图片 20">
            <a:extLst>
              <a:ext uri="{FF2B5EF4-FFF2-40B4-BE49-F238E27FC236}">
                <a16:creationId xmlns:a16="http://schemas.microsoft.com/office/drawing/2014/main" id="{43145C30-313E-03B3-ADF4-9F20C3736578}"/>
              </a:ext>
            </a:extLst>
          </p:cNvPr>
          <p:cNvPicPr>
            <a:picLocks noChangeAspect="1"/>
          </p:cNvPicPr>
          <p:nvPr/>
        </p:nvPicPr>
        <p:blipFill>
          <a:blip r:embed="rId2"/>
          <a:stretch>
            <a:fillRect/>
          </a:stretch>
        </p:blipFill>
        <p:spPr>
          <a:xfrm>
            <a:off x="8315508" y="3990993"/>
            <a:ext cx="3094783" cy="267526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57385"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12971575">
            <a:off x="6066310" y="973629"/>
            <a:ext cx="1859493" cy="1859493"/>
          </a:xfrm>
          <a:prstGeom prst="ellipse">
            <a:avLst/>
          </a:prstGeom>
          <a:gradFill>
            <a:gsLst>
              <a:gs pos="0">
                <a:schemeClr val="accent2">
                  <a:lumMod val="20000"/>
                  <a:lumOff val="80000"/>
                  <a:alpha val="0"/>
                </a:schemeClr>
              </a:gs>
              <a:gs pos="100000">
                <a:schemeClr val="accent2">
                  <a:alpha val="4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rot="20292424">
            <a:off x="-861535" y="-1870201"/>
            <a:ext cx="5517653" cy="5517653"/>
          </a:xfrm>
          <a:prstGeom prst="ellipse">
            <a:avLst/>
          </a:prstGeom>
          <a:gradFill>
            <a:gsLst>
              <a:gs pos="0">
                <a:schemeClr val="accent2">
                  <a:lumMod val="20000"/>
                  <a:lumOff val="80000"/>
                  <a:alpha val="10000"/>
                </a:schemeClr>
              </a:gs>
              <a:gs pos="100000">
                <a:schemeClr val="accent2">
                  <a:lumMod val="60000"/>
                  <a:lumOff val="40000"/>
                  <a:alpha val="32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266700" y="0"/>
            <a:ext cx="12192000" cy="6858000"/>
          </a:xfrm>
          <a:custGeom>
            <a:avLst/>
            <a:gdLst>
              <a:gd name="connsiteX0" fmla="*/ 113129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702116 h 6858000"/>
              <a:gd name="connsiteX5" fmla="*/ 35522 w 12192000"/>
              <a:gd name="connsiteY5" fmla="*/ 6686253 h 6858000"/>
              <a:gd name="connsiteX6" fmla="*/ 2463801 w 12192000"/>
              <a:gd name="connsiteY6" fmla="*/ 5867400 h 6858000"/>
              <a:gd name="connsiteX7" fmla="*/ 5219701 w 12192000"/>
              <a:gd name="connsiteY7" fmla="*/ 5918200 h 6858000"/>
              <a:gd name="connsiteX8" fmla="*/ 7010401 w 12192000"/>
              <a:gd name="connsiteY8" fmla="*/ 5283200 h 6858000"/>
              <a:gd name="connsiteX9" fmla="*/ 8267701 w 12192000"/>
              <a:gd name="connsiteY9" fmla="*/ 4368800 h 6858000"/>
              <a:gd name="connsiteX10" fmla="*/ 9753303 w 12192000"/>
              <a:gd name="connsiteY10" fmla="*/ 4102100 h 6858000"/>
              <a:gd name="connsiteX11" fmla="*/ 9775436 w 12192000"/>
              <a:gd name="connsiteY11" fmla="*/ 4096261 h 6858000"/>
              <a:gd name="connsiteX12" fmla="*/ 9872640 w 12192000"/>
              <a:gd name="connsiteY12" fmla="*/ 4085901 h 6858000"/>
              <a:gd name="connsiteX13" fmla="*/ 10871964 w 12192000"/>
              <a:gd name="connsiteY13" fmla="*/ 3011090 h 6858000"/>
              <a:gd name="connsiteX14" fmla="*/ 10879893 w 12192000"/>
              <a:gd name="connsiteY14" fmla="*/ 2929399 h 6858000"/>
              <a:gd name="connsiteX15" fmla="*/ 10896601 w 12192000"/>
              <a:gd name="connsiteY15" fmla="*/ 2844800 h 6858000"/>
              <a:gd name="connsiteX16" fmla="*/ 10899119 w 12192000"/>
              <a:gd name="connsiteY16" fmla="*/ 2673412 h 6858000"/>
              <a:gd name="connsiteX17" fmla="*/ 10885081 w 12192000"/>
              <a:gd name="connsiteY17" fmla="*/ 2593548 h 6858000"/>
              <a:gd name="connsiteX18" fmla="*/ 10877638 w 12192000"/>
              <a:gd name="connsiteY18" fmla="*/ 2498494 h 6858000"/>
              <a:gd name="connsiteX19" fmla="*/ 10816392 w 12192000"/>
              <a:gd name="connsiteY19" fmla="*/ 2262974 h 6858000"/>
              <a:gd name="connsiteX20" fmla="*/ 10744803 w 12192000"/>
              <a:gd name="connsiteY20" fmla="*/ 2108945 h 6858000"/>
              <a:gd name="connsiteX21" fmla="*/ 10738645 w 12192000"/>
              <a:gd name="connsiteY21" fmla="*/ 2091531 h 6858000"/>
              <a:gd name="connsiteX22" fmla="*/ 10541001 w 12192000"/>
              <a:gd name="connsiteY22" fmla="*/ 1371600 h 6858000"/>
              <a:gd name="connsiteX23" fmla="*/ 10544822 w 12192000"/>
              <a:gd name="connsiteY23" fmla="*/ 1332977 h 6858000"/>
              <a:gd name="connsiteX24" fmla="*/ 10541001 w 12192000"/>
              <a:gd name="connsiteY24" fmla="*/ 1257301 h 6858000"/>
              <a:gd name="connsiteX25" fmla="*/ 11308933 w 12192000"/>
              <a:gd name="connsiteY25" fmla="*/ 1821 h 6858000"/>
            </a:gdLst>
            <a:ahLst/>
            <a:cxnLst/>
            <a:rect l="l" t="t" r="r" b="b"/>
            <a:pathLst>
              <a:path w="12192000" h="6858000">
                <a:moveTo>
                  <a:pt x="11312928" y="0"/>
                </a:moveTo>
                <a:lnTo>
                  <a:pt x="12192000" y="0"/>
                </a:lnTo>
                <a:lnTo>
                  <a:pt x="12192000" y="6858000"/>
                </a:lnTo>
                <a:lnTo>
                  <a:pt x="0" y="6858000"/>
                </a:lnTo>
                <a:lnTo>
                  <a:pt x="0" y="6702116"/>
                </a:lnTo>
                <a:lnTo>
                  <a:pt x="35522" y="6686253"/>
                </a:lnTo>
                <a:cubicBezTo>
                  <a:pt x="678260" y="6404372"/>
                  <a:pt x="1757363" y="5991225"/>
                  <a:pt x="2463801" y="5867400"/>
                </a:cubicBezTo>
                <a:cubicBezTo>
                  <a:pt x="3405718" y="5702300"/>
                  <a:pt x="4461935" y="6015567"/>
                  <a:pt x="5219701" y="5918200"/>
                </a:cubicBezTo>
                <a:cubicBezTo>
                  <a:pt x="5977468" y="5820833"/>
                  <a:pt x="6502402" y="5541433"/>
                  <a:pt x="7010401" y="5283200"/>
                </a:cubicBezTo>
                <a:cubicBezTo>
                  <a:pt x="7518401" y="5024967"/>
                  <a:pt x="7742768" y="4588933"/>
                  <a:pt x="8267701" y="4368800"/>
                </a:cubicBezTo>
                <a:cubicBezTo>
                  <a:pt x="8661401" y="4203700"/>
                  <a:pt x="9282510" y="4200525"/>
                  <a:pt x="9753303" y="4102100"/>
                </a:cubicBezTo>
                <a:lnTo>
                  <a:pt x="9775436" y="4096261"/>
                </a:lnTo>
                <a:lnTo>
                  <a:pt x="9872640" y="4085901"/>
                </a:lnTo>
                <a:cubicBezTo>
                  <a:pt x="10350579" y="4007524"/>
                  <a:pt x="10765727" y="3583520"/>
                  <a:pt x="10871964" y="3011090"/>
                </a:cubicBezTo>
                <a:lnTo>
                  <a:pt x="10879893" y="2929399"/>
                </a:lnTo>
                <a:lnTo>
                  <a:pt x="10896601" y="2844800"/>
                </a:lnTo>
                <a:cubicBezTo>
                  <a:pt x="10904538" y="2790825"/>
                  <a:pt x="10904770" y="2733378"/>
                  <a:pt x="10899119" y="2673412"/>
                </a:cubicBezTo>
                <a:lnTo>
                  <a:pt x="10885081" y="2593548"/>
                </a:lnTo>
                <a:lnTo>
                  <a:pt x="10877638" y="2498494"/>
                </a:lnTo>
                <a:cubicBezTo>
                  <a:pt x="10863957" y="2417017"/>
                  <a:pt x="10843349" y="2338180"/>
                  <a:pt x="10816392" y="2262974"/>
                </a:cubicBezTo>
                <a:lnTo>
                  <a:pt x="10744803" y="2108945"/>
                </a:lnTo>
                <a:lnTo>
                  <a:pt x="10738645" y="2091531"/>
                </a:lnTo>
                <a:cubicBezTo>
                  <a:pt x="10640485" y="1825625"/>
                  <a:pt x="10535710" y="1565275"/>
                  <a:pt x="10541001" y="1371600"/>
                </a:cubicBezTo>
                <a:lnTo>
                  <a:pt x="10544822" y="1332977"/>
                </a:lnTo>
                <a:lnTo>
                  <a:pt x="10541001" y="1257301"/>
                </a:lnTo>
                <a:cubicBezTo>
                  <a:pt x="10541001" y="709879"/>
                  <a:pt x="10853029" y="235335"/>
                  <a:pt x="11308933" y="1821"/>
                </a:cubicBezTo>
                <a:close/>
              </a:path>
            </a:pathLst>
          </a:custGeom>
          <a:gradFill>
            <a:gsLst>
              <a:gs pos="0">
                <a:schemeClr val="accent2">
                  <a:alpha val="99000"/>
                </a:schemeClr>
              </a:gs>
              <a:gs pos="100000">
                <a:schemeClr val="accent2">
                  <a:lumMod val="40000"/>
                  <a:lumOff val="6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0" y="0"/>
            <a:ext cx="12192000" cy="6858000"/>
          </a:xfrm>
          <a:custGeom>
            <a:avLst/>
            <a:gdLst>
              <a:gd name="connsiteX0" fmla="*/ 113129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702116 h 6858000"/>
              <a:gd name="connsiteX5" fmla="*/ 35522 w 12192000"/>
              <a:gd name="connsiteY5" fmla="*/ 6686253 h 6858000"/>
              <a:gd name="connsiteX6" fmla="*/ 2463801 w 12192000"/>
              <a:gd name="connsiteY6" fmla="*/ 5867400 h 6858000"/>
              <a:gd name="connsiteX7" fmla="*/ 5219701 w 12192000"/>
              <a:gd name="connsiteY7" fmla="*/ 5918200 h 6858000"/>
              <a:gd name="connsiteX8" fmla="*/ 7010401 w 12192000"/>
              <a:gd name="connsiteY8" fmla="*/ 5283200 h 6858000"/>
              <a:gd name="connsiteX9" fmla="*/ 8267701 w 12192000"/>
              <a:gd name="connsiteY9" fmla="*/ 4368800 h 6858000"/>
              <a:gd name="connsiteX10" fmla="*/ 9753303 w 12192000"/>
              <a:gd name="connsiteY10" fmla="*/ 4102100 h 6858000"/>
              <a:gd name="connsiteX11" fmla="*/ 9775436 w 12192000"/>
              <a:gd name="connsiteY11" fmla="*/ 4096261 h 6858000"/>
              <a:gd name="connsiteX12" fmla="*/ 9872640 w 12192000"/>
              <a:gd name="connsiteY12" fmla="*/ 4085901 h 6858000"/>
              <a:gd name="connsiteX13" fmla="*/ 10871964 w 12192000"/>
              <a:gd name="connsiteY13" fmla="*/ 3011090 h 6858000"/>
              <a:gd name="connsiteX14" fmla="*/ 10879893 w 12192000"/>
              <a:gd name="connsiteY14" fmla="*/ 2929399 h 6858000"/>
              <a:gd name="connsiteX15" fmla="*/ 10896601 w 12192000"/>
              <a:gd name="connsiteY15" fmla="*/ 2844800 h 6858000"/>
              <a:gd name="connsiteX16" fmla="*/ 10899119 w 12192000"/>
              <a:gd name="connsiteY16" fmla="*/ 2673412 h 6858000"/>
              <a:gd name="connsiteX17" fmla="*/ 10885081 w 12192000"/>
              <a:gd name="connsiteY17" fmla="*/ 2593548 h 6858000"/>
              <a:gd name="connsiteX18" fmla="*/ 10877638 w 12192000"/>
              <a:gd name="connsiteY18" fmla="*/ 2498494 h 6858000"/>
              <a:gd name="connsiteX19" fmla="*/ 10816392 w 12192000"/>
              <a:gd name="connsiteY19" fmla="*/ 2262974 h 6858000"/>
              <a:gd name="connsiteX20" fmla="*/ 10744803 w 12192000"/>
              <a:gd name="connsiteY20" fmla="*/ 2108945 h 6858000"/>
              <a:gd name="connsiteX21" fmla="*/ 10738645 w 12192000"/>
              <a:gd name="connsiteY21" fmla="*/ 2091531 h 6858000"/>
              <a:gd name="connsiteX22" fmla="*/ 10541001 w 12192000"/>
              <a:gd name="connsiteY22" fmla="*/ 1371600 h 6858000"/>
              <a:gd name="connsiteX23" fmla="*/ 10544822 w 12192000"/>
              <a:gd name="connsiteY23" fmla="*/ 1332977 h 6858000"/>
              <a:gd name="connsiteX24" fmla="*/ 10541001 w 12192000"/>
              <a:gd name="connsiteY24" fmla="*/ 1257301 h 6858000"/>
              <a:gd name="connsiteX25" fmla="*/ 11308933 w 12192000"/>
              <a:gd name="connsiteY25" fmla="*/ 1821 h 6858000"/>
            </a:gdLst>
            <a:ahLst/>
            <a:cxnLst/>
            <a:rect l="l" t="t" r="r" b="b"/>
            <a:pathLst>
              <a:path w="12192000" h="6858000">
                <a:moveTo>
                  <a:pt x="11312928" y="0"/>
                </a:moveTo>
                <a:lnTo>
                  <a:pt x="12192000" y="0"/>
                </a:lnTo>
                <a:lnTo>
                  <a:pt x="12192000" y="6858000"/>
                </a:lnTo>
                <a:lnTo>
                  <a:pt x="0" y="6858000"/>
                </a:lnTo>
                <a:lnTo>
                  <a:pt x="0" y="6702116"/>
                </a:lnTo>
                <a:lnTo>
                  <a:pt x="35522" y="6686253"/>
                </a:lnTo>
                <a:cubicBezTo>
                  <a:pt x="678260" y="6404372"/>
                  <a:pt x="1757363" y="5991225"/>
                  <a:pt x="2463801" y="5867400"/>
                </a:cubicBezTo>
                <a:cubicBezTo>
                  <a:pt x="3405718" y="5702300"/>
                  <a:pt x="4461935" y="6015567"/>
                  <a:pt x="5219701" y="5918200"/>
                </a:cubicBezTo>
                <a:cubicBezTo>
                  <a:pt x="5977468" y="5820833"/>
                  <a:pt x="6502402" y="5541433"/>
                  <a:pt x="7010401" y="5283200"/>
                </a:cubicBezTo>
                <a:cubicBezTo>
                  <a:pt x="7518401" y="5024967"/>
                  <a:pt x="7742768" y="4588933"/>
                  <a:pt x="8267701" y="4368800"/>
                </a:cubicBezTo>
                <a:cubicBezTo>
                  <a:pt x="8661401" y="4203700"/>
                  <a:pt x="9282510" y="4200525"/>
                  <a:pt x="9753303" y="4102100"/>
                </a:cubicBezTo>
                <a:lnTo>
                  <a:pt x="9775436" y="4096261"/>
                </a:lnTo>
                <a:lnTo>
                  <a:pt x="9872640" y="4085901"/>
                </a:lnTo>
                <a:cubicBezTo>
                  <a:pt x="10350579" y="4007524"/>
                  <a:pt x="10765727" y="3583520"/>
                  <a:pt x="10871964" y="3011090"/>
                </a:cubicBezTo>
                <a:lnTo>
                  <a:pt x="10879893" y="2929399"/>
                </a:lnTo>
                <a:lnTo>
                  <a:pt x="10896601" y="2844800"/>
                </a:lnTo>
                <a:cubicBezTo>
                  <a:pt x="10904538" y="2790825"/>
                  <a:pt x="10904770" y="2733378"/>
                  <a:pt x="10899119" y="2673412"/>
                </a:cubicBezTo>
                <a:lnTo>
                  <a:pt x="10885081" y="2593548"/>
                </a:lnTo>
                <a:lnTo>
                  <a:pt x="10877638" y="2498494"/>
                </a:lnTo>
                <a:cubicBezTo>
                  <a:pt x="10863957" y="2417017"/>
                  <a:pt x="10843349" y="2338180"/>
                  <a:pt x="10816392" y="2262974"/>
                </a:cubicBezTo>
                <a:lnTo>
                  <a:pt x="10744803" y="2108945"/>
                </a:lnTo>
                <a:lnTo>
                  <a:pt x="10738645" y="2091531"/>
                </a:lnTo>
                <a:cubicBezTo>
                  <a:pt x="10640485" y="1825625"/>
                  <a:pt x="10535710" y="1565275"/>
                  <a:pt x="10541001" y="1371600"/>
                </a:cubicBezTo>
                <a:lnTo>
                  <a:pt x="10544822" y="1332977"/>
                </a:lnTo>
                <a:lnTo>
                  <a:pt x="10541001" y="1257301"/>
                </a:lnTo>
                <a:cubicBezTo>
                  <a:pt x="10541001" y="709879"/>
                  <a:pt x="10853029" y="235335"/>
                  <a:pt x="11308933" y="1821"/>
                </a:cubicBezTo>
                <a:close/>
              </a:path>
            </a:pathLst>
          </a:custGeom>
          <a:gradFill>
            <a:gsLst>
              <a:gs pos="27000">
                <a:schemeClr val="accent1"/>
              </a:gs>
              <a:gs pos="100000">
                <a:schemeClr val="accent2"/>
              </a:gs>
            </a:gsLst>
            <a:lin ang="108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7" name="图片 6"/>
          <p:cNvPicPr>
            <a:picLocks noChangeAspect="1"/>
          </p:cNvPicPr>
          <p:nvPr/>
        </p:nvPicPr>
        <p:blipFill>
          <a:blip r:embed="rId2">
            <a:alphaModFix/>
          </a:blip>
          <a:srcRect/>
          <a:stretch>
            <a:fillRect/>
          </a:stretch>
        </p:blipFill>
        <p:spPr>
          <a:xfrm>
            <a:off x="4038600" y="2485878"/>
            <a:ext cx="8118785" cy="4372121"/>
          </a:xfrm>
          <a:prstGeom prst="rect">
            <a:avLst/>
          </a:prstGeom>
          <a:noFill/>
          <a:ln>
            <a:noFill/>
          </a:ln>
        </p:spPr>
      </p:pic>
      <p:sp>
        <p:nvSpPr>
          <p:cNvPr id="8" name="标题 1"/>
          <p:cNvSpPr txBox="1"/>
          <p:nvPr/>
        </p:nvSpPr>
        <p:spPr>
          <a:xfrm>
            <a:off x="436052" y="2855974"/>
            <a:ext cx="6307734" cy="1986036"/>
          </a:xfrm>
          <a:prstGeom prst="rect">
            <a:avLst/>
          </a:prstGeom>
          <a:noFill/>
          <a:ln>
            <a:noFill/>
          </a:ln>
        </p:spPr>
        <p:txBody>
          <a:bodyPr vert="horz" wrap="square" lIns="91440" tIns="45720" rIns="91440" bIns="45720" rtlCol="0" anchor="t"/>
          <a:lstStyle/>
          <a:p>
            <a:pPr algn="l">
              <a:lnSpc>
                <a:spcPct val="130000"/>
              </a:lnSpc>
            </a:pPr>
            <a:r>
              <a:rPr kumimoji="1" lang="en-US" altLang="zh-CN" sz="4900">
                <a:ln w="12700">
                  <a:noFill/>
                </a:ln>
                <a:solidFill>
                  <a:srgbClr val="000000">
                    <a:alpha val="100000"/>
                  </a:srgbClr>
                </a:solidFill>
                <a:latin typeface="Source Han Sans CN Bold"/>
                <a:ea typeface="Source Han Sans CN Bold"/>
                <a:cs typeface="Source Han Sans CN Bold"/>
              </a:rPr>
              <a:t>Verilog 表达式和运算符</a:t>
            </a:r>
            <a:endParaRPr kumimoji="1" lang="zh-CN" altLang="en-US"/>
          </a:p>
        </p:txBody>
      </p:sp>
      <p:sp>
        <p:nvSpPr>
          <p:cNvPr id="9" name="标题 1"/>
          <p:cNvSpPr txBox="1"/>
          <p:nvPr/>
        </p:nvSpPr>
        <p:spPr>
          <a:xfrm>
            <a:off x="8648700" y="2362379"/>
            <a:ext cx="610616" cy="610616"/>
          </a:xfrm>
          <a:prstGeom prst="ellipse">
            <a:avLst/>
          </a:prstGeom>
          <a:gradFill>
            <a:gsLst>
              <a:gs pos="0">
                <a:schemeClr val="accent1"/>
              </a:gs>
              <a:gs pos="100000">
                <a:schemeClr val="accent2"/>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9689076" y="1634397"/>
            <a:ext cx="353151" cy="353151"/>
          </a:xfrm>
          <a:prstGeom prst="ellipse">
            <a:avLst/>
          </a:prstGeom>
          <a:gradFill>
            <a:gsLst>
              <a:gs pos="0">
                <a:schemeClr val="accent3"/>
              </a:gs>
              <a:gs pos="100000">
                <a:schemeClr val="accent4"/>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538400" y="5483588"/>
            <a:ext cx="578874" cy="578874"/>
          </a:xfrm>
          <a:prstGeom prst="ellipse">
            <a:avLst/>
          </a:prstGeom>
          <a:gradFill>
            <a:gsLst>
              <a:gs pos="0">
                <a:schemeClr val="accent1"/>
              </a:gs>
              <a:gs pos="100000">
                <a:schemeClr val="accent2"/>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rot="1349991">
            <a:off x="11457839" y="586853"/>
            <a:ext cx="1539544" cy="1539544"/>
          </a:xfrm>
          <a:prstGeom prst="ellipse">
            <a:avLst/>
          </a:prstGeom>
          <a:gradFill>
            <a:gsLst>
              <a:gs pos="0">
                <a:schemeClr val="accent1">
                  <a:alpha val="68000"/>
                </a:schemeClr>
              </a:gs>
              <a:gs pos="100000">
                <a:schemeClr val="accent2">
                  <a:alpha val="6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2489" y="529552"/>
            <a:ext cx="3793799" cy="743548"/>
          </a:xfrm>
          <a:custGeom>
            <a:avLst/>
            <a:gdLst>
              <a:gd name="connsiteX0" fmla="*/ 0 w 3425499"/>
              <a:gd name="connsiteY0" fmla="*/ 0 h 743548"/>
              <a:gd name="connsiteX1" fmla="*/ 3053725 w 3425499"/>
              <a:gd name="connsiteY1" fmla="*/ 0 h 743548"/>
              <a:gd name="connsiteX2" fmla="*/ 3425499 w 3425499"/>
              <a:gd name="connsiteY2" fmla="*/ 371774 h 743548"/>
              <a:gd name="connsiteX3" fmla="*/ 3053725 w 3425499"/>
              <a:gd name="connsiteY3" fmla="*/ 743548 h 743548"/>
              <a:gd name="connsiteX4" fmla="*/ 0 w 3425499"/>
              <a:gd name="connsiteY4" fmla="*/ 743548 h 743548"/>
            </a:gdLst>
            <a:ahLst/>
            <a:cxnLst/>
            <a:rect l="l" t="t" r="r" b="b"/>
            <a:pathLst>
              <a:path w="3425499" h="743548">
                <a:moveTo>
                  <a:pt x="0" y="0"/>
                </a:moveTo>
                <a:lnTo>
                  <a:pt x="3053725" y="0"/>
                </a:lnTo>
                <a:cubicBezTo>
                  <a:pt x="3259050" y="0"/>
                  <a:pt x="3425499" y="166449"/>
                  <a:pt x="3425499" y="371774"/>
                </a:cubicBezTo>
                <a:cubicBezTo>
                  <a:pt x="3425499" y="577099"/>
                  <a:pt x="3259050" y="743548"/>
                  <a:pt x="3053725" y="743548"/>
                </a:cubicBezTo>
                <a:lnTo>
                  <a:pt x="0" y="743548"/>
                </a:ln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552822" y="717623"/>
            <a:ext cx="2958699" cy="367406"/>
          </a:xfrm>
          <a:custGeom>
            <a:avLst/>
            <a:gdLst>
              <a:gd name="connsiteX0" fmla="*/ 353068 w 1228797"/>
              <a:gd name="connsiteY0" fmla="*/ 146933 h 152590"/>
              <a:gd name="connsiteX1" fmla="*/ 353259 w 1228797"/>
              <a:gd name="connsiteY1" fmla="*/ 146971 h 152590"/>
              <a:gd name="connsiteX2" fmla="*/ 352878 w 1228797"/>
              <a:gd name="connsiteY2" fmla="*/ 146971 h 152590"/>
              <a:gd name="connsiteX3" fmla="*/ 463654 w 1228797"/>
              <a:gd name="connsiteY3" fmla="*/ 28766 h 152590"/>
              <a:gd name="connsiteX4" fmla="*/ 457368 w 1228797"/>
              <a:gd name="connsiteY4" fmla="*/ 35052 h 152590"/>
              <a:gd name="connsiteX5" fmla="*/ 457368 w 1228797"/>
              <a:gd name="connsiteY5" fmla="*/ 66866 h 152590"/>
              <a:gd name="connsiteX6" fmla="*/ 463464 w 1228797"/>
              <a:gd name="connsiteY6" fmla="*/ 73152 h 152590"/>
              <a:gd name="connsiteX7" fmla="*/ 463654 w 1228797"/>
              <a:gd name="connsiteY7" fmla="*/ 73152 h 152590"/>
              <a:gd name="connsiteX8" fmla="*/ 502611 w 1228797"/>
              <a:gd name="connsiteY8" fmla="*/ 73152 h 152590"/>
              <a:gd name="connsiteX9" fmla="*/ 525281 w 1228797"/>
              <a:gd name="connsiteY9" fmla="*/ 51911 h 152590"/>
              <a:gd name="connsiteX10" fmla="*/ 504450 w 1228797"/>
              <a:gd name="connsiteY10" fmla="*/ 28795 h 152590"/>
              <a:gd name="connsiteX11" fmla="*/ 503183 w 1228797"/>
              <a:gd name="connsiteY11" fmla="*/ 28766 h 152590"/>
              <a:gd name="connsiteX12" fmla="*/ 1154216 w 1228797"/>
              <a:gd name="connsiteY12" fmla="*/ 28194 h 152590"/>
              <a:gd name="connsiteX13" fmla="*/ 1154216 w 1228797"/>
              <a:gd name="connsiteY13" fmla="*/ 28765 h 152590"/>
              <a:gd name="connsiteX14" fmla="*/ 1104877 w 1228797"/>
              <a:gd name="connsiteY14" fmla="*/ 77914 h 152590"/>
              <a:gd name="connsiteX15" fmla="*/ 1154026 w 1228797"/>
              <a:gd name="connsiteY15" fmla="*/ 127254 h 152590"/>
              <a:gd name="connsiteX16" fmla="*/ 1203365 w 1228797"/>
              <a:gd name="connsiteY16" fmla="*/ 78105 h 152590"/>
              <a:gd name="connsiteX17" fmla="*/ 1203365 w 1228797"/>
              <a:gd name="connsiteY17" fmla="*/ 78009 h 152590"/>
              <a:gd name="connsiteX18" fmla="*/ 1154502 w 1228797"/>
              <a:gd name="connsiteY18" fmla="*/ 28195 h 152590"/>
              <a:gd name="connsiteX19" fmla="*/ 1154216 w 1228797"/>
              <a:gd name="connsiteY19" fmla="*/ 28194 h 152590"/>
              <a:gd name="connsiteX20" fmla="*/ 836558 w 1228797"/>
              <a:gd name="connsiteY20" fmla="*/ 25718 h 152590"/>
              <a:gd name="connsiteX21" fmla="*/ 787314 w 1228797"/>
              <a:gd name="connsiteY21" fmla="*/ 74962 h 152590"/>
              <a:gd name="connsiteX22" fmla="*/ 836558 w 1228797"/>
              <a:gd name="connsiteY22" fmla="*/ 124207 h 152590"/>
              <a:gd name="connsiteX23" fmla="*/ 885802 w 1228797"/>
              <a:gd name="connsiteY23" fmla="*/ 74962 h 152590"/>
              <a:gd name="connsiteX24" fmla="*/ 885802 w 1228797"/>
              <a:gd name="connsiteY24" fmla="*/ 74867 h 152590"/>
              <a:gd name="connsiteX25" fmla="*/ 836558 w 1228797"/>
              <a:gd name="connsiteY25" fmla="*/ 25718 h 152590"/>
              <a:gd name="connsiteX26" fmla="*/ 200954 w 1228797"/>
              <a:gd name="connsiteY26" fmla="*/ 25527 h 152590"/>
              <a:gd name="connsiteX27" fmla="*/ 200954 w 1228797"/>
              <a:gd name="connsiteY27" fmla="*/ 25908 h 152590"/>
              <a:gd name="connsiteX28" fmla="*/ 151424 w 1228797"/>
              <a:gd name="connsiteY28" fmla="*/ 75248 h 152590"/>
              <a:gd name="connsiteX29" fmla="*/ 200764 w 1228797"/>
              <a:gd name="connsiteY29" fmla="*/ 124778 h 152590"/>
              <a:gd name="connsiteX30" fmla="*/ 250294 w 1228797"/>
              <a:gd name="connsiteY30" fmla="*/ 75438 h 152590"/>
              <a:gd name="connsiteX31" fmla="*/ 250294 w 1228797"/>
              <a:gd name="connsiteY31" fmla="*/ 75248 h 152590"/>
              <a:gd name="connsiteX32" fmla="*/ 201145 w 1228797"/>
              <a:gd name="connsiteY32" fmla="*/ 25528 h 152590"/>
              <a:gd name="connsiteX33" fmla="*/ 200954 w 1228797"/>
              <a:gd name="connsiteY33" fmla="*/ 25527 h 152590"/>
              <a:gd name="connsiteX34" fmla="*/ 437841 w 1228797"/>
              <a:gd name="connsiteY34" fmla="*/ 3429 h 152590"/>
              <a:gd name="connsiteX35" fmla="*/ 502040 w 1228797"/>
              <a:gd name="connsiteY35" fmla="*/ 3429 h 152590"/>
              <a:gd name="connsiteX36" fmla="*/ 535949 w 1228797"/>
              <a:gd name="connsiteY36" fmla="*/ 16764 h 152590"/>
              <a:gd name="connsiteX37" fmla="*/ 550808 w 1228797"/>
              <a:gd name="connsiteY37" fmla="*/ 49340 h 152590"/>
              <a:gd name="connsiteX38" fmla="*/ 528615 w 1228797"/>
              <a:gd name="connsiteY38" fmla="*/ 91345 h 152590"/>
              <a:gd name="connsiteX39" fmla="*/ 526233 w 1228797"/>
              <a:gd name="connsiteY39" fmla="*/ 99251 h 152590"/>
              <a:gd name="connsiteX40" fmla="*/ 544712 w 1228797"/>
              <a:gd name="connsiteY40" fmla="*/ 138017 h 152590"/>
              <a:gd name="connsiteX41" fmla="*/ 541683 w 1228797"/>
              <a:gd name="connsiteY41" fmla="*/ 146377 h 152590"/>
              <a:gd name="connsiteX42" fmla="*/ 538997 w 1228797"/>
              <a:gd name="connsiteY42" fmla="*/ 146971 h 152590"/>
              <a:gd name="connsiteX43" fmla="*/ 525567 w 1228797"/>
              <a:gd name="connsiteY43" fmla="*/ 146971 h 152590"/>
              <a:gd name="connsiteX44" fmla="*/ 519947 w 1228797"/>
              <a:gd name="connsiteY44" fmla="*/ 143447 h 152590"/>
              <a:gd name="connsiteX45" fmla="*/ 500230 w 1228797"/>
              <a:gd name="connsiteY45" fmla="*/ 102203 h 152590"/>
              <a:gd name="connsiteX46" fmla="*/ 494611 w 1228797"/>
              <a:gd name="connsiteY46" fmla="*/ 98679 h 152590"/>
              <a:gd name="connsiteX47" fmla="*/ 463654 w 1228797"/>
              <a:gd name="connsiteY47" fmla="*/ 98679 h 152590"/>
              <a:gd name="connsiteX48" fmla="*/ 457368 w 1228797"/>
              <a:gd name="connsiteY48" fmla="*/ 104773 h 152590"/>
              <a:gd name="connsiteX49" fmla="*/ 457368 w 1228797"/>
              <a:gd name="connsiteY49" fmla="*/ 104966 h 152590"/>
              <a:gd name="connsiteX50" fmla="*/ 457368 w 1228797"/>
              <a:gd name="connsiteY50" fmla="*/ 140684 h 152590"/>
              <a:gd name="connsiteX51" fmla="*/ 451081 w 1228797"/>
              <a:gd name="connsiteY51" fmla="*/ 146971 h 152590"/>
              <a:gd name="connsiteX52" fmla="*/ 437841 w 1228797"/>
              <a:gd name="connsiteY52" fmla="*/ 146971 h 152590"/>
              <a:gd name="connsiteX53" fmla="*/ 431555 w 1228797"/>
              <a:gd name="connsiteY53" fmla="*/ 140684 h 152590"/>
              <a:gd name="connsiteX54" fmla="*/ 431555 w 1228797"/>
              <a:gd name="connsiteY54" fmla="*/ 9716 h 152590"/>
              <a:gd name="connsiteX55" fmla="*/ 437841 w 1228797"/>
              <a:gd name="connsiteY55" fmla="*/ 3429 h 152590"/>
              <a:gd name="connsiteX56" fmla="*/ 293633 w 1228797"/>
              <a:gd name="connsiteY56" fmla="*/ 3429 h 152590"/>
              <a:gd name="connsiteX57" fmla="*/ 306777 w 1228797"/>
              <a:gd name="connsiteY57" fmla="*/ 3429 h 152590"/>
              <a:gd name="connsiteX58" fmla="*/ 312683 w 1228797"/>
              <a:gd name="connsiteY58" fmla="*/ 9715 h 152590"/>
              <a:gd name="connsiteX59" fmla="*/ 312683 w 1228797"/>
              <a:gd name="connsiteY59" fmla="*/ 80677 h 152590"/>
              <a:gd name="connsiteX60" fmla="*/ 350592 w 1228797"/>
              <a:gd name="connsiteY60" fmla="*/ 123032 h 152590"/>
              <a:gd name="connsiteX61" fmla="*/ 392950 w 1228797"/>
              <a:gd name="connsiteY61" fmla="*/ 85118 h 152590"/>
              <a:gd name="connsiteX62" fmla="*/ 392978 w 1228797"/>
              <a:gd name="connsiteY62" fmla="*/ 81248 h 152590"/>
              <a:gd name="connsiteX63" fmla="*/ 392978 w 1228797"/>
              <a:gd name="connsiteY63" fmla="*/ 9715 h 152590"/>
              <a:gd name="connsiteX64" fmla="*/ 399265 w 1228797"/>
              <a:gd name="connsiteY64" fmla="*/ 3429 h 152590"/>
              <a:gd name="connsiteX65" fmla="*/ 412505 w 1228797"/>
              <a:gd name="connsiteY65" fmla="*/ 3429 h 152590"/>
              <a:gd name="connsiteX66" fmla="*/ 418696 w 1228797"/>
              <a:gd name="connsiteY66" fmla="*/ 9715 h 152590"/>
              <a:gd name="connsiteX67" fmla="*/ 418696 w 1228797"/>
              <a:gd name="connsiteY67" fmla="*/ 81153 h 152590"/>
              <a:gd name="connsiteX68" fmla="*/ 378496 w 1228797"/>
              <a:gd name="connsiteY68" fmla="*/ 141799 h 152590"/>
              <a:gd name="connsiteX69" fmla="*/ 353068 w 1228797"/>
              <a:gd name="connsiteY69" fmla="*/ 146933 h 152590"/>
              <a:gd name="connsiteX70" fmla="*/ 327634 w 1228797"/>
              <a:gd name="connsiteY70" fmla="*/ 141836 h 152590"/>
              <a:gd name="connsiteX71" fmla="*/ 287346 w 1228797"/>
              <a:gd name="connsiteY71" fmla="*/ 81248 h 152590"/>
              <a:gd name="connsiteX72" fmla="*/ 287346 w 1228797"/>
              <a:gd name="connsiteY72" fmla="*/ 81153 h 152590"/>
              <a:gd name="connsiteX73" fmla="*/ 287346 w 1228797"/>
              <a:gd name="connsiteY73" fmla="*/ 9715 h 152590"/>
              <a:gd name="connsiteX74" fmla="*/ 293633 w 1228797"/>
              <a:gd name="connsiteY74" fmla="*/ 3429 h 152590"/>
              <a:gd name="connsiteX75" fmla="*/ 6264 w 1228797"/>
              <a:gd name="connsiteY75" fmla="*/ 3333 h 152590"/>
              <a:gd name="connsiteX76" fmla="*/ 18646 w 1228797"/>
              <a:gd name="connsiteY76" fmla="*/ 3333 h 152590"/>
              <a:gd name="connsiteX77" fmla="*/ 23790 w 1228797"/>
              <a:gd name="connsiteY77" fmla="*/ 6000 h 152590"/>
              <a:gd name="connsiteX78" fmla="*/ 61890 w 1228797"/>
              <a:gd name="connsiteY78" fmla="*/ 59817 h 152590"/>
              <a:gd name="connsiteX79" fmla="*/ 67033 w 1228797"/>
              <a:gd name="connsiteY79" fmla="*/ 62388 h 152590"/>
              <a:gd name="connsiteX80" fmla="*/ 72081 w 1228797"/>
              <a:gd name="connsiteY80" fmla="*/ 59817 h 152590"/>
              <a:gd name="connsiteX81" fmla="*/ 110181 w 1228797"/>
              <a:gd name="connsiteY81" fmla="*/ 6000 h 152590"/>
              <a:gd name="connsiteX82" fmla="*/ 115325 w 1228797"/>
              <a:gd name="connsiteY82" fmla="*/ 3333 h 152590"/>
              <a:gd name="connsiteX83" fmla="*/ 127707 w 1228797"/>
              <a:gd name="connsiteY83" fmla="*/ 3333 h 152590"/>
              <a:gd name="connsiteX84" fmla="*/ 134065 w 1228797"/>
              <a:gd name="connsiteY84" fmla="*/ 9548 h 152590"/>
              <a:gd name="connsiteX85" fmla="*/ 132851 w 1228797"/>
              <a:gd name="connsiteY85" fmla="*/ 13335 h 152590"/>
              <a:gd name="connsiteX86" fmla="*/ 81702 w 1228797"/>
              <a:gd name="connsiteY86" fmla="*/ 83724 h 152590"/>
              <a:gd name="connsiteX87" fmla="*/ 79987 w 1228797"/>
              <a:gd name="connsiteY87" fmla="*/ 89154 h 152590"/>
              <a:gd name="connsiteX88" fmla="*/ 79987 w 1228797"/>
              <a:gd name="connsiteY88" fmla="*/ 140684 h 152590"/>
              <a:gd name="connsiteX89" fmla="*/ 73701 w 1228797"/>
              <a:gd name="connsiteY89" fmla="*/ 146970 h 152590"/>
              <a:gd name="connsiteX90" fmla="*/ 60270 w 1228797"/>
              <a:gd name="connsiteY90" fmla="*/ 146970 h 152590"/>
              <a:gd name="connsiteX91" fmla="*/ 53984 w 1228797"/>
              <a:gd name="connsiteY91" fmla="*/ 140684 h 152590"/>
              <a:gd name="connsiteX92" fmla="*/ 53984 w 1228797"/>
              <a:gd name="connsiteY92" fmla="*/ 89154 h 152590"/>
              <a:gd name="connsiteX93" fmla="*/ 52269 w 1228797"/>
              <a:gd name="connsiteY93" fmla="*/ 83724 h 152590"/>
              <a:gd name="connsiteX94" fmla="*/ 1215 w 1228797"/>
              <a:gd name="connsiteY94" fmla="*/ 13335 h 152590"/>
              <a:gd name="connsiteX95" fmla="*/ 2572 w 1228797"/>
              <a:gd name="connsiteY95" fmla="*/ 4549 h 152590"/>
              <a:gd name="connsiteX96" fmla="*/ 6264 w 1228797"/>
              <a:gd name="connsiteY96" fmla="*/ 3333 h 152590"/>
              <a:gd name="connsiteX97" fmla="*/ 1154026 w 1228797"/>
              <a:gd name="connsiteY97" fmla="*/ 3238 h 152590"/>
              <a:gd name="connsiteX98" fmla="*/ 1228797 w 1228797"/>
              <a:gd name="connsiteY98" fmla="*/ 77819 h 152590"/>
              <a:gd name="connsiteX99" fmla="*/ 1228797 w 1228797"/>
              <a:gd name="connsiteY99" fmla="*/ 77914 h 152590"/>
              <a:gd name="connsiteX100" fmla="*/ 1154216 w 1228797"/>
              <a:gd name="connsiteY100" fmla="*/ 152590 h 152590"/>
              <a:gd name="connsiteX101" fmla="*/ 1079445 w 1228797"/>
              <a:gd name="connsiteY101" fmla="*/ 78009 h 152590"/>
              <a:gd name="connsiteX102" fmla="*/ 1154026 w 1228797"/>
              <a:gd name="connsiteY102" fmla="*/ 3238 h 152590"/>
              <a:gd name="connsiteX103" fmla="*/ 646058 w 1228797"/>
              <a:gd name="connsiteY103" fmla="*/ 2096 h 152590"/>
              <a:gd name="connsiteX104" fmla="*/ 659774 w 1228797"/>
              <a:gd name="connsiteY104" fmla="*/ 2096 h 152590"/>
              <a:gd name="connsiteX105" fmla="*/ 666060 w 1228797"/>
              <a:gd name="connsiteY105" fmla="*/ 8382 h 152590"/>
              <a:gd name="connsiteX106" fmla="*/ 666060 w 1228797"/>
              <a:gd name="connsiteY106" fmla="*/ 116491 h 152590"/>
              <a:gd name="connsiteX107" fmla="*/ 672346 w 1228797"/>
              <a:gd name="connsiteY107" fmla="*/ 122778 h 152590"/>
              <a:gd name="connsiteX108" fmla="*/ 750166 w 1228797"/>
              <a:gd name="connsiteY108" fmla="*/ 122778 h 152590"/>
              <a:gd name="connsiteX109" fmla="*/ 756452 w 1228797"/>
              <a:gd name="connsiteY109" fmla="*/ 129064 h 152590"/>
              <a:gd name="connsiteX110" fmla="*/ 756452 w 1228797"/>
              <a:gd name="connsiteY110" fmla="*/ 141733 h 152590"/>
              <a:gd name="connsiteX111" fmla="*/ 750356 w 1228797"/>
              <a:gd name="connsiteY111" fmla="*/ 148019 h 152590"/>
              <a:gd name="connsiteX112" fmla="*/ 750166 w 1228797"/>
              <a:gd name="connsiteY112" fmla="*/ 148019 h 152590"/>
              <a:gd name="connsiteX113" fmla="*/ 646058 w 1228797"/>
              <a:gd name="connsiteY113" fmla="*/ 148019 h 152590"/>
              <a:gd name="connsiteX114" fmla="*/ 639771 w 1228797"/>
              <a:gd name="connsiteY114" fmla="*/ 141733 h 152590"/>
              <a:gd name="connsiteX115" fmla="*/ 639771 w 1228797"/>
              <a:gd name="connsiteY115" fmla="*/ 8382 h 152590"/>
              <a:gd name="connsiteX116" fmla="*/ 646058 w 1228797"/>
              <a:gd name="connsiteY116" fmla="*/ 2096 h 152590"/>
              <a:gd name="connsiteX117" fmla="*/ 995720 w 1228797"/>
              <a:gd name="connsiteY117" fmla="*/ 191 h 152590"/>
              <a:gd name="connsiteX118" fmla="*/ 1040488 w 1228797"/>
              <a:gd name="connsiteY118" fmla="*/ 15621 h 152590"/>
              <a:gd name="connsiteX119" fmla="*/ 1051060 w 1228797"/>
              <a:gd name="connsiteY119" fmla="*/ 25146 h 152590"/>
              <a:gd name="connsiteX120" fmla="*/ 1051251 w 1228797"/>
              <a:gd name="connsiteY120" fmla="*/ 25418 h 152590"/>
              <a:gd name="connsiteX121" fmla="*/ 1049536 w 1228797"/>
              <a:gd name="connsiteY121" fmla="*/ 34004 h 152590"/>
              <a:gd name="connsiteX122" fmla="*/ 1038964 w 1228797"/>
              <a:gd name="connsiteY122" fmla="*/ 41434 h 152590"/>
              <a:gd name="connsiteX123" fmla="*/ 1030867 w 1228797"/>
              <a:gd name="connsiteY123" fmla="*/ 40767 h 152590"/>
              <a:gd name="connsiteX124" fmla="*/ 1028010 w 1228797"/>
              <a:gd name="connsiteY124" fmla="*/ 38100 h 152590"/>
              <a:gd name="connsiteX125" fmla="*/ 1027343 w 1228797"/>
              <a:gd name="connsiteY125" fmla="*/ 37624 h 152590"/>
              <a:gd name="connsiteX126" fmla="*/ 995911 w 1228797"/>
              <a:gd name="connsiteY126" fmla="*/ 26194 h 152590"/>
              <a:gd name="connsiteX127" fmla="*/ 993815 w 1228797"/>
              <a:gd name="connsiteY127" fmla="*/ 26194 h 152590"/>
              <a:gd name="connsiteX128" fmla="*/ 990386 w 1228797"/>
              <a:gd name="connsiteY128" fmla="*/ 26194 h 152590"/>
              <a:gd name="connsiteX129" fmla="*/ 981623 w 1228797"/>
              <a:gd name="connsiteY129" fmla="*/ 28004 h 152590"/>
              <a:gd name="connsiteX130" fmla="*/ 947638 w 1228797"/>
              <a:gd name="connsiteY130" fmla="*/ 64456 h 152590"/>
              <a:gd name="connsiteX131" fmla="*/ 984957 w 1228797"/>
              <a:gd name="connsiteY131" fmla="*/ 123254 h 152590"/>
              <a:gd name="connsiteX132" fmla="*/ 988957 w 1228797"/>
              <a:gd name="connsiteY132" fmla="*/ 124016 h 152590"/>
              <a:gd name="connsiteX133" fmla="*/ 992291 w 1228797"/>
              <a:gd name="connsiteY133" fmla="*/ 122968 h 152590"/>
              <a:gd name="connsiteX134" fmla="*/ 1001816 w 1228797"/>
              <a:gd name="connsiteY134" fmla="*/ 122968 h 152590"/>
              <a:gd name="connsiteX135" fmla="*/ 1009150 w 1228797"/>
              <a:gd name="connsiteY135" fmla="*/ 121920 h 152590"/>
              <a:gd name="connsiteX136" fmla="*/ 1010484 w 1228797"/>
              <a:gd name="connsiteY136" fmla="*/ 121920 h 152590"/>
              <a:gd name="connsiteX137" fmla="*/ 1011817 w 1228797"/>
              <a:gd name="connsiteY137" fmla="*/ 121920 h 152590"/>
              <a:gd name="connsiteX138" fmla="*/ 1017437 w 1228797"/>
              <a:gd name="connsiteY138" fmla="*/ 119920 h 152590"/>
              <a:gd name="connsiteX139" fmla="*/ 1018580 w 1228797"/>
              <a:gd name="connsiteY139" fmla="*/ 119444 h 152590"/>
              <a:gd name="connsiteX140" fmla="*/ 1019723 w 1228797"/>
              <a:gd name="connsiteY140" fmla="*/ 118967 h 152590"/>
              <a:gd name="connsiteX141" fmla="*/ 1020866 w 1228797"/>
              <a:gd name="connsiteY141" fmla="*/ 118396 h 152590"/>
              <a:gd name="connsiteX142" fmla="*/ 1023438 w 1228797"/>
              <a:gd name="connsiteY142" fmla="*/ 117062 h 152590"/>
              <a:gd name="connsiteX143" fmla="*/ 1024200 w 1228797"/>
              <a:gd name="connsiteY143" fmla="*/ 116491 h 152590"/>
              <a:gd name="connsiteX144" fmla="*/ 1041154 w 1228797"/>
              <a:gd name="connsiteY144" fmla="*/ 95345 h 152590"/>
              <a:gd name="connsiteX145" fmla="*/ 1040202 w 1228797"/>
              <a:gd name="connsiteY145" fmla="*/ 90297 h 152590"/>
              <a:gd name="connsiteX146" fmla="*/ 1036106 w 1228797"/>
              <a:gd name="connsiteY146" fmla="*/ 88583 h 152590"/>
              <a:gd name="connsiteX147" fmla="*/ 1008579 w 1228797"/>
              <a:gd name="connsiteY147" fmla="*/ 88583 h 152590"/>
              <a:gd name="connsiteX148" fmla="*/ 1002292 w 1228797"/>
              <a:gd name="connsiteY148" fmla="*/ 82296 h 152590"/>
              <a:gd name="connsiteX149" fmla="*/ 1002292 w 1228797"/>
              <a:gd name="connsiteY149" fmla="*/ 69437 h 152590"/>
              <a:gd name="connsiteX150" fmla="*/ 1002292 w 1228797"/>
              <a:gd name="connsiteY150" fmla="*/ 69245 h 152590"/>
              <a:gd name="connsiteX151" fmla="*/ 1008579 w 1228797"/>
              <a:gd name="connsiteY151" fmla="*/ 63151 h 152590"/>
              <a:gd name="connsiteX152" fmla="*/ 1065729 w 1228797"/>
              <a:gd name="connsiteY152" fmla="*/ 63151 h 152590"/>
              <a:gd name="connsiteX153" fmla="*/ 1066205 w 1228797"/>
              <a:gd name="connsiteY153" fmla="*/ 63151 h 152590"/>
              <a:gd name="connsiteX154" fmla="*/ 1066777 w 1228797"/>
              <a:gd name="connsiteY154" fmla="*/ 63151 h 152590"/>
              <a:gd name="connsiteX155" fmla="*/ 1068205 w 1228797"/>
              <a:gd name="connsiteY155" fmla="*/ 68771 h 152590"/>
              <a:gd name="connsiteX156" fmla="*/ 1068205 w 1228797"/>
              <a:gd name="connsiteY156" fmla="*/ 80391 h 152590"/>
              <a:gd name="connsiteX157" fmla="*/ 1043155 w 1228797"/>
              <a:gd name="connsiteY157" fmla="*/ 136112 h 152590"/>
              <a:gd name="connsiteX158" fmla="*/ 1040869 w 1228797"/>
              <a:gd name="connsiteY158" fmla="*/ 138113 h 152590"/>
              <a:gd name="connsiteX159" fmla="*/ 1039630 w 1228797"/>
              <a:gd name="connsiteY159" fmla="*/ 139065 h 152590"/>
              <a:gd name="connsiteX160" fmla="*/ 1037249 w 1228797"/>
              <a:gd name="connsiteY160" fmla="*/ 140780 h 152590"/>
              <a:gd name="connsiteX161" fmla="*/ 1036011 w 1228797"/>
              <a:gd name="connsiteY161" fmla="*/ 141637 h 152590"/>
              <a:gd name="connsiteX162" fmla="*/ 1033630 w 1228797"/>
              <a:gd name="connsiteY162" fmla="*/ 143161 h 152590"/>
              <a:gd name="connsiteX163" fmla="*/ 1032391 w 1228797"/>
              <a:gd name="connsiteY163" fmla="*/ 143923 h 152590"/>
              <a:gd name="connsiteX164" fmla="*/ 1029915 w 1228797"/>
              <a:gd name="connsiteY164" fmla="*/ 145352 h 152590"/>
              <a:gd name="connsiteX165" fmla="*/ 1029343 w 1228797"/>
              <a:gd name="connsiteY165" fmla="*/ 145352 h 152590"/>
              <a:gd name="connsiteX166" fmla="*/ 1025343 w 1228797"/>
              <a:gd name="connsiteY166" fmla="*/ 147257 h 152590"/>
              <a:gd name="connsiteX167" fmla="*/ 1024676 w 1228797"/>
              <a:gd name="connsiteY167" fmla="*/ 147257 h 152590"/>
              <a:gd name="connsiteX168" fmla="*/ 1022104 w 1228797"/>
              <a:gd name="connsiteY168" fmla="*/ 148209 h 152590"/>
              <a:gd name="connsiteX169" fmla="*/ 1020866 w 1228797"/>
              <a:gd name="connsiteY169" fmla="*/ 148209 h 152590"/>
              <a:gd name="connsiteX170" fmla="*/ 1020104 w 1228797"/>
              <a:gd name="connsiteY170" fmla="*/ 148209 h 152590"/>
              <a:gd name="connsiteX171" fmla="*/ 1018009 w 1228797"/>
              <a:gd name="connsiteY171" fmla="*/ 148971 h 152590"/>
              <a:gd name="connsiteX172" fmla="*/ 1017151 w 1228797"/>
              <a:gd name="connsiteY172" fmla="*/ 148971 h 152590"/>
              <a:gd name="connsiteX173" fmla="*/ 1015913 w 1228797"/>
              <a:gd name="connsiteY173" fmla="*/ 148971 h 152590"/>
              <a:gd name="connsiteX174" fmla="*/ 1015056 w 1228797"/>
              <a:gd name="connsiteY174" fmla="*/ 148971 h 152590"/>
              <a:gd name="connsiteX175" fmla="*/ 1013151 w 1228797"/>
              <a:gd name="connsiteY175" fmla="*/ 149447 h 152590"/>
              <a:gd name="connsiteX176" fmla="*/ 1012103 w 1228797"/>
              <a:gd name="connsiteY176" fmla="*/ 149447 h 152590"/>
              <a:gd name="connsiteX177" fmla="*/ 1010960 w 1228797"/>
              <a:gd name="connsiteY177" fmla="*/ 149447 h 152590"/>
              <a:gd name="connsiteX178" fmla="*/ 1009912 w 1228797"/>
              <a:gd name="connsiteY178" fmla="*/ 149447 h 152590"/>
              <a:gd name="connsiteX179" fmla="*/ 1008103 w 1228797"/>
              <a:gd name="connsiteY179" fmla="*/ 149447 h 152590"/>
              <a:gd name="connsiteX180" fmla="*/ 1006960 w 1228797"/>
              <a:gd name="connsiteY180" fmla="*/ 149447 h 152590"/>
              <a:gd name="connsiteX181" fmla="*/ 1005817 w 1228797"/>
              <a:gd name="connsiteY181" fmla="*/ 149447 h 152590"/>
              <a:gd name="connsiteX182" fmla="*/ 1004578 w 1228797"/>
              <a:gd name="connsiteY182" fmla="*/ 149447 h 152590"/>
              <a:gd name="connsiteX183" fmla="*/ 1002864 w 1228797"/>
              <a:gd name="connsiteY183" fmla="*/ 149447 h 152590"/>
              <a:gd name="connsiteX184" fmla="*/ 995720 w 1228797"/>
              <a:gd name="connsiteY184" fmla="*/ 149447 h 152590"/>
              <a:gd name="connsiteX185" fmla="*/ 990386 w 1228797"/>
              <a:gd name="connsiteY185" fmla="*/ 149447 h 152590"/>
              <a:gd name="connsiteX186" fmla="*/ 918425 w 1228797"/>
              <a:gd name="connsiteY186" fmla="*/ 72152 h 152590"/>
              <a:gd name="connsiteX187" fmla="*/ 995720 w 1228797"/>
              <a:gd name="connsiteY187" fmla="*/ 191 h 152590"/>
              <a:gd name="connsiteX188" fmla="*/ 836558 w 1228797"/>
              <a:gd name="connsiteY188" fmla="*/ 191 h 152590"/>
              <a:gd name="connsiteX189" fmla="*/ 911234 w 1228797"/>
              <a:gd name="connsiteY189" fmla="*/ 74867 h 152590"/>
              <a:gd name="connsiteX190" fmla="*/ 836558 w 1228797"/>
              <a:gd name="connsiteY190" fmla="*/ 149543 h 152590"/>
              <a:gd name="connsiteX191" fmla="*/ 761882 w 1228797"/>
              <a:gd name="connsiteY191" fmla="*/ 74867 h 152590"/>
              <a:gd name="connsiteX192" fmla="*/ 836558 w 1228797"/>
              <a:gd name="connsiteY192" fmla="*/ 191 h 152590"/>
              <a:gd name="connsiteX193" fmla="*/ 200954 w 1228797"/>
              <a:gd name="connsiteY193" fmla="*/ 0 h 152590"/>
              <a:gd name="connsiteX194" fmla="*/ 275821 w 1228797"/>
              <a:gd name="connsiteY194" fmla="*/ 74867 h 152590"/>
              <a:gd name="connsiteX195" fmla="*/ 200954 w 1228797"/>
              <a:gd name="connsiteY195" fmla="*/ 149733 h 152590"/>
              <a:gd name="connsiteX196" fmla="*/ 126088 w 1228797"/>
              <a:gd name="connsiteY196" fmla="*/ 74867 h 152590"/>
              <a:gd name="connsiteX197" fmla="*/ 200954 w 1228797"/>
              <a:gd name="connsiteY197" fmla="*/ 0 h 152590"/>
            </a:gdLst>
            <a:ahLst/>
            <a:cxnLst/>
            <a:rect l="l" t="t" r="r" b="b"/>
            <a:pathLst>
              <a:path w="1228797" h="152590">
                <a:moveTo>
                  <a:pt x="353068" y="146933"/>
                </a:moveTo>
                <a:lnTo>
                  <a:pt x="353259" y="146971"/>
                </a:lnTo>
                <a:lnTo>
                  <a:pt x="352878" y="146971"/>
                </a:lnTo>
                <a:close/>
                <a:moveTo>
                  <a:pt x="463654" y="28766"/>
                </a:moveTo>
                <a:cubicBezTo>
                  <a:pt x="460187" y="28766"/>
                  <a:pt x="457368" y="31580"/>
                  <a:pt x="457368" y="35052"/>
                </a:cubicBezTo>
                <a:lnTo>
                  <a:pt x="457368" y="66866"/>
                </a:lnTo>
                <a:cubicBezTo>
                  <a:pt x="457311" y="70284"/>
                  <a:pt x="460044" y="73099"/>
                  <a:pt x="463464" y="73152"/>
                </a:cubicBezTo>
                <a:cubicBezTo>
                  <a:pt x="463530" y="73153"/>
                  <a:pt x="463588" y="73153"/>
                  <a:pt x="463654" y="73152"/>
                </a:cubicBezTo>
                <a:lnTo>
                  <a:pt x="502611" y="73152"/>
                </a:lnTo>
                <a:cubicBezTo>
                  <a:pt x="514613" y="73223"/>
                  <a:pt x="524576" y="63892"/>
                  <a:pt x="525281" y="51911"/>
                </a:cubicBezTo>
                <a:cubicBezTo>
                  <a:pt x="525910" y="39775"/>
                  <a:pt x="516585" y="29427"/>
                  <a:pt x="504450" y="28795"/>
                </a:cubicBezTo>
                <a:cubicBezTo>
                  <a:pt x="504031" y="28773"/>
                  <a:pt x="503602" y="28763"/>
                  <a:pt x="503183" y="28766"/>
                </a:cubicBezTo>
                <a:close/>
                <a:moveTo>
                  <a:pt x="1154216" y="28194"/>
                </a:moveTo>
                <a:lnTo>
                  <a:pt x="1154216" y="28765"/>
                </a:lnTo>
                <a:cubicBezTo>
                  <a:pt x="1127022" y="28713"/>
                  <a:pt x="1104934" y="50717"/>
                  <a:pt x="1104877" y="77914"/>
                </a:cubicBezTo>
                <a:cubicBezTo>
                  <a:pt x="1104820" y="105111"/>
                  <a:pt x="1126832" y="127201"/>
                  <a:pt x="1154026" y="127254"/>
                </a:cubicBezTo>
                <a:cubicBezTo>
                  <a:pt x="1181220" y="127306"/>
                  <a:pt x="1203308" y="105301"/>
                  <a:pt x="1203365" y="78105"/>
                </a:cubicBezTo>
                <a:cubicBezTo>
                  <a:pt x="1203365" y="78073"/>
                  <a:pt x="1203365" y="78041"/>
                  <a:pt x="1203365" y="78009"/>
                </a:cubicBezTo>
                <a:cubicBezTo>
                  <a:pt x="1203632" y="50761"/>
                  <a:pt x="1181753" y="28458"/>
                  <a:pt x="1154502" y="28195"/>
                </a:cubicBezTo>
                <a:cubicBezTo>
                  <a:pt x="1154407" y="28195"/>
                  <a:pt x="1154312" y="28194"/>
                  <a:pt x="1154216" y="28194"/>
                </a:cubicBezTo>
                <a:close/>
                <a:moveTo>
                  <a:pt x="836558" y="25718"/>
                </a:moveTo>
                <a:cubicBezTo>
                  <a:pt x="809364" y="25718"/>
                  <a:pt x="787314" y="47766"/>
                  <a:pt x="787314" y="74962"/>
                </a:cubicBezTo>
                <a:cubicBezTo>
                  <a:pt x="787314" y="102159"/>
                  <a:pt x="809364" y="124207"/>
                  <a:pt x="836558" y="124207"/>
                </a:cubicBezTo>
                <a:cubicBezTo>
                  <a:pt x="863752" y="124207"/>
                  <a:pt x="885802" y="102159"/>
                  <a:pt x="885802" y="74962"/>
                </a:cubicBezTo>
                <a:cubicBezTo>
                  <a:pt x="885802" y="74931"/>
                  <a:pt x="885802" y="74898"/>
                  <a:pt x="885802" y="74867"/>
                </a:cubicBezTo>
                <a:cubicBezTo>
                  <a:pt x="885745" y="47707"/>
                  <a:pt x="863714" y="25718"/>
                  <a:pt x="836558" y="25718"/>
                </a:cubicBezTo>
                <a:close/>
                <a:moveTo>
                  <a:pt x="200954" y="25527"/>
                </a:moveTo>
                <a:lnTo>
                  <a:pt x="200954" y="25908"/>
                </a:lnTo>
                <a:cubicBezTo>
                  <a:pt x="173652" y="25856"/>
                  <a:pt x="151477" y="47945"/>
                  <a:pt x="151424" y="75248"/>
                </a:cubicBezTo>
                <a:cubicBezTo>
                  <a:pt x="151372" y="102550"/>
                  <a:pt x="173462" y="124725"/>
                  <a:pt x="200764" y="124778"/>
                </a:cubicBezTo>
                <a:cubicBezTo>
                  <a:pt x="228063" y="124830"/>
                  <a:pt x="250237" y="102740"/>
                  <a:pt x="250294" y="75438"/>
                </a:cubicBezTo>
                <a:cubicBezTo>
                  <a:pt x="250294" y="75374"/>
                  <a:pt x="250294" y="75311"/>
                  <a:pt x="250294" y="75248"/>
                </a:cubicBezTo>
                <a:cubicBezTo>
                  <a:pt x="250456" y="47946"/>
                  <a:pt x="228444" y="25686"/>
                  <a:pt x="201145" y="25528"/>
                </a:cubicBezTo>
                <a:cubicBezTo>
                  <a:pt x="201078" y="25527"/>
                  <a:pt x="201021" y="25527"/>
                  <a:pt x="200954" y="25527"/>
                </a:cubicBezTo>
                <a:close/>
                <a:moveTo>
                  <a:pt x="437841" y="3429"/>
                </a:moveTo>
                <a:lnTo>
                  <a:pt x="502040" y="3429"/>
                </a:lnTo>
                <a:cubicBezTo>
                  <a:pt x="514623" y="3414"/>
                  <a:pt x="526748" y="8180"/>
                  <a:pt x="535949" y="16764"/>
                </a:cubicBezTo>
                <a:cubicBezTo>
                  <a:pt x="545074" y="25190"/>
                  <a:pt x="550427" y="36928"/>
                  <a:pt x="550808" y="49340"/>
                </a:cubicBezTo>
                <a:cubicBezTo>
                  <a:pt x="551303" y="66268"/>
                  <a:pt x="542883" y="82215"/>
                  <a:pt x="528615" y="91345"/>
                </a:cubicBezTo>
                <a:cubicBezTo>
                  <a:pt x="525881" y="92959"/>
                  <a:pt x="524852" y="96397"/>
                  <a:pt x="526233" y="99251"/>
                </a:cubicBezTo>
                <a:lnTo>
                  <a:pt x="544712" y="138017"/>
                </a:lnTo>
                <a:cubicBezTo>
                  <a:pt x="546188" y="141161"/>
                  <a:pt x="544826" y="144904"/>
                  <a:pt x="541683" y="146377"/>
                </a:cubicBezTo>
                <a:cubicBezTo>
                  <a:pt x="540845" y="146772"/>
                  <a:pt x="539930" y="146974"/>
                  <a:pt x="538997" y="146971"/>
                </a:cubicBezTo>
                <a:lnTo>
                  <a:pt x="525567" y="146971"/>
                </a:lnTo>
                <a:cubicBezTo>
                  <a:pt x="523166" y="146983"/>
                  <a:pt x="520976" y="145611"/>
                  <a:pt x="519947" y="143447"/>
                </a:cubicBezTo>
                <a:lnTo>
                  <a:pt x="500230" y="102203"/>
                </a:lnTo>
                <a:cubicBezTo>
                  <a:pt x="499221" y="100023"/>
                  <a:pt x="497011" y="98643"/>
                  <a:pt x="494611" y="98679"/>
                </a:cubicBezTo>
                <a:lnTo>
                  <a:pt x="463654" y="98679"/>
                </a:lnTo>
                <a:cubicBezTo>
                  <a:pt x="460235" y="98626"/>
                  <a:pt x="457425" y="101355"/>
                  <a:pt x="457368" y="104773"/>
                </a:cubicBezTo>
                <a:cubicBezTo>
                  <a:pt x="457368" y="104838"/>
                  <a:pt x="457368" y="104902"/>
                  <a:pt x="457368" y="104966"/>
                </a:cubicBezTo>
                <a:lnTo>
                  <a:pt x="457368" y="140684"/>
                </a:lnTo>
                <a:cubicBezTo>
                  <a:pt x="457368" y="144156"/>
                  <a:pt x="454558" y="146971"/>
                  <a:pt x="451081" y="146971"/>
                </a:cubicBezTo>
                <a:lnTo>
                  <a:pt x="437841" y="146971"/>
                </a:lnTo>
                <a:cubicBezTo>
                  <a:pt x="434365" y="146971"/>
                  <a:pt x="431555" y="144156"/>
                  <a:pt x="431555" y="140684"/>
                </a:cubicBezTo>
                <a:lnTo>
                  <a:pt x="431555" y="9716"/>
                </a:lnTo>
                <a:cubicBezTo>
                  <a:pt x="431603" y="6265"/>
                  <a:pt x="434393" y="3480"/>
                  <a:pt x="437841" y="3429"/>
                </a:cubicBezTo>
                <a:close/>
                <a:moveTo>
                  <a:pt x="293633" y="3429"/>
                </a:moveTo>
                <a:lnTo>
                  <a:pt x="306777" y="3429"/>
                </a:lnTo>
                <a:cubicBezTo>
                  <a:pt x="310101" y="3631"/>
                  <a:pt x="312692" y="6387"/>
                  <a:pt x="312683" y="9715"/>
                </a:cubicBezTo>
                <a:lnTo>
                  <a:pt x="312683" y="80677"/>
                </a:lnTo>
                <a:cubicBezTo>
                  <a:pt x="311454" y="102842"/>
                  <a:pt x="328427" y="121805"/>
                  <a:pt x="350592" y="123032"/>
                </a:cubicBezTo>
                <a:cubicBezTo>
                  <a:pt x="372757" y="124258"/>
                  <a:pt x="391721" y="107284"/>
                  <a:pt x="392950" y="85118"/>
                </a:cubicBezTo>
                <a:cubicBezTo>
                  <a:pt x="393026" y="83830"/>
                  <a:pt x="393035" y="82538"/>
                  <a:pt x="392978" y="81248"/>
                </a:cubicBezTo>
                <a:lnTo>
                  <a:pt x="392978" y="9715"/>
                </a:lnTo>
                <a:cubicBezTo>
                  <a:pt x="393026" y="6265"/>
                  <a:pt x="395817" y="3480"/>
                  <a:pt x="399265" y="3429"/>
                </a:cubicBezTo>
                <a:lnTo>
                  <a:pt x="412505" y="3429"/>
                </a:lnTo>
                <a:cubicBezTo>
                  <a:pt x="415943" y="3481"/>
                  <a:pt x="418696" y="6281"/>
                  <a:pt x="418696" y="9715"/>
                </a:cubicBezTo>
                <a:lnTo>
                  <a:pt x="418696" y="81153"/>
                </a:lnTo>
                <a:cubicBezTo>
                  <a:pt x="418696" y="108416"/>
                  <a:pt x="402119" y="131807"/>
                  <a:pt x="378496" y="141799"/>
                </a:cubicBezTo>
                <a:lnTo>
                  <a:pt x="353068" y="146933"/>
                </a:lnTo>
                <a:lnTo>
                  <a:pt x="327634" y="141836"/>
                </a:lnTo>
                <a:cubicBezTo>
                  <a:pt x="303998" y="131878"/>
                  <a:pt x="287389" y="108511"/>
                  <a:pt x="287346" y="81248"/>
                </a:cubicBezTo>
                <a:cubicBezTo>
                  <a:pt x="287346" y="81217"/>
                  <a:pt x="287346" y="81184"/>
                  <a:pt x="287346" y="81153"/>
                </a:cubicBezTo>
                <a:lnTo>
                  <a:pt x="287346" y="9715"/>
                </a:lnTo>
                <a:cubicBezTo>
                  <a:pt x="287394" y="6265"/>
                  <a:pt x="290184" y="3480"/>
                  <a:pt x="293633" y="3429"/>
                </a:cubicBezTo>
                <a:close/>
                <a:moveTo>
                  <a:pt x="6264" y="3333"/>
                </a:moveTo>
                <a:lnTo>
                  <a:pt x="18646" y="3333"/>
                </a:lnTo>
                <a:cubicBezTo>
                  <a:pt x="20692" y="3332"/>
                  <a:pt x="22611" y="4327"/>
                  <a:pt x="23790" y="6000"/>
                </a:cubicBezTo>
                <a:lnTo>
                  <a:pt x="61890" y="59817"/>
                </a:lnTo>
                <a:cubicBezTo>
                  <a:pt x="63109" y="61430"/>
                  <a:pt x="65011" y="62381"/>
                  <a:pt x="67033" y="62388"/>
                </a:cubicBezTo>
                <a:cubicBezTo>
                  <a:pt x="69032" y="62397"/>
                  <a:pt x="70913" y="61439"/>
                  <a:pt x="72081" y="59817"/>
                </a:cubicBezTo>
                <a:lnTo>
                  <a:pt x="110181" y="6000"/>
                </a:lnTo>
                <a:cubicBezTo>
                  <a:pt x="111360" y="4327"/>
                  <a:pt x="113279" y="3332"/>
                  <a:pt x="115325" y="3333"/>
                </a:cubicBezTo>
                <a:lnTo>
                  <a:pt x="127707" y="3333"/>
                </a:lnTo>
                <a:cubicBezTo>
                  <a:pt x="131179" y="3293"/>
                  <a:pt x="134026" y="6076"/>
                  <a:pt x="134065" y="9548"/>
                </a:cubicBezTo>
                <a:cubicBezTo>
                  <a:pt x="134082" y="10908"/>
                  <a:pt x="133655" y="12237"/>
                  <a:pt x="132851" y="13335"/>
                </a:cubicBezTo>
                <a:lnTo>
                  <a:pt x="81702" y="83724"/>
                </a:lnTo>
                <a:cubicBezTo>
                  <a:pt x="80555" y="85300"/>
                  <a:pt x="79953" y="87206"/>
                  <a:pt x="79987" y="89154"/>
                </a:cubicBezTo>
                <a:lnTo>
                  <a:pt x="79987" y="140684"/>
                </a:lnTo>
                <a:cubicBezTo>
                  <a:pt x="79987" y="144156"/>
                  <a:pt x="77172" y="146970"/>
                  <a:pt x="73701" y="146970"/>
                </a:cubicBezTo>
                <a:lnTo>
                  <a:pt x="60270" y="146970"/>
                </a:lnTo>
                <a:cubicBezTo>
                  <a:pt x="56798" y="146970"/>
                  <a:pt x="53984" y="144156"/>
                  <a:pt x="53984" y="140684"/>
                </a:cubicBezTo>
                <a:lnTo>
                  <a:pt x="53984" y="89154"/>
                </a:lnTo>
                <a:cubicBezTo>
                  <a:pt x="54018" y="87206"/>
                  <a:pt x="53416" y="85300"/>
                  <a:pt x="52269" y="83724"/>
                </a:cubicBezTo>
                <a:lnTo>
                  <a:pt x="1215" y="13335"/>
                </a:lnTo>
                <a:cubicBezTo>
                  <a:pt x="-836" y="10533"/>
                  <a:pt x="-229" y="6600"/>
                  <a:pt x="2572" y="4549"/>
                </a:cubicBezTo>
                <a:cubicBezTo>
                  <a:pt x="3643" y="3764"/>
                  <a:pt x="4936" y="3338"/>
                  <a:pt x="6264" y="3333"/>
                </a:cubicBezTo>
                <a:close/>
                <a:moveTo>
                  <a:pt x="1154026" y="3238"/>
                </a:moveTo>
                <a:cubicBezTo>
                  <a:pt x="1195269" y="3186"/>
                  <a:pt x="1228740" y="36577"/>
                  <a:pt x="1228797" y="77819"/>
                </a:cubicBezTo>
                <a:cubicBezTo>
                  <a:pt x="1228797" y="77850"/>
                  <a:pt x="1228797" y="77883"/>
                  <a:pt x="1228797" y="77914"/>
                </a:cubicBezTo>
                <a:cubicBezTo>
                  <a:pt x="1228740" y="119097"/>
                  <a:pt x="1195402" y="152485"/>
                  <a:pt x="1154216" y="152590"/>
                </a:cubicBezTo>
                <a:cubicBezTo>
                  <a:pt x="1112973" y="152642"/>
                  <a:pt x="1079502" y="119252"/>
                  <a:pt x="1079445" y="78009"/>
                </a:cubicBezTo>
                <a:cubicBezTo>
                  <a:pt x="1079388" y="36767"/>
                  <a:pt x="1112783" y="3290"/>
                  <a:pt x="1154026" y="3238"/>
                </a:cubicBezTo>
                <a:close/>
                <a:moveTo>
                  <a:pt x="646058" y="2096"/>
                </a:moveTo>
                <a:lnTo>
                  <a:pt x="659774" y="2096"/>
                </a:lnTo>
                <a:cubicBezTo>
                  <a:pt x="663250" y="2096"/>
                  <a:pt x="666060" y="4911"/>
                  <a:pt x="666060" y="8382"/>
                </a:cubicBezTo>
                <a:lnTo>
                  <a:pt x="666060" y="116491"/>
                </a:lnTo>
                <a:cubicBezTo>
                  <a:pt x="666060" y="119963"/>
                  <a:pt x="668870" y="122778"/>
                  <a:pt x="672346" y="122778"/>
                </a:cubicBezTo>
                <a:lnTo>
                  <a:pt x="750166" y="122778"/>
                </a:lnTo>
                <a:cubicBezTo>
                  <a:pt x="753633" y="122778"/>
                  <a:pt x="756452" y="125592"/>
                  <a:pt x="756452" y="129064"/>
                </a:cubicBezTo>
                <a:lnTo>
                  <a:pt x="756452" y="141733"/>
                </a:lnTo>
                <a:cubicBezTo>
                  <a:pt x="756509" y="145151"/>
                  <a:pt x="753776" y="147966"/>
                  <a:pt x="750356" y="148019"/>
                </a:cubicBezTo>
                <a:cubicBezTo>
                  <a:pt x="750290" y="148020"/>
                  <a:pt x="750232" y="148020"/>
                  <a:pt x="750166" y="148019"/>
                </a:cubicBezTo>
                <a:lnTo>
                  <a:pt x="646058" y="148019"/>
                </a:lnTo>
                <a:cubicBezTo>
                  <a:pt x="642581" y="148019"/>
                  <a:pt x="639771" y="145204"/>
                  <a:pt x="639771" y="141733"/>
                </a:cubicBezTo>
                <a:lnTo>
                  <a:pt x="639771" y="8382"/>
                </a:lnTo>
                <a:cubicBezTo>
                  <a:pt x="639819" y="4932"/>
                  <a:pt x="642609" y="2147"/>
                  <a:pt x="646058" y="2096"/>
                </a:cubicBezTo>
                <a:close/>
                <a:moveTo>
                  <a:pt x="995720" y="191"/>
                </a:moveTo>
                <a:cubicBezTo>
                  <a:pt x="1011922" y="355"/>
                  <a:pt x="1027629" y="5769"/>
                  <a:pt x="1040488" y="15621"/>
                </a:cubicBezTo>
                <a:cubicBezTo>
                  <a:pt x="1044298" y="18466"/>
                  <a:pt x="1047831" y="21654"/>
                  <a:pt x="1051060" y="25146"/>
                </a:cubicBezTo>
                <a:cubicBezTo>
                  <a:pt x="1051127" y="25235"/>
                  <a:pt x="1051194" y="25326"/>
                  <a:pt x="1051251" y="25418"/>
                </a:cubicBezTo>
                <a:cubicBezTo>
                  <a:pt x="1053146" y="28264"/>
                  <a:pt x="1052384" y="32107"/>
                  <a:pt x="1049536" y="34004"/>
                </a:cubicBezTo>
                <a:lnTo>
                  <a:pt x="1038964" y="41434"/>
                </a:lnTo>
                <a:cubicBezTo>
                  <a:pt x="1036478" y="43261"/>
                  <a:pt x="1033020" y="42976"/>
                  <a:pt x="1030867" y="40767"/>
                </a:cubicBezTo>
                <a:cubicBezTo>
                  <a:pt x="1029962" y="39830"/>
                  <a:pt x="1029010" y="38939"/>
                  <a:pt x="1028010" y="38100"/>
                </a:cubicBezTo>
                <a:cubicBezTo>
                  <a:pt x="1027753" y="37997"/>
                  <a:pt x="1027524" y="37834"/>
                  <a:pt x="1027343" y="37624"/>
                </a:cubicBezTo>
                <a:cubicBezTo>
                  <a:pt x="1018532" y="30242"/>
                  <a:pt x="1007407" y="26196"/>
                  <a:pt x="995911" y="26194"/>
                </a:cubicBezTo>
                <a:lnTo>
                  <a:pt x="993815" y="26194"/>
                </a:lnTo>
                <a:cubicBezTo>
                  <a:pt x="992672" y="26099"/>
                  <a:pt x="991529" y="26099"/>
                  <a:pt x="990386" y="26194"/>
                </a:cubicBezTo>
                <a:cubicBezTo>
                  <a:pt x="987414" y="26512"/>
                  <a:pt x="984481" y="27118"/>
                  <a:pt x="981623" y="28004"/>
                </a:cubicBezTo>
                <a:cubicBezTo>
                  <a:pt x="964526" y="33101"/>
                  <a:pt x="951524" y="47046"/>
                  <a:pt x="947638" y="64456"/>
                </a:cubicBezTo>
                <a:cubicBezTo>
                  <a:pt x="941704" y="90998"/>
                  <a:pt x="958411" y="117323"/>
                  <a:pt x="984957" y="123254"/>
                </a:cubicBezTo>
                <a:lnTo>
                  <a:pt x="988957" y="124016"/>
                </a:lnTo>
                <a:lnTo>
                  <a:pt x="992291" y="122968"/>
                </a:lnTo>
                <a:lnTo>
                  <a:pt x="1001816" y="122968"/>
                </a:lnTo>
                <a:cubicBezTo>
                  <a:pt x="1004274" y="122753"/>
                  <a:pt x="1006731" y="122403"/>
                  <a:pt x="1009150" y="121920"/>
                </a:cubicBezTo>
                <a:lnTo>
                  <a:pt x="1010484" y="121920"/>
                </a:lnTo>
                <a:lnTo>
                  <a:pt x="1011817" y="121920"/>
                </a:lnTo>
                <a:lnTo>
                  <a:pt x="1017437" y="119920"/>
                </a:lnTo>
                <a:lnTo>
                  <a:pt x="1018580" y="119444"/>
                </a:lnTo>
                <a:lnTo>
                  <a:pt x="1019723" y="118967"/>
                </a:lnTo>
                <a:lnTo>
                  <a:pt x="1020866" y="118396"/>
                </a:lnTo>
                <a:lnTo>
                  <a:pt x="1023438" y="117062"/>
                </a:lnTo>
                <a:lnTo>
                  <a:pt x="1024200" y="116491"/>
                </a:lnTo>
                <a:cubicBezTo>
                  <a:pt x="1031496" y="110931"/>
                  <a:pt x="1037316" y="103671"/>
                  <a:pt x="1041154" y="95345"/>
                </a:cubicBezTo>
                <a:cubicBezTo>
                  <a:pt x="1041764" y="93613"/>
                  <a:pt x="1041393" y="91690"/>
                  <a:pt x="1040202" y="90297"/>
                </a:cubicBezTo>
                <a:cubicBezTo>
                  <a:pt x="1039135" y="89178"/>
                  <a:pt x="1037649" y="88556"/>
                  <a:pt x="1036106" y="88583"/>
                </a:cubicBezTo>
                <a:lnTo>
                  <a:pt x="1008579" y="88583"/>
                </a:lnTo>
                <a:cubicBezTo>
                  <a:pt x="1005102" y="88583"/>
                  <a:pt x="1002292" y="85768"/>
                  <a:pt x="1002292" y="82296"/>
                </a:cubicBezTo>
                <a:lnTo>
                  <a:pt x="1002292" y="69437"/>
                </a:lnTo>
                <a:cubicBezTo>
                  <a:pt x="1002292" y="69373"/>
                  <a:pt x="1002292" y="69310"/>
                  <a:pt x="1002292" y="69245"/>
                </a:cubicBezTo>
                <a:cubicBezTo>
                  <a:pt x="1002350" y="65826"/>
                  <a:pt x="1005159" y="63097"/>
                  <a:pt x="1008579" y="63151"/>
                </a:cubicBezTo>
                <a:lnTo>
                  <a:pt x="1065729" y="63151"/>
                </a:lnTo>
                <a:lnTo>
                  <a:pt x="1066205" y="63151"/>
                </a:lnTo>
                <a:lnTo>
                  <a:pt x="1066777" y="63151"/>
                </a:lnTo>
                <a:cubicBezTo>
                  <a:pt x="1068139" y="64680"/>
                  <a:pt x="1068672" y="66776"/>
                  <a:pt x="1068205" y="68771"/>
                </a:cubicBezTo>
                <a:lnTo>
                  <a:pt x="1068205" y="80391"/>
                </a:lnTo>
                <a:cubicBezTo>
                  <a:pt x="1068244" y="101700"/>
                  <a:pt x="1059119" y="121997"/>
                  <a:pt x="1043155" y="136112"/>
                </a:cubicBezTo>
                <a:lnTo>
                  <a:pt x="1040869" y="138113"/>
                </a:lnTo>
                <a:lnTo>
                  <a:pt x="1039630" y="139065"/>
                </a:lnTo>
                <a:cubicBezTo>
                  <a:pt x="1038878" y="139697"/>
                  <a:pt x="1038087" y="140270"/>
                  <a:pt x="1037249" y="140780"/>
                </a:cubicBezTo>
                <a:lnTo>
                  <a:pt x="1036011" y="141637"/>
                </a:lnTo>
                <a:lnTo>
                  <a:pt x="1033630" y="143161"/>
                </a:lnTo>
                <a:lnTo>
                  <a:pt x="1032391" y="143923"/>
                </a:lnTo>
                <a:lnTo>
                  <a:pt x="1029915" y="145352"/>
                </a:lnTo>
                <a:lnTo>
                  <a:pt x="1029343" y="145352"/>
                </a:lnTo>
                <a:lnTo>
                  <a:pt x="1025343" y="147257"/>
                </a:lnTo>
                <a:lnTo>
                  <a:pt x="1024676" y="147257"/>
                </a:lnTo>
                <a:lnTo>
                  <a:pt x="1022104" y="148209"/>
                </a:lnTo>
                <a:lnTo>
                  <a:pt x="1020866" y="148209"/>
                </a:lnTo>
                <a:lnTo>
                  <a:pt x="1020104" y="148209"/>
                </a:lnTo>
                <a:lnTo>
                  <a:pt x="1018009" y="148971"/>
                </a:lnTo>
                <a:lnTo>
                  <a:pt x="1017151" y="148971"/>
                </a:lnTo>
                <a:lnTo>
                  <a:pt x="1015913" y="148971"/>
                </a:lnTo>
                <a:lnTo>
                  <a:pt x="1015056" y="148971"/>
                </a:lnTo>
                <a:lnTo>
                  <a:pt x="1013151" y="149447"/>
                </a:lnTo>
                <a:lnTo>
                  <a:pt x="1012103" y="149447"/>
                </a:lnTo>
                <a:lnTo>
                  <a:pt x="1010960" y="149447"/>
                </a:lnTo>
                <a:lnTo>
                  <a:pt x="1009912" y="149447"/>
                </a:lnTo>
                <a:lnTo>
                  <a:pt x="1008103" y="149447"/>
                </a:lnTo>
                <a:lnTo>
                  <a:pt x="1006960" y="149447"/>
                </a:lnTo>
                <a:lnTo>
                  <a:pt x="1005817" y="149447"/>
                </a:lnTo>
                <a:lnTo>
                  <a:pt x="1004578" y="149447"/>
                </a:lnTo>
                <a:lnTo>
                  <a:pt x="1002864" y="149447"/>
                </a:lnTo>
                <a:lnTo>
                  <a:pt x="995720" y="149447"/>
                </a:lnTo>
                <a:cubicBezTo>
                  <a:pt x="993939" y="149511"/>
                  <a:pt x="992167" y="149511"/>
                  <a:pt x="990386" y="149447"/>
                </a:cubicBezTo>
                <a:cubicBezTo>
                  <a:pt x="949171" y="147975"/>
                  <a:pt x="916948" y="113368"/>
                  <a:pt x="918425" y="72152"/>
                </a:cubicBezTo>
                <a:cubicBezTo>
                  <a:pt x="919901" y="30936"/>
                  <a:pt x="954505" y="-1282"/>
                  <a:pt x="995720" y="191"/>
                </a:cubicBezTo>
                <a:close/>
                <a:moveTo>
                  <a:pt x="836558" y="191"/>
                </a:moveTo>
                <a:cubicBezTo>
                  <a:pt x="877801" y="191"/>
                  <a:pt x="911234" y="33625"/>
                  <a:pt x="911234" y="74867"/>
                </a:cubicBezTo>
                <a:cubicBezTo>
                  <a:pt x="911234" y="116109"/>
                  <a:pt x="877801" y="149543"/>
                  <a:pt x="836558" y="149543"/>
                </a:cubicBezTo>
                <a:cubicBezTo>
                  <a:pt x="795315" y="149543"/>
                  <a:pt x="761882" y="116109"/>
                  <a:pt x="761882" y="74867"/>
                </a:cubicBezTo>
                <a:cubicBezTo>
                  <a:pt x="761882" y="33625"/>
                  <a:pt x="795315" y="191"/>
                  <a:pt x="836558" y="191"/>
                </a:cubicBezTo>
                <a:close/>
                <a:moveTo>
                  <a:pt x="200954" y="0"/>
                </a:moveTo>
                <a:cubicBezTo>
                  <a:pt x="242302" y="0"/>
                  <a:pt x="275821" y="33518"/>
                  <a:pt x="275821" y="74867"/>
                </a:cubicBezTo>
                <a:cubicBezTo>
                  <a:pt x="275821" y="116215"/>
                  <a:pt x="242302" y="149733"/>
                  <a:pt x="200954" y="149733"/>
                </a:cubicBezTo>
                <a:cubicBezTo>
                  <a:pt x="159606" y="149733"/>
                  <a:pt x="126088" y="116215"/>
                  <a:pt x="126088" y="74867"/>
                </a:cubicBezTo>
                <a:cubicBezTo>
                  <a:pt x="126088" y="33518"/>
                  <a:pt x="159606" y="0"/>
                  <a:pt x="200954" y="0"/>
                </a:cubicBezTo>
                <a:close/>
              </a:path>
            </a:pathLst>
          </a:cu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291756" y="1819663"/>
            <a:ext cx="2489629" cy="1038204"/>
          </a:xfrm>
          <a:prstGeom prst="rect">
            <a:avLst/>
          </a:prstGeom>
          <a:noFill/>
          <a:ln>
            <a:noFill/>
          </a:ln>
        </p:spPr>
        <p:txBody>
          <a:bodyPr vert="horz" wrap="square" lIns="91440" tIns="45720" rIns="91440" bIns="0" rtlCol="0" anchor="b"/>
          <a:lstStyle/>
          <a:p>
            <a:pPr algn="r">
              <a:lnSpc>
                <a:spcPct val="110000"/>
              </a:lnSpc>
            </a:pPr>
            <a:r>
              <a:rPr kumimoji="1" lang="en-US" altLang="zh-CN" sz="6600">
                <a:ln w="12700">
                  <a:noFill/>
                </a:ln>
                <a:solidFill>
                  <a:srgbClr val="1467F7">
                    <a:alpha val="100000"/>
                  </a:srgbClr>
                </a:solidFill>
                <a:latin typeface="Source Han Sans CN Bold"/>
                <a:ea typeface="Source Han Sans CN Bold"/>
                <a:cs typeface="Source Han Sans CN Bold"/>
              </a:rPr>
              <a:t>PART</a:t>
            </a:r>
            <a:endParaRPr kumimoji="1" lang="zh-CN" altLang="en-US"/>
          </a:p>
        </p:txBody>
      </p:sp>
      <p:sp>
        <p:nvSpPr>
          <p:cNvPr id="16" name="标题 1"/>
          <p:cNvSpPr txBox="1"/>
          <p:nvPr/>
        </p:nvSpPr>
        <p:spPr>
          <a:xfrm>
            <a:off x="2866742" y="896284"/>
            <a:ext cx="1248058" cy="1961583"/>
          </a:xfrm>
          <a:prstGeom prst="rect">
            <a:avLst/>
          </a:prstGeom>
          <a:noFill/>
          <a:ln>
            <a:noFill/>
          </a:ln>
        </p:spPr>
        <p:txBody>
          <a:bodyPr vert="horz" wrap="square" lIns="91440" tIns="45720" rIns="91440" bIns="0" rtlCol="0" anchor="b"/>
          <a:lstStyle/>
          <a:p>
            <a:pPr algn="l">
              <a:lnSpc>
                <a:spcPct val="110000"/>
              </a:lnSpc>
            </a:pPr>
            <a:r>
              <a:rPr kumimoji="1" lang="en-US" altLang="zh-CN" sz="6600">
                <a:ln w="12700">
                  <a:noFill/>
                </a:ln>
                <a:solidFill>
                  <a:srgbClr val="1467F7">
                    <a:alpha val="100000"/>
                  </a:srgbClr>
                </a:solidFill>
                <a:latin typeface="Source Han Sans CN Bold"/>
                <a:ea typeface="Source Han Sans CN Bold"/>
                <a:cs typeface="Source Han Sans CN Bold"/>
              </a:rPr>
              <a:t>06</a:t>
            </a:r>
            <a:endParaRPr kumimoji="1"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717062" y="1508125"/>
            <a:ext cx="10755853" cy="2291128"/>
          </a:xfrm>
          <a:prstGeom prst="round1Rect">
            <a:avLst/>
          </a:prstGeom>
          <a:solidFill>
            <a:schemeClr val="bg1"/>
          </a:solidFill>
          <a:ln w="22225" cap="sq">
            <a:solidFill>
              <a:schemeClr val="accent1">
                <a:alpha val="100000"/>
              </a:schemeClr>
            </a:solidFill>
            <a:prstDash val="lgDash"/>
            <a:miter/>
          </a:ln>
          <a:effectLst/>
        </p:spPr>
        <p:txBody>
          <a:bodyPr vert="horz" wrap="square" lIns="91440" tIns="45720" rIns="91440" bIns="45720" rtlCol="0" anchor="ctr"/>
          <a:lstStyle/>
          <a:p>
            <a:pPr algn="ctr">
              <a:lnSpc>
                <a:spcPct val="100000"/>
              </a:lnSpc>
            </a:pPr>
            <a:endParaRPr kumimoji="1" lang="zh-CN" altLang="en-US"/>
          </a:p>
        </p:txBody>
      </p:sp>
      <p:sp>
        <p:nvSpPr>
          <p:cNvPr id="4" name="标题 1"/>
          <p:cNvSpPr txBox="1"/>
          <p:nvPr/>
        </p:nvSpPr>
        <p:spPr>
          <a:xfrm>
            <a:off x="943775" y="2032855"/>
            <a:ext cx="3137173" cy="385926"/>
          </a:xfrm>
          <a:prstGeom prst="rect">
            <a:avLst/>
          </a:prstGeom>
          <a:noFill/>
          <a:ln cap="sq">
            <a:noFill/>
          </a:ln>
          <a:effectLst/>
        </p:spPr>
        <p:txBody>
          <a:bodyPr vert="horz" wrap="square" lIns="0" tIns="0" rIns="0" bIns="0" rtlCol="0" anchor="ctr"/>
          <a:lstStyle/>
          <a:p>
            <a:pPr algn="l">
              <a:lnSpc>
                <a:spcPct val="110000"/>
              </a:lnSpc>
            </a:pPr>
            <a:r>
              <a:rPr kumimoji="1" lang="en-US" altLang="zh-CN" sz="1600">
                <a:ln w="12700">
                  <a:noFill/>
                </a:ln>
                <a:solidFill>
                  <a:srgbClr val="0FE6F1">
                    <a:alpha val="100000"/>
                  </a:srgbClr>
                </a:solidFill>
                <a:latin typeface="Source Han Sans CN Bold"/>
                <a:ea typeface="Source Han Sans CN Bold"/>
                <a:cs typeface="Source Han Sans CN Bold"/>
              </a:rPr>
              <a:t>算术运算符</a:t>
            </a:r>
            <a:endParaRPr kumimoji="1" lang="zh-CN" altLang="en-US"/>
          </a:p>
        </p:txBody>
      </p:sp>
      <p:sp>
        <p:nvSpPr>
          <p:cNvPr id="5" name="标题 1"/>
          <p:cNvSpPr txBox="1"/>
          <p:nvPr/>
        </p:nvSpPr>
        <p:spPr>
          <a:xfrm>
            <a:off x="943776" y="2418781"/>
            <a:ext cx="3137177" cy="1240155"/>
          </a:xfrm>
          <a:prstGeom prst="rect">
            <a:avLst/>
          </a:prstGeom>
          <a:noFill/>
          <a:ln cap="sq">
            <a:noFill/>
          </a:ln>
          <a:effectLst/>
        </p:spPr>
        <p:txBody>
          <a:bodyPr vert="horz" wrap="square" lIns="0" tIns="0" rIns="0" bIns="0" rtlCol="0" anchor="t"/>
          <a:lstStyle/>
          <a:p>
            <a:pPr algn="l">
              <a:lnSpc>
                <a:spcPct val="150000"/>
              </a:lnSpc>
            </a:pPr>
            <a:r>
              <a:rPr kumimoji="1" lang="en-US" altLang="zh-CN" sz="1400">
                <a:ln w="12700">
                  <a:noFill/>
                </a:ln>
                <a:solidFill>
                  <a:srgbClr val="000000">
                    <a:alpha val="100000"/>
                  </a:srgbClr>
                </a:solidFill>
                <a:latin typeface="Source Han Sans"/>
                <a:ea typeface="Source Han Sans"/>
                <a:cs typeface="Source Han Sans"/>
              </a:rPr>
              <a:t>算术运算符包括 +, - , *, /, %, **，用于实现基本的数学运算。
算术运算符在数字电路设计中用于实现算术功能。</a:t>
            </a:r>
            <a:endParaRPr kumimoji="1" lang="zh-CN" altLang="en-US"/>
          </a:p>
        </p:txBody>
      </p:sp>
      <p:sp>
        <p:nvSpPr>
          <p:cNvPr id="6" name="标题 1"/>
          <p:cNvSpPr txBox="1"/>
          <p:nvPr/>
        </p:nvSpPr>
        <p:spPr>
          <a:xfrm>
            <a:off x="943776" y="1617433"/>
            <a:ext cx="625533" cy="369332"/>
          </a:xfrm>
          <a:prstGeom prst="rect">
            <a:avLst/>
          </a:prstGeom>
          <a:noFill/>
          <a:ln cap="sq">
            <a:noFill/>
          </a:ln>
          <a:effectLst/>
        </p:spPr>
        <p:txBody>
          <a:bodyPr vert="horz" wrap="square" lIns="0" tIns="0" rIns="0" bIns="0" rtlCol="0" anchor="ctr"/>
          <a:lstStyle/>
          <a:p>
            <a:pPr algn="l">
              <a:lnSpc>
                <a:spcPct val="100000"/>
              </a:lnSpc>
            </a:pPr>
            <a:r>
              <a:rPr kumimoji="1" lang="en-US" altLang="zh-CN" sz="2400">
                <a:ln w="12700">
                  <a:noFill/>
                </a:ln>
                <a:solidFill>
                  <a:srgbClr val="0FE6F1">
                    <a:alpha val="100000"/>
                  </a:srgbClr>
                </a:solidFill>
                <a:latin typeface="OPPOSans H"/>
                <a:ea typeface="OPPOSans H"/>
                <a:cs typeface="OPPOSans H"/>
              </a:rPr>
              <a:t>01</a:t>
            </a:r>
            <a:endParaRPr kumimoji="1" lang="zh-CN" altLang="en-US"/>
          </a:p>
        </p:txBody>
      </p:sp>
      <p:sp>
        <p:nvSpPr>
          <p:cNvPr id="7" name="标题 1"/>
          <p:cNvSpPr txBox="1"/>
          <p:nvPr/>
        </p:nvSpPr>
        <p:spPr>
          <a:xfrm>
            <a:off x="4388500" y="2032855"/>
            <a:ext cx="3271840" cy="385926"/>
          </a:xfrm>
          <a:prstGeom prst="rect">
            <a:avLst/>
          </a:prstGeom>
          <a:noFill/>
          <a:ln cap="sq">
            <a:noFill/>
          </a:ln>
          <a:effectLst/>
        </p:spPr>
        <p:txBody>
          <a:bodyPr vert="horz" wrap="square" lIns="0" tIns="0" rIns="0" bIns="0" rtlCol="0" anchor="ctr"/>
          <a:lstStyle/>
          <a:p>
            <a:pPr algn="l">
              <a:lnSpc>
                <a:spcPct val="110000"/>
              </a:lnSpc>
            </a:pPr>
            <a:r>
              <a:rPr kumimoji="1" lang="en-US" altLang="zh-CN" sz="1600">
                <a:ln w="12700">
                  <a:noFill/>
                </a:ln>
                <a:solidFill>
                  <a:srgbClr val="1467F7">
                    <a:alpha val="100000"/>
                  </a:srgbClr>
                </a:solidFill>
                <a:latin typeface="Source Han Sans CN Bold"/>
                <a:ea typeface="Source Han Sans CN Bold"/>
                <a:cs typeface="Source Han Sans CN Bold"/>
              </a:rPr>
              <a:t>关系运算符</a:t>
            </a:r>
            <a:endParaRPr kumimoji="1" lang="zh-CN" altLang="en-US"/>
          </a:p>
        </p:txBody>
      </p:sp>
      <p:sp>
        <p:nvSpPr>
          <p:cNvPr id="8" name="标题 1"/>
          <p:cNvSpPr txBox="1"/>
          <p:nvPr/>
        </p:nvSpPr>
        <p:spPr>
          <a:xfrm>
            <a:off x="4388500" y="2418781"/>
            <a:ext cx="3271845" cy="1240155"/>
          </a:xfrm>
          <a:prstGeom prst="rect">
            <a:avLst/>
          </a:prstGeom>
          <a:noFill/>
          <a:ln cap="sq">
            <a:noFill/>
          </a:ln>
          <a:effectLst/>
        </p:spPr>
        <p:txBody>
          <a:bodyPr vert="horz" wrap="square" lIns="0" tIns="0" rIns="0" bIns="0" rtlCol="0" anchor="t"/>
          <a:lstStyle/>
          <a:p>
            <a:pPr algn="l">
              <a:lnSpc>
                <a:spcPct val="150000"/>
              </a:lnSpc>
            </a:pPr>
            <a:r>
              <a:rPr kumimoji="1" lang="en-US" altLang="zh-CN" sz="1400">
                <a:ln w="12700">
                  <a:noFill/>
                </a:ln>
                <a:solidFill>
                  <a:srgbClr val="000000">
                    <a:alpha val="100000"/>
                  </a:srgbClr>
                </a:solidFill>
                <a:latin typeface="Source Han Sans"/>
                <a:ea typeface="Source Han Sans"/>
                <a:cs typeface="Source Han Sans"/>
              </a:rPr>
              <a:t>关系运算符包括 &gt;, &lt;, &gt;=, &lt;=, ==, !=，用于比较两个操作数的大小。
关系运算符在条件判断中用于实现逻辑功能。</a:t>
            </a:r>
            <a:endParaRPr kumimoji="1" lang="zh-CN" altLang="en-US"/>
          </a:p>
        </p:txBody>
      </p:sp>
      <p:sp>
        <p:nvSpPr>
          <p:cNvPr id="9" name="标题 1"/>
          <p:cNvSpPr txBox="1"/>
          <p:nvPr/>
        </p:nvSpPr>
        <p:spPr>
          <a:xfrm>
            <a:off x="4388501" y="1617433"/>
            <a:ext cx="673100" cy="369332"/>
          </a:xfrm>
          <a:prstGeom prst="rect">
            <a:avLst/>
          </a:prstGeom>
          <a:noFill/>
          <a:ln cap="sq">
            <a:noFill/>
          </a:ln>
          <a:effectLst/>
        </p:spPr>
        <p:txBody>
          <a:bodyPr vert="horz" wrap="square" lIns="0" tIns="0" rIns="0" bIns="0" rtlCol="0" anchor="ctr"/>
          <a:lstStyle/>
          <a:p>
            <a:pPr algn="l">
              <a:lnSpc>
                <a:spcPct val="100000"/>
              </a:lnSpc>
            </a:pPr>
            <a:r>
              <a:rPr kumimoji="1" lang="en-US" altLang="zh-CN" sz="2400">
                <a:ln w="12700">
                  <a:noFill/>
                </a:ln>
                <a:solidFill>
                  <a:srgbClr val="1467F7">
                    <a:alpha val="100000"/>
                  </a:srgbClr>
                </a:solidFill>
                <a:latin typeface="OPPOSans H"/>
                <a:ea typeface="OPPOSans H"/>
                <a:cs typeface="OPPOSans H"/>
              </a:rPr>
              <a:t>02</a:t>
            </a:r>
            <a:endParaRPr kumimoji="1" lang="zh-CN" altLang="en-US"/>
          </a:p>
        </p:txBody>
      </p:sp>
      <p:sp>
        <p:nvSpPr>
          <p:cNvPr id="10" name="标题 1"/>
          <p:cNvSpPr txBox="1"/>
          <p:nvPr/>
        </p:nvSpPr>
        <p:spPr>
          <a:xfrm>
            <a:off x="7990322" y="2032855"/>
            <a:ext cx="3255746" cy="385926"/>
          </a:xfrm>
          <a:prstGeom prst="rect">
            <a:avLst/>
          </a:prstGeom>
          <a:noFill/>
          <a:ln cap="sq">
            <a:noFill/>
          </a:ln>
          <a:effectLst/>
        </p:spPr>
        <p:txBody>
          <a:bodyPr vert="horz" wrap="square" lIns="0" tIns="0" rIns="0" bIns="0" rtlCol="0" anchor="ctr"/>
          <a:lstStyle/>
          <a:p>
            <a:pPr algn="l">
              <a:lnSpc>
                <a:spcPct val="110000"/>
              </a:lnSpc>
            </a:pPr>
            <a:r>
              <a:rPr kumimoji="1" lang="en-US" altLang="zh-CN" sz="1600">
                <a:ln w="12700">
                  <a:noFill/>
                </a:ln>
                <a:solidFill>
                  <a:srgbClr val="0FE6F1">
                    <a:alpha val="100000"/>
                  </a:srgbClr>
                </a:solidFill>
                <a:latin typeface="Source Han Sans CN Bold"/>
                <a:ea typeface="Source Han Sans CN Bold"/>
                <a:cs typeface="Source Han Sans CN Bold"/>
              </a:rPr>
              <a:t>逻辑运算符</a:t>
            </a:r>
            <a:endParaRPr kumimoji="1" lang="zh-CN" altLang="en-US"/>
          </a:p>
        </p:txBody>
      </p:sp>
      <p:sp>
        <p:nvSpPr>
          <p:cNvPr id="11" name="标题 1"/>
          <p:cNvSpPr txBox="1"/>
          <p:nvPr/>
        </p:nvSpPr>
        <p:spPr>
          <a:xfrm>
            <a:off x="7990321" y="2418781"/>
            <a:ext cx="3255747" cy="1240155"/>
          </a:xfrm>
          <a:prstGeom prst="rect">
            <a:avLst/>
          </a:prstGeom>
          <a:noFill/>
          <a:ln cap="sq">
            <a:noFill/>
          </a:ln>
          <a:effectLst/>
        </p:spPr>
        <p:txBody>
          <a:bodyPr vert="horz" wrap="square" lIns="0" tIns="0" rIns="0" bIns="0" rtlCol="0" anchor="t"/>
          <a:lstStyle/>
          <a:p>
            <a:pPr algn="l">
              <a:lnSpc>
                <a:spcPct val="150000"/>
              </a:lnSpc>
            </a:pPr>
            <a:r>
              <a:rPr kumimoji="1" lang="en-US" altLang="zh-CN" sz="1400">
                <a:ln w="12700">
                  <a:noFill/>
                </a:ln>
                <a:solidFill>
                  <a:srgbClr val="000000">
                    <a:alpha val="100000"/>
                  </a:srgbClr>
                </a:solidFill>
                <a:latin typeface="Source Han Sans"/>
                <a:ea typeface="Source Han Sans"/>
                <a:cs typeface="Source Han Sans"/>
              </a:rPr>
              <a:t>逻辑运算符包括 &amp;&amp;, ||, !，用于实现逻辑与、或、非操作。
逻辑运算符在条件判断中用于实现逻辑功能。</a:t>
            </a:r>
            <a:endParaRPr kumimoji="1" lang="zh-CN" altLang="en-US"/>
          </a:p>
        </p:txBody>
      </p:sp>
      <p:sp>
        <p:nvSpPr>
          <p:cNvPr id="12" name="标题 1"/>
          <p:cNvSpPr txBox="1"/>
          <p:nvPr/>
        </p:nvSpPr>
        <p:spPr>
          <a:xfrm>
            <a:off x="7990323" y="1617433"/>
            <a:ext cx="625533" cy="369332"/>
          </a:xfrm>
          <a:prstGeom prst="rect">
            <a:avLst/>
          </a:prstGeom>
          <a:noFill/>
          <a:ln cap="sq">
            <a:noFill/>
          </a:ln>
          <a:effectLst/>
        </p:spPr>
        <p:txBody>
          <a:bodyPr vert="horz" wrap="square" lIns="0" tIns="0" rIns="0" bIns="0" rtlCol="0" anchor="ctr"/>
          <a:lstStyle/>
          <a:p>
            <a:pPr algn="l">
              <a:lnSpc>
                <a:spcPct val="100000"/>
              </a:lnSpc>
            </a:pPr>
            <a:r>
              <a:rPr kumimoji="1" lang="en-US" altLang="zh-CN" sz="2400">
                <a:ln w="12700">
                  <a:noFill/>
                </a:ln>
                <a:solidFill>
                  <a:srgbClr val="0FE6F1">
                    <a:alpha val="100000"/>
                  </a:srgbClr>
                </a:solidFill>
                <a:latin typeface="OPPOSans H"/>
                <a:ea typeface="OPPOSans H"/>
                <a:cs typeface="OPPOSans H"/>
              </a:rPr>
              <a:t>03</a:t>
            </a:r>
            <a:endParaRPr kumimoji="1" lang="zh-CN" altLang="en-US"/>
          </a:p>
        </p:txBody>
      </p:sp>
      <p:cxnSp>
        <p:nvCxnSpPr>
          <p:cNvPr id="13" name="标题 1"/>
          <p:cNvCxnSpPr/>
          <p:nvPr/>
        </p:nvCxnSpPr>
        <p:spPr>
          <a:xfrm>
            <a:off x="4175483" y="1746577"/>
            <a:ext cx="0" cy="1823151"/>
          </a:xfrm>
          <a:prstGeom prst="line">
            <a:avLst/>
          </a:prstGeom>
          <a:noFill/>
          <a:ln w="6350" cap="sq">
            <a:solidFill>
              <a:schemeClr val="accent3">
                <a:alpha val="100000"/>
              </a:schemeClr>
            </a:solidFill>
            <a:prstDash val="dash"/>
            <a:miter/>
          </a:ln>
        </p:spPr>
      </p:cxnSp>
      <p:cxnSp>
        <p:nvCxnSpPr>
          <p:cNvPr id="14" name="标题 1"/>
          <p:cNvCxnSpPr/>
          <p:nvPr/>
        </p:nvCxnSpPr>
        <p:spPr>
          <a:xfrm>
            <a:off x="7762904" y="1746577"/>
            <a:ext cx="0" cy="1823151"/>
          </a:xfrm>
          <a:prstGeom prst="line">
            <a:avLst/>
          </a:prstGeom>
          <a:noFill/>
          <a:ln w="6350" cap="sq">
            <a:solidFill>
              <a:schemeClr val="accent3">
                <a:alpha val="100000"/>
              </a:schemeClr>
            </a:solidFill>
            <a:prstDash val="dash"/>
            <a:miter/>
          </a:ln>
        </p:spPr>
      </p:cxnSp>
      <p:sp>
        <p:nvSpPr>
          <p:cNvPr id="15" name="标题 1"/>
          <p:cNvSpPr txBox="1"/>
          <p:nvPr/>
        </p:nvSpPr>
        <p:spPr>
          <a:xfrm>
            <a:off x="742462" y="3969972"/>
            <a:ext cx="7247859" cy="2291128"/>
          </a:xfrm>
          <a:prstGeom prst="round1Rect">
            <a:avLst/>
          </a:prstGeom>
          <a:solidFill>
            <a:schemeClr val="bg1"/>
          </a:solidFill>
          <a:ln w="22225" cap="sq">
            <a:solidFill>
              <a:schemeClr val="accent1">
                <a:alpha val="100000"/>
              </a:schemeClr>
            </a:solidFill>
            <a:prstDash val="lgDash"/>
            <a:miter/>
          </a:ln>
          <a:effectLst/>
        </p:spPr>
        <p:txBody>
          <a:bodyPr vert="horz" wrap="square" lIns="91440" tIns="45720" rIns="91440" bIns="45720" rtlCol="0" anchor="ctr"/>
          <a:lstStyle/>
          <a:p>
            <a:pPr algn="ctr">
              <a:lnSpc>
                <a:spcPct val="100000"/>
              </a:lnSpc>
            </a:pPr>
            <a:endParaRPr kumimoji="1" lang="zh-CN" altLang="en-US"/>
          </a:p>
        </p:txBody>
      </p:sp>
      <p:sp>
        <p:nvSpPr>
          <p:cNvPr id="16" name="标题 1"/>
          <p:cNvSpPr txBox="1"/>
          <p:nvPr/>
        </p:nvSpPr>
        <p:spPr>
          <a:xfrm>
            <a:off x="943775" y="4494702"/>
            <a:ext cx="3137173" cy="385926"/>
          </a:xfrm>
          <a:prstGeom prst="rect">
            <a:avLst/>
          </a:prstGeom>
          <a:noFill/>
          <a:ln cap="sq">
            <a:noFill/>
          </a:ln>
          <a:effectLst/>
        </p:spPr>
        <p:txBody>
          <a:bodyPr vert="horz" wrap="square" lIns="0" tIns="0" rIns="0" bIns="0" rtlCol="0" anchor="ctr"/>
          <a:lstStyle/>
          <a:p>
            <a:pPr algn="l">
              <a:lnSpc>
                <a:spcPct val="110000"/>
              </a:lnSpc>
            </a:pPr>
            <a:r>
              <a:rPr kumimoji="1" lang="en-US" altLang="zh-CN" sz="1600">
                <a:ln w="12700">
                  <a:noFill/>
                </a:ln>
                <a:solidFill>
                  <a:srgbClr val="0FE6F1">
                    <a:alpha val="100000"/>
                  </a:srgbClr>
                </a:solidFill>
                <a:latin typeface="Source Han Sans CN Bold"/>
                <a:ea typeface="Source Han Sans CN Bold"/>
                <a:cs typeface="Source Han Sans CN Bold"/>
              </a:rPr>
              <a:t>位运算符</a:t>
            </a:r>
            <a:endParaRPr kumimoji="1" lang="zh-CN" altLang="en-US"/>
          </a:p>
        </p:txBody>
      </p:sp>
      <p:sp>
        <p:nvSpPr>
          <p:cNvPr id="17" name="标题 1"/>
          <p:cNvSpPr txBox="1"/>
          <p:nvPr/>
        </p:nvSpPr>
        <p:spPr>
          <a:xfrm>
            <a:off x="943776" y="4880628"/>
            <a:ext cx="3137177" cy="1240155"/>
          </a:xfrm>
          <a:prstGeom prst="rect">
            <a:avLst/>
          </a:prstGeom>
          <a:noFill/>
          <a:ln cap="sq">
            <a:noFill/>
          </a:ln>
          <a:effectLst/>
        </p:spPr>
        <p:txBody>
          <a:bodyPr vert="horz" wrap="square" lIns="0" tIns="0" rIns="0" bIns="0" rtlCol="0" anchor="t"/>
          <a:lstStyle/>
          <a:p>
            <a:pPr algn="l">
              <a:lnSpc>
                <a:spcPct val="150000"/>
              </a:lnSpc>
            </a:pPr>
            <a:r>
              <a:rPr kumimoji="1" lang="en-US" altLang="zh-CN" sz="1400">
                <a:ln w="12700">
                  <a:noFill/>
                </a:ln>
                <a:solidFill>
                  <a:srgbClr val="000000">
                    <a:alpha val="100000"/>
                  </a:srgbClr>
                </a:solidFill>
                <a:latin typeface="Source Han Sans"/>
                <a:ea typeface="Source Han Sans"/>
                <a:cs typeface="Source Han Sans"/>
              </a:rPr>
              <a:t>位运算符包括 &amp;, |, ^, ~, ^~, ~^，用于对操作数的每一位进行独立操作。
位运算符在数字电路设计中用于实现位操作功能。</a:t>
            </a:r>
            <a:endParaRPr kumimoji="1" lang="zh-CN" altLang="en-US"/>
          </a:p>
        </p:txBody>
      </p:sp>
      <p:sp>
        <p:nvSpPr>
          <p:cNvPr id="18" name="标题 1"/>
          <p:cNvSpPr txBox="1"/>
          <p:nvPr/>
        </p:nvSpPr>
        <p:spPr>
          <a:xfrm>
            <a:off x="943776" y="4079280"/>
            <a:ext cx="625533" cy="369332"/>
          </a:xfrm>
          <a:prstGeom prst="rect">
            <a:avLst/>
          </a:prstGeom>
          <a:noFill/>
          <a:ln cap="sq">
            <a:noFill/>
          </a:ln>
          <a:effectLst/>
        </p:spPr>
        <p:txBody>
          <a:bodyPr vert="horz" wrap="square" lIns="0" tIns="0" rIns="0" bIns="0" rtlCol="0" anchor="ctr"/>
          <a:lstStyle/>
          <a:p>
            <a:pPr algn="l">
              <a:lnSpc>
                <a:spcPct val="100000"/>
              </a:lnSpc>
            </a:pPr>
            <a:r>
              <a:rPr kumimoji="1" lang="en-US" altLang="zh-CN" sz="2400">
                <a:ln w="12700">
                  <a:noFill/>
                </a:ln>
                <a:solidFill>
                  <a:srgbClr val="0FE6F1">
                    <a:alpha val="100000"/>
                  </a:srgbClr>
                </a:solidFill>
                <a:latin typeface="OPPOSans H"/>
                <a:ea typeface="OPPOSans H"/>
                <a:cs typeface="OPPOSans H"/>
              </a:rPr>
              <a:t>04</a:t>
            </a:r>
            <a:endParaRPr kumimoji="1" lang="zh-CN" altLang="en-US"/>
          </a:p>
        </p:txBody>
      </p:sp>
      <p:sp>
        <p:nvSpPr>
          <p:cNvPr id="19" name="标题 1"/>
          <p:cNvSpPr txBox="1"/>
          <p:nvPr/>
        </p:nvSpPr>
        <p:spPr>
          <a:xfrm>
            <a:off x="4388500" y="4494702"/>
            <a:ext cx="3271840" cy="385926"/>
          </a:xfrm>
          <a:prstGeom prst="rect">
            <a:avLst/>
          </a:prstGeom>
          <a:noFill/>
          <a:ln cap="sq">
            <a:noFill/>
          </a:ln>
          <a:effectLst/>
        </p:spPr>
        <p:txBody>
          <a:bodyPr vert="horz" wrap="square" lIns="0" tIns="0" rIns="0" bIns="0" rtlCol="0" anchor="ctr"/>
          <a:lstStyle/>
          <a:p>
            <a:pPr algn="l">
              <a:lnSpc>
                <a:spcPct val="110000"/>
              </a:lnSpc>
            </a:pPr>
            <a:r>
              <a:rPr kumimoji="1" lang="en-US" altLang="zh-CN" sz="1600">
                <a:ln w="12700">
                  <a:noFill/>
                </a:ln>
                <a:solidFill>
                  <a:srgbClr val="1467F7">
                    <a:alpha val="100000"/>
                  </a:srgbClr>
                </a:solidFill>
                <a:latin typeface="Source Han Sans CN Bold"/>
                <a:ea typeface="Source Han Sans CN Bold"/>
                <a:cs typeface="Source Han Sans CN Bold"/>
              </a:rPr>
              <a:t>运算符的使用</a:t>
            </a:r>
            <a:endParaRPr kumimoji="1" lang="zh-CN" altLang="en-US"/>
          </a:p>
        </p:txBody>
      </p:sp>
      <p:sp>
        <p:nvSpPr>
          <p:cNvPr id="20" name="标题 1"/>
          <p:cNvSpPr txBox="1"/>
          <p:nvPr/>
        </p:nvSpPr>
        <p:spPr>
          <a:xfrm>
            <a:off x="4388500" y="4880628"/>
            <a:ext cx="3271845" cy="1240155"/>
          </a:xfrm>
          <a:prstGeom prst="rect">
            <a:avLst/>
          </a:prstGeom>
          <a:noFill/>
          <a:ln cap="sq">
            <a:noFill/>
          </a:ln>
          <a:effectLst/>
        </p:spPr>
        <p:txBody>
          <a:bodyPr vert="horz" wrap="square" lIns="0" tIns="0" rIns="0" bIns="0" rtlCol="0" anchor="t"/>
          <a:lstStyle/>
          <a:p>
            <a:pPr algn="l">
              <a:lnSpc>
                <a:spcPct val="150000"/>
              </a:lnSpc>
            </a:pPr>
            <a:r>
              <a:rPr kumimoji="1" lang="en-US" altLang="zh-CN" sz="1400">
                <a:ln w="12700">
                  <a:noFill/>
                </a:ln>
                <a:solidFill>
                  <a:srgbClr val="000000">
                    <a:alpha val="100000"/>
                  </a:srgbClr>
                </a:solidFill>
                <a:latin typeface="Source Han Sans"/>
                <a:ea typeface="Source Han Sans"/>
                <a:cs typeface="Source Han Sans"/>
              </a:rPr>
              <a:t>运算符用于实现各种逻辑和算术功能，是 Verilog 代码的重要组成部分。
运算符的正确使用是实现功能的关键。</a:t>
            </a:r>
            <a:endParaRPr kumimoji="1" lang="zh-CN" altLang="en-US"/>
          </a:p>
        </p:txBody>
      </p:sp>
      <p:sp>
        <p:nvSpPr>
          <p:cNvPr id="21" name="标题 1"/>
          <p:cNvSpPr txBox="1"/>
          <p:nvPr/>
        </p:nvSpPr>
        <p:spPr>
          <a:xfrm>
            <a:off x="4388501" y="4079280"/>
            <a:ext cx="673100" cy="369332"/>
          </a:xfrm>
          <a:prstGeom prst="rect">
            <a:avLst/>
          </a:prstGeom>
          <a:noFill/>
          <a:ln cap="sq">
            <a:noFill/>
          </a:ln>
          <a:effectLst/>
        </p:spPr>
        <p:txBody>
          <a:bodyPr vert="horz" wrap="square" lIns="0" tIns="0" rIns="0" bIns="0" rtlCol="0" anchor="ctr"/>
          <a:lstStyle/>
          <a:p>
            <a:pPr algn="l">
              <a:lnSpc>
                <a:spcPct val="100000"/>
              </a:lnSpc>
            </a:pPr>
            <a:r>
              <a:rPr kumimoji="1" lang="en-US" altLang="zh-CN" sz="2400">
                <a:ln w="12700">
                  <a:noFill/>
                </a:ln>
                <a:solidFill>
                  <a:srgbClr val="1467F7">
                    <a:alpha val="100000"/>
                  </a:srgbClr>
                </a:solidFill>
                <a:latin typeface="OPPOSans H"/>
                <a:ea typeface="OPPOSans H"/>
                <a:cs typeface="OPPOSans H"/>
              </a:rPr>
              <a:t>05</a:t>
            </a:r>
            <a:endParaRPr kumimoji="1" lang="zh-CN" altLang="en-US"/>
          </a:p>
        </p:txBody>
      </p:sp>
      <p:cxnSp>
        <p:nvCxnSpPr>
          <p:cNvPr id="22" name="标题 1"/>
          <p:cNvCxnSpPr/>
          <p:nvPr/>
        </p:nvCxnSpPr>
        <p:spPr>
          <a:xfrm>
            <a:off x="4175483" y="4208424"/>
            <a:ext cx="0" cy="1823151"/>
          </a:xfrm>
          <a:prstGeom prst="line">
            <a:avLst/>
          </a:prstGeom>
          <a:noFill/>
          <a:ln w="6350" cap="sq">
            <a:solidFill>
              <a:schemeClr val="accent3">
                <a:alpha val="100000"/>
              </a:schemeClr>
            </a:solidFill>
            <a:prstDash val="dash"/>
            <a:miter/>
          </a:ln>
        </p:spPr>
      </p:cxnSp>
      <p:sp>
        <p:nvSpPr>
          <p:cNvPr id="23" name="标题 1"/>
          <p:cNvSpPr txBox="1"/>
          <p:nvPr/>
        </p:nvSpPr>
        <p:spPr>
          <a:xfrm>
            <a:off x="660400" y="323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a:ea typeface="Source Han Sans CN Bold"/>
                <a:cs typeface="Source Han Sans CN Bold"/>
              </a:rPr>
              <a:t>运算符类型</a:t>
            </a:r>
            <a:endParaRPr kumimoji="1" lang="zh-CN" altLang="en-US"/>
          </a:p>
        </p:txBody>
      </p:sp>
      <p:cxnSp>
        <p:nvCxnSpPr>
          <p:cNvPr id="24" name="标题 1"/>
          <p:cNvCxnSpPr/>
          <p:nvPr/>
        </p:nvCxnSpPr>
        <p:spPr>
          <a:xfrm>
            <a:off x="0" y="958850"/>
            <a:ext cx="12122150" cy="0"/>
          </a:xfrm>
          <a:prstGeom prst="line">
            <a:avLst/>
          </a:prstGeom>
          <a:noFill/>
          <a:ln w="28575" cap="sq">
            <a:solidFill>
              <a:schemeClr val="accent1"/>
            </a:solidFill>
            <a:miter/>
          </a:ln>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cxnSp>
        <p:nvCxnSpPr>
          <p:cNvPr id="3" name="标题 1"/>
          <p:cNvCxnSpPr/>
          <p:nvPr/>
        </p:nvCxnSpPr>
        <p:spPr>
          <a:xfrm>
            <a:off x="2915851" y="2010656"/>
            <a:ext cx="2541977" cy="0"/>
          </a:xfrm>
          <a:prstGeom prst="line">
            <a:avLst/>
          </a:prstGeom>
          <a:noFill/>
          <a:ln w="6350" cap="sq">
            <a:solidFill>
              <a:schemeClr val="bg1">
                <a:lumMod val="75000"/>
              </a:schemeClr>
            </a:solidFill>
            <a:miter/>
          </a:ln>
        </p:spPr>
      </p:cxnSp>
      <p:sp>
        <p:nvSpPr>
          <p:cNvPr id="4" name="标题 1"/>
          <p:cNvSpPr txBox="1"/>
          <p:nvPr/>
        </p:nvSpPr>
        <p:spPr>
          <a:xfrm>
            <a:off x="2136620" y="1805977"/>
            <a:ext cx="409358" cy="409358"/>
          </a:xfrm>
          <a:prstGeom prst="ellipse">
            <a:avLst/>
          </a:prstGeom>
          <a:solidFill>
            <a:schemeClr val="accent1">
              <a:alpha val="31000"/>
            </a:schemeClr>
          </a:solidFill>
          <a:ln w="12700" cap="sq">
            <a:noFill/>
            <a:miter/>
          </a:ln>
          <a:effectLst/>
        </p:spPr>
        <p:txBody>
          <a:bodyPr vert="horz" wrap="square" lIns="91440" tIns="45720" rIns="91440" bIns="45720" rtlCol="0" anchor="ctr"/>
          <a:lstStyle/>
          <a:p>
            <a:pPr algn="ctr">
              <a:lnSpc>
                <a:spcPct val="100000"/>
              </a:lnSpc>
            </a:pPr>
            <a:endParaRPr kumimoji="1" lang="zh-CN" altLang="en-US"/>
          </a:p>
        </p:txBody>
      </p:sp>
      <p:sp>
        <p:nvSpPr>
          <p:cNvPr id="5" name="标题 1"/>
          <p:cNvSpPr txBox="1"/>
          <p:nvPr/>
        </p:nvSpPr>
        <p:spPr>
          <a:xfrm>
            <a:off x="2201951" y="1871307"/>
            <a:ext cx="278697" cy="278698"/>
          </a:xfrm>
          <a:prstGeom prst="ellipse">
            <a:avLst/>
          </a:prstGeom>
          <a:gradFill>
            <a:gsLst>
              <a:gs pos="0">
                <a:schemeClr val="accent1"/>
              </a:gs>
              <a:gs pos="100000">
                <a:schemeClr val="accent1">
                  <a:lumMod val="75000"/>
                </a:schemeClr>
              </a:gs>
            </a:gsLst>
            <a:lin ang="2700000" scaled="0"/>
          </a:gradFill>
          <a:ln w="12700" cap="flat">
            <a:noFill/>
            <a:miter/>
          </a:ln>
          <a:effectLst>
            <a:outerShdw blurRad="203200" dist="38100" dir="2700000" algn="tl" rotWithShape="0">
              <a:schemeClr val="accent1">
                <a:lumMod val="50000"/>
                <a:alpha val="4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661390" y="2280665"/>
            <a:ext cx="3361798" cy="335918"/>
          </a:xfrm>
          <a:prstGeom prst="rect">
            <a:avLst/>
          </a:prstGeom>
          <a:noFill/>
          <a:ln>
            <a:noFill/>
          </a:ln>
        </p:spPr>
        <p:txBody>
          <a:bodyPr vert="horz" wrap="square" lIns="0" tIns="0" rIns="0" bIns="0" rtlCol="0" anchor="ctr"/>
          <a:lstStyle/>
          <a:p>
            <a:pPr algn="ctr">
              <a:lnSpc>
                <a:spcPct val="110000"/>
              </a:lnSpc>
            </a:pPr>
            <a:r>
              <a:rPr kumimoji="1" lang="en-US" altLang="zh-CN" sz="1600">
                <a:ln w="12700">
                  <a:noFill/>
                </a:ln>
                <a:gradFill>
                  <a:gsLst>
                    <a:gs pos="0">
                      <a:srgbClr val="1467F7">
                        <a:alpha val="100000"/>
                      </a:srgbClr>
                    </a:gs>
                    <a:gs pos="93000">
                      <a:srgbClr val="074BC2">
                        <a:alpha val="100000"/>
                      </a:srgbClr>
                    </a:gs>
                  </a:gsLst>
                  <a:lin ang="2700000" scaled="0"/>
                </a:gradFill>
                <a:latin typeface="Source Han Sans CN Bold"/>
                <a:ea typeface="Source Han Sans CN Bold"/>
                <a:cs typeface="Source Han Sans CN Bold"/>
              </a:rPr>
              <a:t>优先级规则</a:t>
            </a:r>
            <a:endParaRPr kumimoji="1" lang="zh-CN" altLang="en-US"/>
          </a:p>
        </p:txBody>
      </p:sp>
      <p:sp>
        <p:nvSpPr>
          <p:cNvPr id="7" name="标题 1"/>
          <p:cNvSpPr txBox="1"/>
          <p:nvPr/>
        </p:nvSpPr>
        <p:spPr>
          <a:xfrm>
            <a:off x="660400" y="2787238"/>
            <a:ext cx="3361798" cy="2847616"/>
          </a:xfrm>
          <a:prstGeom prst="rect">
            <a:avLst/>
          </a:prstGeom>
          <a:noFill/>
          <a:ln>
            <a:noFill/>
          </a:ln>
        </p:spPr>
        <p:txBody>
          <a:bodyPr vert="horz" wrap="square" lIns="0" tIns="0" rIns="0" bIns="0" rtlCol="0" anchor="t"/>
          <a:lstStyle/>
          <a:p>
            <a:pPr algn="ctr">
              <a:lnSpc>
                <a:spcPct val="150000"/>
              </a:lnSpc>
            </a:pPr>
            <a:r>
              <a:rPr kumimoji="1" lang="en-US" altLang="zh-CN" sz="1400" dirty="0">
                <a:ln w="12700">
                  <a:noFill/>
                </a:ln>
                <a:solidFill>
                  <a:srgbClr val="000000">
                    <a:alpha val="100000"/>
                  </a:srgbClr>
                </a:solidFill>
                <a:latin typeface="Source Han Sans"/>
                <a:ea typeface="Source Han Sans"/>
                <a:cs typeface="Source Han Sans"/>
              </a:rPr>
              <a:t>Verilog </a:t>
            </a:r>
            <a:r>
              <a:rPr kumimoji="1" lang="en-US" altLang="zh-CN" sz="1400" dirty="0" err="1">
                <a:ln w="12700">
                  <a:noFill/>
                </a:ln>
                <a:solidFill>
                  <a:srgbClr val="000000">
                    <a:alpha val="100000"/>
                  </a:srgbClr>
                </a:solidFill>
                <a:latin typeface="Source Han Sans"/>
                <a:ea typeface="Source Han Sans"/>
                <a:cs typeface="Source Han Sans"/>
              </a:rPr>
              <a:t>有一套完整的运算符优先级规则，但建议使用括号明确操作顺序</a:t>
            </a:r>
            <a:r>
              <a:rPr kumimoji="1" lang="en-US" altLang="zh-CN" sz="1400" dirty="0">
                <a:ln w="12700">
                  <a:noFill/>
                </a:ln>
                <a:solidFill>
                  <a:srgbClr val="000000">
                    <a:alpha val="100000"/>
                  </a:srgbClr>
                </a:solidFill>
                <a:latin typeface="Source Han Sans"/>
                <a:ea typeface="Source Han Sans"/>
                <a:cs typeface="Source Han Sans"/>
              </a:rPr>
              <a:t>。
</a:t>
            </a:r>
            <a:r>
              <a:rPr kumimoji="1" lang="en-US" altLang="zh-CN" sz="1400" dirty="0" err="1">
                <a:ln w="12700">
                  <a:noFill/>
                </a:ln>
                <a:solidFill>
                  <a:srgbClr val="000000">
                    <a:alpha val="100000"/>
                  </a:srgbClr>
                </a:solidFill>
                <a:latin typeface="Source Han Sans"/>
                <a:ea typeface="Source Han Sans"/>
                <a:cs typeface="Source Han Sans"/>
              </a:rPr>
              <a:t>使用括号可以避免因优先级问题导致的错误</a:t>
            </a:r>
            <a:r>
              <a:rPr kumimoji="1" lang="en-US" altLang="zh-CN" sz="1400" dirty="0">
                <a:ln w="12700">
                  <a:noFill/>
                </a:ln>
                <a:solidFill>
                  <a:srgbClr val="000000">
                    <a:alpha val="100000"/>
                  </a:srgbClr>
                </a:solidFill>
                <a:latin typeface="Source Han Sans"/>
                <a:ea typeface="Source Han Sans"/>
                <a:cs typeface="Source Han Sans"/>
              </a:rPr>
              <a:t>。</a:t>
            </a:r>
            <a:endParaRPr kumimoji="1" lang="zh-CN" altLang="en-US" dirty="0"/>
          </a:p>
        </p:txBody>
      </p:sp>
      <p:cxnSp>
        <p:nvCxnSpPr>
          <p:cNvPr id="8" name="标题 1"/>
          <p:cNvCxnSpPr/>
          <p:nvPr/>
        </p:nvCxnSpPr>
        <p:spPr>
          <a:xfrm>
            <a:off x="2050787" y="2708221"/>
            <a:ext cx="581025" cy="0"/>
          </a:xfrm>
          <a:prstGeom prst="line">
            <a:avLst/>
          </a:prstGeom>
          <a:noFill/>
          <a:ln w="6350" cap="sq">
            <a:solidFill>
              <a:schemeClr val="accent1"/>
            </a:solidFill>
            <a:miter/>
          </a:ln>
        </p:spPr>
      </p:cxnSp>
      <p:sp>
        <p:nvSpPr>
          <p:cNvPr id="9" name="标题 1"/>
          <p:cNvSpPr txBox="1"/>
          <p:nvPr/>
        </p:nvSpPr>
        <p:spPr>
          <a:xfrm>
            <a:off x="5890332" y="1805977"/>
            <a:ext cx="409358" cy="409358"/>
          </a:xfrm>
          <a:prstGeom prst="ellipse">
            <a:avLst/>
          </a:prstGeom>
          <a:solidFill>
            <a:schemeClr val="accent1">
              <a:alpha val="31000"/>
            </a:schemeClr>
          </a:solidFill>
          <a:ln w="12700" cap="sq">
            <a:noFill/>
            <a:miter/>
          </a:ln>
          <a:effectLst/>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5955663" y="1871307"/>
            <a:ext cx="278697" cy="278698"/>
          </a:xfrm>
          <a:prstGeom prst="ellipse">
            <a:avLst/>
          </a:prstGeom>
          <a:gradFill>
            <a:gsLst>
              <a:gs pos="0">
                <a:schemeClr val="accent1"/>
              </a:gs>
              <a:gs pos="100000">
                <a:schemeClr val="accent1">
                  <a:lumMod val="75000"/>
                </a:schemeClr>
              </a:gs>
            </a:gsLst>
            <a:lin ang="2700000" scaled="0"/>
          </a:gradFill>
          <a:ln w="12700" cap="flat">
            <a:noFill/>
            <a:miter/>
          </a:ln>
          <a:effectLst>
            <a:outerShdw blurRad="203200" dist="38100" dir="2700000" algn="tl" rotWithShape="0">
              <a:schemeClr val="accent1">
                <a:lumMod val="50000"/>
                <a:alpha val="4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4415102" y="2280665"/>
            <a:ext cx="3361798" cy="335918"/>
          </a:xfrm>
          <a:prstGeom prst="rect">
            <a:avLst/>
          </a:prstGeom>
          <a:noFill/>
          <a:ln>
            <a:noFill/>
          </a:ln>
        </p:spPr>
        <p:txBody>
          <a:bodyPr vert="horz" wrap="square" lIns="0" tIns="0" rIns="0" bIns="0" rtlCol="0" anchor="ctr"/>
          <a:lstStyle/>
          <a:p>
            <a:pPr algn="ctr">
              <a:lnSpc>
                <a:spcPct val="110000"/>
              </a:lnSpc>
            </a:pPr>
            <a:r>
              <a:rPr kumimoji="1" lang="en-US" altLang="zh-CN" sz="1600">
                <a:ln w="12700">
                  <a:noFill/>
                </a:ln>
                <a:gradFill>
                  <a:gsLst>
                    <a:gs pos="0">
                      <a:srgbClr val="1467F7">
                        <a:alpha val="100000"/>
                      </a:srgbClr>
                    </a:gs>
                    <a:gs pos="93000">
                      <a:srgbClr val="074BC2">
                        <a:alpha val="100000"/>
                      </a:srgbClr>
                    </a:gs>
                  </a:gsLst>
                  <a:lin ang="2700000" scaled="0"/>
                </a:gradFill>
                <a:latin typeface="Source Han Sans CN Bold"/>
                <a:ea typeface="Source Han Sans CN Bold"/>
                <a:cs typeface="Source Han Sans CN Bold"/>
              </a:rPr>
              <a:t>优先级的作用</a:t>
            </a:r>
            <a:endParaRPr kumimoji="1" lang="zh-CN" altLang="en-US"/>
          </a:p>
        </p:txBody>
      </p:sp>
      <p:sp>
        <p:nvSpPr>
          <p:cNvPr id="12" name="标题 1"/>
          <p:cNvSpPr txBox="1"/>
          <p:nvPr/>
        </p:nvSpPr>
        <p:spPr>
          <a:xfrm>
            <a:off x="4415101" y="2787238"/>
            <a:ext cx="3361798" cy="2847616"/>
          </a:xfrm>
          <a:prstGeom prst="rect">
            <a:avLst/>
          </a:prstGeom>
          <a:noFill/>
          <a:ln>
            <a:noFill/>
          </a:ln>
        </p:spPr>
        <p:txBody>
          <a:bodyPr vert="horz" wrap="square" lIns="0" tIns="0" rIns="0" bIns="0" rtlCol="0" anchor="t"/>
          <a:lstStyle/>
          <a:p>
            <a:pPr algn="ctr">
              <a:lnSpc>
                <a:spcPct val="150000"/>
              </a:lnSpc>
            </a:pPr>
            <a:r>
              <a:rPr kumimoji="1" lang="en-US" altLang="zh-CN" sz="1400" dirty="0" err="1">
                <a:ln w="12700">
                  <a:noFill/>
                </a:ln>
                <a:solidFill>
                  <a:srgbClr val="000000">
                    <a:alpha val="100000"/>
                  </a:srgbClr>
                </a:solidFill>
                <a:latin typeface="Source Han Sans"/>
                <a:ea typeface="Source Han Sans"/>
                <a:cs typeface="Source Han Sans"/>
              </a:rPr>
              <a:t>优先级规则确保表达式的正确计算</a:t>
            </a:r>
            <a:r>
              <a:rPr kumimoji="1" lang="en-US" altLang="zh-CN" sz="1400" dirty="0">
                <a:ln w="12700">
                  <a:noFill/>
                </a:ln>
                <a:solidFill>
                  <a:srgbClr val="000000">
                    <a:alpha val="100000"/>
                  </a:srgbClr>
                </a:solidFill>
                <a:latin typeface="Source Han Sans"/>
                <a:ea typeface="Source Han Sans"/>
                <a:cs typeface="Source Han Sans"/>
              </a:rPr>
              <a:t>。
</a:t>
            </a:r>
            <a:r>
              <a:rPr kumimoji="1" lang="en-US" altLang="zh-CN" sz="1400" dirty="0" err="1">
                <a:ln w="12700">
                  <a:noFill/>
                </a:ln>
                <a:solidFill>
                  <a:srgbClr val="000000">
                    <a:alpha val="100000"/>
                  </a:srgbClr>
                </a:solidFill>
                <a:latin typeface="Source Han Sans"/>
                <a:ea typeface="Source Han Sans"/>
                <a:cs typeface="Source Han Sans"/>
              </a:rPr>
              <a:t>使用括号可以提高代码的可读性和可维护性</a:t>
            </a:r>
            <a:r>
              <a:rPr kumimoji="1" lang="en-US" altLang="zh-CN" sz="1400" dirty="0">
                <a:ln w="12700">
                  <a:noFill/>
                </a:ln>
                <a:solidFill>
                  <a:srgbClr val="000000">
                    <a:alpha val="100000"/>
                  </a:srgbClr>
                </a:solidFill>
                <a:latin typeface="Source Han Sans"/>
                <a:ea typeface="Source Han Sans"/>
                <a:cs typeface="Source Han Sans"/>
              </a:rPr>
              <a:t>。</a:t>
            </a:r>
            <a:endParaRPr kumimoji="1" lang="zh-CN" altLang="en-US" dirty="0"/>
          </a:p>
        </p:txBody>
      </p:sp>
      <p:cxnSp>
        <p:nvCxnSpPr>
          <p:cNvPr id="13" name="标题 1"/>
          <p:cNvCxnSpPr/>
          <p:nvPr/>
        </p:nvCxnSpPr>
        <p:spPr>
          <a:xfrm>
            <a:off x="5804499" y="2708221"/>
            <a:ext cx="581025" cy="0"/>
          </a:xfrm>
          <a:prstGeom prst="line">
            <a:avLst/>
          </a:prstGeom>
          <a:noFill/>
          <a:ln w="6350" cap="sq">
            <a:solidFill>
              <a:schemeClr val="accent1"/>
            </a:solidFill>
            <a:miter/>
          </a:ln>
        </p:spPr>
      </p:cxnSp>
      <p:sp>
        <p:nvSpPr>
          <p:cNvPr id="14" name="标题 1"/>
          <p:cNvSpPr txBox="1"/>
          <p:nvPr/>
        </p:nvSpPr>
        <p:spPr>
          <a:xfrm>
            <a:off x="9633322" y="1805977"/>
            <a:ext cx="409358" cy="409358"/>
          </a:xfrm>
          <a:prstGeom prst="ellipse">
            <a:avLst/>
          </a:prstGeom>
          <a:solidFill>
            <a:schemeClr val="accent1">
              <a:alpha val="31000"/>
            </a:schemeClr>
          </a:solidFill>
          <a:ln w="12700" cap="sq">
            <a:noFill/>
            <a:miter/>
          </a:ln>
          <a:effectLst/>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9698653" y="1871307"/>
            <a:ext cx="278697" cy="278698"/>
          </a:xfrm>
          <a:prstGeom prst="ellipse">
            <a:avLst/>
          </a:prstGeom>
          <a:gradFill>
            <a:gsLst>
              <a:gs pos="0">
                <a:schemeClr val="accent1"/>
              </a:gs>
              <a:gs pos="100000">
                <a:schemeClr val="accent1">
                  <a:lumMod val="75000"/>
                </a:schemeClr>
              </a:gs>
            </a:gsLst>
            <a:lin ang="2700000" scaled="0"/>
          </a:gradFill>
          <a:ln w="12700" cap="flat">
            <a:noFill/>
            <a:miter/>
          </a:ln>
          <a:effectLst>
            <a:outerShdw blurRad="203200" dist="38100" dir="2700000" algn="tl" rotWithShape="0">
              <a:schemeClr val="accent1">
                <a:lumMod val="50000"/>
                <a:alpha val="4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a:off x="8158092" y="2295883"/>
            <a:ext cx="3361798" cy="335918"/>
          </a:xfrm>
          <a:prstGeom prst="rect">
            <a:avLst/>
          </a:prstGeom>
          <a:noFill/>
          <a:ln>
            <a:noFill/>
          </a:ln>
        </p:spPr>
        <p:txBody>
          <a:bodyPr vert="horz" wrap="square" lIns="0" tIns="0" rIns="0" bIns="0" rtlCol="0" anchor="ctr"/>
          <a:lstStyle/>
          <a:p>
            <a:pPr algn="ctr">
              <a:lnSpc>
                <a:spcPct val="110000"/>
              </a:lnSpc>
            </a:pPr>
            <a:r>
              <a:rPr kumimoji="1" lang="en-US" altLang="zh-CN" sz="1600">
                <a:ln w="12700">
                  <a:noFill/>
                </a:ln>
                <a:gradFill>
                  <a:gsLst>
                    <a:gs pos="0">
                      <a:srgbClr val="1467F7">
                        <a:alpha val="100000"/>
                      </a:srgbClr>
                    </a:gs>
                    <a:gs pos="93000">
                      <a:srgbClr val="074BC2">
                        <a:alpha val="100000"/>
                      </a:srgbClr>
                    </a:gs>
                  </a:gsLst>
                  <a:lin ang="2700000" scaled="0"/>
                </a:gradFill>
                <a:latin typeface="Source Han Sans CN Bold"/>
                <a:ea typeface="Source Han Sans CN Bold"/>
                <a:cs typeface="Source Han Sans CN Bold"/>
              </a:rPr>
              <a:t>优先级的注意事项</a:t>
            </a:r>
            <a:endParaRPr kumimoji="1" lang="zh-CN" altLang="en-US"/>
          </a:p>
        </p:txBody>
      </p:sp>
      <p:sp>
        <p:nvSpPr>
          <p:cNvPr id="17" name="标题 1"/>
          <p:cNvSpPr txBox="1"/>
          <p:nvPr/>
        </p:nvSpPr>
        <p:spPr>
          <a:xfrm>
            <a:off x="8157102" y="2802456"/>
            <a:ext cx="3361798" cy="2847616"/>
          </a:xfrm>
          <a:prstGeom prst="rect">
            <a:avLst/>
          </a:prstGeom>
          <a:noFill/>
          <a:ln>
            <a:noFill/>
          </a:ln>
        </p:spPr>
        <p:txBody>
          <a:bodyPr vert="horz" wrap="square" lIns="0" tIns="0" rIns="0" bIns="0" rtlCol="0" anchor="t"/>
          <a:lstStyle/>
          <a:p>
            <a:pPr algn="ctr">
              <a:lnSpc>
                <a:spcPct val="150000"/>
              </a:lnSpc>
            </a:pPr>
            <a:r>
              <a:rPr kumimoji="1" lang="en-US" altLang="zh-CN" sz="1400">
                <a:ln w="12700">
                  <a:noFill/>
                </a:ln>
                <a:solidFill>
                  <a:srgbClr val="000000">
                    <a:alpha val="100000"/>
                  </a:srgbClr>
                </a:solidFill>
                <a:latin typeface="Source Han Sans"/>
                <a:ea typeface="Source Han Sans"/>
                <a:cs typeface="Source Han Sans"/>
              </a:rPr>
              <a:t>在复杂的表达式中，建议使用括号明确操作顺序。
使用括号可以避免因优先级问题导致的错误。</a:t>
            </a:r>
            <a:endParaRPr kumimoji="1" lang="zh-CN" altLang="en-US"/>
          </a:p>
        </p:txBody>
      </p:sp>
      <p:cxnSp>
        <p:nvCxnSpPr>
          <p:cNvPr id="18" name="标题 1"/>
          <p:cNvCxnSpPr/>
          <p:nvPr/>
        </p:nvCxnSpPr>
        <p:spPr>
          <a:xfrm>
            <a:off x="9547489" y="2723439"/>
            <a:ext cx="581025" cy="0"/>
          </a:xfrm>
          <a:prstGeom prst="line">
            <a:avLst/>
          </a:prstGeom>
          <a:noFill/>
          <a:ln w="6350" cap="sq">
            <a:solidFill>
              <a:schemeClr val="accent1"/>
            </a:solidFill>
            <a:miter/>
          </a:ln>
        </p:spPr>
      </p:cxnSp>
      <p:cxnSp>
        <p:nvCxnSpPr>
          <p:cNvPr id="19" name="标题 1"/>
          <p:cNvCxnSpPr/>
          <p:nvPr/>
        </p:nvCxnSpPr>
        <p:spPr>
          <a:xfrm>
            <a:off x="6669563" y="2010656"/>
            <a:ext cx="2541977" cy="0"/>
          </a:xfrm>
          <a:prstGeom prst="line">
            <a:avLst/>
          </a:prstGeom>
          <a:noFill/>
          <a:ln w="6350" cap="sq">
            <a:solidFill>
              <a:schemeClr val="bg1">
                <a:lumMod val="75000"/>
              </a:schemeClr>
            </a:solidFill>
            <a:miter/>
          </a:ln>
        </p:spPr>
      </p:cxnSp>
      <p:sp>
        <p:nvSpPr>
          <p:cNvPr id="20" name="标题 1"/>
          <p:cNvSpPr txBox="1"/>
          <p:nvPr/>
        </p:nvSpPr>
        <p:spPr>
          <a:xfrm>
            <a:off x="660400" y="323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a:ea typeface="Source Han Sans CN Bold"/>
                <a:cs typeface="Source Han Sans CN Bold"/>
              </a:rPr>
              <a:t>运算符优先级</a:t>
            </a:r>
            <a:endParaRPr kumimoji="1" lang="zh-CN" altLang="en-US"/>
          </a:p>
        </p:txBody>
      </p:sp>
      <p:cxnSp>
        <p:nvCxnSpPr>
          <p:cNvPr id="21" name="标题 1"/>
          <p:cNvCxnSpPr/>
          <p:nvPr/>
        </p:nvCxnSpPr>
        <p:spPr>
          <a:xfrm>
            <a:off x="0" y="958850"/>
            <a:ext cx="12122150" cy="0"/>
          </a:xfrm>
          <a:prstGeom prst="line">
            <a:avLst/>
          </a:prstGeom>
          <a:noFill/>
          <a:ln w="28575" cap="sq">
            <a:solidFill>
              <a:schemeClr val="accent1"/>
            </a:solidFill>
            <a:miter/>
          </a:ln>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57385"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12971575">
            <a:off x="6066310" y="973629"/>
            <a:ext cx="1859493" cy="1859493"/>
          </a:xfrm>
          <a:prstGeom prst="ellipse">
            <a:avLst/>
          </a:prstGeom>
          <a:gradFill>
            <a:gsLst>
              <a:gs pos="0">
                <a:schemeClr val="accent2">
                  <a:lumMod val="20000"/>
                  <a:lumOff val="80000"/>
                  <a:alpha val="0"/>
                </a:schemeClr>
              </a:gs>
              <a:gs pos="100000">
                <a:schemeClr val="accent2">
                  <a:alpha val="4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rot="20292424">
            <a:off x="-861535" y="-1870201"/>
            <a:ext cx="5517653" cy="5517653"/>
          </a:xfrm>
          <a:prstGeom prst="ellipse">
            <a:avLst/>
          </a:prstGeom>
          <a:gradFill>
            <a:gsLst>
              <a:gs pos="0">
                <a:schemeClr val="accent2">
                  <a:lumMod val="20000"/>
                  <a:lumOff val="80000"/>
                  <a:alpha val="10000"/>
                </a:schemeClr>
              </a:gs>
              <a:gs pos="100000">
                <a:schemeClr val="accent2">
                  <a:lumMod val="60000"/>
                  <a:lumOff val="40000"/>
                  <a:alpha val="32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266700" y="0"/>
            <a:ext cx="12192000" cy="6858000"/>
          </a:xfrm>
          <a:custGeom>
            <a:avLst/>
            <a:gdLst>
              <a:gd name="connsiteX0" fmla="*/ 113129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702116 h 6858000"/>
              <a:gd name="connsiteX5" fmla="*/ 35522 w 12192000"/>
              <a:gd name="connsiteY5" fmla="*/ 6686253 h 6858000"/>
              <a:gd name="connsiteX6" fmla="*/ 2463801 w 12192000"/>
              <a:gd name="connsiteY6" fmla="*/ 5867400 h 6858000"/>
              <a:gd name="connsiteX7" fmla="*/ 5219701 w 12192000"/>
              <a:gd name="connsiteY7" fmla="*/ 5918200 h 6858000"/>
              <a:gd name="connsiteX8" fmla="*/ 7010401 w 12192000"/>
              <a:gd name="connsiteY8" fmla="*/ 5283200 h 6858000"/>
              <a:gd name="connsiteX9" fmla="*/ 8267701 w 12192000"/>
              <a:gd name="connsiteY9" fmla="*/ 4368800 h 6858000"/>
              <a:gd name="connsiteX10" fmla="*/ 9753303 w 12192000"/>
              <a:gd name="connsiteY10" fmla="*/ 4102100 h 6858000"/>
              <a:gd name="connsiteX11" fmla="*/ 9775436 w 12192000"/>
              <a:gd name="connsiteY11" fmla="*/ 4096261 h 6858000"/>
              <a:gd name="connsiteX12" fmla="*/ 9872640 w 12192000"/>
              <a:gd name="connsiteY12" fmla="*/ 4085901 h 6858000"/>
              <a:gd name="connsiteX13" fmla="*/ 10871964 w 12192000"/>
              <a:gd name="connsiteY13" fmla="*/ 3011090 h 6858000"/>
              <a:gd name="connsiteX14" fmla="*/ 10879893 w 12192000"/>
              <a:gd name="connsiteY14" fmla="*/ 2929399 h 6858000"/>
              <a:gd name="connsiteX15" fmla="*/ 10896601 w 12192000"/>
              <a:gd name="connsiteY15" fmla="*/ 2844800 h 6858000"/>
              <a:gd name="connsiteX16" fmla="*/ 10899119 w 12192000"/>
              <a:gd name="connsiteY16" fmla="*/ 2673412 h 6858000"/>
              <a:gd name="connsiteX17" fmla="*/ 10885081 w 12192000"/>
              <a:gd name="connsiteY17" fmla="*/ 2593548 h 6858000"/>
              <a:gd name="connsiteX18" fmla="*/ 10877638 w 12192000"/>
              <a:gd name="connsiteY18" fmla="*/ 2498494 h 6858000"/>
              <a:gd name="connsiteX19" fmla="*/ 10816392 w 12192000"/>
              <a:gd name="connsiteY19" fmla="*/ 2262974 h 6858000"/>
              <a:gd name="connsiteX20" fmla="*/ 10744803 w 12192000"/>
              <a:gd name="connsiteY20" fmla="*/ 2108945 h 6858000"/>
              <a:gd name="connsiteX21" fmla="*/ 10738645 w 12192000"/>
              <a:gd name="connsiteY21" fmla="*/ 2091531 h 6858000"/>
              <a:gd name="connsiteX22" fmla="*/ 10541001 w 12192000"/>
              <a:gd name="connsiteY22" fmla="*/ 1371600 h 6858000"/>
              <a:gd name="connsiteX23" fmla="*/ 10544822 w 12192000"/>
              <a:gd name="connsiteY23" fmla="*/ 1332977 h 6858000"/>
              <a:gd name="connsiteX24" fmla="*/ 10541001 w 12192000"/>
              <a:gd name="connsiteY24" fmla="*/ 1257301 h 6858000"/>
              <a:gd name="connsiteX25" fmla="*/ 11308933 w 12192000"/>
              <a:gd name="connsiteY25" fmla="*/ 1821 h 6858000"/>
            </a:gdLst>
            <a:ahLst/>
            <a:cxnLst/>
            <a:rect l="l" t="t" r="r" b="b"/>
            <a:pathLst>
              <a:path w="12192000" h="6858000">
                <a:moveTo>
                  <a:pt x="11312928" y="0"/>
                </a:moveTo>
                <a:lnTo>
                  <a:pt x="12192000" y="0"/>
                </a:lnTo>
                <a:lnTo>
                  <a:pt x="12192000" y="6858000"/>
                </a:lnTo>
                <a:lnTo>
                  <a:pt x="0" y="6858000"/>
                </a:lnTo>
                <a:lnTo>
                  <a:pt x="0" y="6702116"/>
                </a:lnTo>
                <a:lnTo>
                  <a:pt x="35522" y="6686253"/>
                </a:lnTo>
                <a:cubicBezTo>
                  <a:pt x="678260" y="6404372"/>
                  <a:pt x="1757363" y="5991225"/>
                  <a:pt x="2463801" y="5867400"/>
                </a:cubicBezTo>
                <a:cubicBezTo>
                  <a:pt x="3405718" y="5702300"/>
                  <a:pt x="4461935" y="6015567"/>
                  <a:pt x="5219701" y="5918200"/>
                </a:cubicBezTo>
                <a:cubicBezTo>
                  <a:pt x="5977468" y="5820833"/>
                  <a:pt x="6502402" y="5541433"/>
                  <a:pt x="7010401" y="5283200"/>
                </a:cubicBezTo>
                <a:cubicBezTo>
                  <a:pt x="7518401" y="5024967"/>
                  <a:pt x="7742768" y="4588933"/>
                  <a:pt x="8267701" y="4368800"/>
                </a:cubicBezTo>
                <a:cubicBezTo>
                  <a:pt x="8661401" y="4203700"/>
                  <a:pt x="9282510" y="4200525"/>
                  <a:pt x="9753303" y="4102100"/>
                </a:cubicBezTo>
                <a:lnTo>
                  <a:pt x="9775436" y="4096261"/>
                </a:lnTo>
                <a:lnTo>
                  <a:pt x="9872640" y="4085901"/>
                </a:lnTo>
                <a:cubicBezTo>
                  <a:pt x="10350579" y="4007524"/>
                  <a:pt x="10765727" y="3583520"/>
                  <a:pt x="10871964" y="3011090"/>
                </a:cubicBezTo>
                <a:lnTo>
                  <a:pt x="10879893" y="2929399"/>
                </a:lnTo>
                <a:lnTo>
                  <a:pt x="10896601" y="2844800"/>
                </a:lnTo>
                <a:cubicBezTo>
                  <a:pt x="10904538" y="2790825"/>
                  <a:pt x="10904770" y="2733378"/>
                  <a:pt x="10899119" y="2673412"/>
                </a:cubicBezTo>
                <a:lnTo>
                  <a:pt x="10885081" y="2593548"/>
                </a:lnTo>
                <a:lnTo>
                  <a:pt x="10877638" y="2498494"/>
                </a:lnTo>
                <a:cubicBezTo>
                  <a:pt x="10863957" y="2417017"/>
                  <a:pt x="10843349" y="2338180"/>
                  <a:pt x="10816392" y="2262974"/>
                </a:cubicBezTo>
                <a:lnTo>
                  <a:pt x="10744803" y="2108945"/>
                </a:lnTo>
                <a:lnTo>
                  <a:pt x="10738645" y="2091531"/>
                </a:lnTo>
                <a:cubicBezTo>
                  <a:pt x="10640485" y="1825625"/>
                  <a:pt x="10535710" y="1565275"/>
                  <a:pt x="10541001" y="1371600"/>
                </a:cubicBezTo>
                <a:lnTo>
                  <a:pt x="10544822" y="1332977"/>
                </a:lnTo>
                <a:lnTo>
                  <a:pt x="10541001" y="1257301"/>
                </a:lnTo>
                <a:cubicBezTo>
                  <a:pt x="10541001" y="709879"/>
                  <a:pt x="10853029" y="235335"/>
                  <a:pt x="11308933" y="1821"/>
                </a:cubicBezTo>
                <a:close/>
              </a:path>
            </a:pathLst>
          </a:custGeom>
          <a:gradFill>
            <a:gsLst>
              <a:gs pos="0">
                <a:schemeClr val="accent2">
                  <a:alpha val="99000"/>
                </a:schemeClr>
              </a:gs>
              <a:gs pos="100000">
                <a:schemeClr val="accent2">
                  <a:lumMod val="40000"/>
                  <a:lumOff val="6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0" y="0"/>
            <a:ext cx="12192000" cy="6858000"/>
          </a:xfrm>
          <a:custGeom>
            <a:avLst/>
            <a:gdLst>
              <a:gd name="connsiteX0" fmla="*/ 113129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702116 h 6858000"/>
              <a:gd name="connsiteX5" fmla="*/ 35522 w 12192000"/>
              <a:gd name="connsiteY5" fmla="*/ 6686253 h 6858000"/>
              <a:gd name="connsiteX6" fmla="*/ 2463801 w 12192000"/>
              <a:gd name="connsiteY6" fmla="*/ 5867400 h 6858000"/>
              <a:gd name="connsiteX7" fmla="*/ 5219701 w 12192000"/>
              <a:gd name="connsiteY7" fmla="*/ 5918200 h 6858000"/>
              <a:gd name="connsiteX8" fmla="*/ 7010401 w 12192000"/>
              <a:gd name="connsiteY8" fmla="*/ 5283200 h 6858000"/>
              <a:gd name="connsiteX9" fmla="*/ 8267701 w 12192000"/>
              <a:gd name="connsiteY9" fmla="*/ 4368800 h 6858000"/>
              <a:gd name="connsiteX10" fmla="*/ 9753303 w 12192000"/>
              <a:gd name="connsiteY10" fmla="*/ 4102100 h 6858000"/>
              <a:gd name="connsiteX11" fmla="*/ 9775436 w 12192000"/>
              <a:gd name="connsiteY11" fmla="*/ 4096261 h 6858000"/>
              <a:gd name="connsiteX12" fmla="*/ 9872640 w 12192000"/>
              <a:gd name="connsiteY12" fmla="*/ 4085901 h 6858000"/>
              <a:gd name="connsiteX13" fmla="*/ 10871964 w 12192000"/>
              <a:gd name="connsiteY13" fmla="*/ 3011090 h 6858000"/>
              <a:gd name="connsiteX14" fmla="*/ 10879893 w 12192000"/>
              <a:gd name="connsiteY14" fmla="*/ 2929399 h 6858000"/>
              <a:gd name="connsiteX15" fmla="*/ 10896601 w 12192000"/>
              <a:gd name="connsiteY15" fmla="*/ 2844800 h 6858000"/>
              <a:gd name="connsiteX16" fmla="*/ 10899119 w 12192000"/>
              <a:gd name="connsiteY16" fmla="*/ 2673412 h 6858000"/>
              <a:gd name="connsiteX17" fmla="*/ 10885081 w 12192000"/>
              <a:gd name="connsiteY17" fmla="*/ 2593548 h 6858000"/>
              <a:gd name="connsiteX18" fmla="*/ 10877638 w 12192000"/>
              <a:gd name="connsiteY18" fmla="*/ 2498494 h 6858000"/>
              <a:gd name="connsiteX19" fmla="*/ 10816392 w 12192000"/>
              <a:gd name="connsiteY19" fmla="*/ 2262974 h 6858000"/>
              <a:gd name="connsiteX20" fmla="*/ 10744803 w 12192000"/>
              <a:gd name="connsiteY20" fmla="*/ 2108945 h 6858000"/>
              <a:gd name="connsiteX21" fmla="*/ 10738645 w 12192000"/>
              <a:gd name="connsiteY21" fmla="*/ 2091531 h 6858000"/>
              <a:gd name="connsiteX22" fmla="*/ 10541001 w 12192000"/>
              <a:gd name="connsiteY22" fmla="*/ 1371600 h 6858000"/>
              <a:gd name="connsiteX23" fmla="*/ 10544822 w 12192000"/>
              <a:gd name="connsiteY23" fmla="*/ 1332977 h 6858000"/>
              <a:gd name="connsiteX24" fmla="*/ 10541001 w 12192000"/>
              <a:gd name="connsiteY24" fmla="*/ 1257301 h 6858000"/>
              <a:gd name="connsiteX25" fmla="*/ 11308933 w 12192000"/>
              <a:gd name="connsiteY25" fmla="*/ 1821 h 6858000"/>
            </a:gdLst>
            <a:ahLst/>
            <a:cxnLst/>
            <a:rect l="l" t="t" r="r" b="b"/>
            <a:pathLst>
              <a:path w="12192000" h="6858000">
                <a:moveTo>
                  <a:pt x="11312928" y="0"/>
                </a:moveTo>
                <a:lnTo>
                  <a:pt x="12192000" y="0"/>
                </a:lnTo>
                <a:lnTo>
                  <a:pt x="12192000" y="6858000"/>
                </a:lnTo>
                <a:lnTo>
                  <a:pt x="0" y="6858000"/>
                </a:lnTo>
                <a:lnTo>
                  <a:pt x="0" y="6702116"/>
                </a:lnTo>
                <a:lnTo>
                  <a:pt x="35522" y="6686253"/>
                </a:lnTo>
                <a:cubicBezTo>
                  <a:pt x="678260" y="6404372"/>
                  <a:pt x="1757363" y="5991225"/>
                  <a:pt x="2463801" y="5867400"/>
                </a:cubicBezTo>
                <a:cubicBezTo>
                  <a:pt x="3405718" y="5702300"/>
                  <a:pt x="4461935" y="6015567"/>
                  <a:pt x="5219701" y="5918200"/>
                </a:cubicBezTo>
                <a:cubicBezTo>
                  <a:pt x="5977468" y="5820833"/>
                  <a:pt x="6502402" y="5541433"/>
                  <a:pt x="7010401" y="5283200"/>
                </a:cubicBezTo>
                <a:cubicBezTo>
                  <a:pt x="7518401" y="5024967"/>
                  <a:pt x="7742768" y="4588933"/>
                  <a:pt x="8267701" y="4368800"/>
                </a:cubicBezTo>
                <a:cubicBezTo>
                  <a:pt x="8661401" y="4203700"/>
                  <a:pt x="9282510" y="4200525"/>
                  <a:pt x="9753303" y="4102100"/>
                </a:cubicBezTo>
                <a:lnTo>
                  <a:pt x="9775436" y="4096261"/>
                </a:lnTo>
                <a:lnTo>
                  <a:pt x="9872640" y="4085901"/>
                </a:lnTo>
                <a:cubicBezTo>
                  <a:pt x="10350579" y="4007524"/>
                  <a:pt x="10765727" y="3583520"/>
                  <a:pt x="10871964" y="3011090"/>
                </a:cubicBezTo>
                <a:lnTo>
                  <a:pt x="10879893" y="2929399"/>
                </a:lnTo>
                <a:lnTo>
                  <a:pt x="10896601" y="2844800"/>
                </a:lnTo>
                <a:cubicBezTo>
                  <a:pt x="10904538" y="2790825"/>
                  <a:pt x="10904770" y="2733378"/>
                  <a:pt x="10899119" y="2673412"/>
                </a:cubicBezTo>
                <a:lnTo>
                  <a:pt x="10885081" y="2593548"/>
                </a:lnTo>
                <a:lnTo>
                  <a:pt x="10877638" y="2498494"/>
                </a:lnTo>
                <a:cubicBezTo>
                  <a:pt x="10863957" y="2417017"/>
                  <a:pt x="10843349" y="2338180"/>
                  <a:pt x="10816392" y="2262974"/>
                </a:cubicBezTo>
                <a:lnTo>
                  <a:pt x="10744803" y="2108945"/>
                </a:lnTo>
                <a:lnTo>
                  <a:pt x="10738645" y="2091531"/>
                </a:lnTo>
                <a:cubicBezTo>
                  <a:pt x="10640485" y="1825625"/>
                  <a:pt x="10535710" y="1565275"/>
                  <a:pt x="10541001" y="1371600"/>
                </a:cubicBezTo>
                <a:lnTo>
                  <a:pt x="10544822" y="1332977"/>
                </a:lnTo>
                <a:lnTo>
                  <a:pt x="10541001" y="1257301"/>
                </a:lnTo>
                <a:cubicBezTo>
                  <a:pt x="10541001" y="709879"/>
                  <a:pt x="10853029" y="235335"/>
                  <a:pt x="11308933" y="1821"/>
                </a:cubicBezTo>
                <a:close/>
              </a:path>
            </a:pathLst>
          </a:custGeom>
          <a:gradFill>
            <a:gsLst>
              <a:gs pos="27000">
                <a:schemeClr val="accent1"/>
              </a:gs>
              <a:gs pos="100000">
                <a:schemeClr val="accent2"/>
              </a:gs>
            </a:gsLst>
            <a:lin ang="108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7" name="图片 6"/>
          <p:cNvPicPr>
            <a:picLocks noChangeAspect="1"/>
          </p:cNvPicPr>
          <p:nvPr/>
        </p:nvPicPr>
        <p:blipFill>
          <a:blip r:embed="rId2">
            <a:alphaModFix/>
          </a:blip>
          <a:srcRect/>
          <a:stretch>
            <a:fillRect/>
          </a:stretch>
        </p:blipFill>
        <p:spPr>
          <a:xfrm>
            <a:off x="4038600" y="2485878"/>
            <a:ext cx="8118785" cy="4372121"/>
          </a:xfrm>
          <a:prstGeom prst="rect">
            <a:avLst/>
          </a:prstGeom>
          <a:noFill/>
          <a:ln>
            <a:noFill/>
          </a:ln>
        </p:spPr>
      </p:pic>
      <p:sp>
        <p:nvSpPr>
          <p:cNvPr id="8" name="标题 1"/>
          <p:cNvSpPr txBox="1"/>
          <p:nvPr/>
        </p:nvSpPr>
        <p:spPr>
          <a:xfrm>
            <a:off x="436052" y="2855974"/>
            <a:ext cx="6307734" cy="1986036"/>
          </a:xfrm>
          <a:prstGeom prst="rect">
            <a:avLst/>
          </a:prstGeom>
          <a:noFill/>
          <a:ln>
            <a:noFill/>
          </a:ln>
        </p:spPr>
        <p:txBody>
          <a:bodyPr vert="horz" wrap="square" lIns="91440" tIns="45720" rIns="91440" bIns="45720" rtlCol="0" anchor="t"/>
          <a:lstStyle/>
          <a:p>
            <a:pPr algn="l">
              <a:lnSpc>
                <a:spcPct val="130000"/>
              </a:lnSpc>
            </a:pPr>
            <a:r>
              <a:rPr kumimoji="1" lang="en-US" altLang="zh-CN" sz="4900">
                <a:ln w="12700">
                  <a:noFill/>
                </a:ln>
                <a:solidFill>
                  <a:srgbClr val="000000">
                    <a:alpha val="100000"/>
                  </a:srgbClr>
                </a:solidFill>
                <a:latin typeface="Source Han Sans CN Bold"/>
                <a:ea typeface="Source Han Sans CN Bold"/>
                <a:cs typeface="Source Han Sans CN Bold"/>
              </a:rPr>
              <a:t>Verilog 时间和延迟</a:t>
            </a:r>
            <a:endParaRPr kumimoji="1" lang="zh-CN" altLang="en-US"/>
          </a:p>
        </p:txBody>
      </p:sp>
      <p:sp>
        <p:nvSpPr>
          <p:cNvPr id="9" name="标题 1"/>
          <p:cNvSpPr txBox="1"/>
          <p:nvPr/>
        </p:nvSpPr>
        <p:spPr>
          <a:xfrm>
            <a:off x="8648700" y="2362379"/>
            <a:ext cx="610616" cy="610616"/>
          </a:xfrm>
          <a:prstGeom prst="ellipse">
            <a:avLst/>
          </a:prstGeom>
          <a:gradFill>
            <a:gsLst>
              <a:gs pos="0">
                <a:schemeClr val="accent1"/>
              </a:gs>
              <a:gs pos="100000">
                <a:schemeClr val="accent2"/>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9689076" y="1634397"/>
            <a:ext cx="353151" cy="353151"/>
          </a:xfrm>
          <a:prstGeom prst="ellipse">
            <a:avLst/>
          </a:prstGeom>
          <a:gradFill>
            <a:gsLst>
              <a:gs pos="0">
                <a:schemeClr val="accent3"/>
              </a:gs>
              <a:gs pos="100000">
                <a:schemeClr val="accent4"/>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538400" y="5483588"/>
            <a:ext cx="578874" cy="578874"/>
          </a:xfrm>
          <a:prstGeom prst="ellipse">
            <a:avLst/>
          </a:prstGeom>
          <a:gradFill>
            <a:gsLst>
              <a:gs pos="0">
                <a:schemeClr val="accent1"/>
              </a:gs>
              <a:gs pos="100000">
                <a:schemeClr val="accent2"/>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rot="1349991">
            <a:off x="11457839" y="586853"/>
            <a:ext cx="1539544" cy="1539544"/>
          </a:xfrm>
          <a:prstGeom prst="ellipse">
            <a:avLst/>
          </a:prstGeom>
          <a:gradFill>
            <a:gsLst>
              <a:gs pos="0">
                <a:schemeClr val="accent1">
                  <a:alpha val="68000"/>
                </a:schemeClr>
              </a:gs>
              <a:gs pos="100000">
                <a:schemeClr val="accent2">
                  <a:alpha val="6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2489" y="529552"/>
            <a:ext cx="3793799" cy="743548"/>
          </a:xfrm>
          <a:custGeom>
            <a:avLst/>
            <a:gdLst>
              <a:gd name="connsiteX0" fmla="*/ 0 w 3425499"/>
              <a:gd name="connsiteY0" fmla="*/ 0 h 743548"/>
              <a:gd name="connsiteX1" fmla="*/ 3053725 w 3425499"/>
              <a:gd name="connsiteY1" fmla="*/ 0 h 743548"/>
              <a:gd name="connsiteX2" fmla="*/ 3425499 w 3425499"/>
              <a:gd name="connsiteY2" fmla="*/ 371774 h 743548"/>
              <a:gd name="connsiteX3" fmla="*/ 3053725 w 3425499"/>
              <a:gd name="connsiteY3" fmla="*/ 743548 h 743548"/>
              <a:gd name="connsiteX4" fmla="*/ 0 w 3425499"/>
              <a:gd name="connsiteY4" fmla="*/ 743548 h 743548"/>
            </a:gdLst>
            <a:ahLst/>
            <a:cxnLst/>
            <a:rect l="l" t="t" r="r" b="b"/>
            <a:pathLst>
              <a:path w="3425499" h="743548">
                <a:moveTo>
                  <a:pt x="0" y="0"/>
                </a:moveTo>
                <a:lnTo>
                  <a:pt x="3053725" y="0"/>
                </a:lnTo>
                <a:cubicBezTo>
                  <a:pt x="3259050" y="0"/>
                  <a:pt x="3425499" y="166449"/>
                  <a:pt x="3425499" y="371774"/>
                </a:cubicBezTo>
                <a:cubicBezTo>
                  <a:pt x="3425499" y="577099"/>
                  <a:pt x="3259050" y="743548"/>
                  <a:pt x="3053725" y="743548"/>
                </a:cubicBezTo>
                <a:lnTo>
                  <a:pt x="0" y="743548"/>
                </a:ln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552822" y="717623"/>
            <a:ext cx="2958699" cy="367406"/>
          </a:xfrm>
          <a:custGeom>
            <a:avLst/>
            <a:gdLst>
              <a:gd name="connsiteX0" fmla="*/ 353068 w 1228797"/>
              <a:gd name="connsiteY0" fmla="*/ 146933 h 152590"/>
              <a:gd name="connsiteX1" fmla="*/ 353259 w 1228797"/>
              <a:gd name="connsiteY1" fmla="*/ 146971 h 152590"/>
              <a:gd name="connsiteX2" fmla="*/ 352878 w 1228797"/>
              <a:gd name="connsiteY2" fmla="*/ 146971 h 152590"/>
              <a:gd name="connsiteX3" fmla="*/ 463654 w 1228797"/>
              <a:gd name="connsiteY3" fmla="*/ 28766 h 152590"/>
              <a:gd name="connsiteX4" fmla="*/ 457368 w 1228797"/>
              <a:gd name="connsiteY4" fmla="*/ 35052 h 152590"/>
              <a:gd name="connsiteX5" fmla="*/ 457368 w 1228797"/>
              <a:gd name="connsiteY5" fmla="*/ 66866 h 152590"/>
              <a:gd name="connsiteX6" fmla="*/ 463464 w 1228797"/>
              <a:gd name="connsiteY6" fmla="*/ 73152 h 152590"/>
              <a:gd name="connsiteX7" fmla="*/ 463654 w 1228797"/>
              <a:gd name="connsiteY7" fmla="*/ 73152 h 152590"/>
              <a:gd name="connsiteX8" fmla="*/ 502611 w 1228797"/>
              <a:gd name="connsiteY8" fmla="*/ 73152 h 152590"/>
              <a:gd name="connsiteX9" fmla="*/ 525281 w 1228797"/>
              <a:gd name="connsiteY9" fmla="*/ 51911 h 152590"/>
              <a:gd name="connsiteX10" fmla="*/ 504450 w 1228797"/>
              <a:gd name="connsiteY10" fmla="*/ 28795 h 152590"/>
              <a:gd name="connsiteX11" fmla="*/ 503183 w 1228797"/>
              <a:gd name="connsiteY11" fmla="*/ 28766 h 152590"/>
              <a:gd name="connsiteX12" fmla="*/ 1154216 w 1228797"/>
              <a:gd name="connsiteY12" fmla="*/ 28194 h 152590"/>
              <a:gd name="connsiteX13" fmla="*/ 1154216 w 1228797"/>
              <a:gd name="connsiteY13" fmla="*/ 28765 h 152590"/>
              <a:gd name="connsiteX14" fmla="*/ 1104877 w 1228797"/>
              <a:gd name="connsiteY14" fmla="*/ 77914 h 152590"/>
              <a:gd name="connsiteX15" fmla="*/ 1154026 w 1228797"/>
              <a:gd name="connsiteY15" fmla="*/ 127254 h 152590"/>
              <a:gd name="connsiteX16" fmla="*/ 1203365 w 1228797"/>
              <a:gd name="connsiteY16" fmla="*/ 78105 h 152590"/>
              <a:gd name="connsiteX17" fmla="*/ 1203365 w 1228797"/>
              <a:gd name="connsiteY17" fmla="*/ 78009 h 152590"/>
              <a:gd name="connsiteX18" fmla="*/ 1154502 w 1228797"/>
              <a:gd name="connsiteY18" fmla="*/ 28195 h 152590"/>
              <a:gd name="connsiteX19" fmla="*/ 1154216 w 1228797"/>
              <a:gd name="connsiteY19" fmla="*/ 28194 h 152590"/>
              <a:gd name="connsiteX20" fmla="*/ 836558 w 1228797"/>
              <a:gd name="connsiteY20" fmla="*/ 25718 h 152590"/>
              <a:gd name="connsiteX21" fmla="*/ 787314 w 1228797"/>
              <a:gd name="connsiteY21" fmla="*/ 74962 h 152590"/>
              <a:gd name="connsiteX22" fmla="*/ 836558 w 1228797"/>
              <a:gd name="connsiteY22" fmla="*/ 124207 h 152590"/>
              <a:gd name="connsiteX23" fmla="*/ 885802 w 1228797"/>
              <a:gd name="connsiteY23" fmla="*/ 74962 h 152590"/>
              <a:gd name="connsiteX24" fmla="*/ 885802 w 1228797"/>
              <a:gd name="connsiteY24" fmla="*/ 74867 h 152590"/>
              <a:gd name="connsiteX25" fmla="*/ 836558 w 1228797"/>
              <a:gd name="connsiteY25" fmla="*/ 25718 h 152590"/>
              <a:gd name="connsiteX26" fmla="*/ 200954 w 1228797"/>
              <a:gd name="connsiteY26" fmla="*/ 25527 h 152590"/>
              <a:gd name="connsiteX27" fmla="*/ 200954 w 1228797"/>
              <a:gd name="connsiteY27" fmla="*/ 25908 h 152590"/>
              <a:gd name="connsiteX28" fmla="*/ 151424 w 1228797"/>
              <a:gd name="connsiteY28" fmla="*/ 75248 h 152590"/>
              <a:gd name="connsiteX29" fmla="*/ 200764 w 1228797"/>
              <a:gd name="connsiteY29" fmla="*/ 124778 h 152590"/>
              <a:gd name="connsiteX30" fmla="*/ 250294 w 1228797"/>
              <a:gd name="connsiteY30" fmla="*/ 75438 h 152590"/>
              <a:gd name="connsiteX31" fmla="*/ 250294 w 1228797"/>
              <a:gd name="connsiteY31" fmla="*/ 75248 h 152590"/>
              <a:gd name="connsiteX32" fmla="*/ 201145 w 1228797"/>
              <a:gd name="connsiteY32" fmla="*/ 25528 h 152590"/>
              <a:gd name="connsiteX33" fmla="*/ 200954 w 1228797"/>
              <a:gd name="connsiteY33" fmla="*/ 25527 h 152590"/>
              <a:gd name="connsiteX34" fmla="*/ 437841 w 1228797"/>
              <a:gd name="connsiteY34" fmla="*/ 3429 h 152590"/>
              <a:gd name="connsiteX35" fmla="*/ 502040 w 1228797"/>
              <a:gd name="connsiteY35" fmla="*/ 3429 h 152590"/>
              <a:gd name="connsiteX36" fmla="*/ 535949 w 1228797"/>
              <a:gd name="connsiteY36" fmla="*/ 16764 h 152590"/>
              <a:gd name="connsiteX37" fmla="*/ 550808 w 1228797"/>
              <a:gd name="connsiteY37" fmla="*/ 49340 h 152590"/>
              <a:gd name="connsiteX38" fmla="*/ 528615 w 1228797"/>
              <a:gd name="connsiteY38" fmla="*/ 91345 h 152590"/>
              <a:gd name="connsiteX39" fmla="*/ 526233 w 1228797"/>
              <a:gd name="connsiteY39" fmla="*/ 99251 h 152590"/>
              <a:gd name="connsiteX40" fmla="*/ 544712 w 1228797"/>
              <a:gd name="connsiteY40" fmla="*/ 138017 h 152590"/>
              <a:gd name="connsiteX41" fmla="*/ 541683 w 1228797"/>
              <a:gd name="connsiteY41" fmla="*/ 146377 h 152590"/>
              <a:gd name="connsiteX42" fmla="*/ 538997 w 1228797"/>
              <a:gd name="connsiteY42" fmla="*/ 146971 h 152590"/>
              <a:gd name="connsiteX43" fmla="*/ 525567 w 1228797"/>
              <a:gd name="connsiteY43" fmla="*/ 146971 h 152590"/>
              <a:gd name="connsiteX44" fmla="*/ 519947 w 1228797"/>
              <a:gd name="connsiteY44" fmla="*/ 143447 h 152590"/>
              <a:gd name="connsiteX45" fmla="*/ 500230 w 1228797"/>
              <a:gd name="connsiteY45" fmla="*/ 102203 h 152590"/>
              <a:gd name="connsiteX46" fmla="*/ 494611 w 1228797"/>
              <a:gd name="connsiteY46" fmla="*/ 98679 h 152590"/>
              <a:gd name="connsiteX47" fmla="*/ 463654 w 1228797"/>
              <a:gd name="connsiteY47" fmla="*/ 98679 h 152590"/>
              <a:gd name="connsiteX48" fmla="*/ 457368 w 1228797"/>
              <a:gd name="connsiteY48" fmla="*/ 104773 h 152590"/>
              <a:gd name="connsiteX49" fmla="*/ 457368 w 1228797"/>
              <a:gd name="connsiteY49" fmla="*/ 104966 h 152590"/>
              <a:gd name="connsiteX50" fmla="*/ 457368 w 1228797"/>
              <a:gd name="connsiteY50" fmla="*/ 140684 h 152590"/>
              <a:gd name="connsiteX51" fmla="*/ 451081 w 1228797"/>
              <a:gd name="connsiteY51" fmla="*/ 146971 h 152590"/>
              <a:gd name="connsiteX52" fmla="*/ 437841 w 1228797"/>
              <a:gd name="connsiteY52" fmla="*/ 146971 h 152590"/>
              <a:gd name="connsiteX53" fmla="*/ 431555 w 1228797"/>
              <a:gd name="connsiteY53" fmla="*/ 140684 h 152590"/>
              <a:gd name="connsiteX54" fmla="*/ 431555 w 1228797"/>
              <a:gd name="connsiteY54" fmla="*/ 9716 h 152590"/>
              <a:gd name="connsiteX55" fmla="*/ 437841 w 1228797"/>
              <a:gd name="connsiteY55" fmla="*/ 3429 h 152590"/>
              <a:gd name="connsiteX56" fmla="*/ 293633 w 1228797"/>
              <a:gd name="connsiteY56" fmla="*/ 3429 h 152590"/>
              <a:gd name="connsiteX57" fmla="*/ 306777 w 1228797"/>
              <a:gd name="connsiteY57" fmla="*/ 3429 h 152590"/>
              <a:gd name="connsiteX58" fmla="*/ 312683 w 1228797"/>
              <a:gd name="connsiteY58" fmla="*/ 9715 h 152590"/>
              <a:gd name="connsiteX59" fmla="*/ 312683 w 1228797"/>
              <a:gd name="connsiteY59" fmla="*/ 80677 h 152590"/>
              <a:gd name="connsiteX60" fmla="*/ 350592 w 1228797"/>
              <a:gd name="connsiteY60" fmla="*/ 123032 h 152590"/>
              <a:gd name="connsiteX61" fmla="*/ 392950 w 1228797"/>
              <a:gd name="connsiteY61" fmla="*/ 85118 h 152590"/>
              <a:gd name="connsiteX62" fmla="*/ 392978 w 1228797"/>
              <a:gd name="connsiteY62" fmla="*/ 81248 h 152590"/>
              <a:gd name="connsiteX63" fmla="*/ 392978 w 1228797"/>
              <a:gd name="connsiteY63" fmla="*/ 9715 h 152590"/>
              <a:gd name="connsiteX64" fmla="*/ 399265 w 1228797"/>
              <a:gd name="connsiteY64" fmla="*/ 3429 h 152590"/>
              <a:gd name="connsiteX65" fmla="*/ 412505 w 1228797"/>
              <a:gd name="connsiteY65" fmla="*/ 3429 h 152590"/>
              <a:gd name="connsiteX66" fmla="*/ 418696 w 1228797"/>
              <a:gd name="connsiteY66" fmla="*/ 9715 h 152590"/>
              <a:gd name="connsiteX67" fmla="*/ 418696 w 1228797"/>
              <a:gd name="connsiteY67" fmla="*/ 81153 h 152590"/>
              <a:gd name="connsiteX68" fmla="*/ 378496 w 1228797"/>
              <a:gd name="connsiteY68" fmla="*/ 141799 h 152590"/>
              <a:gd name="connsiteX69" fmla="*/ 353068 w 1228797"/>
              <a:gd name="connsiteY69" fmla="*/ 146933 h 152590"/>
              <a:gd name="connsiteX70" fmla="*/ 327634 w 1228797"/>
              <a:gd name="connsiteY70" fmla="*/ 141836 h 152590"/>
              <a:gd name="connsiteX71" fmla="*/ 287346 w 1228797"/>
              <a:gd name="connsiteY71" fmla="*/ 81248 h 152590"/>
              <a:gd name="connsiteX72" fmla="*/ 287346 w 1228797"/>
              <a:gd name="connsiteY72" fmla="*/ 81153 h 152590"/>
              <a:gd name="connsiteX73" fmla="*/ 287346 w 1228797"/>
              <a:gd name="connsiteY73" fmla="*/ 9715 h 152590"/>
              <a:gd name="connsiteX74" fmla="*/ 293633 w 1228797"/>
              <a:gd name="connsiteY74" fmla="*/ 3429 h 152590"/>
              <a:gd name="connsiteX75" fmla="*/ 6264 w 1228797"/>
              <a:gd name="connsiteY75" fmla="*/ 3333 h 152590"/>
              <a:gd name="connsiteX76" fmla="*/ 18646 w 1228797"/>
              <a:gd name="connsiteY76" fmla="*/ 3333 h 152590"/>
              <a:gd name="connsiteX77" fmla="*/ 23790 w 1228797"/>
              <a:gd name="connsiteY77" fmla="*/ 6000 h 152590"/>
              <a:gd name="connsiteX78" fmla="*/ 61890 w 1228797"/>
              <a:gd name="connsiteY78" fmla="*/ 59817 h 152590"/>
              <a:gd name="connsiteX79" fmla="*/ 67033 w 1228797"/>
              <a:gd name="connsiteY79" fmla="*/ 62388 h 152590"/>
              <a:gd name="connsiteX80" fmla="*/ 72081 w 1228797"/>
              <a:gd name="connsiteY80" fmla="*/ 59817 h 152590"/>
              <a:gd name="connsiteX81" fmla="*/ 110181 w 1228797"/>
              <a:gd name="connsiteY81" fmla="*/ 6000 h 152590"/>
              <a:gd name="connsiteX82" fmla="*/ 115325 w 1228797"/>
              <a:gd name="connsiteY82" fmla="*/ 3333 h 152590"/>
              <a:gd name="connsiteX83" fmla="*/ 127707 w 1228797"/>
              <a:gd name="connsiteY83" fmla="*/ 3333 h 152590"/>
              <a:gd name="connsiteX84" fmla="*/ 134065 w 1228797"/>
              <a:gd name="connsiteY84" fmla="*/ 9548 h 152590"/>
              <a:gd name="connsiteX85" fmla="*/ 132851 w 1228797"/>
              <a:gd name="connsiteY85" fmla="*/ 13335 h 152590"/>
              <a:gd name="connsiteX86" fmla="*/ 81702 w 1228797"/>
              <a:gd name="connsiteY86" fmla="*/ 83724 h 152590"/>
              <a:gd name="connsiteX87" fmla="*/ 79987 w 1228797"/>
              <a:gd name="connsiteY87" fmla="*/ 89154 h 152590"/>
              <a:gd name="connsiteX88" fmla="*/ 79987 w 1228797"/>
              <a:gd name="connsiteY88" fmla="*/ 140684 h 152590"/>
              <a:gd name="connsiteX89" fmla="*/ 73701 w 1228797"/>
              <a:gd name="connsiteY89" fmla="*/ 146970 h 152590"/>
              <a:gd name="connsiteX90" fmla="*/ 60270 w 1228797"/>
              <a:gd name="connsiteY90" fmla="*/ 146970 h 152590"/>
              <a:gd name="connsiteX91" fmla="*/ 53984 w 1228797"/>
              <a:gd name="connsiteY91" fmla="*/ 140684 h 152590"/>
              <a:gd name="connsiteX92" fmla="*/ 53984 w 1228797"/>
              <a:gd name="connsiteY92" fmla="*/ 89154 h 152590"/>
              <a:gd name="connsiteX93" fmla="*/ 52269 w 1228797"/>
              <a:gd name="connsiteY93" fmla="*/ 83724 h 152590"/>
              <a:gd name="connsiteX94" fmla="*/ 1215 w 1228797"/>
              <a:gd name="connsiteY94" fmla="*/ 13335 h 152590"/>
              <a:gd name="connsiteX95" fmla="*/ 2572 w 1228797"/>
              <a:gd name="connsiteY95" fmla="*/ 4549 h 152590"/>
              <a:gd name="connsiteX96" fmla="*/ 6264 w 1228797"/>
              <a:gd name="connsiteY96" fmla="*/ 3333 h 152590"/>
              <a:gd name="connsiteX97" fmla="*/ 1154026 w 1228797"/>
              <a:gd name="connsiteY97" fmla="*/ 3238 h 152590"/>
              <a:gd name="connsiteX98" fmla="*/ 1228797 w 1228797"/>
              <a:gd name="connsiteY98" fmla="*/ 77819 h 152590"/>
              <a:gd name="connsiteX99" fmla="*/ 1228797 w 1228797"/>
              <a:gd name="connsiteY99" fmla="*/ 77914 h 152590"/>
              <a:gd name="connsiteX100" fmla="*/ 1154216 w 1228797"/>
              <a:gd name="connsiteY100" fmla="*/ 152590 h 152590"/>
              <a:gd name="connsiteX101" fmla="*/ 1079445 w 1228797"/>
              <a:gd name="connsiteY101" fmla="*/ 78009 h 152590"/>
              <a:gd name="connsiteX102" fmla="*/ 1154026 w 1228797"/>
              <a:gd name="connsiteY102" fmla="*/ 3238 h 152590"/>
              <a:gd name="connsiteX103" fmla="*/ 646058 w 1228797"/>
              <a:gd name="connsiteY103" fmla="*/ 2096 h 152590"/>
              <a:gd name="connsiteX104" fmla="*/ 659774 w 1228797"/>
              <a:gd name="connsiteY104" fmla="*/ 2096 h 152590"/>
              <a:gd name="connsiteX105" fmla="*/ 666060 w 1228797"/>
              <a:gd name="connsiteY105" fmla="*/ 8382 h 152590"/>
              <a:gd name="connsiteX106" fmla="*/ 666060 w 1228797"/>
              <a:gd name="connsiteY106" fmla="*/ 116491 h 152590"/>
              <a:gd name="connsiteX107" fmla="*/ 672346 w 1228797"/>
              <a:gd name="connsiteY107" fmla="*/ 122778 h 152590"/>
              <a:gd name="connsiteX108" fmla="*/ 750166 w 1228797"/>
              <a:gd name="connsiteY108" fmla="*/ 122778 h 152590"/>
              <a:gd name="connsiteX109" fmla="*/ 756452 w 1228797"/>
              <a:gd name="connsiteY109" fmla="*/ 129064 h 152590"/>
              <a:gd name="connsiteX110" fmla="*/ 756452 w 1228797"/>
              <a:gd name="connsiteY110" fmla="*/ 141733 h 152590"/>
              <a:gd name="connsiteX111" fmla="*/ 750356 w 1228797"/>
              <a:gd name="connsiteY111" fmla="*/ 148019 h 152590"/>
              <a:gd name="connsiteX112" fmla="*/ 750166 w 1228797"/>
              <a:gd name="connsiteY112" fmla="*/ 148019 h 152590"/>
              <a:gd name="connsiteX113" fmla="*/ 646058 w 1228797"/>
              <a:gd name="connsiteY113" fmla="*/ 148019 h 152590"/>
              <a:gd name="connsiteX114" fmla="*/ 639771 w 1228797"/>
              <a:gd name="connsiteY114" fmla="*/ 141733 h 152590"/>
              <a:gd name="connsiteX115" fmla="*/ 639771 w 1228797"/>
              <a:gd name="connsiteY115" fmla="*/ 8382 h 152590"/>
              <a:gd name="connsiteX116" fmla="*/ 646058 w 1228797"/>
              <a:gd name="connsiteY116" fmla="*/ 2096 h 152590"/>
              <a:gd name="connsiteX117" fmla="*/ 995720 w 1228797"/>
              <a:gd name="connsiteY117" fmla="*/ 191 h 152590"/>
              <a:gd name="connsiteX118" fmla="*/ 1040488 w 1228797"/>
              <a:gd name="connsiteY118" fmla="*/ 15621 h 152590"/>
              <a:gd name="connsiteX119" fmla="*/ 1051060 w 1228797"/>
              <a:gd name="connsiteY119" fmla="*/ 25146 h 152590"/>
              <a:gd name="connsiteX120" fmla="*/ 1051251 w 1228797"/>
              <a:gd name="connsiteY120" fmla="*/ 25418 h 152590"/>
              <a:gd name="connsiteX121" fmla="*/ 1049536 w 1228797"/>
              <a:gd name="connsiteY121" fmla="*/ 34004 h 152590"/>
              <a:gd name="connsiteX122" fmla="*/ 1038964 w 1228797"/>
              <a:gd name="connsiteY122" fmla="*/ 41434 h 152590"/>
              <a:gd name="connsiteX123" fmla="*/ 1030867 w 1228797"/>
              <a:gd name="connsiteY123" fmla="*/ 40767 h 152590"/>
              <a:gd name="connsiteX124" fmla="*/ 1028010 w 1228797"/>
              <a:gd name="connsiteY124" fmla="*/ 38100 h 152590"/>
              <a:gd name="connsiteX125" fmla="*/ 1027343 w 1228797"/>
              <a:gd name="connsiteY125" fmla="*/ 37624 h 152590"/>
              <a:gd name="connsiteX126" fmla="*/ 995911 w 1228797"/>
              <a:gd name="connsiteY126" fmla="*/ 26194 h 152590"/>
              <a:gd name="connsiteX127" fmla="*/ 993815 w 1228797"/>
              <a:gd name="connsiteY127" fmla="*/ 26194 h 152590"/>
              <a:gd name="connsiteX128" fmla="*/ 990386 w 1228797"/>
              <a:gd name="connsiteY128" fmla="*/ 26194 h 152590"/>
              <a:gd name="connsiteX129" fmla="*/ 981623 w 1228797"/>
              <a:gd name="connsiteY129" fmla="*/ 28004 h 152590"/>
              <a:gd name="connsiteX130" fmla="*/ 947638 w 1228797"/>
              <a:gd name="connsiteY130" fmla="*/ 64456 h 152590"/>
              <a:gd name="connsiteX131" fmla="*/ 984957 w 1228797"/>
              <a:gd name="connsiteY131" fmla="*/ 123254 h 152590"/>
              <a:gd name="connsiteX132" fmla="*/ 988957 w 1228797"/>
              <a:gd name="connsiteY132" fmla="*/ 124016 h 152590"/>
              <a:gd name="connsiteX133" fmla="*/ 992291 w 1228797"/>
              <a:gd name="connsiteY133" fmla="*/ 122968 h 152590"/>
              <a:gd name="connsiteX134" fmla="*/ 1001816 w 1228797"/>
              <a:gd name="connsiteY134" fmla="*/ 122968 h 152590"/>
              <a:gd name="connsiteX135" fmla="*/ 1009150 w 1228797"/>
              <a:gd name="connsiteY135" fmla="*/ 121920 h 152590"/>
              <a:gd name="connsiteX136" fmla="*/ 1010484 w 1228797"/>
              <a:gd name="connsiteY136" fmla="*/ 121920 h 152590"/>
              <a:gd name="connsiteX137" fmla="*/ 1011817 w 1228797"/>
              <a:gd name="connsiteY137" fmla="*/ 121920 h 152590"/>
              <a:gd name="connsiteX138" fmla="*/ 1017437 w 1228797"/>
              <a:gd name="connsiteY138" fmla="*/ 119920 h 152590"/>
              <a:gd name="connsiteX139" fmla="*/ 1018580 w 1228797"/>
              <a:gd name="connsiteY139" fmla="*/ 119444 h 152590"/>
              <a:gd name="connsiteX140" fmla="*/ 1019723 w 1228797"/>
              <a:gd name="connsiteY140" fmla="*/ 118967 h 152590"/>
              <a:gd name="connsiteX141" fmla="*/ 1020866 w 1228797"/>
              <a:gd name="connsiteY141" fmla="*/ 118396 h 152590"/>
              <a:gd name="connsiteX142" fmla="*/ 1023438 w 1228797"/>
              <a:gd name="connsiteY142" fmla="*/ 117062 h 152590"/>
              <a:gd name="connsiteX143" fmla="*/ 1024200 w 1228797"/>
              <a:gd name="connsiteY143" fmla="*/ 116491 h 152590"/>
              <a:gd name="connsiteX144" fmla="*/ 1041154 w 1228797"/>
              <a:gd name="connsiteY144" fmla="*/ 95345 h 152590"/>
              <a:gd name="connsiteX145" fmla="*/ 1040202 w 1228797"/>
              <a:gd name="connsiteY145" fmla="*/ 90297 h 152590"/>
              <a:gd name="connsiteX146" fmla="*/ 1036106 w 1228797"/>
              <a:gd name="connsiteY146" fmla="*/ 88583 h 152590"/>
              <a:gd name="connsiteX147" fmla="*/ 1008579 w 1228797"/>
              <a:gd name="connsiteY147" fmla="*/ 88583 h 152590"/>
              <a:gd name="connsiteX148" fmla="*/ 1002292 w 1228797"/>
              <a:gd name="connsiteY148" fmla="*/ 82296 h 152590"/>
              <a:gd name="connsiteX149" fmla="*/ 1002292 w 1228797"/>
              <a:gd name="connsiteY149" fmla="*/ 69437 h 152590"/>
              <a:gd name="connsiteX150" fmla="*/ 1002292 w 1228797"/>
              <a:gd name="connsiteY150" fmla="*/ 69245 h 152590"/>
              <a:gd name="connsiteX151" fmla="*/ 1008579 w 1228797"/>
              <a:gd name="connsiteY151" fmla="*/ 63151 h 152590"/>
              <a:gd name="connsiteX152" fmla="*/ 1065729 w 1228797"/>
              <a:gd name="connsiteY152" fmla="*/ 63151 h 152590"/>
              <a:gd name="connsiteX153" fmla="*/ 1066205 w 1228797"/>
              <a:gd name="connsiteY153" fmla="*/ 63151 h 152590"/>
              <a:gd name="connsiteX154" fmla="*/ 1066777 w 1228797"/>
              <a:gd name="connsiteY154" fmla="*/ 63151 h 152590"/>
              <a:gd name="connsiteX155" fmla="*/ 1068205 w 1228797"/>
              <a:gd name="connsiteY155" fmla="*/ 68771 h 152590"/>
              <a:gd name="connsiteX156" fmla="*/ 1068205 w 1228797"/>
              <a:gd name="connsiteY156" fmla="*/ 80391 h 152590"/>
              <a:gd name="connsiteX157" fmla="*/ 1043155 w 1228797"/>
              <a:gd name="connsiteY157" fmla="*/ 136112 h 152590"/>
              <a:gd name="connsiteX158" fmla="*/ 1040869 w 1228797"/>
              <a:gd name="connsiteY158" fmla="*/ 138113 h 152590"/>
              <a:gd name="connsiteX159" fmla="*/ 1039630 w 1228797"/>
              <a:gd name="connsiteY159" fmla="*/ 139065 h 152590"/>
              <a:gd name="connsiteX160" fmla="*/ 1037249 w 1228797"/>
              <a:gd name="connsiteY160" fmla="*/ 140780 h 152590"/>
              <a:gd name="connsiteX161" fmla="*/ 1036011 w 1228797"/>
              <a:gd name="connsiteY161" fmla="*/ 141637 h 152590"/>
              <a:gd name="connsiteX162" fmla="*/ 1033630 w 1228797"/>
              <a:gd name="connsiteY162" fmla="*/ 143161 h 152590"/>
              <a:gd name="connsiteX163" fmla="*/ 1032391 w 1228797"/>
              <a:gd name="connsiteY163" fmla="*/ 143923 h 152590"/>
              <a:gd name="connsiteX164" fmla="*/ 1029915 w 1228797"/>
              <a:gd name="connsiteY164" fmla="*/ 145352 h 152590"/>
              <a:gd name="connsiteX165" fmla="*/ 1029343 w 1228797"/>
              <a:gd name="connsiteY165" fmla="*/ 145352 h 152590"/>
              <a:gd name="connsiteX166" fmla="*/ 1025343 w 1228797"/>
              <a:gd name="connsiteY166" fmla="*/ 147257 h 152590"/>
              <a:gd name="connsiteX167" fmla="*/ 1024676 w 1228797"/>
              <a:gd name="connsiteY167" fmla="*/ 147257 h 152590"/>
              <a:gd name="connsiteX168" fmla="*/ 1022104 w 1228797"/>
              <a:gd name="connsiteY168" fmla="*/ 148209 h 152590"/>
              <a:gd name="connsiteX169" fmla="*/ 1020866 w 1228797"/>
              <a:gd name="connsiteY169" fmla="*/ 148209 h 152590"/>
              <a:gd name="connsiteX170" fmla="*/ 1020104 w 1228797"/>
              <a:gd name="connsiteY170" fmla="*/ 148209 h 152590"/>
              <a:gd name="connsiteX171" fmla="*/ 1018009 w 1228797"/>
              <a:gd name="connsiteY171" fmla="*/ 148971 h 152590"/>
              <a:gd name="connsiteX172" fmla="*/ 1017151 w 1228797"/>
              <a:gd name="connsiteY172" fmla="*/ 148971 h 152590"/>
              <a:gd name="connsiteX173" fmla="*/ 1015913 w 1228797"/>
              <a:gd name="connsiteY173" fmla="*/ 148971 h 152590"/>
              <a:gd name="connsiteX174" fmla="*/ 1015056 w 1228797"/>
              <a:gd name="connsiteY174" fmla="*/ 148971 h 152590"/>
              <a:gd name="connsiteX175" fmla="*/ 1013151 w 1228797"/>
              <a:gd name="connsiteY175" fmla="*/ 149447 h 152590"/>
              <a:gd name="connsiteX176" fmla="*/ 1012103 w 1228797"/>
              <a:gd name="connsiteY176" fmla="*/ 149447 h 152590"/>
              <a:gd name="connsiteX177" fmla="*/ 1010960 w 1228797"/>
              <a:gd name="connsiteY177" fmla="*/ 149447 h 152590"/>
              <a:gd name="connsiteX178" fmla="*/ 1009912 w 1228797"/>
              <a:gd name="connsiteY178" fmla="*/ 149447 h 152590"/>
              <a:gd name="connsiteX179" fmla="*/ 1008103 w 1228797"/>
              <a:gd name="connsiteY179" fmla="*/ 149447 h 152590"/>
              <a:gd name="connsiteX180" fmla="*/ 1006960 w 1228797"/>
              <a:gd name="connsiteY180" fmla="*/ 149447 h 152590"/>
              <a:gd name="connsiteX181" fmla="*/ 1005817 w 1228797"/>
              <a:gd name="connsiteY181" fmla="*/ 149447 h 152590"/>
              <a:gd name="connsiteX182" fmla="*/ 1004578 w 1228797"/>
              <a:gd name="connsiteY182" fmla="*/ 149447 h 152590"/>
              <a:gd name="connsiteX183" fmla="*/ 1002864 w 1228797"/>
              <a:gd name="connsiteY183" fmla="*/ 149447 h 152590"/>
              <a:gd name="connsiteX184" fmla="*/ 995720 w 1228797"/>
              <a:gd name="connsiteY184" fmla="*/ 149447 h 152590"/>
              <a:gd name="connsiteX185" fmla="*/ 990386 w 1228797"/>
              <a:gd name="connsiteY185" fmla="*/ 149447 h 152590"/>
              <a:gd name="connsiteX186" fmla="*/ 918425 w 1228797"/>
              <a:gd name="connsiteY186" fmla="*/ 72152 h 152590"/>
              <a:gd name="connsiteX187" fmla="*/ 995720 w 1228797"/>
              <a:gd name="connsiteY187" fmla="*/ 191 h 152590"/>
              <a:gd name="connsiteX188" fmla="*/ 836558 w 1228797"/>
              <a:gd name="connsiteY188" fmla="*/ 191 h 152590"/>
              <a:gd name="connsiteX189" fmla="*/ 911234 w 1228797"/>
              <a:gd name="connsiteY189" fmla="*/ 74867 h 152590"/>
              <a:gd name="connsiteX190" fmla="*/ 836558 w 1228797"/>
              <a:gd name="connsiteY190" fmla="*/ 149543 h 152590"/>
              <a:gd name="connsiteX191" fmla="*/ 761882 w 1228797"/>
              <a:gd name="connsiteY191" fmla="*/ 74867 h 152590"/>
              <a:gd name="connsiteX192" fmla="*/ 836558 w 1228797"/>
              <a:gd name="connsiteY192" fmla="*/ 191 h 152590"/>
              <a:gd name="connsiteX193" fmla="*/ 200954 w 1228797"/>
              <a:gd name="connsiteY193" fmla="*/ 0 h 152590"/>
              <a:gd name="connsiteX194" fmla="*/ 275821 w 1228797"/>
              <a:gd name="connsiteY194" fmla="*/ 74867 h 152590"/>
              <a:gd name="connsiteX195" fmla="*/ 200954 w 1228797"/>
              <a:gd name="connsiteY195" fmla="*/ 149733 h 152590"/>
              <a:gd name="connsiteX196" fmla="*/ 126088 w 1228797"/>
              <a:gd name="connsiteY196" fmla="*/ 74867 h 152590"/>
              <a:gd name="connsiteX197" fmla="*/ 200954 w 1228797"/>
              <a:gd name="connsiteY197" fmla="*/ 0 h 152590"/>
            </a:gdLst>
            <a:ahLst/>
            <a:cxnLst/>
            <a:rect l="l" t="t" r="r" b="b"/>
            <a:pathLst>
              <a:path w="1228797" h="152590">
                <a:moveTo>
                  <a:pt x="353068" y="146933"/>
                </a:moveTo>
                <a:lnTo>
                  <a:pt x="353259" y="146971"/>
                </a:lnTo>
                <a:lnTo>
                  <a:pt x="352878" y="146971"/>
                </a:lnTo>
                <a:close/>
                <a:moveTo>
                  <a:pt x="463654" y="28766"/>
                </a:moveTo>
                <a:cubicBezTo>
                  <a:pt x="460187" y="28766"/>
                  <a:pt x="457368" y="31580"/>
                  <a:pt x="457368" y="35052"/>
                </a:cubicBezTo>
                <a:lnTo>
                  <a:pt x="457368" y="66866"/>
                </a:lnTo>
                <a:cubicBezTo>
                  <a:pt x="457311" y="70284"/>
                  <a:pt x="460044" y="73099"/>
                  <a:pt x="463464" y="73152"/>
                </a:cubicBezTo>
                <a:cubicBezTo>
                  <a:pt x="463530" y="73153"/>
                  <a:pt x="463588" y="73153"/>
                  <a:pt x="463654" y="73152"/>
                </a:cubicBezTo>
                <a:lnTo>
                  <a:pt x="502611" y="73152"/>
                </a:lnTo>
                <a:cubicBezTo>
                  <a:pt x="514613" y="73223"/>
                  <a:pt x="524576" y="63892"/>
                  <a:pt x="525281" y="51911"/>
                </a:cubicBezTo>
                <a:cubicBezTo>
                  <a:pt x="525910" y="39775"/>
                  <a:pt x="516585" y="29427"/>
                  <a:pt x="504450" y="28795"/>
                </a:cubicBezTo>
                <a:cubicBezTo>
                  <a:pt x="504031" y="28773"/>
                  <a:pt x="503602" y="28763"/>
                  <a:pt x="503183" y="28766"/>
                </a:cubicBezTo>
                <a:close/>
                <a:moveTo>
                  <a:pt x="1154216" y="28194"/>
                </a:moveTo>
                <a:lnTo>
                  <a:pt x="1154216" y="28765"/>
                </a:lnTo>
                <a:cubicBezTo>
                  <a:pt x="1127022" y="28713"/>
                  <a:pt x="1104934" y="50717"/>
                  <a:pt x="1104877" y="77914"/>
                </a:cubicBezTo>
                <a:cubicBezTo>
                  <a:pt x="1104820" y="105111"/>
                  <a:pt x="1126832" y="127201"/>
                  <a:pt x="1154026" y="127254"/>
                </a:cubicBezTo>
                <a:cubicBezTo>
                  <a:pt x="1181220" y="127306"/>
                  <a:pt x="1203308" y="105301"/>
                  <a:pt x="1203365" y="78105"/>
                </a:cubicBezTo>
                <a:cubicBezTo>
                  <a:pt x="1203365" y="78073"/>
                  <a:pt x="1203365" y="78041"/>
                  <a:pt x="1203365" y="78009"/>
                </a:cubicBezTo>
                <a:cubicBezTo>
                  <a:pt x="1203632" y="50761"/>
                  <a:pt x="1181753" y="28458"/>
                  <a:pt x="1154502" y="28195"/>
                </a:cubicBezTo>
                <a:cubicBezTo>
                  <a:pt x="1154407" y="28195"/>
                  <a:pt x="1154312" y="28194"/>
                  <a:pt x="1154216" y="28194"/>
                </a:cubicBezTo>
                <a:close/>
                <a:moveTo>
                  <a:pt x="836558" y="25718"/>
                </a:moveTo>
                <a:cubicBezTo>
                  <a:pt x="809364" y="25718"/>
                  <a:pt x="787314" y="47766"/>
                  <a:pt x="787314" y="74962"/>
                </a:cubicBezTo>
                <a:cubicBezTo>
                  <a:pt x="787314" y="102159"/>
                  <a:pt x="809364" y="124207"/>
                  <a:pt x="836558" y="124207"/>
                </a:cubicBezTo>
                <a:cubicBezTo>
                  <a:pt x="863752" y="124207"/>
                  <a:pt x="885802" y="102159"/>
                  <a:pt x="885802" y="74962"/>
                </a:cubicBezTo>
                <a:cubicBezTo>
                  <a:pt x="885802" y="74931"/>
                  <a:pt x="885802" y="74898"/>
                  <a:pt x="885802" y="74867"/>
                </a:cubicBezTo>
                <a:cubicBezTo>
                  <a:pt x="885745" y="47707"/>
                  <a:pt x="863714" y="25718"/>
                  <a:pt x="836558" y="25718"/>
                </a:cubicBezTo>
                <a:close/>
                <a:moveTo>
                  <a:pt x="200954" y="25527"/>
                </a:moveTo>
                <a:lnTo>
                  <a:pt x="200954" y="25908"/>
                </a:lnTo>
                <a:cubicBezTo>
                  <a:pt x="173652" y="25856"/>
                  <a:pt x="151477" y="47945"/>
                  <a:pt x="151424" y="75248"/>
                </a:cubicBezTo>
                <a:cubicBezTo>
                  <a:pt x="151372" y="102550"/>
                  <a:pt x="173462" y="124725"/>
                  <a:pt x="200764" y="124778"/>
                </a:cubicBezTo>
                <a:cubicBezTo>
                  <a:pt x="228063" y="124830"/>
                  <a:pt x="250237" y="102740"/>
                  <a:pt x="250294" y="75438"/>
                </a:cubicBezTo>
                <a:cubicBezTo>
                  <a:pt x="250294" y="75374"/>
                  <a:pt x="250294" y="75311"/>
                  <a:pt x="250294" y="75248"/>
                </a:cubicBezTo>
                <a:cubicBezTo>
                  <a:pt x="250456" y="47946"/>
                  <a:pt x="228444" y="25686"/>
                  <a:pt x="201145" y="25528"/>
                </a:cubicBezTo>
                <a:cubicBezTo>
                  <a:pt x="201078" y="25527"/>
                  <a:pt x="201021" y="25527"/>
                  <a:pt x="200954" y="25527"/>
                </a:cubicBezTo>
                <a:close/>
                <a:moveTo>
                  <a:pt x="437841" y="3429"/>
                </a:moveTo>
                <a:lnTo>
                  <a:pt x="502040" y="3429"/>
                </a:lnTo>
                <a:cubicBezTo>
                  <a:pt x="514623" y="3414"/>
                  <a:pt x="526748" y="8180"/>
                  <a:pt x="535949" y="16764"/>
                </a:cubicBezTo>
                <a:cubicBezTo>
                  <a:pt x="545074" y="25190"/>
                  <a:pt x="550427" y="36928"/>
                  <a:pt x="550808" y="49340"/>
                </a:cubicBezTo>
                <a:cubicBezTo>
                  <a:pt x="551303" y="66268"/>
                  <a:pt x="542883" y="82215"/>
                  <a:pt x="528615" y="91345"/>
                </a:cubicBezTo>
                <a:cubicBezTo>
                  <a:pt x="525881" y="92959"/>
                  <a:pt x="524852" y="96397"/>
                  <a:pt x="526233" y="99251"/>
                </a:cubicBezTo>
                <a:lnTo>
                  <a:pt x="544712" y="138017"/>
                </a:lnTo>
                <a:cubicBezTo>
                  <a:pt x="546188" y="141161"/>
                  <a:pt x="544826" y="144904"/>
                  <a:pt x="541683" y="146377"/>
                </a:cubicBezTo>
                <a:cubicBezTo>
                  <a:pt x="540845" y="146772"/>
                  <a:pt x="539930" y="146974"/>
                  <a:pt x="538997" y="146971"/>
                </a:cubicBezTo>
                <a:lnTo>
                  <a:pt x="525567" y="146971"/>
                </a:lnTo>
                <a:cubicBezTo>
                  <a:pt x="523166" y="146983"/>
                  <a:pt x="520976" y="145611"/>
                  <a:pt x="519947" y="143447"/>
                </a:cubicBezTo>
                <a:lnTo>
                  <a:pt x="500230" y="102203"/>
                </a:lnTo>
                <a:cubicBezTo>
                  <a:pt x="499221" y="100023"/>
                  <a:pt x="497011" y="98643"/>
                  <a:pt x="494611" y="98679"/>
                </a:cubicBezTo>
                <a:lnTo>
                  <a:pt x="463654" y="98679"/>
                </a:lnTo>
                <a:cubicBezTo>
                  <a:pt x="460235" y="98626"/>
                  <a:pt x="457425" y="101355"/>
                  <a:pt x="457368" y="104773"/>
                </a:cubicBezTo>
                <a:cubicBezTo>
                  <a:pt x="457368" y="104838"/>
                  <a:pt x="457368" y="104902"/>
                  <a:pt x="457368" y="104966"/>
                </a:cubicBezTo>
                <a:lnTo>
                  <a:pt x="457368" y="140684"/>
                </a:lnTo>
                <a:cubicBezTo>
                  <a:pt x="457368" y="144156"/>
                  <a:pt x="454558" y="146971"/>
                  <a:pt x="451081" y="146971"/>
                </a:cubicBezTo>
                <a:lnTo>
                  <a:pt x="437841" y="146971"/>
                </a:lnTo>
                <a:cubicBezTo>
                  <a:pt x="434365" y="146971"/>
                  <a:pt x="431555" y="144156"/>
                  <a:pt x="431555" y="140684"/>
                </a:cubicBezTo>
                <a:lnTo>
                  <a:pt x="431555" y="9716"/>
                </a:lnTo>
                <a:cubicBezTo>
                  <a:pt x="431603" y="6265"/>
                  <a:pt x="434393" y="3480"/>
                  <a:pt x="437841" y="3429"/>
                </a:cubicBezTo>
                <a:close/>
                <a:moveTo>
                  <a:pt x="293633" y="3429"/>
                </a:moveTo>
                <a:lnTo>
                  <a:pt x="306777" y="3429"/>
                </a:lnTo>
                <a:cubicBezTo>
                  <a:pt x="310101" y="3631"/>
                  <a:pt x="312692" y="6387"/>
                  <a:pt x="312683" y="9715"/>
                </a:cubicBezTo>
                <a:lnTo>
                  <a:pt x="312683" y="80677"/>
                </a:lnTo>
                <a:cubicBezTo>
                  <a:pt x="311454" y="102842"/>
                  <a:pt x="328427" y="121805"/>
                  <a:pt x="350592" y="123032"/>
                </a:cubicBezTo>
                <a:cubicBezTo>
                  <a:pt x="372757" y="124258"/>
                  <a:pt x="391721" y="107284"/>
                  <a:pt x="392950" y="85118"/>
                </a:cubicBezTo>
                <a:cubicBezTo>
                  <a:pt x="393026" y="83830"/>
                  <a:pt x="393035" y="82538"/>
                  <a:pt x="392978" y="81248"/>
                </a:cubicBezTo>
                <a:lnTo>
                  <a:pt x="392978" y="9715"/>
                </a:lnTo>
                <a:cubicBezTo>
                  <a:pt x="393026" y="6265"/>
                  <a:pt x="395817" y="3480"/>
                  <a:pt x="399265" y="3429"/>
                </a:cubicBezTo>
                <a:lnTo>
                  <a:pt x="412505" y="3429"/>
                </a:lnTo>
                <a:cubicBezTo>
                  <a:pt x="415943" y="3481"/>
                  <a:pt x="418696" y="6281"/>
                  <a:pt x="418696" y="9715"/>
                </a:cubicBezTo>
                <a:lnTo>
                  <a:pt x="418696" y="81153"/>
                </a:lnTo>
                <a:cubicBezTo>
                  <a:pt x="418696" y="108416"/>
                  <a:pt x="402119" y="131807"/>
                  <a:pt x="378496" y="141799"/>
                </a:cubicBezTo>
                <a:lnTo>
                  <a:pt x="353068" y="146933"/>
                </a:lnTo>
                <a:lnTo>
                  <a:pt x="327634" y="141836"/>
                </a:lnTo>
                <a:cubicBezTo>
                  <a:pt x="303998" y="131878"/>
                  <a:pt x="287389" y="108511"/>
                  <a:pt x="287346" y="81248"/>
                </a:cubicBezTo>
                <a:cubicBezTo>
                  <a:pt x="287346" y="81217"/>
                  <a:pt x="287346" y="81184"/>
                  <a:pt x="287346" y="81153"/>
                </a:cubicBezTo>
                <a:lnTo>
                  <a:pt x="287346" y="9715"/>
                </a:lnTo>
                <a:cubicBezTo>
                  <a:pt x="287394" y="6265"/>
                  <a:pt x="290184" y="3480"/>
                  <a:pt x="293633" y="3429"/>
                </a:cubicBezTo>
                <a:close/>
                <a:moveTo>
                  <a:pt x="6264" y="3333"/>
                </a:moveTo>
                <a:lnTo>
                  <a:pt x="18646" y="3333"/>
                </a:lnTo>
                <a:cubicBezTo>
                  <a:pt x="20692" y="3332"/>
                  <a:pt x="22611" y="4327"/>
                  <a:pt x="23790" y="6000"/>
                </a:cubicBezTo>
                <a:lnTo>
                  <a:pt x="61890" y="59817"/>
                </a:lnTo>
                <a:cubicBezTo>
                  <a:pt x="63109" y="61430"/>
                  <a:pt x="65011" y="62381"/>
                  <a:pt x="67033" y="62388"/>
                </a:cubicBezTo>
                <a:cubicBezTo>
                  <a:pt x="69032" y="62397"/>
                  <a:pt x="70913" y="61439"/>
                  <a:pt x="72081" y="59817"/>
                </a:cubicBezTo>
                <a:lnTo>
                  <a:pt x="110181" y="6000"/>
                </a:lnTo>
                <a:cubicBezTo>
                  <a:pt x="111360" y="4327"/>
                  <a:pt x="113279" y="3332"/>
                  <a:pt x="115325" y="3333"/>
                </a:cubicBezTo>
                <a:lnTo>
                  <a:pt x="127707" y="3333"/>
                </a:lnTo>
                <a:cubicBezTo>
                  <a:pt x="131179" y="3293"/>
                  <a:pt x="134026" y="6076"/>
                  <a:pt x="134065" y="9548"/>
                </a:cubicBezTo>
                <a:cubicBezTo>
                  <a:pt x="134082" y="10908"/>
                  <a:pt x="133655" y="12237"/>
                  <a:pt x="132851" y="13335"/>
                </a:cubicBezTo>
                <a:lnTo>
                  <a:pt x="81702" y="83724"/>
                </a:lnTo>
                <a:cubicBezTo>
                  <a:pt x="80555" y="85300"/>
                  <a:pt x="79953" y="87206"/>
                  <a:pt x="79987" y="89154"/>
                </a:cubicBezTo>
                <a:lnTo>
                  <a:pt x="79987" y="140684"/>
                </a:lnTo>
                <a:cubicBezTo>
                  <a:pt x="79987" y="144156"/>
                  <a:pt x="77172" y="146970"/>
                  <a:pt x="73701" y="146970"/>
                </a:cubicBezTo>
                <a:lnTo>
                  <a:pt x="60270" y="146970"/>
                </a:lnTo>
                <a:cubicBezTo>
                  <a:pt x="56798" y="146970"/>
                  <a:pt x="53984" y="144156"/>
                  <a:pt x="53984" y="140684"/>
                </a:cubicBezTo>
                <a:lnTo>
                  <a:pt x="53984" y="89154"/>
                </a:lnTo>
                <a:cubicBezTo>
                  <a:pt x="54018" y="87206"/>
                  <a:pt x="53416" y="85300"/>
                  <a:pt x="52269" y="83724"/>
                </a:cubicBezTo>
                <a:lnTo>
                  <a:pt x="1215" y="13335"/>
                </a:lnTo>
                <a:cubicBezTo>
                  <a:pt x="-836" y="10533"/>
                  <a:pt x="-229" y="6600"/>
                  <a:pt x="2572" y="4549"/>
                </a:cubicBezTo>
                <a:cubicBezTo>
                  <a:pt x="3643" y="3764"/>
                  <a:pt x="4936" y="3338"/>
                  <a:pt x="6264" y="3333"/>
                </a:cubicBezTo>
                <a:close/>
                <a:moveTo>
                  <a:pt x="1154026" y="3238"/>
                </a:moveTo>
                <a:cubicBezTo>
                  <a:pt x="1195269" y="3186"/>
                  <a:pt x="1228740" y="36577"/>
                  <a:pt x="1228797" y="77819"/>
                </a:cubicBezTo>
                <a:cubicBezTo>
                  <a:pt x="1228797" y="77850"/>
                  <a:pt x="1228797" y="77883"/>
                  <a:pt x="1228797" y="77914"/>
                </a:cubicBezTo>
                <a:cubicBezTo>
                  <a:pt x="1228740" y="119097"/>
                  <a:pt x="1195402" y="152485"/>
                  <a:pt x="1154216" y="152590"/>
                </a:cubicBezTo>
                <a:cubicBezTo>
                  <a:pt x="1112973" y="152642"/>
                  <a:pt x="1079502" y="119252"/>
                  <a:pt x="1079445" y="78009"/>
                </a:cubicBezTo>
                <a:cubicBezTo>
                  <a:pt x="1079388" y="36767"/>
                  <a:pt x="1112783" y="3290"/>
                  <a:pt x="1154026" y="3238"/>
                </a:cubicBezTo>
                <a:close/>
                <a:moveTo>
                  <a:pt x="646058" y="2096"/>
                </a:moveTo>
                <a:lnTo>
                  <a:pt x="659774" y="2096"/>
                </a:lnTo>
                <a:cubicBezTo>
                  <a:pt x="663250" y="2096"/>
                  <a:pt x="666060" y="4911"/>
                  <a:pt x="666060" y="8382"/>
                </a:cubicBezTo>
                <a:lnTo>
                  <a:pt x="666060" y="116491"/>
                </a:lnTo>
                <a:cubicBezTo>
                  <a:pt x="666060" y="119963"/>
                  <a:pt x="668870" y="122778"/>
                  <a:pt x="672346" y="122778"/>
                </a:cubicBezTo>
                <a:lnTo>
                  <a:pt x="750166" y="122778"/>
                </a:lnTo>
                <a:cubicBezTo>
                  <a:pt x="753633" y="122778"/>
                  <a:pt x="756452" y="125592"/>
                  <a:pt x="756452" y="129064"/>
                </a:cubicBezTo>
                <a:lnTo>
                  <a:pt x="756452" y="141733"/>
                </a:lnTo>
                <a:cubicBezTo>
                  <a:pt x="756509" y="145151"/>
                  <a:pt x="753776" y="147966"/>
                  <a:pt x="750356" y="148019"/>
                </a:cubicBezTo>
                <a:cubicBezTo>
                  <a:pt x="750290" y="148020"/>
                  <a:pt x="750232" y="148020"/>
                  <a:pt x="750166" y="148019"/>
                </a:cubicBezTo>
                <a:lnTo>
                  <a:pt x="646058" y="148019"/>
                </a:lnTo>
                <a:cubicBezTo>
                  <a:pt x="642581" y="148019"/>
                  <a:pt x="639771" y="145204"/>
                  <a:pt x="639771" y="141733"/>
                </a:cubicBezTo>
                <a:lnTo>
                  <a:pt x="639771" y="8382"/>
                </a:lnTo>
                <a:cubicBezTo>
                  <a:pt x="639819" y="4932"/>
                  <a:pt x="642609" y="2147"/>
                  <a:pt x="646058" y="2096"/>
                </a:cubicBezTo>
                <a:close/>
                <a:moveTo>
                  <a:pt x="995720" y="191"/>
                </a:moveTo>
                <a:cubicBezTo>
                  <a:pt x="1011922" y="355"/>
                  <a:pt x="1027629" y="5769"/>
                  <a:pt x="1040488" y="15621"/>
                </a:cubicBezTo>
                <a:cubicBezTo>
                  <a:pt x="1044298" y="18466"/>
                  <a:pt x="1047831" y="21654"/>
                  <a:pt x="1051060" y="25146"/>
                </a:cubicBezTo>
                <a:cubicBezTo>
                  <a:pt x="1051127" y="25235"/>
                  <a:pt x="1051194" y="25326"/>
                  <a:pt x="1051251" y="25418"/>
                </a:cubicBezTo>
                <a:cubicBezTo>
                  <a:pt x="1053146" y="28264"/>
                  <a:pt x="1052384" y="32107"/>
                  <a:pt x="1049536" y="34004"/>
                </a:cubicBezTo>
                <a:lnTo>
                  <a:pt x="1038964" y="41434"/>
                </a:lnTo>
                <a:cubicBezTo>
                  <a:pt x="1036478" y="43261"/>
                  <a:pt x="1033020" y="42976"/>
                  <a:pt x="1030867" y="40767"/>
                </a:cubicBezTo>
                <a:cubicBezTo>
                  <a:pt x="1029962" y="39830"/>
                  <a:pt x="1029010" y="38939"/>
                  <a:pt x="1028010" y="38100"/>
                </a:cubicBezTo>
                <a:cubicBezTo>
                  <a:pt x="1027753" y="37997"/>
                  <a:pt x="1027524" y="37834"/>
                  <a:pt x="1027343" y="37624"/>
                </a:cubicBezTo>
                <a:cubicBezTo>
                  <a:pt x="1018532" y="30242"/>
                  <a:pt x="1007407" y="26196"/>
                  <a:pt x="995911" y="26194"/>
                </a:cubicBezTo>
                <a:lnTo>
                  <a:pt x="993815" y="26194"/>
                </a:lnTo>
                <a:cubicBezTo>
                  <a:pt x="992672" y="26099"/>
                  <a:pt x="991529" y="26099"/>
                  <a:pt x="990386" y="26194"/>
                </a:cubicBezTo>
                <a:cubicBezTo>
                  <a:pt x="987414" y="26512"/>
                  <a:pt x="984481" y="27118"/>
                  <a:pt x="981623" y="28004"/>
                </a:cubicBezTo>
                <a:cubicBezTo>
                  <a:pt x="964526" y="33101"/>
                  <a:pt x="951524" y="47046"/>
                  <a:pt x="947638" y="64456"/>
                </a:cubicBezTo>
                <a:cubicBezTo>
                  <a:pt x="941704" y="90998"/>
                  <a:pt x="958411" y="117323"/>
                  <a:pt x="984957" y="123254"/>
                </a:cubicBezTo>
                <a:lnTo>
                  <a:pt x="988957" y="124016"/>
                </a:lnTo>
                <a:lnTo>
                  <a:pt x="992291" y="122968"/>
                </a:lnTo>
                <a:lnTo>
                  <a:pt x="1001816" y="122968"/>
                </a:lnTo>
                <a:cubicBezTo>
                  <a:pt x="1004274" y="122753"/>
                  <a:pt x="1006731" y="122403"/>
                  <a:pt x="1009150" y="121920"/>
                </a:cubicBezTo>
                <a:lnTo>
                  <a:pt x="1010484" y="121920"/>
                </a:lnTo>
                <a:lnTo>
                  <a:pt x="1011817" y="121920"/>
                </a:lnTo>
                <a:lnTo>
                  <a:pt x="1017437" y="119920"/>
                </a:lnTo>
                <a:lnTo>
                  <a:pt x="1018580" y="119444"/>
                </a:lnTo>
                <a:lnTo>
                  <a:pt x="1019723" y="118967"/>
                </a:lnTo>
                <a:lnTo>
                  <a:pt x="1020866" y="118396"/>
                </a:lnTo>
                <a:lnTo>
                  <a:pt x="1023438" y="117062"/>
                </a:lnTo>
                <a:lnTo>
                  <a:pt x="1024200" y="116491"/>
                </a:lnTo>
                <a:cubicBezTo>
                  <a:pt x="1031496" y="110931"/>
                  <a:pt x="1037316" y="103671"/>
                  <a:pt x="1041154" y="95345"/>
                </a:cubicBezTo>
                <a:cubicBezTo>
                  <a:pt x="1041764" y="93613"/>
                  <a:pt x="1041393" y="91690"/>
                  <a:pt x="1040202" y="90297"/>
                </a:cubicBezTo>
                <a:cubicBezTo>
                  <a:pt x="1039135" y="89178"/>
                  <a:pt x="1037649" y="88556"/>
                  <a:pt x="1036106" y="88583"/>
                </a:cubicBezTo>
                <a:lnTo>
                  <a:pt x="1008579" y="88583"/>
                </a:lnTo>
                <a:cubicBezTo>
                  <a:pt x="1005102" y="88583"/>
                  <a:pt x="1002292" y="85768"/>
                  <a:pt x="1002292" y="82296"/>
                </a:cubicBezTo>
                <a:lnTo>
                  <a:pt x="1002292" y="69437"/>
                </a:lnTo>
                <a:cubicBezTo>
                  <a:pt x="1002292" y="69373"/>
                  <a:pt x="1002292" y="69310"/>
                  <a:pt x="1002292" y="69245"/>
                </a:cubicBezTo>
                <a:cubicBezTo>
                  <a:pt x="1002350" y="65826"/>
                  <a:pt x="1005159" y="63097"/>
                  <a:pt x="1008579" y="63151"/>
                </a:cubicBezTo>
                <a:lnTo>
                  <a:pt x="1065729" y="63151"/>
                </a:lnTo>
                <a:lnTo>
                  <a:pt x="1066205" y="63151"/>
                </a:lnTo>
                <a:lnTo>
                  <a:pt x="1066777" y="63151"/>
                </a:lnTo>
                <a:cubicBezTo>
                  <a:pt x="1068139" y="64680"/>
                  <a:pt x="1068672" y="66776"/>
                  <a:pt x="1068205" y="68771"/>
                </a:cubicBezTo>
                <a:lnTo>
                  <a:pt x="1068205" y="80391"/>
                </a:lnTo>
                <a:cubicBezTo>
                  <a:pt x="1068244" y="101700"/>
                  <a:pt x="1059119" y="121997"/>
                  <a:pt x="1043155" y="136112"/>
                </a:cubicBezTo>
                <a:lnTo>
                  <a:pt x="1040869" y="138113"/>
                </a:lnTo>
                <a:lnTo>
                  <a:pt x="1039630" y="139065"/>
                </a:lnTo>
                <a:cubicBezTo>
                  <a:pt x="1038878" y="139697"/>
                  <a:pt x="1038087" y="140270"/>
                  <a:pt x="1037249" y="140780"/>
                </a:cubicBezTo>
                <a:lnTo>
                  <a:pt x="1036011" y="141637"/>
                </a:lnTo>
                <a:lnTo>
                  <a:pt x="1033630" y="143161"/>
                </a:lnTo>
                <a:lnTo>
                  <a:pt x="1032391" y="143923"/>
                </a:lnTo>
                <a:lnTo>
                  <a:pt x="1029915" y="145352"/>
                </a:lnTo>
                <a:lnTo>
                  <a:pt x="1029343" y="145352"/>
                </a:lnTo>
                <a:lnTo>
                  <a:pt x="1025343" y="147257"/>
                </a:lnTo>
                <a:lnTo>
                  <a:pt x="1024676" y="147257"/>
                </a:lnTo>
                <a:lnTo>
                  <a:pt x="1022104" y="148209"/>
                </a:lnTo>
                <a:lnTo>
                  <a:pt x="1020866" y="148209"/>
                </a:lnTo>
                <a:lnTo>
                  <a:pt x="1020104" y="148209"/>
                </a:lnTo>
                <a:lnTo>
                  <a:pt x="1018009" y="148971"/>
                </a:lnTo>
                <a:lnTo>
                  <a:pt x="1017151" y="148971"/>
                </a:lnTo>
                <a:lnTo>
                  <a:pt x="1015913" y="148971"/>
                </a:lnTo>
                <a:lnTo>
                  <a:pt x="1015056" y="148971"/>
                </a:lnTo>
                <a:lnTo>
                  <a:pt x="1013151" y="149447"/>
                </a:lnTo>
                <a:lnTo>
                  <a:pt x="1012103" y="149447"/>
                </a:lnTo>
                <a:lnTo>
                  <a:pt x="1010960" y="149447"/>
                </a:lnTo>
                <a:lnTo>
                  <a:pt x="1009912" y="149447"/>
                </a:lnTo>
                <a:lnTo>
                  <a:pt x="1008103" y="149447"/>
                </a:lnTo>
                <a:lnTo>
                  <a:pt x="1006960" y="149447"/>
                </a:lnTo>
                <a:lnTo>
                  <a:pt x="1005817" y="149447"/>
                </a:lnTo>
                <a:lnTo>
                  <a:pt x="1004578" y="149447"/>
                </a:lnTo>
                <a:lnTo>
                  <a:pt x="1002864" y="149447"/>
                </a:lnTo>
                <a:lnTo>
                  <a:pt x="995720" y="149447"/>
                </a:lnTo>
                <a:cubicBezTo>
                  <a:pt x="993939" y="149511"/>
                  <a:pt x="992167" y="149511"/>
                  <a:pt x="990386" y="149447"/>
                </a:cubicBezTo>
                <a:cubicBezTo>
                  <a:pt x="949171" y="147975"/>
                  <a:pt x="916948" y="113368"/>
                  <a:pt x="918425" y="72152"/>
                </a:cubicBezTo>
                <a:cubicBezTo>
                  <a:pt x="919901" y="30936"/>
                  <a:pt x="954505" y="-1282"/>
                  <a:pt x="995720" y="191"/>
                </a:cubicBezTo>
                <a:close/>
                <a:moveTo>
                  <a:pt x="836558" y="191"/>
                </a:moveTo>
                <a:cubicBezTo>
                  <a:pt x="877801" y="191"/>
                  <a:pt x="911234" y="33625"/>
                  <a:pt x="911234" y="74867"/>
                </a:cubicBezTo>
                <a:cubicBezTo>
                  <a:pt x="911234" y="116109"/>
                  <a:pt x="877801" y="149543"/>
                  <a:pt x="836558" y="149543"/>
                </a:cubicBezTo>
                <a:cubicBezTo>
                  <a:pt x="795315" y="149543"/>
                  <a:pt x="761882" y="116109"/>
                  <a:pt x="761882" y="74867"/>
                </a:cubicBezTo>
                <a:cubicBezTo>
                  <a:pt x="761882" y="33625"/>
                  <a:pt x="795315" y="191"/>
                  <a:pt x="836558" y="191"/>
                </a:cubicBezTo>
                <a:close/>
                <a:moveTo>
                  <a:pt x="200954" y="0"/>
                </a:moveTo>
                <a:cubicBezTo>
                  <a:pt x="242302" y="0"/>
                  <a:pt x="275821" y="33518"/>
                  <a:pt x="275821" y="74867"/>
                </a:cubicBezTo>
                <a:cubicBezTo>
                  <a:pt x="275821" y="116215"/>
                  <a:pt x="242302" y="149733"/>
                  <a:pt x="200954" y="149733"/>
                </a:cubicBezTo>
                <a:cubicBezTo>
                  <a:pt x="159606" y="149733"/>
                  <a:pt x="126088" y="116215"/>
                  <a:pt x="126088" y="74867"/>
                </a:cubicBezTo>
                <a:cubicBezTo>
                  <a:pt x="126088" y="33518"/>
                  <a:pt x="159606" y="0"/>
                  <a:pt x="200954" y="0"/>
                </a:cubicBezTo>
                <a:close/>
              </a:path>
            </a:pathLst>
          </a:cu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291756" y="1819663"/>
            <a:ext cx="2489629" cy="1038204"/>
          </a:xfrm>
          <a:prstGeom prst="rect">
            <a:avLst/>
          </a:prstGeom>
          <a:noFill/>
          <a:ln>
            <a:noFill/>
          </a:ln>
        </p:spPr>
        <p:txBody>
          <a:bodyPr vert="horz" wrap="square" lIns="91440" tIns="45720" rIns="91440" bIns="0" rtlCol="0" anchor="b"/>
          <a:lstStyle/>
          <a:p>
            <a:pPr algn="r">
              <a:lnSpc>
                <a:spcPct val="110000"/>
              </a:lnSpc>
            </a:pPr>
            <a:r>
              <a:rPr kumimoji="1" lang="en-US" altLang="zh-CN" sz="6600">
                <a:ln w="12700">
                  <a:noFill/>
                </a:ln>
                <a:solidFill>
                  <a:srgbClr val="1467F7">
                    <a:alpha val="100000"/>
                  </a:srgbClr>
                </a:solidFill>
                <a:latin typeface="Source Han Sans CN Bold"/>
                <a:ea typeface="Source Han Sans CN Bold"/>
                <a:cs typeface="Source Han Sans CN Bold"/>
              </a:rPr>
              <a:t>PART</a:t>
            </a:r>
            <a:endParaRPr kumimoji="1" lang="zh-CN" altLang="en-US"/>
          </a:p>
        </p:txBody>
      </p:sp>
      <p:sp>
        <p:nvSpPr>
          <p:cNvPr id="16" name="标题 1"/>
          <p:cNvSpPr txBox="1"/>
          <p:nvPr/>
        </p:nvSpPr>
        <p:spPr>
          <a:xfrm>
            <a:off x="2866742" y="896284"/>
            <a:ext cx="1248058" cy="1961583"/>
          </a:xfrm>
          <a:prstGeom prst="rect">
            <a:avLst/>
          </a:prstGeom>
          <a:noFill/>
          <a:ln>
            <a:noFill/>
          </a:ln>
        </p:spPr>
        <p:txBody>
          <a:bodyPr vert="horz" wrap="square" lIns="91440" tIns="45720" rIns="91440" bIns="0" rtlCol="0" anchor="b"/>
          <a:lstStyle/>
          <a:p>
            <a:pPr algn="l">
              <a:lnSpc>
                <a:spcPct val="110000"/>
              </a:lnSpc>
            </a:pPr>
            <a:r>
              <a:rPr kumimoji="1" lang="en-US" altLang="zh-CN" sz="6600">
                <a:ln w="12700">
                  <a:noFill/>
                </a:ln>
                <a:solidFill>
                  <a:srgbClr val="1467F7">
                    <a:alpha val="100000"/>
                  </a:srgbClr>
                </a:solidFill>
                <a:latin typeface="Source Han Sans CN Bold"/>
                <a:ea typeface="Source Han Sans CN Bold"/>
                <a:cs typeface="Source Han Sans CN Bold"/>
              </a:rPr>
              <a:t>07</a:t>
            </a:r>
            <a:endParaRPr kumimoji="1"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4395867" y="2119942"/>
            <a:ext cx="3387570" cy="3780000"/>
          </a:xfrm>
          <a:prstGeom prst="rect">
            <a:avLst/>
          </a:prstGeom>
          <a:solidFill>
            <a:schemeClr val="bg1"/>
          </a:solidFill>
          <a:ln w="12700" cap="sq">
            <a:solidFill>
              <a:schemeClr val="bg1"/>
            </a:solidFill>
            <a:miter/>
          </a:ln>
          <a:effectLst>
            <a:outerShdw blurRad="381000" dist="127000" dir="5400000" algn="t" rotWithShape="0">
              <a:schemeClr val="accent1">
                <a:alpha val="15000"/>
              </a:schemeClr>
            </a:outerShdw>
          </a:effectLst>
        </p:spPr>
        <p:txBody>
          <a:bodyPr vert="horz" wrap="square" lIns="0" tIns="0" rIns="0" bIns="0" rtlCol="0" anchor="t"/>
          <a:lstStyle/>
          <a:p>
            <a:pPr algn="ctr">
              <a:lnSpc>
                <a:spcPct val="110000"/>
              </a:lnSpc>
            </a:pPr>
            <a:endParaRPr kumimoji="1" lang="zh-CN" altLang="en-US"/>
          </a:p>
        </p:txBody>
      </p:sp>
      <p:sp>
        <p:nvSpPr>
          <p:cNvPr id="4" name="标题 1"/>
          <p:cNvSpPr txBox="1"/>
          <p:nvPr/>
        </p:nvSpPr>
        <p:spPr>
          <a:xfrm rot="8100000">
            <a:off x="5495652" y="1364459"/>
            <a:ext cx="1188000" cy="1188000"/>
          </a:xfrm>
          <a:prstGeom prst="teardrop">
            <a:avLst/>
          </a:prstGeom>
          <a:gradFill>
            <a:gsLst>
              <a:gs pos="0">
                <a:schemeClr val="accent1">
                  <a:lumMod val="40000"/>
                  <a:lumOff val="60000"/>
                  <a:alpha val="100000"/>
                </a:schemeClr>
              </a:gs>
              <a:gs pos="100000">
                <a:schemeClr val="accent1"/>
              </a:gs>
            </a:gsLst>
            <a:lin ang="5400000" scaled="0"/>
          </a:gradFill>
          <a:ln w="9525" cap="flat">
            <a:noFill/>
            <a:miter/>
          </a:ln>
          <a:effectLst>
            <a:outerShdw blurRad="508000" dist="190500" dir="5400000" algn="t" rotWithShape="0">
              <a:schemeClr val="accent1">
                <a:alpha val="30000"/>
              </a:schemeClr>
            </a:outerShdw>
          </a:effectLst>
        </p:spPr>
        <p:txBody>
          <a:bodyPr vert="horz" wrap="square" lIns="91440" tIns="45720" rIns="91440" bIns="45720" rtlCol="0" anchor="ctr"/>
          <a:lstStyle/>
          <a:p>
            <a:pPr algn="l">
              <a:lnSpc>
                <a:spcPct val="110000"/>
              </a:lnSpc>
            </a:pPr>
            <a:endParaRPr kumimoji="1" lang="zh-CN" altLang="en-US"/>
          </a:p>
        </p:txBody>
      </p:sp>
      <p:sp>
        <p:nvSpPr>
          <p:cNvPr id="5" name="标题 1"/>
          <p:cNvSpPr txBox="1"/>
          <p:nvPr/>
        </p:nvSpPr>
        <p:spPr>
          <a:xfrm>
            <a:off x="660402" y="2119942"/>
            <a:ext cx="3387570" cy="3780000"/>
          </a:xfrm>
          <a:prstGeom prst="rect">
            <a:avLst/>
          </a:prstGeom>
          <a:solidFill>
            <a:schemeClr val="bg1"/>
          </a:solidFill>
          <a:ln w="12700" cap="sq">
            <a:solidFill>
              <a:schemeClr val="bg1"/>
            </a:solidFill>
            <a:miter/>
          </a:ln>
          <a:effectLst>
            <a:outerShdw blurRad="381000" dist="127000" dir="5400000" algn="t" rotWithShape="0">
              <a:schemeClr val="accent1">
                <a:alpha val="15000"/>
              </a:schemeClr>
            </a:outerShdw>
          </a:effectLst>
        </p:spPr>
        <p:txBody>
          <a:bodyPr vert="horz" wrap="square" lIns="0" tIns="0" rIns="0" bIns="0" rtlCol="0" anchor="t"/>
          <a:lstStyle/>
          <a:p>
            <a:pPr algn="ctr">
              <a:lnSpc>
                <a:spcPct val="110000"/>
              </a:lnSpc>
            </a:pPr>
            <a:endParaRPr kumimoji="1" lang="zh-CN" altLang="en-US"/>
          </a:p>
        </p:txBody>
      </p:sp>
      <p:sp>
        <p:nvSpPr>
          <p:cNvPr id="6" name="标题 1"/>
          <p:cNvSpPr txBox="1"/>
          <p:nvPr/>
        </p:nvSpPr>
        <p:spPr>
          <a:xfrm>
            <a:off x="8131330" y="2119942"/>
            <a:ext cx="3387570" cy="3780000"/>
          </a:xfrm>
          <a:prstGeom prst="rect">
            <a:avLst/>
          </a:prstGeom>
          <a:solidFill>
            <a:schemeClr val="bg1"/>
          </a:solidFill>
          <a:ln w="12700" cap="sq">
            <a:solidFill>
              <a:schemeClr val="bg1"/>
            </a:solidFill>
            <a:miter/>
          </a:ln>
          <a:effectLst>
            <a:outerShdw blurRad="381000" dist="127000" dir="5400000" algn="t" rotWithShape="0">
              <a:schemeClr val="accent1">
                <a:alpha val="15000"/>
              </a:schemeClr>
            </a:outerShdw>
          </a:effectLst>
        </p:spPr>
        <p:txBody>
          <a:bodyPr vert="horz" wrap="square" lIns="0" tIns="0" rIns="0" bIns="0" rtlCol="0" anchor="t"/>
          <a:lstStyle/>
          <a:p>
            <a:pPr algn="ctr">
              <a:lnSpc>
                <a:spcPct val="110000"/>
              </a:lnSpc>
            </a:pPr>
            <a:endParaRPr kumimoji="1" lang="zh-CN" altLang="en-US"/>
          </a:p>
        </p:txBody>
      </p:sp>
      <p:sp>
        <p:nvSpPr>
          <p:cNvPr id="7" name="标题 1"/>
          <p:cNvSpPr txBox="1"/>
          <p:nvPr/>
        </p:nvSpPr>
        <p:spPr>
          <a:xfrm rot="8100000">
            <a:off x="1760187" y="1364459"/>
            <a:ext cx="1188000" cy="1188000"/>
          </a:xfrm>
          <a:prstGeom prst="teardrop">
            <a:avLst/>
          </a:prstGeom>
          <a:gradFill>
            <a:gsLst>
              <a:gs pos="0">
                <a:schemeClr val="accent1">
                  <a:lumMod val="40000"/>
                  <a:lumOff val="60000"/>
                  <a:alpha val="100000"/>
                </a:schemeClr>
              </a:gs>
              <a:gs pos="100000">
                <a:schemeClr val="accent1"/>
              </a:gs>
            </a:gsLst>
            <a:lin ang="5400000" scaled="0"/>
          </a:gradFill>
          <a:ln w="9525" cap="flat">
            <a:noFill/>
            <a:miter/>
          </a:ln>
          <a:effectLst>
            <a:outerShdw blurRad="508000" dist="190500" dir="5400000" algn="t" rotWithShape="0">
              <a:schemeClr val="accent1">
                <a:alpha val="30000"/>
              </a:schemeClr>
            </a:outerShdw>
          </a:effectLst>
        </p:spPr>
        <p:txBody>
          <a:bodyPr vert="horz" wrap="square" lIns="91440" tIns="45720" rIns="91440" bIns="45720" rtlCol="0" anchor="ctr"/>
          <a:lstStyle/>
          <a:p>
            <a:pPr algn="l">
              <a:lnSpc>
                <a:spcPct val="110000"/>
              </a:lnSpc>
            </a:pPr>
            <a:endParaRPr kumimoji="1" lang="zh-CN" altLang="en-US"/>
          </a:p>
        </p:txBody>
      </p:sp>
      <p:sp>
        <p:nvSpPr>
          <p:cNvPr id="8" name="标题 1"/>
          <p:cNvSpPr txBox="1"/>
          <p:nvPr/>
        </p:nvSpPr>
        <p:spPr>
          <a:xfrm rot="8100000">
            <a:off x="9231115" y="1364459"/>
            <a:ext cx="1188000" cy="1188000"/>
          </a:xfrm>
          <a:prstGeom prst="teardrop">
            <a:avLst/>
          </a:prstGeom>
          <a:gradFill>
            <a:gsLst>
              <a:gs pos="0">
                <a:schemeClr val="accent1">
                  <a:lumMod val="40000"/>
                  <a:lumOff val="60000"/>
                  <a:alpha val="100000"/>
                </a:schemeClr>
              </a:gs>
              <a:gs pos="100000">
                <a:schemeClr val="accent1"/>
              </a:gs>
            </a:gsLst>
            <a:lin ang="5400000" scaled="0"/>
          </a:gradFill>
          <a:ln w="9525" cap="flat">
            <a:noFill/>
            <a:miter/>
          </a:ln>
          <a:effectLst>
            <a:outerShdw blurRad="508000" dist="190500" dir="5400000" algn="t" rotWithShape="0">
              <a:schemeClr val="accent1">
                <a:alpha val="30000"/>
              </a:schemeClr>
            </a:outerShdw>
          </a:effectLst>
        </p:spPr>
        <p:txBody>
          <a:bodyPr vert="horz" wrap="square" lIns="91440" tIns="45720" rIns="91440" bIns="45720" rtlCol="0" anchor="ctr"/>
          <a:lstStyle/>
          <a:p>
            <a:pPr algn="l">
              <a:lnSpc>
                <a:spcPct val="110000"/>
              </a:lnSpc>
            </a:pPr>
            <a:endParaRPr kumimoji="1" lang="zh-CN" altLang="en-US"/>
          </a:p>
        </p:txBody>
      </p:sp>
      <p:sp>
        <p:nvSpPr>
          <p:cNvPr id="9" name="标题 1"/>
          <p:cNvSpPr txBox="1"/>
          <p:nvPr/>
        </p:nvSpPr>
        <p:spPr>
          <a:xfrm>
            <a:off x="956814" y="2987157"/>
            <a:ext cx="2794746" cy="792000"/>
          </a:xfrm>
          <a:prstGeom prst="rect">
            <a:avLst/>
          </a:prstGeom>
          <a:noFill/>
          <a:ln>
            <a:noFill/>
          </a:ln>
        </p:spPr>
        <p:txBody>
          <a:bodyPr vert="horz" wrap="square" lIns="0" tIns="0" rIns="0" bIns="0" rtlCol="0" anchor="ctr"/>
          <a:lstStyle/>
          <a:p>
            <a:pPr algn="ctr">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timescale 指令</a:t>
            </a:r>
            <a:endParaRPr kumimoji="1" lang="zh-CN" altLang="en-US"/>
          </a:p>
        </p:txBody>
      </p:sp>
      <p:sp>
        <p:nvSpPr>
          <p:cNvPr id="10" name="标题 1"/>
          <p:cNvSpPr txBox="1"/>
          <p:nvPr/>
        </p:nvSpPr>
        <p:spPr>
          <a:xfrm>
            <a:off x="956814" y="3809834"/>
            <a:ext cx="2794746" cy="1800000"/>
          </a:xfrm>
          <a:prstGeom prst="rect">
            <a:avLst/>
          </a:prstGeom>
          <a:noFill/>
          <a:ln>
            <a:noFill/>
          </a:ln>
        </p:spPr>
        <p:txBody>
          <a:bodyPr vert="horz" wrap="square" lIns="0" tIns="0" rIns="0" bIns="0" rtlCol="0" anchor="t"/>
          <a:lstStyle/>
          <a:p>
            <a:pPr algn="ctr">
              <a:lnSpc>
                <a:spcPct val="150000"/>
              </a:lnSpc>
            </a:pPr>
            <a:r>
              <a:rPr kumimoji="1" lang="en-US" altLang="zh-CN" sz="1400">
                <a:ln w="12700">
                  <a:noFill/>
                </a:ln>
                <a:solidFill>
                  <a:srgbClr val="595959">
                    <a:alpha val="100000"/>
                  </a:srgbClr>
                </a:solidFill>
                <a:latin typeface="Source Han Sans"/>
                <a:ea typeface="Source Han Sans"/>
                <a:cs typeface="Source Han Sans"/>
              </a:rPr>
              <a:t>timescale 指令用于指定仿真时间单位和精度，格式为 `timescale time_unit / time_precision。
timescale 指令通常放在每个 Verilog 文件的开头。</a:t>
            </a:r>
            <a:endParaRPr kumimoji="1" lang="zh-CN" altLang="en-US"/>
          </a:p>
        </p:txBody>
      </p:sp>
      <p:sp>
        <p:nvSpPr>
          <p:cNvPr id="11" name="标题 1"/>
          <p:cNvSpPr txBox="1"/>
          <p:nvPr/>
        </p:nvSpPr>
        <p:spPr>
          <a:xfrm>
            <a:off x="2120187" y="1724459"/>
            <a:ext cx="468000" cy="468000"/>
          </a:xfrm>
          <a:custGeom>
            <a:avLst/>
            <a:gdLst>
              <a:gd name="connsiteX0" fmla="*/ 438553 w 720000"/>
              <a:gd name="connsiteY0" fmla="*/ 189601 h 720000"/>
              <a:gd name="connsiteX1" fmla="*/ 503636 w 720000"/>
              <a:gd name="connsiteY1" fmla="*/ 216365 h 720000"/>
              <a:gd name="connsiteX2" fmla="*/ 503636 w 720000"/>
              <a:gd name="connsiteY2" fmla="*/ 346445 h 720000"/>
              <a:gd name="connsiteX3" fmla="*/ 362260 w 720000"/>
              <a:gd name="connsiteY3" fmla="*/ 487907 h 720000"/>
              <a:gd name="connsiteX4" fmla="*/ 191861 w 720000"/>
              <a:gd name="connsiteY4" fmla="*/ 528226 h 720000"/>
              <a:gd name="connsiteX5" fmla="*/ 232180 w 720000"/>
              <a:gd name="connsiteY5" fmla="*/ 357827 h 720000"/>
              <a:gd name="connsiteX6" fmla="*/ 373556 w 720000"/>
              <a:gd name="connsiteY6" fmla="*/ 216452 h 720000"/>
              <a:gd name="connsiteX7" fmla="*/ 438553 w 720000"/>
              <a:gd name="connsiteY7" fmla="*/ 189601 h 720000"/>
              <a:gd name="connsiteX8" fmla="*/ 438553 w 720000"/>
              <a:gd name="connsiteY8" fmla="*/ 141636 h 720000"/>
              <a:gd name="connsiteX9" fmla="*/ 339581 w 720000"/>
              <a:gd name="connsiteY9" fmla="*/ 182476 h 720000"/>
              <a:gd name="connsiteX10" fmla="*/ 198205 w 720000"/>
              <a:gd name="connsiteY10" fmla="*/ 323852 h 720000"/>
              <a:gd name="connsiteX11" fmla="*/ 141637 w 720000"/>
              <a:gd name="connsiteY11" fmla="*/ 578364 h 720000"/>
              <a:gd name="connsiteX12" fmla="*/ 396149 w 720000"/>
              <a:gd name="connsiteY12" fmla="*/ 521796 h 720000"/>
              <a:gd name="connsiteX13" fmla="*/ 537524 w 720000"/>
              <a:gd name="connsiteY13" fmla="*/ 380420 h 720000"/>
              <a:gd name="connsiteX14" fmla="*/ 537524 w 720000"/>
              <a:gd name="connsiteY14" fmla="*/ 182476 h 720000"/>
              <a:gd name="connsiteX15" fmla="*/ 438553 w 720000"/>
              <a:gd name="connsiteY15" fmla="*/ 141636 h 720000"/>
              <a:gd name="connsiteX16" fmla="*/ 120000 w 720000"/>
              <a:gd name="connsiteY16" fmla="*/ 0 h 720000"/>
              <a:gd name="connsiteX17" fmla="*/ 600000 w 720000"/>
              <a:gd name="connsiteY17" fmla="*/ 0 h 720000"/>
              <a:gd name="connsiteX18" fmla="*/ 720000 w 720000"/>
              <a:gd name="connsiteY18" fmla="*/ 120000 h 720000"/>
              <a:gd name="connsiteX19" fmla="*/ 720000 w 720000"/>
              <a:gd name="connsiteY19" fmla="*/ 600000 h 720000"/>
              <a:gd name="connsiteX20" fmla="*/ 600000 w 720000"/>
              <a:gd name="connsiteY20" fmla="*/ 720000 h 720000"/>
              <a:gd name="connsiteX21" fmla="*/ 120000 w 720000"/>
              <a:gd name="connsiteY21" fmla="*/ 720000 h 720000"/>
              <a:gd name="connsiteX22" fmla="*/ 0 w 720000"/>
              <a:gd name="connsiteY22" fmla="*/ 600000 h 720000"/>
              <a:gd name="connsiteX23" fmla="*/ 0 w 720000"/>
              <a:gd name="connsiteY23" fmla="*/ 120000 h 720000"/>
              <a:gd name="connsiteX24" fmla="*/ 120000 w 720000"/>
              <a:gd name="connsiteY24" fmla="*/ 0 h 720000"/>
            </a:gdLst>
            <a:ahLst/>
            <a:cxnLst/>
            <a:rect l="l" t="t" r="r" b="b"/>
            <a:pathLst>
              <a:path w="720000" h="720000">
                <a:moveTo>
                  <a:pt x="438553" y="189601"/>
                </a:moveTo>
                <a:cubicBezTo>
                  <a:pt x="463230" y="189601"/>
                  <a:pt x="486344" y="199073"/>
                  <a:pt x="503636" y="216365"/>
                </a:cubicBezTo>
                <a:cubicBezTo>
                  <a:pt x="539523" y="252252"/>
                  <a:pt x="539523" y="310557"/>
                  <a:pt x="503636" y="346445"/>
                </a:cubicBezTo>
                <a:lnTo>
                  <a:pt x="362260" y="487907"/>
                </a:lnTo>
                <a:cubicBezTo>
                  <a:pt x="342622" y="507545"/>
                  <a:pt x="266503" y="522665"/>
                  <a:pt x="191861" y="528226"/>
                </a:cubicBezTo>
                <a:cubicBezTo>
                  <a:pt x="197336" y="453584"/>
                  <a:pt x="212456" y="377465"/>
                  <a:pt x="232180" y="357827"/>
                </a:cubicBezTo>
                <a:lnTo>
                  <a:pt x="373556" y="216452"/>
                </a:lnTo>
                <a:cubicBezTo>
                  <a:pt x="390761" y="199073"/>
                  <a:pt x="413875" y="189601"/>
                  <a:pt x="438553" y="189601"/>
                </a:cubicBezTo>
                <a:close/>
                <a:moveTo>
                  <a:pt x="438553" y="141636"/>
                </a:moveTo>
                <a:cubicBezTo>
                  <a:pt x="402666" y="141636"/>
                  <a:pt x="366778" y="155278"/>
                  <a:pt x="339581" y="182476"/>
                </a:cubicBezTo>
                <a:lnTo>
                  <a:pt x="198205" y="323852"/>
                </a:lnTo>
                <a:cubicBezTo>
                  <a:pt x="143723" y="378335"/>
                  <a:pt x="141637" y="578364"/>
                  <a:pt x="141637" y="578364"/>
                </a:cubicBezTo>
                <a:cubicBezTo>
                  <a:pt x="141637" y="578364"/>
                  <a:pt x="341753" y="576278"/>
                  <a:pt x="396149" y="521796"/>
                </a:cubicBezTo>
                <a:lnTo>
                  <a:pt x="537524" y="380420"/>
                </a:lnTo>
                <a:cubicBezTo>
                  <a:pt x="592007" y="325938"/>
                  <a:pt x="592007" y="236872"/>
                  <a:pt x="537524" y="182476"/>
                </a:cubicBezTo>
                <a:cubicBezTo>
                  <a:pt x="510327" y="155191"/>
                  <a:pt x="474440" y="141636"/>
                  <a:pt x="438553" y="141636"/>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bg1"/>
          </a:solidFill>
          <a:ln cap="sq">
            <a:noFill/>
            <a:prstDash val="solid"/>
            <a:miter/>
          </a:ln>
        </p:spPr>
        <p:txBody>
          <a:bodyPr vert="horz" wrap="square" lIns="0" tIns="0" rIns="0" bIns="0" rtlCol="0" anchor="ctr"/>
          <a:lstStyle/>
          <a:p>
            <a:pPr algn="l">
              <a:lnSpc>
                <a:spcPct val="110000"/>
              </a:lnSpc>
            </a:pPr>
            <a:endParaRPr kumimoji="1" lang="zh-CN" altLang="en-US"/>
          </a:p>
        </p:txBody>
      </p:sp>
      <p:sp>
        <p:nvSpPr>
          <p:cNvPr id="12" name="标题 1"/>
          <p:cNvSpPr txBox="1"/>
          <p:nvPr/>
        </p:nvSpPr>
        <p:spPr>
          <a:xfrm>
            <a:off x="4692279" y="2987157"/>
            <a:ext cx="2794746" cy="792000"/>
          </a:xfrm>
          <a:prstGeom prst="rect">
            <a:avLst/>
          </a:prstGeom>
          <a:noFill/>
          <a:ln>
            <a:noFill/>
          </a:ln>
        </p:spPr>
        <p:txBody>
          <a:bodyPr vert="horz" wrap="square" lIns="0" tIns="0" rIns="0" bIns="0" rtlCol="0" anchor="ctr"/>
          <a:lstStyle/>
          <a:p>
            <a:pPr algn="ctr">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时间单位和精度的作用</a:t>
            </a:r>
            <a:endParaRPr kumimoji="1" lang="zh-CN" altLang="en-US"/>
          </a:p>
        </p:txBody>
      </p:sp>
      <p:sp>
        <p:nvSpPr>
          <p:cNvPr id="13" name="标题 1"/>
          <p:cNvSpPr txBox="1"/>
          <p:nvPr/>
        </p:nvSpPr>
        <p:spPr>
          <a:xfrm>
            <a:off x="4692279" y="3809834"/>
            <a:ext cx="2794746" cy="1800000"/>
          </a:xfrm>
          <a:prstGeom prst="rect">
            <a:avLst/>
          </a:prstGeom>
          <a:noFill/>
          <a:ln>
            <a:noFill/>
          </a:ln>
        </p:spPr>
        <p:txBody>
          <a:bodyPr vert="horz" wrap="square" lIns="0" tIns="0" rIns="0" bIns="0" rtlCol="0" anchor="t"/>
          <a:lstStyle/>
          <a:p>
            <a:pPr algn="ctr">
              <a:lnSpc>
                <a:spcPct val="150000"/>
              </a:lnSpc>
            </a:pPr>
            <a:r>
              <a:rPr kumimoji="1" lang="en-US" altLang="zh-CN" sz="1400">
                <a:ln w="12700">
                  <a:noFill/>
                </a:ln>
                <a:solidFill>
                  <a:srgbClr val="595959">
                    <a:alpha val="100000"/>
                  </a:srgbClr>
                </a:solidFill>
                <a:latin typeface="Source Han Sans"/>
                <a:ea typeface="Source Han Sans"/>
                <a:cs typeface="Source Han Sans"/>
              </a:rPr>
              <a:t>时间单位和精度用于仿真验证，确保仿真结果的准确性。
时间单位和精度的选择应根据设计需求和仿真精度要求决定。</a:t>
            </a:r>
            <a:endParaRPr kumimoji="1" lang="zh-CN" altLang="en-US"/>
          </a:p>
        </p:txBody>
      </p:sp>
      <p:sp>
        <p:nvSpPr>
          <p:cNvPr id="14" name="标题 1"/>
          <p:cNvSpPr txBox="1"/>
          <p:nvPr/>
        </p:nvSpPr>
        <p:spPr>
          <a:xfrm>
            <a:off x="5831549" y="1724459"/>
            <a:ext cx="516207" cy="468000"/>
          </a:xfrm>
          <a:custGeom>
            <a:avLst/>
            <a:gdLst>
              <a:gd name="connsiteX0" fmla="*/ 31770 w 794163"/>
              <a:gd name="connsiteY0" fmla="*/ 656460 h 720001"/>
              <a:gd name="connsiteX1" fmla="*/ 762297 w 794163"/>
              <a:gd name="connsiteY1" fmla="*/ 656460 h 720001"/>
              <a:gd name="connsiteX2" fmla="*/ 794163 w 794163"/>
              <a:gd name="connsiteY2" fmla="*/ 688230 h 720001"/>
              <a:gd name="connsiteX3" fmla="*/ 762392 w 794163"/>
              <a:gd name="connsiteY3" fmla="*/ 720001 h 720001"/>
              <a:gd name="connsiteX4" fmla="*/ 31770 w 794163"/>
              <a:gd name="connsiteY4" fmla="*/ 720001 h 720001"/>
              <a:gd name="connsiteX5" fmla="*/ 0 w 794163"/>
              <a:gd name="connsiteY5" fmla="*/ 688230 h 720001"/>
              <a:gd name="connsiteX6" fmla="*/ 31770 w 794163"/>
              <a:gd name="connsiteY6" fmla="*/ 656460 h 720001"/>
              <a:gd name="connsiteX7" fmla="*/ 613493 w 794163"/>
              <a:gd name="connsiteY7" fmla="*/ 317608 h 720001"/>
              <a:gd name="connsiteX8" fmla="*/ 710048 w 794163"/>
              <a:gd name="connsiteY8" fmla="*/ 317608 h 720001"/>
              <a:gd name="connsiteX9" fmla="*/ 767655 w 794163"/>
              <a:gd name="connsiteY9" fmla="*/ 375216 h 720001"/>
              <a:gd name="connsiteX10" fmla="*/ 767655 w 794163"/>
              <a:gd name="connsiteY10" fmla="*/ 524689 h 720001"/>
              <a:gd name="connsiteX11" fmla="*/ 710048 w 794163"/>
              <a:gd name="connsiteY11" fmla="*/ 582297 h 720001"/>
              <a:gd name="connsiteX12" fmla="*/ 613493 w 794163"/>
              <a:gd name="connsiteY12" fmla="*/ 582297 h 720001"/>
              <a:gd name="connsiteX13" fmla="*/ 555885 w 794163"/>
              <a:gd name="connsiteY13" fmla="*/ 524689 h 720001"/>
              <a:gd name="connsiteX14" fmla="*/ 555885 w 794163"/>
              <a:gd name="connsiteY14" fmla="*/ 375216 h 720001"/>
              <a:gd name="connsiteX15" fmla="*/ 613493 w 794163"/>
              <a:gd name="connsiteY15" fmla="*/ 317608 h 720001"/>
              <a:gd name="connsiteX16" fmla="*/ 84019 w 794163"/>
              <a:gd name="connsiteY16" fmla="*/ 211770 h 720001"/>
              <a:gd name="connsiteX17" fmla="*/ 180574 w 794163"/>
              <a:gd name="connsiteY17" fmla="*/ 211770 h 720001"/>
              <a:gd name="connsiteX18" fmla="*/ 238182 w 794163"/>
              <a:gd name="connsiteY18" fmla="*/ 269282 h 720001"/>
              <a:gd name="connsiteX19" fmla="*/ 238182 w 794163"/>
              <a:gd name="connsiteY19" fmla="*/ 524785 h 720001"/>
              <a:gd name="connsiteX20" fmla="*/ 180574 w 794163"/>
              <a:gd name="connsiteY20" fmla="*/ 582393 h 720001"/>
              <a:gd name="connsiteX21" fmla="*/ 84019 w 794163"/>
              <a:gd name="connsiteY21" fmla="*/ 582393 h 720001"/>
              <a:gd name="connsiteX22" fmla="*/ 26411 w 794163"/>
              <a:gd name="connsiteY22" fmla="*/ 524785 h 720001"/>
              <a:gd name="connsiteX23" fmla="*/ 26411 w 794163"/>
              <a:gd name="connsiteY23" fmla="*/ 269378 h 720001"/>
              <a:gd name="connsiteX24" fmla="*/ 84019 w 794163"/>
              <a:gd name="connsiteY24" fmla="*/ 211770 h 720001"/>
              <a:gd name="connsiteX25" fmla="*/ 348708 w 794163"/>
              <a:gd name="connsiteY25" fmla="*/ 0 h 720001"/>
              <a:gd name="connsiteX26" fmla="*/ 445359 w 794163"/>
              <a:gd name="connsiteY26" fmla="*/ 0 h 720001"/>
              <a:gd name="connsiteX27" fmla="*/ 502871 w 794163"/>
              <a:gd name="connsiteY27" fmla="*/ 57607 h 720001"/>
              <a:gd name="connsiteX28" fmla="*/ 502871 w 794163"/>
              <a:gd name="connsiteY28" fmla="*/ 524785 h 720001"/>
              <a:gd name="connsiteX29" fmla="*/ 445263 w 794163"/>
              <a:gd name="connsiteY29" fmla="*/ 582393 h 720001"/>
              <a:gd name="connsiteX30" fmla="*/ 348708 w 794163"/>
              <a:gd name="connsiteY30" fmla="*/ 582393 h 720001"/>
              <a:gd name="connsiteX31" fmla="*/ 291100 w 794163"/>
              <a:gd name="connsiteY31" fmla="*/ 524785 h 720001"/>
              <a:gd name="connsiteX32" fmla="*/ 291100 w 794163"/>
              <a:gd name="connsiteY32" fmla="*/ 57607 h 720001"/>
              <a:gd name="connsiteX33" fmla="*/ 348708 w 794163"/>
              <a:gd name="connsiteY33" fmla="*/ 0 h 720001"/>
            </a:gdLst>
            <a:ahLst/>
            <a:cxnLst/>
            <a:rect l="l" t="t" r="r" b="b"/>
            <a:pathLst>
              <a:path w="794163" h="720001">
                <a:moveTo>
                  <a:pt x="31770" y="656460"/>
                </a:moveTo>
                <a:lnTo>
                  <a:pt x="762297" y="656460"/>
                </a:lnTo>
                <a:cubicBezTo>
                  <a:pt x="779904" y="656460"/>
                  <a:pt x="794067" y="670622"/>
                  <a:pt x="794163" y="688230"/>
                </a:cubicBezTo>
                <a:cubicBezTo>
                  <a:pt x="794163" y="705742"/>
                  <a:pt x="779904" y="720001"/>
                  <a:pt x="762392" y="720001"/>
                </a:cubicBezTo>
                <a:lnTo>
                  <a:pt x="31770" y="720001"/>
                </a:lnTo>
                <a:cubicBezTo>
                  <a:pt x="14258" y="720001"/>
                  <a:pt x="0" y="705742"/>
                  <a:pt x="0" y="688230"/>
                </a:cubicBezTo>
                <a:cubicBezTo>
                  <a:pt x="0" y="670718"/>
                  <a:pt x="14258" y="656460"/>
                  <a:pt x="31770" y="656460"/>
                </a:cubicBezTo>
                <a:close/>
                <a:moveTo>
                  <a:pt x="613493" y="317608"/>
                </a:moveTo>
                <a:lnTo>
                  <a:pt x="710048" y="317608"/>
                </a:lnTo>
                <a:cubicBezTo>
                  <a:pt x="741818" y="317608"/>
                  <a:pt x="767655" y="343445"/>
                  <a:pt x="767655" y="375216"/>
                </a:cubicBezTo>
                <a:lnTo>
                  <a:pt x="767655" y="524689"/>
                </a:lnTo>
                <a:cubicBezTo>
                  <a:pt x="767655" y="556364"/>
                  <a:pt x="741723" y="582297"/>
                  <a:pt x="710048" y="582297"/>
                </a:cubicBezTo>
                <a:lnTo>
                  <a:pt x="613493" y="582297"/>
                </a:lnTo>
                <a:cubicBezTo>
                  <a:pt x="581818" y="582297"/>
                  <a:pt x="555885" y="556364"/>
                  <a:pt x="555885" y="524689"/>
                </a:cubicBezTo>
                <a:lnTo>
                  <a:pt x="555885" y="375216"/>
                </a:lnTo>
                <a:cubicBezTo>
                  <a:pt x="555885" y="343349"/>
                  <a:pt x="581722" y="317608"/>
                  <a:pt x="613493" y="317608"/>
                </a:cubicBezTo>
                <a:close/>
                <a:moveTo>
                  <a:pt x="84019" y="211770"/>
                </a:moveTo>
                <a:lnTo>
                  <a:pt x="180574" y="211770"/>
                </a:lnTo>
                <a:cubicBezTo>
                  <a:pt x="212440" y="211770"/>
                  <a:pt x="238182" y="237512"/>
                  <a:pt x="238182" y="269282"/>
                </a:cubicBezTo>
                <a:lnTo>
                  <a:pt x="238182" y="524785"/>
                </a:lnTo>
                <a:cubicBezTo>
                  <a:pt x="238182" y="556460"/>
                  <a:pt x="212248" y="582393"/>
                  <a:pt x="180574" y="582393"/>
                </a:cubicBezTo>
                <a:lnTo>
                  <a:pt x="84019" y="582393"/>
                </a:lnTo>
                <a:cubicBezTo>
                  <a:pt x="52344" y="582393"/>
                  <a:pt x="26411" y="556460"/>
                  <a:pt x="26411" y="524785"/>
                </a:cubicBezTo>
                <a:lnTo>
                  <a:pt x="26411" y="269378"/>
                </a:lnTo>
                <a:cubicBezTo>
                  <a:pt x="26411" y="237512"/>
                  <a:pt x="52248" y="211770"/>
                  <a:pt x="84019" y="211770"/>
                </a:cubicBezTo>
                <a:close/>
                <a:moveTo>
                  <a:pt x="348708" y="0"/>
                </a:moveTo>
                <a:lnTo>
                  <a:pt x="445359" y="0"/>
                </a:lnTo>
                <a:cubicBezTo>
                  <a:pt x="477129" y="0"/>
                  <a:pt x="502871" y="25741"/>
                  <a:pt x="502871" y="57607"/>
                </a:cubicBezTo>
                <a:lnTo>
                  <a:pt x="502871" y="524785"/>
                </a:lnTo>
                <a:cubicBezTo>
                  <a:pt x="502871" y="556460"/>
                  <a:pt x="476937" y="582393"/>
                  <a:pt x="445263" y="582393"/>
                </a:cubicBezTo>
                <a:lnTo>
                  <a:pt x="348708" y="582393"/>
                </a:lnTo>
                <a:cubicBezTo>
                  <a:pt x="317033" y="582393"/>
                  <a:pt x="291100" y="556460"/>
                  <a:pt x="291100" y="524785"/>
                </a:cubicBezTo>
                <a:lnTo>
                  <a:pt x="291100" y="57607"/>
                </a:lnTo>
                <a:cubicBezTo>
                  <a:pt x="291100" y="25741"/>
                  <a:pt x="316937" y="0"/>
                  <a:pt x="348708" y="0"/>
                </a:cubicBezTo>
                <a:close/>
              </a:path>
            </a:pathLst>
          </a:custGeom>
          <a:solidFill>
            <a:schemeClr val="bg1"/>
          </a:solidFill>
          <a:ln cap="sq">
            <a:noFill/>
            <a:prstDash val="solid"/>
            <a:miter/>
          </a:ln>
        </p:spPr>
        <p:txBody>
          <a:bodyPr vert="horz" wrap="square" lIns="0" tIns="0" rIns="0" bIns="0" rtlCol="0" anchor="ctr"/>
          <a:lstStyle/>
          <a:p>
            <a:pPr algn="l">
              <a:lnSpc>
                <a:spcPct val="110000"/>
              </a:lnSpc>
            </a:pPr>
            <a:endParaRPr kumimoji="1" lang="zh-CN" altLang="en-US"/>
          </a:p>
        </p:txBody>
      </p:sp>
      <p:sp>
        <p:nvSpPr>
          <p:cNvPr id="15" name="标题 1"/>
          <p:cNvSpPr txBox="1"/>
          <p:nvPr/>
        </p:nvSpPr>
        <p:spPr>
          <a:xfrm>
            <a:off x="8427742" y="2987157"/>
            <a:ext cx="2794746" cy="792000"/>
          </a:xfrm>
          <a:prstGeom prst="rect">
            <a:avLst/>
          </a:prstGeom>
          <a:noFill/>
          <a:ln>
            <a:noFill/>
          </a:ln>
        </p:spPr>
        <p:txBody>
          <a:bodyPr vert="horz" wrap="square" lIns="0" tIns="0" rIns="0" bIns="0" rtlCol="0" anchor="ctr"/>
          <a:lstStyle/>
          <a:p>
            <a:pPr algn="ctr">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时间单位和精度的注意事项</a:t>
            </a:r>
            <a:endParaRPr kumimoji="1" lang="zh-CN" altLang="en-US"/>
          </a:p>
        </p:txBody>
      </p:sp>
      <p:sp>
        <p:nvSpPr>
          <p:cNvPr id="16" name="标题 1"/>
          <p:cNvSpPr txBox="1"/>
          <p:nvPr/>
        </p:nvSpPr>
        <p:spPr>
          <a:xfrm>
            <a:off x="8427742" y="3809834"/>
            <a:ext cx="2794746" cy="1800000"/>
          </a:xfrm>
          <a:prstGeom prst="rect">
            <a:avLst/>
          </a:prstGeom>
          <a:noFill/>
          <a:ln>
            <a:noFill/>
          </a:ln>
        </p:spPr>
        <p:txBody>
          <a:bodyPr vert="horz" wrap="square" lIns="0" tIns="0" rIns="0" bIns="0" rtlCol="0" anchor="t"/>
          <a:lstStyle/>
          <a:p>
            <a:pPr algn="ctr">
              <a:lnSpc>
                <a:spcPct val="150000"/>
              </a:lnSpc>
            </a:pPr>
            <a:r>
              <a:rPr kumimoji="1" lang="en-US" altLang="zh-CN" sz="1400">
                <a:ln w="12700">
                  <a:noFill/>
                </a:ln>
                <a:solidFill>
                  <a:srgbClr val="595959">
                    <a:alpha val="100000"/>
                  </a:srgbClr>
                </a:solidFill>
                <a:latin typeface="Source Han Sans"/>
                <a:ea typeface="Source Han Sans"/>
                <a:cs typeface="Source Han Sans"/>
              </a:rPr>
              <a:t>在可综合的 RTL 代码中，应避免使用 timescale 指令。
timescale 指令主要用于仿真验证。</a:t>
            </a:r>
            <a:endParaRPr kumimoji="1" lang="zh-CN" altLang="en-US"/>
          </a:p>
        </p:txBody>
      </p:sp>
      <p:sp>
        <p:nvSpPr>
          <p:cNvPr id="17" name="标题 1"/>
          <p:cNvSpPr txBox="1"/>
          <p:nvPr/>
        </p:nvSpPr>
        <p:spPr>
          <a:xfrm>
            <a:off x="9591115" y="1732008"/>
            <a:ext cx="468000" cy="452901"/>
          </a:xfrm>
          <a:custGeom>
            <a:avLst/>
            <a:gdLst>
              <a:gd name="connsiteX0" fmla="*/ 311954 w 744004"/>
              <a:gd name="connsiteY0" fmla="*/ 337123 h 720001"/>
              <a:gd name="connsiteX1" fmla="*/ 168770 w 744004"/>
              <a:gd name="connsiteY1" fmla="*/ 337123 h 720001"/>
              <a:gd name="connsiteX2" fmla="*/ 49673 w 744004"/>
              <a:gd name="connsiteY2" fmla="*/ 287618 h 720001"/>
              <a:gd name="connsiteX3" fmla="*/ 167 w 744004"/>
              <a:gd name="connsiteY3" fmla="*/ 168520 h 720001"/>
              <a:gd name="connsiteX4" fmla="*/ 49590 w 744004"/>
              <a:gd name="connsiteY4" fmla="*/ 49507 h 720001"/>
              <a:gd name="connsiteX5" fmla="*/ 168687 w 744004"/>
              <a:gd name="connsiteY5" fmla="*/ 0 h 720001"/>
              <a:gd name="connsiteX6" fmla="*/ 287784 w 744004"/>
              <a:gd name="connsiteY6" fmla="*/ 49507 h 720001"/>
              <a:gd name="connsiteX7" fmla="*/ 337290 w 744004"/>
              <a:gd name="connsiteY7" fmla="*/ 168604 h 720001"/>
              <a:gd name="connsiteX8" fmla="*/ 337290 w 744004"/>
              <a:gd name="connsiteY8" fmla="*/ 311787 h 720001"/>
              <a:gd name="connsiteX9" fmla="*/ 311954 w 744004"/>
              <a:gd name="connsiteY9" fmla="*/ 337123 h 720001"/>
              <a:gd name="connsiteX10" fmla="*/ 575401 w 744004"/>
              <a:gd name="connsiteY10" fmla="*/ 337207 h 720001"/>
              <a:gd name="connsiteX11" fmla="*/ 432218 w 744004"/>
              <a:gd name="connsiteY11" fmla="*/ 337207 h 720001"/>
              <a:gd name="connsiteX12" fmla="*/ 406882 w 744004"/>
              <a:gd name="connsiteY12" fmla="*/ 311870 h 720001"/>
              <a:gd name="connsiteX13" fmla="*/ 406882 w 744004"/>
              <a:gd name="connsiteY13" fmla="*/ 168687 h 720001"/>
              <a:gd name="connsiteX14" fmla="*/ 456387 w 744004"/>
              <a:gd name="connsiteY14" fmla="*/ 49590 h 720001"/>
              <a:gd name="connsiteX15" fmla="*/ 575401 w 744004"/>
              <a:gd name="connsiteY15" fmla="*/ 0 h 720001"/>
              <a:gd name="connsiteX16" fmla="*/ 694498 w 744004"/>
              <a:gd name="connsiteY16" fmla="*/ 49507 h 720001"/>
              <a:gd name="connsiteX17" fmla="*/ 744004 w 744004"/>
              <a:gd name="connsiteY17" fmla="*/ 168604 h 720001"/>
              <a:gd name="connsiteX18" fmla="*/ 694498 w 744004"/>
              <a:gd name="connsiteY18" fmla="*/ 287701 h 720001"/>
              <a:gd name="connsiteX19" fmla="*/ 575401 w 744004"/>
              <a:gd name="connsiteY19" fmla="*/ 337207 h 720001"/>
              <a:gd name="connsiteX20" fmla="*/ 168604 w 744004"/>
              <a:gd name="connsiteY20" fmla="*/ 720001 h 720001"/>
              <a:gd name="connsiteX21" fmla="*/ 49507 w 744004"/>
              <a:gd name="connsiteY21" fmla="*/ 670495 h 720001"/>
              <a:gd name="connsiteX22" fmla="*/ 0 w 744004"/>
              <a:gd name="connsiteY22" fmla="*/ 551398 h 720001"/>
              <a:gd name="connsiteX23" fmla="*/ 49507 w 744004"/>
              <a:gd name="connsiteY23" fmla="*/ 432301 h 720001"/>
              <a:gd name="connsiteX24" fmla="*/ 168687 w 744004"/>
              <a:gd name="connsiteY24" fmla="*/ 382879 h 720001"/>
              <a:gd name="connsiteX25" fmla="*/ 311871 w 744004"/>
              <a:gd name="connsiteY25" fmla="*/ 382879 h 720001"/>
              <a:gd name="connsiteX26" fmla="*/ 337207 w 744004"/>
              <a:gd name="connsiteY26" fmla="*/ 408215 h 720001"/>
              <a:gd name="connsiteX27" fmla="*/ 337207 w 744004"/>
              <a:gd name="connsiteY27" fmla="*/ 551398 h 720001"/>
              <a:gd name="connsiteX28" fmla="*/ 287701 w 744004"/>
              <a:gd name="connsiteY28" fmla="*/ 670495 h 720001"/>
              <a:gd name="connsiteX29" fmla="*/ 168604 w 744004"/>
              <a:gd name="connsiteY29" fmla="*/ 720001 h 720001"/>
              <a:gd name="connsiteX30" fmla="*/ 575401 w 744004"/>
              <a:gd name="connsiteY30" fmla="*/ 720001 h 720001"/>
              <a:gd name="connsiteX31" fmla="*/ 456304 w 744004"/>
              <a:gd name="connsiteY31" fmla="*/ 670495 h 720001"/>
              <a:gd name="connsiteX32" fmla="*/ 406798 w 744004"/>
              <a:gd name="connsiteY32" fmla="*/ 551398 h 720001"/>
              <a:gd name="connsiteX33" fmla="*/ 406798 w 744004"/>
              <a:gd name="connsiteY33" fmla="*/ 408215 h 720001"/>
              <a:gd name="connsiteX34" fmla="*/ 432218 w 744004"/>
              <a:gd name="connsiteY34" fmla="*/ 382879 h 720001"/>
              <a:gd name="connsiteX35" fmla="*/ 575401 w 744004"/>
              <a:gd name="connsiteY35" fmla="*/ 382879 h 720001"/>
              <a:gd name="connsiteX36" fmla="*/ 694498 w 744004"/>
              <a:gd name="connsiteY36" fmla="*/ 432385 h 720001"/>
              <a:gd name="connsiteX37" fmla="*/ 744004 w 744004"/>
              <a:gd name="connsiteY37" fmla="*/ 551398 h 720001"/>
              <a:gd name="connsiteX38" fmla="*/ 694498 w 744004"/>
              <a:gd name="connsiteY38" fmla="*/ 670495 h 720001"/>
              <a:gd name="connsiteX39" fmla="*/ 575401 w 744004"/>
              <a:gd name="connsiteY39" fmla="*/ 720001 h 720001"/>
            </a:gdLst>
            <a:ahLst/>
            <a:cxnLst/>
            <a:rect l="l" t="t" r="r" b="b"/>
            <a:pathLst>
              <a:path w="744004" h="720001">
                <a:moveTo>
                  <a:pt x="311954" y="337123"/>
                </a:moveTo>
                <a:lnTo>
                  <a:pt x="168770" y="337123"/>
                </a:lnTo>
                <a:cubicBezTo>
                  <a:pt x="123932" y="337123"/>
                  <a:pt x="81594" y="319538"/>
                  <a:pt x="49673" y="287618"/>
                </a:cubicBezTo>
                <a:cubicBezTo>
                  <a:pt x="17753" y="255697"/>
                  <a:pt x="167" y="213442"/>
                  <a:pt x="167" y="168520"/>
                </a:cubicBezTo>
                <a:cubicBezTo>
                  <a:pt x="167" y="123598"/>
                  <a:pt x="17669" y="81427"/>
                  <a:pt x="49590" y="49507"/>
                </a:cubicBezTo>
                <a:cubicBezTo>
                  <a:pt x="81510" y="17586"/>
                  <a:pt x="123848" y="0"/>
                  <a:pt x="168687" y="0"/>
                </a:cubicBezTo>
                <a:cubicBezTo>
                  <a:pt x="213526" y="0"/>
                  <a:pt x="255864" y="17586"/>
                  <a:pt x="287784" y="49507"/>
                </a:cubicBezTo>
                <a:cubicBezTo>
                  <a:pt x="319705" y="81427"/>
                  <a:pt x="337290" y="123682"/>
                  <a:pt x="337290" y="168604"/>
                </a:cubicBezTo>
                <a:lnTo>
                  <a:pt x="337290" y="311787"/>
                </a:lnTo>
                <a:cubicBezTo>
                  <a:pt x="337290" y="325789"/>
                  <a:pt x="325956" y="337123"/>
                  <a:pt x="311954" y="337123"/>
                </a:cubicBezTo>
                <a:close/>
                <a:moveTo>
                  <a:pt x="575401" y="337207"/>
                </a:moveTo>
                <a:lnTo>
                  <a:pt x="432218" y="337207"/>
                </a:lnTo>
                <a:cubicBezTo>
                  <a:pt x="418216" y="337207"/>
                  <a:pt x="406882" y="325872"/>
                  <a:pt x="406882" y="311870"/>
                </a:cubicBezTo>
                <a:lnTo>
                  <a:pt x="406882" y="168687"/>
                </a:lnTo>
                <a:cubicBezTo>
                  <a:pt x="406882" y="123849"/>
                  <a:pt x="424467" y="81510"/>
                  <a:pt x="456387" y="49590"/>
                </a:cubicBezTo>
                <a:cubicBezTo>
                  <a:pt x="488308" y="17669"/>
                  <a:pt x="530563" y="0"/>
                  <a:pt x="575401" y="0"/>
                </a:cubicBezTo>
                <a:cubicBezTo>
                  <a:pt x="620240" y="0"/>
                  <a:pt x="662578" y="17586"/>
                  <a:pt x="694498" y="49507"/>
                </a:cubicBezTo>
                <a:cubicBezTo>
                  <a:pt x="726419" y="81427"/>
                  <a:pt x="744004" y="123765"/>
                  <a:pt x="744004" y="168604"/>
                </a:cubicBezTo>
                <a:cubicBezTo>
                  <a:pt x="744004" y="213442"/>
                  <a:pt x="726419" y="255780"/>
                  <a:pt x="694498" y="287701"/>
                </a:cubicBezTo>
                <a:cubicBezTo>
                  <a:pt x="662578" y="319621"/>
                  <a:pt x="620323" y="337207"/>
                  <a:pt x="575401" y="337207"/>
                </a:cubicBezTo>
                <a:close/>
                <a:moveTo>
                  <a:pt x="168604" y="720001"/>
                </a:moveTo>
                <a:cubicBezTo>
                  <a:pt x="123682" y="720001"/>
                  <a:pt x="81427" y="702416"/>
                  <a:pt x="49507" y="670495"/>
                </a:cubicBezTo>
                <a:cubicBezTo>
                  <a:pt x="17586" y="638575"/>
                  <a:pt x="0" y="596320"/>
                  <a:pt x="0" y="551398"/>
                </a:cubicBezTo>
                <a:cubicBezTo>
                  <a:pt x="0" y="506476"/>
                  <a:pt x="17586" y="464221"/>
                  <a:pt x="49507" y="432301"/>
                </a:cubicBezTo>
                <a:cubicBezTo>
                  <a:pt x="81510" y="400464"/>
                  <a:pt x="123848" y="382879"/>
                  <a:pt x="168687" y="382879"/>
                </a:cubicBezTo>
                <a:lnTo>
                  <a:pt x="311871" y="382879"/>
                </a:lnTo>
                <a:cubicBezTo>
                  <a:pt x="325872" y="382879"/>
                  <a:pt x="337207" y="394297"/>
                  <a:pt x="337207" y="408215"/>
                </a:cubicBezTo>
                <a:lnTo>
                  <a:pt x="337207" y="551398"/>
                </a:lnTo>
                <a:cubicBezTo>
                  <a:pt x="337207" y="596237"/>
                  <a:pt x="319621" y="638575"/>
                  <a:pt x="287701" y="670495"/>
                </a:cubicBezTo>
                <a:cubicBezTo>
                  <a:pt x="255781" y="702416"/>
                  <a:pt x="213526" y="720001"/>
                  <a:pt x="168604" y="720001"/>
                </a:cubicBezTo>
                <a:close/>
                <a:moveTo>
                  <a:pt x="575401" y="720001"/>
                </a:moveTo>
                <a:cubicBezTo>
                  <a:pt x="530563" y="720001"/>
                  <a:pt x="488224" y="702416"/>
                  <a:pt x="456304" y="670495"/>
                </a:cubicBezTo>
                <a:cubicBezTo>
                  <a:pt x="424383" y="638575"/>
                  <a:pt x="406798" y="596320"/>
                  <a:pt x="406798" y="551398"/>
                </a:cubicBezTo>
                <a:lnTo>
                  <a:pt x="406798" y="408215"/>
                </a:lnTo>
                <a:cubicBezTo>
                  <a:pt x="406882" y="394213"/>
                  <a:pt x="418216" y="382879"/>
                  <a:pt x="432218" y="382879"/>
                </a:cubicBezTo>
                <a:lnTo>
                  <a:pt x="575401" y="382879"/>
                </a:lnTo>
                <a:cubicBezTo>
                  <a:pt x="620240" y="382879"/>
                  <a:pt x="662578" y="400464"/>
                  <a:pt x="694498" y="432385"/>
                </a:cubicBezTo>
                <a:cubicBezTo>
                  <a:pt x="726419" y="464305"/>
                  <a:pt x="744004" y="506560"/>
                  <a:pt x="744004" y="551398"/>
                </a:cubicBezTo>
                <a:cubicBezTo>
                  <a:pt x="744004" y="596237"/>
                  <a:pt x="726419" y="638575"/>
                  <a:pt x="694498" y="670495"/>
                </a:cubicBezTo>
                <a:cubicBezTo>
                  <a:pt x="662578" y="702416"/>
                  <a:pt x="620323" y="720001"/>
                  <a:pt x="575401" y="720001"/>
                </a:cubicBezTo>
                <a:close/>
              </a:path>
            </a:pathLst>
          </a:custGeom>
          <a:solidFill>
            <a:schemeClr val="bg1"/>
          </a:solidFill>
          <a:ln cap="sq">
            <a:noFill/>
            <a:prstDash val="solid"/>
            <a:miter/>
          </a:ln>
        </p:spPr>
        <p:txBody>
          <a:bodyPr vert="horz" wrap="square" lIns="0" tIns="0" rIns="0" bIns="0" rtlCol="0" anchor="ctr"/>
          <a:lstStyle/>
          <a:p>
            <a:pPr algn="l">
              <a:lnSpc>
                <a:spcPct val="110000"/>
              </a:lnSpc>
            </a:pPr>
            <a:endParaRPr kumimoji="1" lang="zh-CN" altLang="en-US"/>
          </a:p>
        </p:txBody>
      </p:sp>
      <p:sp>
        <p:nvSpPr>
          <p:cNvPr id="18" name="标题 1"/>
          <p:cNvSpPr txBox="1"/>
          <p:nvPr/>
        </p:nvSpPr>
        <p:spPr>
          <a:xfrm>
            <a:off x="660400" y="323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a:ea typeface="Source Han Sans CN Bold"/>
                <a:cs typeface="Source Han Sans CN Bold"/>
              </a:rPr>
              <a:t>时间单位和精度</a:t>
            </a:r>
            <a:endParaRPr kumimoji="1" lang="zh-CN" altLang="en-US"/>
          </a:p>
        </p:txBody>
      </p:sp>
      <p:cxnSp>
        <p:nvCxnSpPr>
          <p:cNvPr id="19" name="标题 1"/>
          <p:cNvCxnSpPr/>
          <p:nvPr/>
        </p:nvCxnSpPr>
        <p:spPr>
          <a:xfrm>
            <a:off x="0" y="958850"/>
            <a:ext cx="12122150" cy="0"/>
          </a:xfrm>
          <a:prstGeom prst="line">
            <a:avLst/>
          </a:prstGeom>
          <a:noFill/>
          <a:ln w="28575" cap="sq">
            <a:solidFill>
              <a:schemeClr val="accent1"/>
            </a:solidFill>
            <a:miter/>
          </a:ln>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695325" y="4509496"/>
            <a:ext cx="3049498" cy="1728000"/>
          </a:xfrm>
          <a:prstGeom prst="rect">
            <a:avLst/>
          </a:prstGeom>
          <a:noFill/>
          <a:ln>
            <a:noFill/>
          </a:ln>
        </p:spPr>
        <p:txBody>
          <a:bodyPr vert="horz" wrap="square" lIns="91440" tIns="45720" rIns="91440" bIns="45720" rtlCol="0" anchor="t"/>
          <a:lstStyle/>
          <a:p>
            <a:pPr algn="l">
              <a:lnSpc>
                <a:spcPct val="150000"/>
              </a:lnSpc>
            </a:pPr>
            <a:r>
              <a:rPr kumimoji="1" lang="en-US" altLang="zh-CN" sz="1400">
                <a:ln w="12700">
                  <a:noFill/>
                </a:ln>
                <a:solidFill>
                  <a:srgbClr val="262626">
                    <a:alpha val="100000"/>
                  </a:srgbClr>
                </a:solidFill>
                <a:latin typeface="Source Han Sans"/>
                <a:ea typeface="Source Han Sans"/>
                <a:cs typeface="Source Han Sans"/>
              </a:rPr>
              <a:t>连续赋值延迟使用 “assign #  delay output = input;”，当 input 变化时，output 会在 delay 个时间单位后更新。
连续赋值延迟用于模拟信号的传播延迟。</a:t>
            </a:r>
            <a:endParaRPr kumimoji="1" lang="zh-CN" altLang="en-US"/>
          </a:p>
        </p:txBody>
      </p:sp>
      <p:sp>
        <p:nvSpPr>
          <p:cNvPr id="4" name="标题 1"/>
          <p:cNvSpPr txBox="1"/>
          <p:nvPr/>
        </p:nvSpPr>
        <p:spPr>
          <a:xfrm>
            <a:off x="695325" y="3821802"/>
            <a:ext cx="3049498" cy="626139"/>
          </a:xfrm>
          <a:prstGeom prst="rect">
            <a:avLst/>
          </a:prstGeom>
          <a:noFill/>
          <a:ln>
            <a:noFill/>
          </a:ln>
        </p:spPr>
        <p:txBody>
          <a:bodyPr vert="horz" wrap="square" lIns="91440" tIns="45720" rIns="91440" bIns="45720" rtlCol="0" anchor="b"/>
          <a:lstStyle/>
          <a:p>
            <a:pPr algn="l">
              <a:lnSpc>
                <a:spcPct val="100000"/>
              </a:lnSpc>
            </a:pPr>
            <a:r>
              <a:rPr kumimoji="1" lang="en-US" altLang="zh-CN" sz="1600">
                <a:ln w="12700">
                  <a:noFill/>
                </a:ln>
                <a:solidFill>
                  <a:srgbClr val="262626">
                    <a:alpha val="100000"/>
                  </a:srgbClr>
                </a:solidFill>
                <a:latin typeface="Source Han Sans CN Bold"/>
                <a:ea typeface="Source Han Sans CN Bold"/>
                <a:cs typeface="Source Han Sans CN Bold"/>
              </a:rPr>
              <a:t>连续赋值延迟</a:t>
            </a:r>
            <a:endParaRPr kumimoji="1" lang="zh-CN" altLang="en-US"/>
          </a:p>
        </p:txBody>
      </p:sp>
      <p:sp>
        <p:nvSpPr>
          <p:cNvPr id="5" name="标题 1"/>
          <p:cNvSpPr txBox="1"/>
          <p:nvPr/>
        </p:nvSpPr>
        <p:spPr>
          <a:xfrm>
            <a:off x="4551452" y="4509496"/>
            <a:ext cx="3049498" cy="1728000"/>
          </a:xfrm>
          <a:prstGeom prst="rect">
            <a:avLst/>
          </a:prstGeom>
          <a:noFill/>
          <a:ln>
            <a:noFill/>
          </a:ln>
        </p:spPr>
        <p:txBody>
          <a:bodyPr vert="horz" wrap="square" lIns="91440" tIns="45720" rIns="91440" bIns="45720" rtlCol="0" anchor="t"/>
          <a:lstStyle/>
          <a:p>
            <a:pPr algn="l">
              <a:lnSpc>
                <a:spcPct val="150000"/>
              </a:lnSpc>
            </a:pPr>
            <a:r>
              <a:rPr kumimoji="1" lang="en-US" altLang="zh-CN" sz="1400" dirty="0" err="1">
                <a:ln w="12700">
                  <a:noFill/>
                </a:ln>
                <a:solidFill>
                  <a:srgbClr val="262626">
                    <a:alpha val="100000"/>
                  </a:srgbClr>
                </a:solidFill>
                <a:latin typeface="Source Han Sans"/>
                <a:ea typeface="Source Han Sans"/>
                <a:cs typeface="Source Han Sans"/>
              </a:rPr>
              <a:t>过程赋值延迟可以放在赋值符号的左侧或右侧，用于模拟信号的传播延迟</a:t>
            </a:r>
            <a:r>
              <a:rPr kumimoji="1" lang="en-US" altLang="zh-CN" sz="1400" dirty="0">
                <a:ln w="12700">
                  <a:noFill/>
                </a:ln>
                <a:solidFill>
                  <a:srgbClr val="262626">
                    <a:alpha val="100000"/>
                  </a:srgbClr>
                </a:solidFill>
                <a:latin typeface="Source Han Sans"/>
                <a:ea typeface="Source Han Sans"/>
                <a:cs typeface="Source Han Sans"/>
              </a:rPr>
              <a:t>。
</a:t>
            </a:r>
            <a:r>
              <a:rPr kumimoji="1" lang="en-US" altLang="zh-CN" sz="1400" dirty="0" err="1">
                <a:ln w="12700">
                  <a:noFill/>
                </a:ln>
                <a:solidFill>
                  <a:srgbClr val="262626">
                    <a:alpha val="100000"/>
                  </a:srgbClr>
                </a:solidFill>
                <a:latin typeface="Source Han Sans"/>
                <a:ea typeface="Source Han Sans"/>
                <a:cs typeface="Source Han Sans"/>
              </a:rPr>
              <a:t>过程赋值延迟的使用需注意延迟的放置位置</a:t>
            </a:r>
            <a:r>
              <a:rPr kumimoji="1" lang="en-US" altLang="zh-CN" sz="1400" dirty="0">
                <a:ln w="12700">
                  <a:noFill/>
                </a:ln>
                <a:solidFill>
                  <a:srgbClr val="262626">
                    <a:alpha val="100000"/>
                  </a:srgbClr>
                </a:solidFill>
                <a:latin typeface="Source Han Sans"/>
                <a:ea typeface="Source Han Sans"/>
                <a:cs typeface="Source Han Sans"/>
              </a:rPr>
              <a:t>。</a:t>
            </a:r>
            <a:endParaRPr kumimoji="1" lang="zh-CN" altLang="en-US" dirty="0"/>
          </a:p>
        </p:txBody>
      </p:sp>
      <p:sp>
        <p:nvSpPr>
          <p:cNvPr id="6" name="标题 1"/>
          <p:cNvSpPr txBox="1"/>
          <p:nvPr/>
        </p:nvSpPr>
        <p:spPr>
          <a:xfrm>
            <a:off x="4551452" y="3821802"/>
            <a:ext cx="3049498" cy="626139"/>
          </a:xfrm>
          <a:prstGeom prst="rect">
            <a:avLst/>
          </a:prstGeom>
          <a:noFill/>
          <a:ln>
            <a:noFill/>
          </a:ln>
        </p:spPr>
        <p:txBody>
          <a:bodyPr vert="horz" wrap="square" lIns="91440" tIns="45720" rIns="91440" bIns="45720" rtlCol="0" anchor="b"/>
          <a:lstStyle/>
          <a:p>
            <a:pPr algn="l">
              <a:lnSpc>
                <a:spcPct val="100000"/>
              </a:lnSpc>
            </a:pPr>
            <a:r>
              <a:rPr kumimoji="1" lang="en-US" altLang="zh-CN" sz="1600">
                <a:ln w="12700">
                  <a:noFill/>
                </a:ln>
                <a:solidFill>
                  <a:srgbClr val="262626">
                    <a:alpha val="100000"/>
                  </a:srgbClr>
                </a:solidFill>
                <a:latin typeface="Source Han Sans CN Bold"/>
                <a:ea typeface="Source Han Sans CN Bold"/>
                <a:cs typeface="Source Han Sans CN Bold"/>
              </a:rPr>
              <a:t>过程赋值延迟</a:t>
            </a:r>
            <a:endParaRPr kumimoji="1" lang="zh-CN" altLang="en-US"/>
          </a:p>
        </p:txBody>
      </p:sp>
      <p:sp>
        <p:nvSpPr>
          <p:cNvPr id="7" name="标题 1"/>
          <p:cNvSpPr txBox="1"/>
          <p:nvPr/>
        </p:nvSpPr>
        <p:spPr>
          <a:xfrm>
            <a:off x="8423736" y="4509496"/>
            <a:ext cx="3049498" cy="1728000"/>
          </a:xfrm>
          <a:prstGeom prst="rect">
            <a:avLst/>
          </a:prstGeom>
          <a:noFill/>
          <a:ln>
            <a:noFill/>
          </a:ln>
        </p:spPr>
        <p:txBody>
          <a:bodyPr vert="horz" wrap="square" lIns="91440" tIns="45720" rIns="91440" bIns="45720" rtlCol="0" anchor="t"/>
          <a:lstStyle/>
          <a:p>
            <a:pPr algn="l">
              <a:lnSpc>
                <a:spcPct val="150000"/>
              </a:lnSpc>
            </a:pPr>
            <a:r>
              <a:rPr kumimoji="1" lang="en-US" altLang="zh-CN" sz="1400">
                <a:ln w="12700">
                  <a:noFill/>
                </a:ln>
                <a:solidFill>
                  <a:srgbClr val="262626">
                    <a:alpha val="100000"/>
                  </a:srgbClr>
                </a:solidFill>
                <a:latin typeface="Source Han Sans"/>
                <a:ea typeface="Source Han Sans"/>
                <a:cs typeface="Source Han Sans"/>
              </a:rPr>
              <a:t>延迟主要用于测试平台中模拟门延迟或信号传播。
在可综合的 RTL 代码中，应避免使用延迟。</a:t>
            </a:r>
            <a:endParaRPr kumimoji="1" lang="zh-CN" altLang="en-US"/>
          </a:p>
        </p:txBody>
      </p:sp>
      <p:sp>
        <p:nvSpPr>
          <p:cNvPr id="8" name="标题 1"/>
          <p:cNvSpPr txBox="1"/>
          <p:nvPr/>
        </p:nvSpPr>
        <p:spPr>
          <a:xfrm>
            <a:off x="8423736" y="3821802"/>
            <a:ext cx="3049498" cy="626139"/>
          </a:xfrm>
          <a:prstGeom prst="rect">
            <a:avLst/>
          </a:prstGeom>
          <a:noFill/>
          <a:ln>
            <a:noFill/>
          </a:ln>
        </p:spPr>
        <p:txBody>
          <a:bodyPr vert="horz" wrap="square" lIns="91440" tIns="45720" rIns="91440" bIns="45720" rtlCol="0" anchor="b"/>
          <a:lstStyle/>
          <a:p>
            <a:pPr algn="l">
              <a:lnSpc>
                <a:spcPct val="100000"/>
              </a:lnSpc>
            </a:pPr>
            <a:r>
              <a:rPr kumimoji="1" lang="en-US" altLang="zh-CN" sz="1600">
                <a:ln w="12700">
                  <a:noFill/>
                </a:ln>
                <a:solidFill>
                  <a:srgbClr val="262626">
                    <a:alpha val="100000"/>
                  </a:srgbClr>
                </a:solidFill>
                <a:latin typeface="Source Han Sans CN Bold"/>
                <a:ea typeface="Source Han Sans CN Bold"/>
                <a:cs typeface="Source Han Sans CN Bold"/>
              </a:rPr>
              <a:t>延迟的使用</a:t>
            </a:r>
            <a:endParaRPr kumimoji="1" lang="zh-CN" altLang="en-US"/>
          </a:p>
        </p:txBody>
      </p:sp>
      <p:sp>
        <p:nvSpPr>
          <p:cNvPr id="9" name="标题 1"/>
          <p:cNvSpPr txBox="1"/>
          <p:nvPr/>
        </p:nvSpPr>
        <p:spPr>
          <a:xfrm rot="16200000">
            <a:off x="1884408" y="2329045"/>
            <a:ext cx="1547214" cy="1555157"/>
          </a:xfrm>
          <a:custGeom>
            <a:avLst/>
            <a:gdLst>
              <a:gd name="T0" fmla="*/ 373 w 412"/>
              <a:gd name="T1" fmla="*/ 230 h 412"/>
              <a:gd name="T2" fmla="*/ 373 w 412"/>
              <a:gd name="T3" fmla="*/ 373 h 412"/>
              <a:gd name="T4" fmla="*/ 230 w 412"/>
              <a:gd name="T5" fmla="*/ 373 h 412"/>
              <a:gd name="T6" fmla="*/ 39 w 412"/>
              <a:gd name="T7" fmla="*/ 183 h 412"/>
              <a:gd name="T8" fmla="*/ 39 w 412"/>
              <a:gd name="T9" fmla="*/ 39 h 412"/>
              <a:gd name="T10" fmla="*/ 182 w 412"/>
              <a:gd name="T11" fmla="*/ 39 h 412"/>
              <a:gd name="T12" fmla="*/ 373 w 412"/>
              <a:gd name="T13" fmla="*/ 230 h 412"/>
            </a:gdLst>
            <a:ahLst/>
            <a:cxnLst/>
            <a:rect l="0" t="0" r="r" b="b"/>
            <a:pathLst>
              <a:path w="412" h="412">
                <a:moveTo>
                  <a:pt x="373" y="230"/>
                </a:moveTo>
                <a:cubicBezTo>
                  <a:pt x="412" y="269"/>
                  <a:pt x="412" y="333"/>
                  <a:pt x="373" y="373"/>
                </a:cubicBezTo>
                <a:cubicBezTo>
                  <a:pt x="333" y="412"/>
                  <a:pt x="269" y="412"/>
                  <a:pt x="230" y="373"/>
                </a:cubicBezTo>
                <a:cubicBezTo>
                  <a:pt x="39" y="183"/>
                  <a:pt x="39" y="183"/>
                  <a:pt x="39" y="183"/>
                </a:cubicBezTo>
                <a:cubicBezTo>
                  <a:pt x="0" y="143"/>
                  <a:pt x="0" y="79"/>
                  <a:pt x="39" y="39"/>
                </a:cubicBezTo>
                <a:cubicBezTo>
                  <a:pt x="79" y="0"/>
                  <a:pt x="143" y="0"/>
                  <a:pt x="182" y="39"/>
                </a:cubicBezTo>
                <a:lnTo>
                  <a:pt x="373" y="230"/>
                </a:lnTo>
                <a:close/>
              </a:path>
            </a:pathLst>
          </a:custGeom>
          <a:solidFill>
            <a:schemeClr val="accent1">
              <a:alpha val="25000"/>
            </a:schemeClr>
          </a:solidFill>
          <a:ln cap="sq">
            <a:noFill/>
          </a:ln>
        </p:spPr>
        <p:txBody>
          <a:bodyPr vert="horz" wrap="square" lIns="91440" tIns="45721" rIns="91440" bIns="45721" rtlCol="0" anchor="t"/>
          <a:lstStyle/>
          <a:p>
            <a:pPr algn="l">
              <a:lnSpc>
                <a:spcPct val="100000"/>
              </a:lnSpc>
            </a:pPr>
            <a:endParaRPr kumimoji="1" lang="zh-CN" altLang="en-US"/>
          </a:p>
        </p:txBody>
      </p:sp>
      <p:sp>
        <p:nvSpPr>
          <p:cNvPr id="10" name="标题 1"/>
          <p:cNvSpPr txBox="1"/>
          <p:nvPr/>
        </p:nvSpPr>
        <p:spPr>
          <a:xfrm rot="5400000">
            <a:off x="1884917" y="1609375"/>
            <a:ext cx="1547214" cy="1558335"/>
          </a:xfrm>
          <a:custGeom>
            <a:avLst/>
            <a:gdLst>
              <a:gd name="T0" fmla="*/ 230 w 412"/>
              <a:gd name="T1" fmla="*/ 40 h 413"/>
              <a:gd name="T2" fmla="*/ 373 w 412"/>
              <a:gd name="T3" fmla="*/ 40 h 413"/>
              <a:gd name="T4" fmla="*/ 373 w 412"/>
              <a:gd name="T5" fmla="*/ 183 h 413"/>
              <a:gd name="T6" fmla="*/ 182 w 412"/>
              <a:gd name="T7" fmla="*/ 373 h 413"/>
              <a:gd name="T8" fmla="*/ 39 w 412"/>
              <a:gd name="T9" fmla="*/ 373 h 413"/>
              <a:gd name="T10" fmla="*/ 39 w 412"/>
              <a:gd name="T11" fmla="*/ 230 h 413"/>
              <a:gd name="T12" fmla="*/ 230 w 412"/>
              <a:gd name="T13" fmla="*/ 40 h 413"/>
            </a:gdLst>
            <a:ahLst/>
            <a:cxnLst/>
            <a:rect l="0" t="0" r="r" b="b"/>
            <a:pathLst>
              <a:path w="412" h="413">
                <a:moveTo>
                  <a:pt x="230" y="40"/>
                </a:moveTo>
                <a:cubicBezTo>
                  <a:pt x="269" y="0"/>
                  <a:pt x="333" y="0"/>
                  <a:pt x="373" y="40"/>
                </a:cubicBezTo>
                <a:cubicBezTo>
                  <a:pt x="412" y="79"/>
                  <a:pt x="412" y="143"/>
                  <a:pt x="373" y="183"/>
                </a:cubicBezTo>
                <a:cubicBezTo>
                  <a:pt x="182" y="373"/>
                  <a:pt x="182" y="373"/>
                  <a:pt x="182" y="373"/>
                </a:cubicBezTo>
                <a:cubicBezTo>
                  <a:pt x="143" y="413"/>
                  <a:pt x="79" y="413"/>
                  <a:pt x="39" y="373"/>
                </a:cubicBezTo>
                <a:cubicBezTo>
                  <a:pt x="0" y="334"/>
                  <a:pt x="0" y="270"/>
                  <a:pt x="39" y="230"/>
                </a:cubicBezTo>
                <a:lnTo>
                  <a:pt x="230" y="40"/>
                </a:lnTo>
                <a:close/>
              </a:path>
            </a:pathLst>
          </a:custGeom>
          <a:solidFill>
            <a:schemeClr val="accent1">
              <a:alpha val="25000"/>
            </a:schemeClr>
          </a:solidFill>
          <a:ln cap="sq">
            <a:noFill/>
          </a:ln>
        </p:spPr>
        <p:txBody>
          <a:bodyPr vert="horz" wrap="square" lIns="91440" tIns="45721" rIns="91440" bIns="45721" rtlCol="0" anchor="t"/>
          <a:lstStyle/>
          <a:p>
            <a:pPr algn="l">
              <a:lnSpc>
                <a:spcPct val="100000"/>
              </a:lnSpc>
            </a:pPr>
            <a:endParaRPr kumimoji="1" lang="zh-CN" altLang="en-US"/>
          </a:p>
        </p:txBody>
      </p:sp>
      <p:sp>
        <p:nvSpPr>
          <p:cNvPr id="11" name="标题 1"/>
          <p:cNvSpPr txBox="1"/>
          <p:nvPr/>
        </p:nvSpPr>
        <p:spPr>
          <a:xfrm>
            <a:off x="695325" y="2364617"/>
            <a:ext cx="2713992" cy="765666"/>
          </a:xfrm>
          <a:prstGeom prst="roundRect">
            <a:avLst>
              <a:gd name="adj" fmla="val 50000"/>
            </a:avLst>
          </a:prstGeom>
          <a:solidFill>
            <a:schemeClr val="accent1"/>
          </a:solidFill>
          <a:ln cap="sq">
            <a:noFill/>
          </a:ln>
        </p:spPr>
        <p:txBody>
          <a:bodyPr vert="horz" wrap="square" lIns="91440" tIns="45721" rIns="91440" bIns="45721" rtlCol="0" anchor="t"/>
          <a:lstStyle/>
          <a:p>
            <a:pPr algn="l">
              <a:lnSpc>
                <a:spcPct val="110000"/>
              </a:lnSpc>
            </a:pPr>
            <a:endParaRPr kumimoji="1" lang="zh-CN" altLang="en-US"/>
          </a:p>
        </p:txBody>
      </p:sp>
      <p:sp>
        <p:nvSpPr>
          <p:cNvPr id="12" name="标题 1"/>
          <p:cNvSpPr txBox="1"/>
          <p:nvPr/>
        </p:nvSpPr>
        <p:spPr>
          <a:xfrm>
            <a:off x="2700935" y="2428953"/>
            <a:ext cx="630641" cy="636995"/>
          </a:xfrm>
          <a:prstGeom prst="ellipse">
            <a:avLst/>
          </a:prstGeom>
          <a:solidFill>
            <a:srgbClr val="FFFFFF">
              <a:alpha val="100000"/>
            </a:srgbClr>
          </a:solidFill>
          <a:ln cap="sq">
            <a:noFill/>
          </a:ln>
        </p:spPr>
        <p:txBody>
          <a:bodyPr vert="horz" wrap="square" lIns="0" tIns="0" rIns="0" bIns="0" rtlCol="0" anchor="ctr"/>
          <a:lstStyle/>
          <a:p>
            <a:pPr algn="ctr">
              <a:lnSpc>
                <a:spcPct val="110000"/>
              </a:lnSpc>
            </a:pPr>
            <a:endParaRPr kumimoji="1" lang="zh-CN" altLang="en-US"/>
          </a:p>
        </p:txBody>
      </p:sp>
      <p:sp>
        <p:nvSpPr>
          <p:cNvPr id="13" name="标题 1"/>
          <p:cNvSpPr txBox="1"/>
          <p:nvPr/>
        </p:nvSpPr>
        <p:spPr>
          <a:xfrm>
            <a:off x="2749895" y="2535918"/>
            <a:ext cx="532720" cy="423065"/>
          </a:xfrm>
          <a:prstGeom prst="rect">
            <a:avLst/>
          </a:prstGeom>
          <a:noFill/>
          <a:ln>
            <a:noFill/>
          </a:ln>
        </p:spPr>
        <p:txBody>
          <a:bodyPr vert="horz" wrap="square" lIns="91440" tIns="45720" rIns="91440" bIns="45720" rtlCol="0" anchor="ctr"/>
          <a:lstStyle/>
          <a:p>
            <a:pPr algn="ctr">
              <a:lnSpc>
                <a:spcPct val="110000"/>
              </a:lnSpc>
            </a:pPr>
            <a:r>
              <a:rPr kumimoji="1" lang="en-US" altLang="zh-CN" sz="2000">
                <a:ln w="12700">
                  <a:noFill/>
                </a:ln>
                <a:solidFill>
                  <a:srgbClr val="262626">
                    <a:alpha val="100000"/>
                  </a:srgbClr>
                </a:solidFill>
                <a:latin typeface="OPPOSans R"/>
                <a:ea typeface="OPPOSans R"/>
                <a:cs typeface="OPPOSans R"/>
              </a:rPr>
              <a:t>01</a:t>
            </a:r>
            <a:endParaRPr kumimoji="1" lang="zh-CN" altLang="en-US"/>
          </a:p>
        </p:txBody>
      </p:sp>
      <p:sp>
        <p:nvSpPr>
          <p:cNvPr id="14" name="标题 1"/>
          <p:cNvSpPr txBox="1"/>
          <p:nvPr/>
        </p:nvSpPr>
        <p:spPr>
          <a:xfrm rot="16200000">
            <a:off x="5748614" y="2329045"/>
            <a:ext cx="1547214" cy="1555157"/>
          </a:xfrm>
          <a:custGeom>
            <a:avLst/>
            <a:gdLst>
              <a:gd name="T0" fmla="*/ 373 w 412"/>
              <a:gd name="T1" fmla="*/ 230 h 412"/>
              <a:gd name="T2" fmla="*/ 373 w 412"/>
              <a:gd name="T3" fmla="*/ 373 h 412"/>
              <a:gd name="T4" fmla="*/ 230 w 412"/>
              <a:gd name="T5" fmla="*/ 373 h 412"/>
              <a:gd name="T6" fmla="*/ 39 w 412"/>
              <a:gd name="T7" fmla="*/ 183 h 412"/>
              <a:gd name="T8" fmla="*/ 39 w 412"/>
              <a:gd name="T9" fmla="*/ 39 h 412"/>
              <a:gd name="T10" fmla="*/ 182 w 412"/>
              <a:gd name="T11" fmla="*/ 39 h 412"/>
              <a:gd name="T12" fmla="*/ 373 w 412"/>
              <a:gd name="T13" fmla="*/ 230 h 412"/>
            </a:gdLst>
            <a:ahLst/>
            <a:cxnLst/>
            <a:rect l="0" t="0" r="r" b="b"/>
            <a:pathLst>
              <a:path w="412" h="412">
                <a:moveTo>
                  <a:pt x="373" y="230"/>
                </a:moveTo>
                <a:cubicBezTo>
                  <a:pt x="412" y="269"/>
                  <a:pt x="412" y="333"/>
                  <a:pt x="373" y="373"/>
                </a:cubicBezTo>
                <a:cubicBezTo>
                  <a:pt x="333" y="412"/>
                  <a:pt x="269" y="412"/>
                  <a:pt x="230" y="373"/>
                </a:cubicBezTo>
                <a:cubicBezTo>
                  <a:pt x="39" y="183"/>
                  <a:pt x="39" y="183"/>
                  <a:pt x="39" y="183"/>
                </a:cubicBezTo>
                <a:cubicBezTo>
                  <a:pt x="0" y="143"/>
                  <a:pt x="0" y="79"/>
                  <a:pt x="39" y="39"/>
                </a:cubicBezTo>
                <a:cubicBezTo>
                  <a:pt x="79" y="0"/>
                  <a:pt x="143" y="0"/>
                  <a:pt x="182" y="39"/>
                </a:cubicBezTo>
                <a:lnTo>
                  <a:pt x="373" y="230"/>
                </a:lnTo>
                <a:close/>
              </a:path>
            </a:pathLst>
          </a:custGeom>
          <a:solidFill>
            <a:schemeClr val="accent2">
              <a:alpha val="25000"/>
            </a:schemeClr>
          </a:solidFill>
          <a:ln cap="sq">
            <a:noFill/>
          </a:ln>
        </p:spPr>
        <p:txBody>
          <a:bodyPr vert="horz" wrap="square" lIns="91440" tIns="45721" rIns="91440" bIns="45721" rtlCol="0" anchor="t"/>
          <a:lstStyle/>
          <a:p>
            <a:pPr algn="l">
              <a:lnSpc>
                <a:spcPct val="110000"/>
              </a:lnSpc>
            </a:pPr>
            <a:endParaRPr kumimoji="1" lang="zh-CN" altLang="en-US"/>
          </a:p>
        </p:txBody>
      </p:sp>
      <p:sp>
        <p:nvSpPr>
          <p:cNvPr id="15" name="标题 1"/>
          <p:cNvSpPr txBox="1"/>
          <p:nvPr/>
        </p:nvSpPr>
        <p:spPr>
          <a:xfrm rot="5400000">
            <a:off x="5749123" y="1609375"/>
            <a:ext cx="1547214" cy="1558335"/>
          </a:xfrm>
          <a:custGeom>
            <a:avLst/>
            <a:gdLst>
              <a:gd name="T0" fmla="*/ 230 w 412"/>
              <a:gd name="T1" fmla="*/ 40 h 413"/>
              <a:gd name="T2" fmla="*/ 373 w 412"/>
              <a:gd name="T3" fmla="*/ 40 h 413"/>
              <a:gd name="T4" fmla="*/ 373 w 412"/>
              <a:gd name="T5" fmla="*/ 183 h 413"/>
              <a:gd name="T6" fmla="*/ 182 w 412"/>
              <a:gd name="T7" fmla="*/ 373 h 413"/>
              <a:gd name="T8" fmla="*/ 39 w 412"/>
              <a:gd name="T9" fmla="*/ 373 h 413"/>
              <a:gd name="T10" fmla="*/ 39 w 412"/>
              <a:gd name="T11" fmla="*/ 230 h 413"/>
              <a:gd name="T12" fmla="*/ 230 w 412"/>
              <a:gd name="T13" fmla="*/ 40 h 413"/>
            </a:gdLst>
            <a:ahLst/>
            <a:cxnLst/>
            <a:rect l="0" t="0" r="r" b="b"/>
            <a:pathLst>
              <a:path w="412" h="413">
                <a:moveTo>
                  <a:pt x="230" y="40"/>
                </a:moveTo>
                <a:cubicBezTo>
                  <a:pt x="269" y="0"/>
                  <a:pt x="333" y="0"/>
                  <a:pt x="373" y="40"/>
                </a:cubicBezTo>
                <a:cubicBezTo>
                  <a:pt x="412" y="79"/>
                  <a:pt x="412" y="143"/>
                  <a:pt x="373" y="183"/>
                </a:cubicBezTo>
                <a:cubicBezTo>
                  <a:pt x="182" y="373"/>
                  <a:pt x="182" y="373"/>
                  <a:pt x="182" y="373"/>
                </a:cubicBezTo>
                <a:cubicBezTo>
                  <a:pt x="143" y="413"/>
                  <a:pt x="79" y="413"/>
                  <a:pt x="39" y="373"/>
                </a:cubicBezTo>
                <a:cubicBezTo>
                  <a:pt x="0" y="334"/>
                  <a:pt x="0" y="270"/>
                  <a:pt x="39" y="230"/>
                </a:cubicBezTo>
                <a:lnTo>
                  <a:pt x="230" y="40"/>
                </a:lnTo>
                <a:close/>
              </a:path>
            </a:pathLst>
          </a:custGeom>
          <a:solidFill>
            <a:schemeClr val="accent2">
              <a:alpha val="25000"/>
            </a:schemeClr>
          </a:solidFill>
          <a:ln cap="sq">
            <a:noFill/>
          </a:ln>
        </p:spPr>
        <p:txBody>
          <a:bodyPr vert="horz" wrap="square" lIns="91440" tIns="45721" rIns="91440" bIns="45721" rtlCol="0" anchor="t"/>
          <a:lstStyle/>
          <a:p>
            <a:pPr algn="l">
              <a:lnSpc>
                <a:spcPct val="110000"/>
              </a:lnSpc>
            </a:pPr>
            <a:endParaRPr kumimoji="1" lang="zh-CN" altLang="en-US"/>
          </a:p>
        </p:txBody>
      </p:sp>
      <p:sp>
        <p:nvSpPr>
          <p:cNvPr id="16" name="标题 1"/>
          <p:cNvSpPr txBox="1"/>
          <p:nvPr/>
        </p:nvSpPr>
        <p:spPr>
          <a:xfrm>
            <a:off x="4559531" y="2364617"/>
            <a:ext cx="2713992" cy="765666"/>
          </a:xfrm>
          <a:prstGeom prst="roundRect">
            <a:avLst>
              <a:gd name="adj" fmla="val 50000"/>
            </a:avLst>
          </a:prstGeom>
          <a:solidFill>
            <a:schemeClr val="accent2"/>
          </a:solidFill>
          <a:ln cap="sq">
            <a:noFill/>
          </a:ln>
        </p:spPr>
        <p:txBody>
          <a:bodyPr vert="horz" wrap="square" lIns="91440" tIns="45721" rIns="91440" bIns="45721" rtlCol="0" anchor="t"/>
          <a:lstStyle/>
          <a:p>
            <a:pPr algn="l">
              <a:lnSpc>
                <a:spcPct val="110000"/>
              </a:lnSpc>
            </a:pPr>
            <a:endParaRPr kumimoji="1" lang="zh-CN" altLang="en-US"/>
          </a:p>
        </p:txBody>
      </p:sp>
      <p:sp>
        <p:nvSpPr>
          <p:cNvPr id="17" name="标题 1"/>
          <p:cNvSpPr txBox="1"/>
          <p:nvPr/>
        </p:nvSpPr>
        <p:spPr>
          <a:xfrm>
            <a:off x="6565141" y="2428953"/>
            <a:ext cx="630641" cy="636995"/>
          </a:xfrm>
          <a:prstGeom prst="ellipse">
            <a:avLst/>
          </a:prstGeom>
          <a:solidFill>
            <a:srgbClr val="FFFFFF">
              <a:alpha val="100000"/>
            </a:srgbClr>
          </a:solidFill>
          <a:ln cap="sq">
            <a:noFill/>
          </a:ln>
        </p:spPr>
        <p:txBody>
          <a:bodyPr vert="horz" wrap="square" lIns="0" tIns="0" rIns="0" bIns="0" rtlCol="0" anchor="ctr"/>
          <a:lstStyle/>
          <a:p>
            <a:pPr algn="ctr">
              <a:lnSpc>
                <a:spcPct val="110000"/>
              </a:lnSpc>
            </a:pPr>
            <a:endParaRPr kumimoji="1" lang="zh-CN" altLang="en-US"/>
          </a:p>
        </p:txBody>
      </p:sp>
      <p:sp>
        <p:nvSpPr>
          <p:cNvPr id="18" name="标题 1"/>
          <p:cNvSpPr txBox="1"/>
          <p:nvPr/>
        </p:nvSpPr>
        <p:spPr>
          <a:xfrm>
            <a:off x="6614101" y="2535918"/>
            <a:ext cx="532720" cy="423065"/>
          </a:xfrm>
          <a:prstGeom prst="rect">
            <a:avLst/>
          </a:prstGeom>
          <a:noFill/>
          <a:ln>
            <a:noFill/>
          </a:ln>
        </p:spPr>
        <p:txBody>
          <a:bodyPr vert="horz" wrap="square" lIns="91440" tIns="45720" rIns="91440" bIns="45720" rtlCol="0" anchor="ctr"/>
          <a:lstStyle/>
          <a:p>
            <a:pPr algn="ctr">
              <a:lnSpc>
                <a:spcPct val="110000"/>
              </a:lnSpc>
            </a:pPr>
            <a:r>
              <a:rPr kumimoji="1" lang="en-US" altLang="zh-CN" sz="2000">
                <a:ln w="12700">
                  <a:noFill/>
                </a:ln>
                <a:solidFill>
                  <a:srgbClr val="262626">
                    <a:alpha val="100000"/>
                  </a:srgbClr>
                </a:solidFill>
                <a:latin typeface="OPPOSans R"/>
                <a:ea typeface="OPPOSans R"/>
                <a:cs typeface="OPPOSans R"/>
              </a:rPr>
              <a:t>02</a:t>
            </a:r>
            <a:endParaRPr kumimoji="1" lang="zh-CN" altLang="en-US"/>
          </a:p>
        </p:txBody>
      </p:sp>
      <p:sp>
        <p:nvSpPr>
          <p:cNvPr id="19" name="标题 1"/>
          <p:cNvSpPr txBox="1"/>
          <p:nvPr/>
        </p:nvSpPr>
        <p:spPr>
          <a:xfrm rot="16200000">
            <a:off x="9612819" y="2329045"/>
            <a:ext cx="1547214" cy="1555157"/>
          </a:xfrm>
          <a:custGeom>
            <a:avLst/>
            <a:gdLst>
              <a:gd name="T0" fmla="*/ 373 w 412"/>
              <a:gd name="T1" fmla="*/ 230 h 412"/>
              <a:gd name="T2" fmla="*/ 373 w 412"/>
              <a:gd name="T3" fmla="*/ 373 h 412"/>
              <a:gd name="T4" fmla="*/ 230 w 412"/>
              <a:gd name="T5" fmla="*/ 373 h 412"/>
              <a:gd name="T6" fmla="*/ 39 w 412"/>
              <a:gd name="T7" fmla="*/ 183 h 412"/>
              <a:gd name="T8" fmla="*/ 39 w 412"/>
              <a:gd name="T9" fmla="*/ 39 h 412"/>
              <a:gd name="T10" fmla="*/ 182 w 412"/>
              <a:gd name="T11" fmla="*/ 39 h 412"/>
              <a:gd name="T12" fmla="*/ 373 w 412"/>
              <a:gd name="T13" fmla="*/ 230 h 412"/>
            </a:gdLst>
            <a:ahLst/>
            <a:cxnLst/>
            <a:rect l="0" t="0" r="r" b="b"/>
            <a:pathLst>
              <a:path w="412" h="412">
                <a:moveTo>
                  <a:pt x="373" y="230"/>
                </a:moveTo>
                <a:cubicBezTo>
                  <a:pt x="412" y="269"/>
                  <a:pt x="412" y="333"/>
                  <a:pt x="373" y="373"/>
                </a:cubicBezTo>
                <a:cubicBezTo>
                  <a:pt x="333" y="412"/>
                  <a:pt x="269" y="412"/>
                  <a:pt x="230" y="373"/>
                </a:cubicBezTo>
                <a:cubicBezTo>
                  <a:pt x="39" y="183"/>
                  <a:pt x="39" y="183"/>
                  <a:pt x="39" y="183"/>
                </a:cubicBezTo>
                <a:cubicBezTo>
                  <a:pt x="0" y="143"/>
                  <a:pt x="0" y="79"/>
                  <a:pt x="39" y="39"/>
                </a:cubicBezTo>
                <a:cubicBezTo>
                  <a:pt x="79" y="0"/>
                  <a:pt x="143" y="0"/>
                  <a:pt x="182" y="39"/>
                </a:cubicBezTo>
                <a:lnTo>
                  <a:pt x="373" y="230"/>
                </a:lnTo>
                <a:close/>
              </a:path>
            </a:pathLst>
          </a:custGeom>
          <a:solidFill>
            <a:schemeClr val="accent1">
              <a:alpha val="25000"/>
            </a:schemeClr>
          </a:solidFill>
          <a:ln cap="sq">
            <a:noFill/>
          </a:ln>
        </p:spPr>
        <p:txBody>
          <a:bodyPr vert="horz" wrap="square" lIns="91440" tIns="45721" rIns="91440" bIns="45721" rtlCol="0" anchor="t"/>
          <a:lstStyle/>
          <a:p>
            <a:pPr algn="l">
              <a:lnSpc>
                <a:spcPct val="100000"/>
              </a:lnSpc>
            </a:pPr>
            <a:endParaRPr kumimoji="1" lang="zh-CN" altLang="en-US"/>
          </a:p>
        </p:txBody>
      </p:sp>
      <p:sp>
        <p:nvSpPr>
          <p:cNvPr id="20" name="标题 1"/>
          <p:cNvSpPr txBox="1"/>
          <p:nvPr/>
        </p:nvSpPr>
        <p:spPr>
          <a:xfrm rot="5400000">
            <a:off x="9613328" y="1609375"/>
            <a:ext cx="1547214" cy="1558335"/>
          </a:xfrm>
          <a:custGeom>
            <a:avLst/>
            <a:gdLst>
              <a:gd name="T0" fmla="*/ 230 w 412"/>
              <a:gd name="T1" fmla="*/ 40 h 413"/>
              <a:gd name="T2" fmla="*/ 373 w 412"/>
              <a:gd name="T3" fmla="*/ 40 h 413"/>
              <a:gd name="T4" fmla="*/ 373 w 412"/>
              <a:gd name="T5" fmla="*/ 183 h 413"/>
              <a:gd name="T6" fmla="*/ 182 w 412"/>
              <a:gd name="T7" fmla="*/ 373 h 413"/>
              <a:gd name="T8" fmla="*/ 39 w 412"/>
              <a:gd name="T9" fmla="*/ 373 h 413"/>
              <a:gd name="T10" fmla="*/ 39 w 412"/>
              <a:gd name="T11" fmla="*/ 230 h 413"/>
              <a:gd name="T12" fmla="*/ 230 w 412"/>
              <a:gd name="T13" fmla="*/ 40 h 413"/>
            </a:gdLst>
            <a:ahLst/>
            <a:cxnLst/>
            <a:rect l="0" t="0" r="r" b="b"/>
            <a:pathLst>
              <a:path w="412" h="413">
                <a:moveTo>
                  <a:pt x="230" y="40"/>
                </a:moveTo>
                <a:cubicBezTo>
                  <a:pt x="269" y="0"/>
                  <a:pt x="333" y="0"/>
                  <a:pt x="373" y="40"/>
                </a:cubicBezTo>
                <a:cubicBezTo>
                  <a:pt x="412" y="79"/>
                  <a:pt x="412" y="143"/>
                  <a:pt x="373" y="183"/>
                </a:cubicBezTo>
                <a:cubicBezTo>
                  <a:pt x="182" y="373"/>
                  <a:pt x="182" y="373"/>
                  <a:pt x="182" y="373"/>
                </a:cubicBezTo>
                <a:cubicBezTo>
                  <a:pt x="143" y="413"/>
                  <a:pt x="79" y="413"/>
                  <a:pt x="39" y="373"/>
                </a:cubicBezTo>
                <a:cubicBezTo>
                  <a:pt x="0" y="334"/>
                  <a:pt x="0" y="270"/>
                  <a:pt x="39" y="230"/>
                </a:cubicBezTo>
                <a:lnTo>
                  <a:pt x="230" y="40"/>
                </a:lnTo>
                <a:close/>
              </a:path>
            </a:pathLst>
          </a:custGeom>
          <a:solidFill>
            <a:schemeClr val="accent1">
              <a:alpha val="25000"/>
            </a:schemeClr>
          </a:solidFill>
          <a:ln cap="sq">
            <a:noFill/>
          </a:ln>
        </p:spPr>
        <p:txBody>
          <a:bodyPr vert="horz" wrap="square" lIns="91440" tIns="45721" rIns="91440" bIns="45721" rtlCol="0" anchor="t"/>
          <a:lstStyle/>
          <a:p>
            <a:pPr algn="l">
              <a:lnSpc>
                <a:spcPct val="100000"/>
              </a:lnSpc>
            </a:pPr>
            <a:endParaRPr kumimoji="1" lang="zh-CN" altLang="en-US"/>
          </a:p>
        </p:txBody>
      </p:sp>
      <p:sp>
        <p:nvSpPr>
          <p:cNvPr id="21" name="标题 1"/>
          <p:cNvSpPr txBox="1"/>
          <p:nvPr/>
        </p:nvSpPr>
        <p:spPr>
          <a:xfrm>
            <a:off x="8423736" y="2364617"/>
            <a:ext cx="2713992" cy="765666"/>
          </a:xfrm>
          <a:prstGeom prst="roundRect">
            <a:avLst>
              <a:gd name="adj" fmla="val 50000"/>
            </a:avLst>
          </a:prstGeom>
          <a:solidFill>
            <a:schemeClr val="accent1"/>
          </a:solidFill>
          <a:ln cap="sq">
            <a:noFill/>
          </a:ln>
        </p:spPr>
        <p:txBody>
          <a:bodyPr vert="horz" wrap="square" lIns="91440" tIns="45721" rIns="91440" bIns="45721" rtlCol="0" anchor="t"/>
          <a:lstStyle/>
          <a:p>
            <a:pPr algn="l">
              <a:lnSpc>
                <a:spcPct val="110000"/>
              </a:lnSpc>
            </a:pPr>
            <a:endParaRPr kumimoji="1" lang="zh-CN" altLang="en-US"/>
          </a:p>
        </p:txBody>
      </p:sp>
      <p:sp>
        <p:nvSpPr>
          <p:cNvPr id="22" name="标题 1"/>
          <p:cNvSpPr txBox="1"/>
          <p:nvPr/>
        </p:nvSpPr>
        <p:spPr>
          <a:xfrm>
            <a:off x="10429346" y="2428953"/>
            <a:ext cx="630641" cy="636995"/>
          </a:xfrm>
          <a:prstGeom prst="ellipse">
            <a:avLst/>
          </a:prstGeom>
          <a:solidFill>
            <a:srgbClr val="FFFFFF">
              <a:alpha val="100000"/>
            </a:srgbClr>
          </a:solidFill>
          <a:ln cap="sq">
            <a:noFill/>
          </a:ln>
        </p:spPr>
        <p:txBody>
          <a:bodyPr vert="horz" wrap="square" lIns="0" tIns="0" rIns="0" bIns="0" rtlCol="0" anchor="ctr"/>
          <a:lstStyle/>
          <a:p>
            <a:pPr algn="ctr">
              <a:lnSpc>
                <a:spcPct val="110000"/>
              </a:lnSpc>
            </a:pPr>
            <a:endParaRPr kumimoji="1" lang="zh-CN" altLang="en-US"/>
          </a:p>
        </p:txBody>
      </p:sp>
      <p:sp>
        <p:nvSpPr>
          <p:cNvPr id="23" name="标题 1"/>
          <p:cNvSpPr txBox="1"/>
          <p:nvPr/>
        </p:nvSpPr>
        <p:spPr>
          <a:xfrm>
            <a:off x="10478306" y="2535918"/>
            <a:ext cx="532720" cy="423065"/>
          </a:xfrm>
          <a:prstGeom prst="rect">
            <a:avLst/>
          </a:prstGeom>
          <a:noFill/>
          <a:ln>
            <a:noFill/>
          </a:ln>
        </p:spPr>
        <p:txBody>
          <a:bodyPr vert="horz" wrap="square" lIns="91440" tIns="45720" rIns="91440" bIns="45720" rtlCol="0" anchor="ctr"/>
          <a:lstStyle/>
          <a:p>
            <a:pPr algn="ctr">
              <a:lnSpc>
                <a:spcPct val="110000"/>
              </a:lnSpc>
            </a:pPr>
            <a:r>
              <a:rPr kumimoji="1" lang="en-US" altLang="zh-CN" sz="2000">
                <a:ln w="12700">
                  <a:noFill/>
                </a:ln>
                <a:solidFill>
                  <a:srgbClr val="262626">
                    <a:alpha val="100000"/>
                  </a:srgbClr>
                </a:solidFill>
                <a:latin typeface="OPPOSans R"/>
                <a:ea typeface="OPPOSans R"/>
                <a:cs typeface="OPPOSans R"/>
              </a:rPr>
              <a:t>03</a:t>
            </a:r>
            <a:endParaRPr kumimoji="1" lang="zh-CN" altLang="en-US"/>
          </a:p>
        </p:txBody>
      </p:sp>
      <p:sp>
        <p:nvSpPr>
          <p:cNvPr id="24" name="标题 1"/>
          <p:cNvSpPr txBox="1"/>
          <p:nvPr/>
        </p:nvSpPr>
        <p:spPr>
          <a:xfrm>
            <a:off x="660400" y="323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a:ea typeface="Source Han Sans CN Bold"/>
                <a:cs typeface="Source Han Sans CN Bold"/>
              </a:rPr>
              <a:t>延迟</a:t>
            </a:r>
            <a:endParaRPr kumimoji="1" lang="zh-CN" altLang="en-US"/>
          </a:p>
        </p:txBody>
      </p:sp>
      <p:cxnSp>
        <p:nvCxnSpPr>
          <p:cNvPr id="25" name="标题 1"/>
          <p:cNvCxnSpPr/>
          <p:nvPr/>
        </p:nvCxnSpPr>
        <p:spPr>
          <a:xfrm>
            <a:off x="0" y="958850"/>
            <a:ext cx="12122150" cy="0"/>
          </a:xfrm>
          <a:prstGeom prst="line">
            <a:avLst/>
          </a:prstGeom>
          <a:noFill/>
          <a:ln w="28575" cap="sq">
            <a:solidFill>
              <a:schemeClr val="accent1"/>
            </a:solidFill>
            <a:miter/>
          </a:ln>
        </p:spPr>
      </p:cxnSp>
      <p:pic>
        <p:nvPicPr>
          <p:cNvPr id="27" name="图片 26">
            <a:extLst>
              <a:ext uri="{FF2B5EF4-FFF2-40B4-BE49-F238E27FC236}">
                <a16:creationId xmlns:a16="http://schemas.microsoft.com/office/drawing/2014/main" id="{8E7392F7-2E96-36A6-12B6-E85886D7575A}"/>
              </a:ext>
            </a:extLst>
          </p:cNvPr>
          <p:cNvPicPr>
            <a:picLocks noChangeAspect="1"/>
          </p:cNvPicPr>
          <p:nvPr/>
        </p:nvPicPr>
        <p:blipFill>
          <a:blip r:embed="rId2"/>
          <a:stretch>
            <a:fillRect/>
          </a:stretch>
        </p:blipFill>
        <p:spPr>
          <a:xfrm>
            <a:off x="3331576" y="296517"/>
            <a:ext cx="4700951" cy="2025471"/>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57385"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12971575">
            <a:off x="6066310" y="973629"/>
            <a:ext cx="1859493" cy="1859493"/>
          </a:xfrm>
          <a:prstGeom prst="ellipse">
            <a:avLst/>
          </a:prstGeom>
          <a:gradFill>
            <a:gsLst>
              <a:gs pos="0">
                <a:schemeClr val="accent2">
                  <a:lumMod val="20000"/>
                  <a:lumOff val="80000"/>
                  <a:alpha val="0"/>
                </a:schemeClr>
              </a:gs>
              <a:gs pos="100000">
                <a:schemeClr val="accent2">
                  <a:alpha val="4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rot="20292424">
            <a:off x="-861535" y="-1870201"/>
            <a:ext cx="5517653" cy="5517653"/>
          </a:xfrm>
          <a:prstGeom prst="ellipse">
            <a:avLst/>
          </a:prstGeom>
          <a:gradFill>
            <a:gsLst>
              <a:gs pos="0">
                <a:schemeClr val="accent2">
                  <a:lumMod val="20000"/>
                  <a:lumOff val="80000"/>
                  <a:alpha val="10000"/>
                </a:schemeClr>
              </a:gs>
              <a:gs pos="100000">
                <a:schemeClr val="accent2">
                  <a:lumMod val="60000"/>
                  <a:lumOff val="40000"/>
                  <a:alpha val="32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266700" y="0"/>
            <a:ext cx="12192000" cy="6858000"/>
          </a:xfrm>
          <a:custGeom>
            <a:avLst/>
            <a:gdLst>
              <a:gd name="connsiteX0" fmla="*/ 113129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702116 h 6858000"/>
              <a:gd name="connsiteX5" fmla="*/ 35522 w 12192000"/>
              <a:gd name="connsiteY5" fmla="*/ 6686253 h 6858000"/>
              <a:gd name="connsiteX6" fmla="*/ 2463801 w 12192000"/>
              <a:gd name="connsiteY6" fmla="*/ 5867400 h 6858000"/>
              <a:gd name="connsiteX7" fmla="*/ 5219701 w 12192000"/>
              <a:gd name="connsiteY7" fmla="*/ 5918200 h 6858000"/>
              <a:gd name="connsiteX8" fmla="*/ 7010401 w 12192000"/>
              <a:gd name="connsiteY8" fmla="*/ 5283200 h 6858000"/>
              <a:gd name="connsiteX9" fmla="*/ 8267701 w 12192000"/>
              <a:gd name="connsiteY9" fmla="*/ 4368800 h 6858000"/>
              <a:gd name="connsiteX10" fmla="*/ 9753303 w 12192000"/>
              <a:gd name="connsiteY10" fmla="*/ 4102100 h 6858000"/>
              <a:gd name="connsiteX11" fmla="*/ 9775436 w 12192000"/>
              <a:gd name="connsiteY11" fmla="*/ 4096261 h 6858000"/>
              <a:gd name="connsiteX12" fmla="*/ 9872640 w 12192000"/>
              <a:gd name="connsiteY12" fmla="*/ 4085901 h 6858000"/>
              <a:gd name="connsiteX13" fmla="*/ 10871964 w 12192000"/>
              <a:gd name="connsiteY13" fmla="*/ 3011090 h 6858000"/>
              <a:gd name="connsiteX14" fmla="*/ 10879893 w 12192000"/>
              <a:gd name="connsiteY14" fmla="*/ 2929399 h 6858000"/>
              <a:gd name="connsiteX15" fmla="*/ 10896601 w 12192000"/>
              <a:gd name="connsiteY15" fmla="*/ 2844800 h 6858000"/>
              <a:gd name="connsiteX16" fmla="*/ 10899119 w 12192000"/>
              <a:gd name="connsiteY16" fmla="*/ 2673412 h 6858000"/>
              <a:gd name="connsiteX17" fmla="*/ 10885081 w 12192000"/>
              <a:gd name="connsiteY17" fmla="*/ 2593548 h 6858000"/>
              <a:gd name="connsiteX18" fmla="*/ 10877638 w 12192000"/>
              <a:gd name="connsiteY18" fmla="*/ 2498494 h 6858000"/>
              <a:gd name="connsiteX19" fmla="*/ 10816392 w 12192000"/>
              <a:gd name="connsiteY19" fmla="*/ 2262974 h 6858000"/>
              <a:gd name="connsiteX20" fmla="*/ 10744803 w 12192000"/>
              <a:gd name="connsiteY20" fmla="*/ 2108945 h 6858000"/>
              <a:gd name="connsiteX21" fmla="*/ 10738645 w 12192000"/>
              <a:gd name="connsiteY21" fmla="*/ 2091531 h 6858000"/>
              <a:gd name="connsiteX22" fmla="*/ 10541001 w 12192000"/>
              <a:gd name="connsiteY22" fmla="*/ 1371600 h 6858000"/>
              <a:gd name="connsiteX23" fmla="*/ 10544822 w 12192000"/>
              <a:gd name="connsiteY23" fmla="*/ 1332977 h 6858000"/>
              <a:gd name="connsiteX24" fmla="*/ 10541001 w 12192000"/>
              <a:gd name="connsiteY24" fmla="*/ 1257301 h 6858000"/>
              <a:gd name="connsiteX25" fmla="*/ 11308933 w 12192000"/>
              <a:gd name="connsiteY25" fmla="*/ 1821 h 6858000"/>
            </a:gdLst>
            <a:ahLst/>
            <a:cxnLst/>
            <a:rect l="l" t="t" r="r" b="b"/>
            <a:pathLst>
              <a:path w="12192000" h="6858000">
                <a:moveTo>
                  <a:pt x="11312928" y="0"/>
                </a:moveTo>
                <a:lnTo>
                  <a:pt x="12192000" y="0"/>
                </a:lnTo>
                <a:lnTo>
                  <a:pt x="12192000" y="6858000"/>
                </a:lnTo>
                <a:lnTo>
                  <a:pt x="0" y="6858000"/>
                </a:lnTo>
                <a:lnTo>
                  <a:pt x="0" y="6702116"/>
                </a:lnTo>
                <a:lnTo>
                  <a:pt x="35522" y="6686253"/>
                </a:lnTo>
                <a:cubicBezTo>
                  <a:pt x="678260" y="6404372"/>
                  <a:pt x="1757363" y="5991225"/>
                  <a:pt x="2463801" y="5867400"/>
                </a:cubicBezTo>
                <a:cubicBezTo>
                  <a:pt x="3405718" y="5702300"/>
                  <a:pt x="4461935" y="6015567"/>
                  <a:pt x="5219701" y="5918200"/>
                </a:cubicBezTo>
                <a:cubicBezTo>
                  <a:pt x="5977468" y="5820833"/>
                  <a:pt x="6502402" y="5541433"/>
                  <a:pt x="7010401" y="5283200"/>
                </a:cubicBezTo>
                <a:cubicBezTo>
                  <a:pt x="7518401" y="5024967"/>
                  <a:pt x="7742768" y="4588933"/>
                  <a:pt x="8267701" y="4368800"/>
                </a:cubicBezTo>
                <a:cubicBezTo>
                  <a:pt x="8661401" y="4203700"/>
                  <a:pt x="9282510" y="4200525"/>
                  <a:pt x="9753303" y="4102100"/>
                </a:cubicBezTo>
                <a:lnTo>
                  <a:pt x="9775436" y="4096261"/>
                </a:lnTo>
                <a:lnTo>
                  <a:pt x="9872640" y="4085901"/>
                </a:lnTo>
                <a:cubicBezTo>
                  <a:pt x="10350579" y="4007524"/>
                  <a:pt x="10765727" y="3583520"/>
                  <a:pt x="10871964" y="3011090"/>
                </a:cubicBezTo>
                <a:lnTo>
                  <a:pt x="10879893" y="2929399"/>
                </a:lnTo>
                <a:lnTo>
                  <a:pt x="10896601" y="2844800"/>
                </a:lnTo>
                <a:cubicBezTo>
                  <a:pt x="10904538" y="2790825"/>
                  <a:pt x="10904770" y="2733378"/>
                  <a:pt x="10899119" y="2673412"/>
                </a:cubicBezTo>
                <a:lnTo>
                  <a:pt x="10885081" y="2593548"/>
                </a:lnTo>
                <a:lnTo>
                  <a:pt x="10877638" y="2498494"/>
                </a:lnTo>
                <a:cubicBezTo>
                  <a:pt x="10863957" y="2417017"/>
                  <a:pt x="10843349" y="2338180"/>
                  <a:pt x="10816392" y="2262974"/>
                </a:cubicBezTo>
                <a:lnTo>
                  <a:pt x="10744803" y="2108945"/>
                </a:lnTo>
                <a:lnTo>
                  <a:pt x="10738645" y="2091531"/>
                </a:lnTo>
                <a:cubicBezTo>
                  <a:pt x="10640485" y="1825625"/>
                  <a:pt x="10535710" y="1565275"/>
                  <a:pt x="10541001" y="1371600"/>
                </a:cubicBezTo>
                <a:lnTo>
                  <a:pt x="10544822" y="1332977"/>
                </a:lnTo>
                <a:lnTo>
                  <a:pt x="10541001" y="1257301"/>
                </a:lnTo>
                <a:cubicBezTo>
                  <a:pt x="10541001" y="709879"/>
                  <a:pt x="10853029" y="235335"/>
                  <a:pt x="11308933" y="1821"/>
                </a:cubicBezTo>
                <a:close/>
              </a:path>
            </a:pathLst>
          </a:custGeom>
          <a:gradFill>
            <a:gsLst>
              <a:gs pos="0">
                <a:schemeClr val="accent2">
                  <a:alpha val="99000"/>
                </a:schemeClr>
              </a:gs>
              <a:gs pos="100000">
                <a:schemeClr val="accent2">
                  <a:lumMod val="40000"/>
                  <a:lumOff val="6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0" y="0"/>
            <a:ext cx="12192000" cy="6858000"/>
          </a:xfrm>
          <a:custGeom>
            <a:avLst/>
            <a:gdLst>
              <a:gd name="connsiteX0" fmla="*/ 113129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702116 h 6858000"/>
              <a:gd name="connsiteX5" fmla="*/ 35522 w 12192000"/>
              <a:gd name="connsiteY5" fmla="*/ 6686253 h 6858000"/>
              <a:gd name="connsiteX6" fmla="*/ 2463801 w 12192000"/>
              <a:gd name="connsiteY6" fmla="*/ 5867400 h 6858000"/>
              <a:gd name="connsiteX7" fmla="*/ 5219701 w 12192000"/>
              <a:gd name="connsiteY7" fmla="*/ 5918200 h 6858000"/>
              <a:gd name="connsiteX8" fmla="*/ 7010401 w 12192000"/>
              <a:gd name="connsiteY8" fmla="*/ 5283200 h 6858000"/>
              <a:gd name="connsiteX9" fmla="*/ 8267701 w 12192000"/>
              <a:gd name="connsiteY9" fmla="*/ 4368800 h 6858000"/>
              <a:gd name="connsiteX10" fmla="*/ 9753303 w 12192000"/>
              <a:gd name="connsiteY10" fmla="*/ 4102100 h 6858000"/>
              <a:gd name="connsiteX11" fmla="*/ 9775436 w 12192000"/>
              <a:gd name="connsiteY11" fmla="*/ 4096261 h 6858000"/>
              <a:gd name="connsiteX12" fmla="*/ 9872640 w 12192000"/>
              <a:gd name="connsiteY12" fmla="*/ 4085901 h 6858000"/>
              <a:gd name="connsiteX13" fmla="*/ 10871964 w 12192000"/>
              <a:gd name="connsiteY13" fmla="*/ 3011090 h 6858000"/>
              <a:gd name="connsiteX14" fmla="*/ 10879893 w 12192000"/>
              <a:gd name="connsiteY14" fmla="*/ 2929399 h 6858000"/>
              <a:gd name="connsiteX15" fmla="*/ 10896601 w 12192000"/>
              <a:gd name="connsiteY15" fmla="*/ 2844800 h 6858000"/>
              <a:gd name="connsiteX16" fmla="*/ 10899119 w 12192000"/>
              <a:gd name="connsiteY16" fmla="*/ 2673412 h 6858000"/>
              <a:gd name="connsiteX17" fmla="*/ 10885081 w 12192000"/>
              <a:gd name="connsiteY17" fmla="*/ 2593548 h 6858000"/>
              <a:gd name="connsiteX18" fmla="*/ 10877638 w 12192000"/>
              <a:gd name="connsiteY18" fmla="*/ 2498494 h 6858000"/>
              <a:gd name="connsiteX19" fmla="*/ 10816392 w 12192000"/>
              <a:gd name="connsiteY19" fmla="*/ 2262974 h 6858000"/>
              <a:gd name="connsiteX20" fmla="*/ 10744803 w 12192000"/>
              <a:gd name="connsiteY20" fmla="*/ 2108945 h 6858000"/>
              <a:gd name="connsiteX21" fmla="*/ 10738645 w 12192000"/>
              <a:gd name="connsiteY21" fmla="*/ 2091531 h 6858000"/>
              <a:gd name="connsiteX22" fmla="*/ 10541001 w 12192000"/>
              <a:gd name="connsiteY22" fmla="*/ 1371600 h 6858000"/>
              <a:gd name="connsiteX23" fmla="*/ 10544822 w 12192000"/>
              <a:gd name="connsiteY23" fmla="*/ 1332977 h 6858000"/>
              <a:gd name="connsiteX24" fmla="*/ 10541001 w 12192000"/>
              <a:gd name="connsiteY24" fmla="*/ 1257301 h 6858000"/>
              <a:gd name="connsiteX25" fmla="*/ 11308933 w 12192000"/>
              <a:gd name="connsiteY25" fmla="*/ 1821 h 6858000"/>
            </a:gdLst>
            <a:ahLst/>
            <a:cxnLst/>
            <a:rect l="l" t="t" r="r" b="b"/>
            <a:pathLst>
              <a:path w="12192000" h="6858000">
                <a:moveTo>
                  <a:pt x="11312928" y="0"/>
                </a:moveTo>
                <a:lnTo>
                  <a:pt x="12192000" y="0"/>
                </a:lnTo>
                <a:lnTo>
                  <a:pt x="12192000" y="6858000"/>
                </a:lnTo>
                <a:lnTo>
                  <a:pt x="0" y="6858000"/>
                </a:lnTo>
                <a:lnTo>
                  <a:pt x="0" y="6702116"/>
                </a:lnTo>
                <a:lnTo>
                  <a:pt x="35522" y="6686253"/>
                </a:lnTo>
                <a:cubicBezTo>
                  <a:pt x="678260" y="6404372"/>
                  <a:pt x="1757363" y="5991225"/>
                  <a:pt x="2463801" y="5867400"/>
                </a:cubicBezTo>
                <a:cubicBezTo>
                  <a:pt x="3405718" y="5702300"/>
                  <a:pt x="4461935" y="6015567"/>
                  <a:pt x="5219701" y="5918200"/>
                </a:cubicBezTo>
                <a:cubicBezTo>
                  <a:pt x="5977468" y="5820833"/>
                  <a:pt x="6502402" y="5541433"/>
                  <a:pt x="7010401" y="5283200"/>
                </a:cubicBezTo>
                <a:cubicBezTo>
                  <a:pt x="7518401" y="5024967"/>
                  <a:pt x="7742768" y="4588933"/>
                  <a:pt x="8267701" y="4368800"/>
                </a:cubicBezTo>
                <a:cubicBezTo>
                  <a:pt x="8661401" y="4203700"/>
                  <a:pt x="9282510" y="4200525"/>
                  <a:pt x="9753303" y="4102100"/>
                </a:cubicBezTo>
                <a:lnTo>
                  <a:pt x="9775436" y="4096261"/>
                </a:lnTo>
                <a:lnTo>
                  <a:pt x="9872640" y="4085901"/>
                </a:lnTo>
                <a:cubicBezTo>
                  <a:pt x="10350579" y="4007524"/>
                  <a:pt x="10765727" y="3583520"/>
                  <a:pt x="10871964" y="3011090"/>
                </a:cubicBezTo>
                <a:lnTo>
                  <a:pt x="10879893" y="2929399"/>
                </a:lnTo>
                <a:lnTo>
                  <a:pt x="10896601" y="2844800"/>
                </a:lnTo>
                <a:cubicBezTo>
                  <a:pt x="10904538" y="2790825"/>
                  <a:pt x="10904770" y="2733378"/>
                  <a:pt x="10899119" y="2673412"/>
                </a:cubicBezTo>
                <a:lnTo>
                  <a:pt x="10885081" y="2593548"/>
                </a:lnTo>
                <a:lnTo>
                  <a:pt x="10877638" y="2498494"/>
                </a:lnTo>
                <a:cubicBezTo>
                  <a:pt x="10863957" y="2417017"/>
                  <a:pt x="10843349" y="2338180"/>
                  <a:pt x="10816392" y="2262974"/>
                </a:cubicBezTo>
                <a:lnTo>
                  <a:pt x="10744803" y="2108945"/>
                </a:lnTo>
                <a:lnTo>
                  <a:pt x="10738645" y="2091531"/>
                </a:lnTo>
                <a:cubicBezTo>
                  <a:pt x="10640485" y="1825625"/>
                  <a:pt x="10535710" y="1565275"/>
                  <a:pt x="10541001" y="1371600"/>
                </a:cubicBezTo>
                <a:lnTo>
                  <a:pt x="10544822" y="1332977"/>
                </a:lnTo>
                <a:lnTo>
                  <a:pt x="10541001" y="1257301"/>
                </a:lnTo>
                <a:cubicBezTo>
                  <a:pt x="10541001" y="709879"/>
                  <a:pt x="10853029" y="235335"/>
                  <a:pt x="11308933" y="1821"/>
                </a:cubicBezTo>
                <a:close/>
              </a:path>
            </a:pathLst>
          </a:custGeom>
          <a:gradFill>
            <a:gsLst>
              <a:gs pos="27000">
                <a:schemeClr val="accent1"/>
              </a:gs>
              <a:gs pos="100000">
                <a:schemeClr val="accent2"/>
              </a:gs>
            </a:gsLst>
            <a:lin ang="108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7" name="图片 6"/>
          <p:cNvPicPr>
            <a:picLocks noChangeAspect="1"/>
          </p:cNvPicPr>
          <p:nvPr/>
        </p:nvPicPr>
        <p:blipFill>
          <a:blip r:embed="rId2">
            <a:alphaModFix/>
          </a:blip>
          <a:srcRect/>
          <a:stretch>
            <a:fillRect/>
          </a:stretch>
        </p:blipFill>
        <p:spPr>
          <a:xfrm>
            <a:off x="4038600" y="2485878"/>
            <a:ext cx="8118785" cy="4372121"/>
          </a:xfrm>
          <a:prstGeom prst="rect">
            <a:avLst/>
          </a:prstGeom>
          <a:noFill/>
          <a:ln>
            <a:noFill/>
          </a:ln>
        </p:spPr>
      </p:pic>
      <p:sp>
        <p:nvSpPr>
          <p:cNvPr id="8" name="标题 1"/>
          <p:cNvSpPr txBox="1"/>
          <p:nvPr/>
        </p:nvSpPr>
        <p:spPr>
          <a:xfrm>
            <a:off x="436052" y="2855974"/>
            <a:ext cx="6307734" cy="1986036"/>
          </a:xfrm>
          <a:prstGeom prst="rect">
            <a:avLst/>
          </a:prstGeom>
          <a:noFill/>
          <a:ln>
            <a:noFill/>
          </a:ln>
        </p:spPr>
        <p:txBody>
          <a:bodyPr vert="horz" wrap="square" lIns="91440" tIns="45720" rIns="91440" bIns="45720" rtlCol="0" anchor="t"/>
          <a:lstStyle/>
          <a:p>
            <a:pPr algn="l">
              <a:lnSpc>
                <a:spcPct val="130000"/>
              </a:lnSpc>
            </a:pPr>
            <a:r>
              <a:rPr kumimoji="1" lang="en-US" altLang="zh-CN" sz="4900">
                <a:ln w="12700">
                  <a:noFill/>
                </a:ln>
                <a:solidFill>
                  <a:srgbClr val="000000">
                    <a:alpha val="100000"/>
                  </a:srgbClr>
                </a:solidFill>
                <a:latin typeface="Source Han Sans CN Bold"/>
                <a:ea typeface="Source Han Sans CN Bold"/>
                <a:cs typeface="Source Han Sans CN Bold"/>
              </a:rPr>
              <a:t>Verilog 编译指令</a:t>
            </a:r>
            <a:endParaRPr kumimoji="1" lang="zh-CN" altLang="en-US"/>
          </a:p>
        </p:txBody>
      </p:sp>
      <p:sp>
        <p:nvSpPr>
          <p:cNvPr id="9" name="标题 1"/>
          <p:cNvSpPr txBox="1"/>
          <p:nvPr/>
        </p:nvSpPr>
        <p:spPr>
          <a:xfrm>
            <a:off x="8648700" y="2362379"/>
            <a:ext cx="610616" cy="610616"/>
          </a:xfrm>
          <a:prstGeom prst="ellipse">
            <a:avLst/>
          </a:prstGeom>
          <a:gradFill>
            <a:gsLst>
              <a:gs pos="0">
                <a:schemeClr val="accent1"/>
              </a:gs>
              <a:gs pos="100000">
                <a:schemeClr val="accent2"/>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9689076" y="1634397"/>
            <a:ext cx="353151" cy="353151"/>
          </a:xfrm>
          <a:prstGeom prst="ellipse">
            <a:avLst/>
          </a:prstGeom>
          <a:gradFill>
            <a:gsLst>
              <a:gs pos="0">
                <a:schemeClr val="accent3"/>
              </a:gs>
              <a:gs pos="100000">
                <a:schemeClr val="accent4"/>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538400" y="5483588"/>
            <a:ext cx="578874" cy="578874"/>
          </a:xfrm>
          <a:prstGeom prst="ellipse">
            <a:avLst/>
          </a:prstGeom>
          <a:gradFill>
            <a:gsLst>
              <a:gs pos="0">
                <a:schemeClr val="accent1"/>
              </a:gs>
              <a:gs pos="100000">
                <a:schemeClr val="accent2"/>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rot="1349991">
            <a:off x="11457839" y="586853"/>
            <a:ext cx="1539544" cy="1539544"/>
          </a:xfrm>
          <a:prstGeom prst="ellipse">
            <a:avLst/>
          </a:prstGeom>
          <a:gradFill>
            <a:gsLst>
              <a:gs pos="0">
                <a:schemeClr val="accent1">
                  <a:alpha val="68000"/>
                </a:schemeClr>
              </a:gs>
              <a:gs pos="100000">
                <a:schemeClr val="accent2">
                  <a:alpha val="6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2489" y="529552"/>
            <a:ext cx="3793799" cy="743548"/>
          </a:xfrm>
          <a:custGeom>
            <a:avLst/>
            <a:gdLst>
              <a:gd name="connsiteX0" fmla="*/ 0 w 3425499"/>
              <a:gd name="connsiteY0" fmla="*/ 0 h 743548"/>
              <a:gd name="connsiteX1" fmla="*/ 3053725 w 3425499"/>
              <a:gd name="connsiteY1" fmla="*/ 0 h 743548"/>
              <a:gd name="connsiteX2" fmla="*/ 3425499 w 3425499"/>
              <a:gd name="connsiteY2" fmla="*/ 371774 h 743548"/>
              <a:gd name="connsiteX3" fmla="*/ 3053725 w 3425499"/>
              <a:gd name="connsiteY3" fmla="*/ 743548 h 743548"/>
              <a:gd name="connsiteX4" fmla="*/ 0 w 3425499"/>
              <a:gd name="connsiteY4" fmla="*/ 743548 h 743548"/>
            </a:gdLst>
            <a:ahLst/>
            <a:cxnLst/>
            <a:rect l="l" t="t" r="r" b="b"/>
            <a:pathLst>
              <a:path w="3425499" h="743548">
                <a:moveTo>
                  <a:pt x="0" y="0"/>
                </a:moveTo>
                <a:lnTo>
                  <a:pt x="3053725" y="0"/>
                </a:lnTo>
                <a:cubicBezTo>
                  <a:pt x="3259050" y="0"/>
                  <a:pt x="3425499" y="166449"/>
                  <a:pt x="3425499" y="371774"/>
                </a:cubicBezTo>
                <a:cubicBezTo>
                  <a:pt x="3425499" y="577099"/>
                  <a:pt x="3259050" y="743548"/>
                  <a:pt x="3053725" y="743548"/>
                </a:cubicBezTo>
                <a:lnTo>
                  <a:pt x="0" y="743548"/>
                </a:ln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552822" y="717623"/>
            <a:ext cx="2958699" cy="367406"/>
          </a:xfrm>
          <a:custGeom>
            <a:avLst/>
            <a:gdLst>
              <a:gd name="connsiteX0" fmla="*/ 353068 w 1228797"/>
              <a:gd name="connsiteY0" fmla="*/ 146933 h 152590"/>
              <a:gd name="connsiteX1" fmla="*/ 353259 w 1228797"/>
              <a:gd name="connsiteY1" fmla="*/ 146971 h 152590"/>
              <a:gd name="connsiteX2" fmla="*/ 352878 w 1228797"/>
              <a:gd name="connsiteY2" fmla="*/ 146971 h 152590"/>
              <a:gd name="connsiteX3" fmla="*/ 463654 w 1228797"/>
              <a:gd name="connsiteY3" fmla="*/ 28766 h 152590"/>
              <a:gd name="connsiteX4" fmla="*/ 457368 w 1228797"/>
              <a:gd name="connsiteY4" fmla="*/ 35052 h 152590"/>
              <a:gd name="connsiteX5" fmla="*/ 457368 w 1228797"/>
              <a:gd name="connsiteY5" fmla="*/ 66866 h 152590"/>
              <a:gd name="connsiteX6" fmla="*/ 463464 w 1228797"/>
              <a:gd name="connsiteY6" fmla="*/ 73152 h 152590"/>
              <a:gd name="connsiteX7" fmla="*/ 463654 w 1228797"/>
              <a:gd name="connsiteY7" fmla="*/ 73152 h 152590"/>
              <a:gd name="connsiteX8" fmla="*/ 502611 w 1228797"/>
              <a:gd name="connsiteY8" fmla="*/ 73152 h 152590"/>
              <a:gd name="connsiteX9" fmla="*/ 525281 w 1228797"/>
              <a:gd name="connsiteY9" fmla="*/ 51911 h 152590"/>
              <a:gd name="connsiteX10" fmla="*/ 504450 w 1228797"/>
              <a:gd name="connsiteY10" fmla="*/ 28795 h 152590"/>
              <a:gd name="connsiteX11" fmla="*/ 503183 w 1228797"/>
              <a:gd name="connsiteY11" fmla="*/ 28766 h 152590"/>
              <a:gd name="connsiteX12" fmla="*/ 1154216 w 1228797"/>
              <a:gd name="connsiteY12" fmla="*/ 28194 h 152590"/>
              <a:gd name="connsiteX13" fmla="*/ 1154216 w 1228797"/>
              <a:gd name="connsiteY13" fmla="*/ 28765 h 152590"/>
              <a:gd name="connsiteX14" fmla="*/ 1104877 w 1228797"/>
              <a:gd name="connsiteY14" fmla="*/ 77914 h 152590"/>
              <a:gd name="connsiteX15" fmla="*/ 1154026 w 1228797"/>
              <a:gd name="connsiteY15" fmla="*/ 127254 h 152590"/>
              <a:gd name="connsiteX16" fmla="*/ 1203365 w 1228797"/>
              <a:gd name="connsiteY16" fmla="*/ 78105 h 152590"/>
              <a:gd name="connsiteX17" fmla="*/ 1203365 w 1228797"/>
              <a:gd name="connsiteY17" fmla="*/ 78009 h 152590"/>
              <a:gd name="connsiteX18" fmla="*/ 1154502 w 1228797"/>
              <a:gd name="connsiteY18" fmla="*/ 28195 h 152590"/>
              <a:gd name="connsiteX19" fmla="*/ 1154216 w 1228797"/>
              <a:gd name="connsiteY19" fmla="*/ 28194 h 152590"/>
              <a:gd name="connsiteX20" fmla="*/ 836558 w 1228797"/>
              <a:gd name="connsiteY20" fmla="*/ 25718 h 152590"/>
              <a:gd name="connsiteX21" fmla="*/ 787314 w 1228797"/>
              <a:gd name="connsiteY21" fmla="*/ 74962 h 152590"/>
              <a:gd name="connsiteX22" fmla="*/ 836558 w 1228797"/>
              <a:gd name="connsiteY22" fmla="*/ 124207 h 152590"/>
              <a:gd name="connsiteX23" fmla="*/ 885802 w 1228797"/>
              <a:gd name="connsiteY23" fmla="*/ 74962 h 152590"/>
              <a:gd name="connsiteX24" fmla="*/ 885802 w 1228797"/>
              <a:gd name="connsiteY24" fmla="*/ 74867 h 152590"/>
              <a:gd name="connsiteX25" fmla="*/ 836558 w 1228797"/>
              <a:gd name="connsiteY25" fmla="*/ 25718 h 152590"/>
              <a:gd name="connsiteX26" fmla="*/ 200954 w 1228797"/>
              <a:gd name="connsiteY26" fmla="*/ 25527 h 152590"/>
              <a:gd name="connsiteX27" fmla="*/ 200954 w 1228797"/>
              <a:gd name="connsiteY27" fmla="*/ 25908 h 152590"/>
              <a:gd name="connsiteX28" fmla="*/ 151424 w 1228797"/>
              <a:gd name="connsiteY28" fmla="*/ 75248 h 152590"/>
              <a:gd name="connsiteX29" fmla="*/ 200764 w 1228797"/>
              <a:gd name="connsiteY29" fmla="*/ 124778 h 152590"/>
              <a:gd name="connsiteX30" fmla="*/ 250294 w 1228797"/>
              <a:gd name="connsiteY30" fmla="*/ 75438 h 152590"/>
              <a:gd name="connsiteX31" fmla="*/ 250294 w 1228797"/>
              <a:gd name="connsiteY31" fmla="*/ 75248 h 152590"/>
              <a:gd name="connsiteX32" fmla="*/ 201145 w 1228797"/>
              <a:gd name="connsiteY32" fmla="*/ 25528 h 152590"/>
              <a:gd name="connsiteX33" fmla="*/ 200954 w 1228797"/>
              <a:gd name="connsiteY33" fmla="*/ 25527 h 152590"/>
              <a:gd name="connsiteX34" fmla="*/ 437841 w 1228797"/>
              <a:gd name="connsiteY34" fmla="*/ 3429 h 152590"/>
              <a:gd name="connsiteX35" fmla="*/ 502040 w 1228797"/>
              <a:gd name="connsiteY35" fmla="*/ 3429 h 152590"/>
              <a:gd name="connsiteX36" fmla="*/ 535949 w 1228797"/>
              <a:gd name="connsiteY36" fmla="*/ 16764 h 152590"/>
              <a:gd name="connsiteX37" fmla="*/ 550808 w 1228797"/>
              <a:gd name="connsiteY37" fmla="*/ 49340 h 152590"/>
              <a:gd name="connsiteX38" fmla="*/ 528615 w 1228797"/>
              <a:gd name="connsiteY38" fmla="*/ 91345 h 152590"/>
              <a:gd name="connsiteX39" fmla="*/ 526233 w 1228797"/>
              <a:gd name="connsiteY39" fmla="*/ 99251 h 152590"/>
              <a:gd name="connsiteX40" fmla="*/ 544712 w 1228797"/>
              <a:gd name="connsiteY40" fmla="*/ 138017 h 152590"/>
              <a:gd name="connsiteX41" fmla="*/ 541683 w 1228797"/>
              <a:gd name="connsiteY41" fmla="*/ 146377 h 152590"/>
              <a:gd name="connsiteX42" fmla="*/ 538997 w 1228797"/>
              <a:gd name="connsiteY42" fmla="*/ 146971 h 152590"/>
              <a:gd name="connsiteX43" fmla="*/ 525567 w 1228797"/>
              <a:gd name="connsiteY43" fmla="*/ 146971 h 152590"/>
              <a:gd name="connsiteX44" fmla="*/ 519947 w 1228797"/>
              <a:gd name="connsiteY44" fmla="*/ 143447 h 152590"/>
              <a:gd name="connsiteX45" fmla="*/ 500230 w 1228797"/>
              <a:gd name="connsiteY45" fmla="*/ 102203 h 152590"/>
              <a:gd name="connsiteX46" fmla="*/ 494611 w 1228797"/>
              <a:gd name="connsiteY46" fmla="*/ 98679 h 152590"/>
              <a:gd name="connsiteX47" fmla="*/ 463654 w 1228797"/>
              <a:gd name="connsiteY47" fmla="*/ 98679 h 152590"/>
              <a:gd name="connsiteX48" fmla="*/ 457368 w 1228797"/>
              <a:gd name="connsiteY48" fmla="*/ 104773 h 152590"/>
              <a:gd name="connsiteX49" fmla="*/ 457368 w 1228797"/>
              <a:gd name="connsiteY49" fmla="*/ 104966 h 152590"/>
              <a:gd name="connsiteX50" fmla="*/ 457368 w 1228797"/>
              <a:gd name="connsiteY50" fmla="*/ 140684 h 152590"/>
              <a:gd name="connsiteX51" fmla="*/ 451081 w 1228797"/>
              <a:gd name="connsiteY51" fmla="*/ 146971 h 152590"/>
              <a:gd name="connsiteX52" fmla="*/ 437841 w 1228797"/>
              <a:gd name="connsiteY52" fmla="*/ 146971 h 152590"/>
              <a:gd name="connsiteX53" fmla="*/ 431555 w 1228797"/>
              <a:gd name="connsiteY53" fmla="*/ 140684 h 152590"/>
              <a:gd name="connsiteX54" fmla="*/ 431555 w 1228797"/>
              <a:gd name="connsiteY54" fmla="*/ 9716 h 152590"/>
              <a:gd name="connsiteX55" fmla="*/ 437841 w 1228797"/>
              <a:gd name="connsiteY55" fmla="*/ 3429 h 152590"/>
              <a:gd name="connsiteX56" fmla="*/ 293633 w 1228797"/>
              <a:gd name="connsiteY56" fmla="*/ 3429 h 152590"/>
              <a:gd name="connsiteX57" fmla="*/ 306777 w 1228797"/>
              <a:gd name="connsiteY57" fmla="*/ 3429 h 152590"/>
              <a:gd name="connsiteX58" fmla="*/ 312683 w 1228797"/>
              <a:gd name="connsiteY58" fmla="*/ 9715 h 152590"/>
              <a:gd name="connsiteX59" fmla="*/ 312683 w 1228797"/>
              <a:gd name="connsiteY59" fmla="*/ 80677 h 152590"/>
              <a:gd name="connsiteX60" fmla="*/ 350592 w 1228797"/>
              <a:gd name="connsiteY60" fmla="*/ 123032 h 152590"/>
              <a:gd name="connsiteX61" fmla="*/ 392950 w 1228797"/>
              <a:gd name="connsiteY61" fmla="*/ 85118 h 152590"/>
              <a:gd name="connsiteX62" fmla="*/ 392978 w 1228797"/>
              <a:gd name="connsiteY62" fmla="*/ 81248 h 152590"/>
              <a:gd name="connsiteX63" fmla="*/ 392978 w 1228797"/>
              <a:gd name="connsiteY63" fmla="*/ 9715 h 152590"/>
              <a:gd name="connsiteX64" fmla="*/ 399265 w 1228797"/>
              <a:gd name="connsiteY64" fmla="*/ 3429 h 152590"/>
              <a:gd name="connsiteX65" fmla="*/ 412505 w 1228797"/>
              <a:gd name="connsiteY65" fmla="*/ 3429 h 152590"/>
              <a:gd name="connsiteX66" fmla="*/ 418696 w 1228797"/>
              <a:gd name="connsiteY66" fmla="*/ 9715 h 152590"/>
              <a:gd name="connsiteX67" fmla="*/ 418696 w 1228797"/>
              <a:gd name="connsiteY67" fmla="*/ 81153 h 152590"/>
              <a:gd name="connsiteX68" fmla="*/ 378496 w 1228797"/>
              <a:gd name="connsiteY68" fmla="*/ 141799 h 152590"/>
              <a:gd name="connsiteX69" fmla="*/ 353068 w 1228797"/>
              <a:gd name="connsiteY69" fmla="*/ 146933 h 152590"/>
              <a:gd name="connsiteX70" fmla="*/ 327634 w 1228797"/>
              <a:gd name="connsiteY70" fmla="*/ 141836 h 152590"/>
              <a:gd name="connsiteX71" fmla="*/ 287346 w 1228797"/>
              <a:gd name="connsiteY71" fmla="*/ 81248 h 152590"/>
              <a:gd name="connsiteX72" fmla="*/ 287346 w 1228797"/>
              <a:gd name="connsiteY72" fmla="*/ 81153 h 152590"/>
              <a:gd name="connsiteX73" fmla="*/ 287346 w 1228797"/>
              <a:gd name="connsiteY73" fmla="*/ 9715 h 152590"/>
              <a:gd name="connsiteX74" fmla="*/ 293633 w 1228797"/>
              <a:gd name="connsiteY74" fmla="*/ 3429 h 152590"/>
              <a:gd name="connsiteX75" fmla="*/ 6264 w 1228797"/>
              <a:gd name="connsiteY75" fmla="*/ 3333 h 152590"/>
              <a:gd name="connsiteX76" fmla="*/ 18646 w 1228797"/>
              <a:gd name="connsiteY76" fmla="*/ 3333 h 152590"/>
              <a:gd name="connsiteX77" fmla="*/ 23790 w 1228797"/>
              <a:gd name="connsiteY77" fmla="*/ 6000 h 152590"/>
              <a:gd name="connsiteX78" fmla="*/ 61890 w 1228797"/>
              <a:gd name="connsiteY78" fmla="*/ 59817 h 152590"/>
              <a:gd name="connsiteX79" fmla="*/ 67033 w 1228797"/>
              <a:gd name="connsiteY79" fmla="*/ 62388 h 152590"/>
              <a:gd name="connsiteX80" fmla="*/ 72081 w 1228797"/>
              <a:gd name="connsiteY80" fmla="*/ 59817 h 152590"/>
              <a:gd name="connsiteX81" fmla="*/ 110181 w 1228797"/>
              <a:gd name="connsiteY81" fmla="*/ 6000 h 152590"/>
              <a:gd name="connsiteX82" fmla="*/ 115325 w 1228797"/>
              <a:gd name="connsiteY82" fmla="*/ 3333 h 152590"/>
              <a:gd name="connsiteX83" fmla="*/ 127707 w 1228797"/>
              <a:gd name="connsiteY83" fmla="*/ 3333 h 152590"/>
              <a:gd name="connsiteX84" fmla="*/ 134065 w 1228797"/>
              <a:gd name="connsiteY84" fmla="*/ 9548 h 152590"/>
              <a:gd name="connsiteX85" fmla="*/ 132851 w 1228797"/>
              <a:gd name="connsiteY85" fmla="*/ 13335 h 152590"/>
              <a:gd name="connsiteX86" fmla="*/ 81702 w 1228797"/>
              <a:gd name="connsiteY86" fmla="*/ 83724 h 152590"/>
              <a:gd name="connsiteX87" fmla="*/ 79987 w 1228797"/>
              <a:gd name="connsiteY87" fmla="*/ 89154 h 152590"/>
              <a:gd name="connsiteX88" fmla="*/ 79987 w 1228797"/>
              <a:gd name="connsiteY88" fmla="*/ 140684 h 152590"/>
              <a:gd name="connsiteX89" fmla="*/ 73701 w 1228797"/>
              <a:gd name="connsiteY89" fmla="*/ 146970 h 152590"/>
              <a:gd name="connsiteX90" fmla="*/ 60270 w 1228797"/>
              <a:gd name="connsiteY90" fmla="*/ 146970 h 152590"/>
              <a:gd name="connsiteX91" fmla="*/ 53984 w 1228797"/>
              <a:gd name="connsiteY91" fmla="*/ 140684 h 152590"/>
              <a:gd name="connsiteX92" fmla="*/ 53984 w 1228797"/>
              <a:gd name="connsiteY92" fmla="*/ 89154 h 152590"/>
              <a:gd name="connsiteX93" fmla="*/ 52269 w 1228797"/>
              <a:gd name="connsiteY93" fmla="*/ 83724 h 152590"/>
              <a:gd name="connsiteX94" fmla="*/ 1215 w 1228797"/>
              <a:gd name="connsiteY94" fmla="*/ 13335 h 152590"/>
              <a:gd name="connsiteX95" fmla="*/ 2572 w 1228797"/>
              <a:gd name="connsiteY95" fmla="*/ 4549 h 152590"/>
              <a:gd name="connsiteX96" fmla="*/ 6264 w 1228797"/>
              <a:gd name="connsiteY96" fmla="*/ 3333 h 152590"/>
              <a:gd name="connsiteX97" fmla="*/ 1154026 w 1228797"/>
              <a:gd name="connsiteY97" fmla="*/ 3238 h 152590"/>
              <a:gd name="connsiteX98" fmla="*/ 1228797 w 1228797"/>
              <a:gd name="connsiteY98" fmla="*/ 77819 h 152590"/>
              <a:gd name="connsiteX99" fmla="*/ 1228797 w 1228797"/>
              <a:gd name="connsiteY99" fmla="*/ 77914 h 152590"/>
              <a:gd name="connsiteX100" fmla="*/ 1154216 w 1228797"/>
              <a:gd name="connsiteY100" fmla="*/ 152590 h 152590"/>
              <a:gd name="connsiteX101" fmla="*/ 1079445 w 1228797"/>
              <a:gd name="connsiteY101" fmla="*/ 78009 h 152590"/>
              <a:gd name="connsiteX102" fmla="*/ 1154026 w 1228797"/>
              <a:gd name="connsiteY102" fmla="*/ 3238 h 152590"/>
              <a:gd name="connsiteX103" fmla="*/ 646058 w 1228797"/>
              <a:gd name="connsiteY103" fmla="*/ 2096 h 152590"/>
              <a:gd name="connsiteX104" fmla="*/ 659774 w 1228797"/>
              <a:gd name="connsiteY104" fmla="*/ 2096 h 152590"/>
              <a:gd name="connsiteX105" fmla="*/ 666060 w 1228797"/>
              <a:gd name="connsiteY105" fmla="*/ 8382 h 152590"/>
              <a:gd name="connsiteX106" fmla="*/ 666060 w 1228797"/>
              <a:gd name="connsiteY106" fmla="*/ 116491 h 152590"/>
              <a:gd name="connsiteX107" fmla="*/ 672346 w 1228797"/>
              <a:gd name="connsiteY107" fmla="*/ 122778 h 152590"/>
              <a:gd name="connsiteX108" fmla="*/ 750166 w 1228797"/>
              <a:gd name="connsiteY108" fmla="*/ 122778 h 152590"/>
              <a:gd name="connsiteX109" fmla="*/ 756452 w 1228797"/>
              <a:gd name="connsiteY109" fmla="*/ 129064 h 152590"/>
              <a:gd name="connsiteX110" fmla="*/ 756452 w 1228797"/>
              <a:gd name="connsiteY110" fmla="*/ 141733 h 152590"/>
              <a:gd name="connsiteX111" fmla="*/ 750356 w 1228797"/>
              <a:gd name="connsiteY111" fmla="*/ 148019 h 152590"/>
              <a:gd name="connsiteX112" fmla="*/ 750166 w 1228797"/>
              <a:gd name="connsiteY112" fmla="*/ 148019 h 152590"/>
              <a:gd name="connsiteX113" fmla="*/ 646058 w 1228797"/>
              <a:gd name="connsiteY113" fmla="*/ 148019 h 152590"/>
              <a:gd name="connsiteX114" fmla="*/ 639771 w 1228797"/>
              <a:gd name="connsiteY114" fmla="*/ 141733 h 152590"/>
              <a:gd name="connsiteX115" fmla="*/ 639771 w 1228797"/>
              <a:gd name="connsiteY115" fmla="*/ 8382 h 152590"/>
              <a:gd name="connsiteX116" fmla="*/ 646058 w 1228797"/>
              <a:gd name="connsiteY116" fmla="*/ 2096 h 152590"/>
              <a:gd name="connsiteX117" fmla="*/ 995720 w 1228797"/>
              <a:gd name="connsiteY117" fmla="*/ 191 h 152590"/>
              <a:gd name="connsiteX118" fmla="*/ 1040488 w 1228797"/>
              <a:gd name="connsiteY118" fmla="*/ 15621 h 152590"/>
              <a:gd name="connsiteX119" fmla="*/ 1051060 w 1228797"/>
              <a:gd name="connsiteY119" fmla="*/ 25146 h 152590"/>
              <a:gd name="connsiteX120" fmla="*/ 1051251 w 1228797"/>
              <a:gd name="connsiteY120" fmla="*/ 25418 h 152590"/>
              <a:gd name="connsiteX121" fmla="*/ 1049536 w 1228797"/>
              <a:gd name="connsiteY121" fmla="*/ 34004 h 152590"/>
              <a:gd name="connsiteX122" fmla="*/ 1038964 w 1228797"/>
              <a:gd name="connsiteY122" fmla="*/ 41434 h 152590"/>
              <a:gd name="connsiteX123" fmla="*/ 1030867 w 1228797"/>
              <a:gd name="connsiteY123" fmla="*/ 40767 h 152590"/>
              <a:gd name="connsiteX124" fmla="*/ 1028010 w 1228797"/>
              <a:gd name="connsiteY124" fmla="*/ 38100 h 152590"/>
              <a:gd name="connsiteX125" fmla="*/ 1027343 w 1228797"/>
              <a:gd name="connsiteY125" fmla="*/ 37624 h 152590"/>
              <a:gd name="connsiteX126" fmla="*/ 995911 w 1228797"/>
              <a:gd name="connsiteY126" fmla="*/ 26194 h 152590"/>
              <a:gd name="connsiteX127" fmla="*/ 993815 w 1228797"/>
              <a:gd name="connsiteY127" fmla="*/ 26194 h 152590"/>
              <a:gd name="connsiteX128" fmla="*/ 990386 w 1228797"/>
              <a:gd name="connsiteY128" fmla="*/ 26194 h 152590"/>
              <a:gd name="connsiteX129" fmla="*/ 981623 w 1228797"/>
              <a:gd name="connsiteY129" fmla="*/ 28004 h 152590"/>
              <a:gd name="connsiteX130" fmla="*/ 947638 w 1228797"/>
              <a:gd name="connsiteY130" fmla="*/ 64456 h 152590"/>
              <a:gd name="connsiteX131" fmla="*/ 984957 w 1228797"/>
              <a:gd name="connsiteY131" fmla="*/ 123254 h 152590"/>
              <a:gd name="connsiteX132" fmla="*/ 988957 w 1228797"/>
              <a:gd name="connsiteY132" fmla="*/ 124016 h 152590"/>
              <a:gd name="connsiteX133" fmla="*/ 992291 w 1228797"/>
              <a:gd name="connsiteY133" fmla="*/ 122968 h 152590"/>
              <a:gd name="connsiteX134" fmla="*/ 1001816 w 1228797"/>
              <a:gd name="connsiteY134" fmla="*/ 122968 h 152590"/>
              <a:gd name="connsiteX135" fmla="*/ 1009150 w 1228797"/>
              <a:gd name="connsiteY135" fmla="*/ 121920 h 152590"/>
              <a:gd name="connsiteX136" fmla="*/ 1010484 w 1228797"/>
              <a:gd name="connsiteY136" fmla="*/ 121920 h 152590"/>
              <a:gd name="connsiteX137" fmla="*/ 1011817 w 1228797"/>
              <a:gd name="connsiteY137" fmla="*/ 121920 h 152590"/>
              <a:gd name="connsiteX138" fmla="*/ 1017437 w 1228797"/>
              <a:gd name="connsiteY138" fmla="*/ 119920 h 152590"/>
              <a:gd name="connsiteX139" fmla="*/ 1018580 w 1228797"/>
              <a:gd name="connsiteY139" fmla="*/ 119444 h 152590"/>
              <a:gd name="connsiteX140" fmla="*/ 1019723 w 1228797"/>
              <a:gd name="connsiteY140" fmla="*/ 118967 h 152590"/>
              <a:gd name="connsiteX141" fmla="*/ 1020866 w 1228797"/>
              <a:gd name="connsiteY141" fmla="*/ 118396 h 152590"/>
              <a:gd name="connsiteX142" fmla="*/ 1023438 w 1228797"/>
              <a:gd name="connsiteY142" fmla="*/ 117062 h 152590"/>
              <a:gd name="connsiteX143" fmla="*/ 1024200 w 1228797"/>
              <a:gd name="connsiteY143" fmla="*/ 116491 h 152590"/>
              <a:gd name="connsiteX144" fmla="*/ 1041154 w 1228797"/>
              <a:gd name="connsiteY144" fmla="*/ 95345 h 152590"/>
              <a:gd name="connsiteX145" fmla="*/ 1040202 w 1228797"/>
              <a:gd name="connsiteY145" fmla="*/ 90297 h 152590"/>
              <a:gd name="connsiteX146" fmla="*/ 1036106 w 1228797"/>
              <a:gd name="connsiteY146" fmla="*/ 88583 h 152590"/>
              <a:gd name="connsiteX147" fmla="*/ 1008579 w 1228797"/>
              <a:gd name="connsiteY147" fmla="*/ 88583 h 152590"/>
              <a:gd name="connsiteX148" fmla="*/ 1002292 w 1228797"/>
              <a:gd name="connsiteY148" fmla="*/ 82296 h 152590"/>
              <a:gd name="connsiteX149" fmla="*/ 1002292 w 1228797"/>
              <a:gd name="connsiteY149" fmla="*/ 69437 h 152590"/>
              <a:gd name="connsiteX150" fmla="*/ 1002292 w 1228797"/>
              <a:gd name="connsiteY150" fmla="*/ 69245 h 152590"/>
              <a:gd name="connsiteX151" fmla="*/ 1008579 w 1228797"/>
              <a:gd name="connsiteY151" fmla="*/ 63151 h 152590"/>
              <a:gd name="connsiteX152" fmla="*/ 1065729 w 1228797"/>
              <a:gd name="connsiteY152" fmla="*/ 63151 h 152590"/>
              <a:gd name="connsiteX153" fmla="*/ 1066205 w 1228797"/>
              <a:gd name="connsiteY153" fmla="*/ 63151 h 152590"/>
              <a:gd name="connsiteX154" fmla="*/ 1066777 w 1228797"/>
              <a:gd name="connsiteY154" fmla="*/ 63151 h 152590"/>
              <a:gd name="connsiteX155" fmla="*/ 1068205 w 1228797"/>
              <a:gd name="connsiteY155" fmla="*/ 68771 h 152590"/>
              <a:gd name="connsiteX156" fmla="*/ 1068205 w 1228797"/>
              <a:gd name="connsiteY156" fmla="*/ 80391 h 152590"/>
              <a:gd name="connsiteX157" fmla="*/ 1043155 w 1228797"/>
              <a:gd name="connsiteY157" fmla="*/ 136112 h 152590"/>
              <a:gd name="connsiteX158" fmla="*/ 1040869 w 1228797"/>
              <a:gd name="connsiteY158" fmla="*/ 138113 h 152590"/>
              <a:gd name="connsiteX159" fmla="*/ 1039630 w 1228797"/>
              <a:gd name="connsiteY159" fmla="*/ 139065 h 152590"/>
              <a:gd name="connsiteX160" fmla="*/ 1037249 w 1228797"/>
              <a:gd name="connsiteY160" fmla="*/ 140780 h 152590"/>
              <a:gd name="connsiteX161" fmla="*/ 1036011 w 1228797"/>
              <a:gd name="connsiteY161" fmla="*/ 141637 h 152590"/>
              <a:gd name="connsiteX162" fmla="*/ 1033630 w 1228797"/>
              <a:gd name="connsiteY162" fmla="*/ 143161 h 152590"/>
              <a:gd name="connsiteX163" fmla="*/ 1032391 w 1228797"/>
              <a:gd name="connsiteY163" fmla="*/ 143923 h 152590"/>
              <a:gd name="connsiteX164" fmla="*/ 1029915 w 1228797"/>
              <a:gd name="connsiteY164" fmla="*/ 145352 h 152590"/>
              <a:gd name="connsiteX165" fmla="*/ 1029343 w 1228797"/>
              <a:gd name="connsiteY165" fmla="*/ 145352 h 152590"/>
              <a:gd name="connsiteX166" fmla="*/ 1025343 w 1228797"/>
              <a:gd name="connsiteY166" fmla="*/ 147257 h 152590"/>
              <a:gd name="connsiteX167" fmla="*/ 1024676 w 1228797"/>
              <a:gd name="connsiteY167" fmla="*/ 147257 h 152590"/>
              <a:gd name="connsiteX168" fmla="*/ 1022104 w 1228797"/>
              <a:gd name="connsiteY168" fmla="*/ 148209 h 152590"/>
              <a:gd name="connsiteX169" fmla="*/ 1020866 w 1228797"/>
              <a:gd name="connsiteY169" fmla="*/ 148209 h 152590"/>
              <a:gd name="connsiteX170" fmla="*/ 1020104 w 1228797"/>
              <a:gd name="connsiteY170" fmla="*/ 148209 h 152590"/>
              <a:gd name="connsiteX171" fmla="*/ 1018009 w 1228797"/>
              <a:gd name="connsiteY171" fmla="*/ 148971 h 152590"/>
              <a:gd name="connsiteX172" fmla="*/ 1017151 w 1228797"/>
              <a:gd name="connsiteY172" fmla="*/ 148971 h 152590"/>
              <a:gd name="connsiteX173" fmla="*/ 1015913 w 1228797"/>
              <a:gd name="connsiteY173" fmla="*/ 148971 h 152590"/>
              <a:gd name="connsiteX174" fmla="*/ 1015056 w 1228797"/>
              <a:gd name="connsiteY174" fmla="*/ 148971 h 152590"/>
              <a:gd name="connsiteX175" fmla="*/ 1013151 w 1228797"/>
              <a:gd name="connsiteY175" fmla="*/ 149447 h 152590"/>
              <a:gd name="connsiteX176" fmla="*/ 1012103 w 1228797"/>
              <a:gd name="connsiteY176" fmla="*/ 149447 h 152590"/>
              <a:gd name="connsiteX177" fmla="*/ 1010960 w 1228797"/>
              <a:gd name="connsiteY177" fmla="*/ 149447 h 152590"/>
              <a:gd name="connsiteX178" fmla="*/ 1009912 w 1228797"/>
              <a:gd name="connsiteY178" fmla="*/ 149447 h 152590"/>
              <a:gd name="connsiteX179" fmla="*/ 1008103 w 1228797"/>
              <a:gd name="connsiteY179" fmla="*/ 149447 h 152590"/>
              <a:gd name="connsiteX180" fmla="*/ 1006960 w 1228797"/>
              <a:gd name="connsiteY180" fmla="*/ 149447 h 152590"/>
              <a:gd name="connsiteX181" fmla="*/ 1005817 w 1228797"/>
              <a:gd name="connsiteY181" fmla="*/ 149447 h 152590"/>
              <a:gd name="connsiteX182" fmla="*/ 1004578 w 1228797"/>
              <a:gd name="connsiteY182" fmla="*/ 149447 h 152590"/>
              <a:gd name="connsiteX183" fmla="*/ 1002864 w 1228797"/>
              <a:gd name="connsiteY183" fmla="*/ 149447 h 152590"/>
              <a:gd name="connsiteX184" fmla="*/ 995720 w 1228797"/>
              <a:gd name="connsiteY184" fmla="*/ 149447 h 152590"/>
              <a:gd name="connsiteX185" fmla="*/ 990386 w 1228797"/>
              <a:gd name="connsiteY185" fmla="*/ 149447 h 152590"/>
              <a:gd name="connsiteX186" fmla="*/ 918425 w 1228797"/>
              <a:gd name="connsiteY186" fmla="*/ 72152 h 152590"/>
              <a:gd name="connsiteX187" fmla="*/ 995720 w 1228797"/>
              <a:gd name="connsiteY187" fmla="*/ 191 h 152590"/>
              <a:gd name="connsiteX188" fmla="*/ 836558 w 1228797"/>
              <a:gd name="connsiteY188" fmla="*/ 191 h 152590"/>
              <a:gd name="connsiteX189" fmla="*/ 911234 w 1228797"/>
              <a:gd name="connsiteY189" fmla="*/ 74867 h 152590"/>
              <a:gd name="connsiteX190" fmla="*/ 836558 w 1228797"/>
              <a:gd name="connsiteY190" fmla="*/ 149543 h 152590"/>
              <a:gd name="connsiteX191" fmla="*/ 761882 w 1228797"/>
              <a:gd name="connsiteY191" fmla="*/ 74867 h 152590"/>
              <a:gd name="connsiteX192" fmla="*/ 836558 w 1228797"/>
              <a:gd name="connsiteY192" fmla="*/ 191 h 152590"/>
              <a:gd name="connsiteX193" fmla="*/ 200954 w 1228797"/>
              <a:gd name="connsiteY193" fmla="*/ 0 h 152590"/>
              <a:gd name="connsiteX194" fmla="*/ 275821 w 1228797"/>
              <a:gd name="connsiteY194" fmla="*/ 74867 h 152590"/>
              <a:gd name="connsiteX195" fmla="*/ 200954 w 1228797"/>
              <a:gd name="connsiteY195" fmla="*/ 149733 h 152590"/>
              <a:gd name="connsiteX196" fmla="*/ 126088 w 1228797"/>
              <a:gd name="connsiteY196" fmla="*/ 74867 h 152590"/>
              <a:gd name="connsiteX197" fmla="*/ 200954 w 1228797"/>
              <a:gd name="connsiteY197" fmla="*/ 0 h 152590"/>
            </a:gdLst>
            <a:ahLst/>
            <a:cxnLst/>
            <a:rect l="l" t="t" r="r" b="b"/>
            <a:pathLst>
              <a:path w="1228797" h="152590">
                <a:moveTo>
                  <a:pt x="353068" y="146933"/>
                </a:moveTo>
                <a:lnTo>
                  <a:pt x="353259" y="146971"/>
                </a:lnTo>
                <a:lnTo>
                  <a:pt x="352878" y="146971"/>
                </a:lnTo>
                <a:close/>
                <a:moveTo>
                  <a:pt x="463654" y="28766"/>
                </a:moveTo>
                <a:cubicBezTo>
                  <a:pt x="460187" y="28766"/>
                  <a:pt x="457368" y="31580"/>
                  <a:pt x="457368" y="35052"/>
                </a:cubicBezTo>
                <a:lnTo>
                  <a:pt x="457368" y="66866"/>
                </a:lnTo>
                <a:cubicBezTo>
                  <a:pt x="457311" y="70284"/>
                  <a:pt x="460044" y="73099"/>
                  <a:pt x="463464" y="73152"/>
                </a:cubicBezTo>
                <a:cubicBezTo>
                  <a:pt x="463530" y="73153"/>
                  <a:pt x="463588" y="73153"/>
                  <a:pt x="463654" y="73152"/>
                </a:cubicBezTo>
                <a:lnTo>
                  <a:pt x="502611" y="73152"/>
                </a:lnTo>
                <a:cubicBezTo>
                  <a:pt x="514613" y="73223"/>
                  <a:pt x="524576" y="63892"/>
                  <a:pt x="525281" y="51911"/>
                </a:cubicBezTo>
                <a:cubicBezTo>
                  <a:pt x="525910" y="39775"/>
                  <a:pt x="516585" y="29427"/>
                  <a:pt x="504450" y="28795"/>
                </a:cubicBezTo>
                <a:cubicBezTo>
                  <a:pt x="504031" y="28773"/>
                  <a:pt x="503602" y="28763"/>
                  <a:pt x="503183" y="28766"/>
                </a:cubicBezTo>
                <a:close/>
                <a:moveTo>
                  <a:pt x="1154216" y="28194"/>
                </a:moveTo>
                <a:lnTo>
                  <a:pt x="1154216" y="28765"/>
                </a:lnTo>
                <a:cubicBezTo>
                  <a:pt x="1127022" y="28713"/>
                  <a:pt x="1104934" y="50717"/>
                  <a:pt x="1104877" y="77914"/>
                </a:cubicBezTo>
                <a:cubicBezTo>
                  <a:pt x="1104820" y="105111"/>
                  <a:pt x="1126832" y="127201"/>
                  <a:pt x="1154026" y="127254"/>
                </a:cubicBezTo>
                <a:cubicBezTo>
                  <a:pt x="1181220" y="127306"/>
                  <a:pt x="1203308" y="105301"/>
                  <a:pt x="1203365" y="78105"/>
                </a:cubicBezTo>
                <a:cubicBezTo>
                  <a:pt x="1203365" y="78073"/>
                  <a:pt x="1203365" y="78041"/>
                  <a:pt x="1203365" y="78009"/>
                </a:cubicBezTo>
                <a:cubicBezTo>
                  <a:pt x="1203632" y="50761"/>
                  <a:pt x="1181753" y="28458"/>
                  <a:pt x="1154502" y="28195"/>
                </a:cubicBezTo>
                <a:cubicBezTo>
                  <a:pt x="1154407" y="28195"/>
                  <a:pt x="1154312" y="28194"/>
                  <a:pt x="1154216" y="28194"/>
                </a:cubicBezTo>
                <a:close/>
                <a:moveTo>
                  <a:pt x="836558" y="25718"/>
                </a:moveTo>
                <a:cubicBezTo>
                  <a:pt x="809364" y="25718"/>
                  <a:pt x="787314" y="47766"/>
                  <a:pt x="787314" y="74962"/>
                </a:cubicBezTo>
                <a:cubicBezTo>
                  <a:pt x="787314" y="102159"/>
                  <a:pt x="809364" y="124207"/>
                  <a:pt x="836558" y="124207"/>
                </a:cubicBezTo>
                <a:cubicBezTo>
                  <a:pt x="863752" y="124207"/>
                  <a:pt x="885802" y="102159"/>
                  <a:pt x="885802" y="74962"/>
                </a:cubicBezTo>
                <a:cubicBezTo>
                  <a:pt x="885802" y="74931"/>
                  <a:pt x="885802" y="74898"/>
                  <a:pt x="885802" y="74867"/>
                </a:cubicBezTo>
                <a:cubicBezTo>
                  <a:pt x="885745" y="47707"/>
                  <a:pt x="863714" y="25718"/>
                  <a:pt x="836558" y="25718"/>
                </a:cubicBezTo>
                <a:close/>
                <a:moveTo>
                  <a:pt x="200954" y="25527"/>
                </a:moveTo>
                <a:lnTo>
                  <a:pt x="200954" y="25908"/>
                </a:lnTo>
                <a:cubicBezTo>
                  <a:pt x="173652" y="25856"/>
                  <a:pt x="151477" y="47945"/>
                  <a:pt x="151424" y="75248"/>
                </a:cubicBezTo>
                <a:cubicBezTo>
                  <a:pt x="151372" y="102550"/>
                  <a:pt x="173462" y="124725"/>
                  <a:pt x="200764" y="124778"/>
                </a:cubicBezTo>
                <a:cubicBezTo>
                  <a:pt x="228063" y="124830"/>
                  <a:pt x="250237" y="102740"/>
                  <a:pt x="250294" y="75438"/>
                </a:cubicBezTo>
                <a:cubicBezTo>
                  <a:pt x="250294" y="75374"/>
                  <a:pt x="250294" y="75311"/>
                  <a:pt x="250294" y="75248"/>
                </a:cubicBezTo>
                <a:cubicBezTo>
                  <a:pt x="250456" y="47946"/>
                  <a:pt x="228444" y="25686"/>
                  <a:pt x="201145" y="25528"/>
                </a:cubicBezTo>
                <a:cubicBezTo>
                  <a:pt x="201078" y="25527"/>
                  <a:pt x="201021" y="25527"/>
                  <a:pt x="200954" y="25527"/>
                </a:cubicBezTo>
                <a:close/>
                <a:moveTo>
                  <a:pt x="437841" y="3429"/>
                </a:moveTo>
                <a:lnTo>
                  <a:pt x="502040" y="3429"/>
                </a:lnTo>
                <a:cubicBezTo>
                  <a:pt x="514623" y="3414"/>
                  <a:pt x="526748" y="8180"/>
                  <a:pt x="535949" y="16764"/>
                </a:cubicBezTo>
                <a:cubicBezTo>
                  <a:pt x="545074" y="25190"/>
                  <a:pt x="550427" y="36928"/>
                  <a:pt x="550808" y="49340"/>
                </a:cubicBezTo>
                <a:cubicBezTo>
                  <a:pt x="551303" y="66268"/>
                  <a:pt x="542883" y="82215"/>
                  <a:pt x="528615" y="91345"/>
                </a:cubicBezTo>
                <a:cubicBezTo>
                  <a:pt x="525881" y="92959"/>
                  <a:pt x="524852" y="96397"/>
                  <a:pt x="526233" y="99251"/>
                </a:cubicBezTo>
                <a:lnTo>
                  <a:pt x="544712" y="138017"/>
                </a:lnTo>
                <a:cubicBezTo>
                  <a:pt x="546188" y="141161"/>
                  <a:pt x="544826" y="144904"/>
                  <a:pt x="541683" y="146377"/>
                </a:cubicBezTo>
                <a:cubicBezTo>
                  <a:pt x="540845" y="146772"/>
                  <a:pt x="539930" y="146974"/>
                  <a:pt x="538997" y="146971"/>
                </a:cubicBezTo>
                <a:lnTo>
                  <a:pt x="525567" y="146971"/>
                </a:lnTo>
                <a:cubicBezTo>
                  <a:pt x="523166" y="146983"/>
                  <a:pt x="520976" y="145611"/>
                  <a:pt x="519947" y="143447"/>
                </a:cubicBezTo>
                <a:lnTo>
                  <a:pt x="500230" y="102203"/>
                </a:lnTo>
                <a:cubicBezTo>
                  <a:pt x="499221" y="100023"/>
                  <a:pt x="497011" y="98643"/>
                  <a:pt x="494611" y="98679"/>
                </a:cubicBezTo>
                <a:lnTo>
                  <a:pt x="463654" y="98679"/>
                </a:lnTo>
                <a:cubicBezTo>
                  <a:pt x="460235" y="98626"/>
                  <a:pt x="457425" y="101355"/>
                  <a:pt x="457368" y="104773"/>
                </a:cubicBezTo>
                <a:cubicBezTo>
                  <a:pt x="457368" y="104838"/>
                  <a:pt x="457368" y="104902"/>
                  <a:pt x="457368" y="104966"/>
                </a:cubicBezTo>
                <a:lnTo>
                  <a:pt x="457368" y="140684"/>
                </a:lnTo>
                <a:cubicBezTo>
                  <a:pt x="457368" y="144156"/>
                  <a:pt x="454558" y="146971"/>
                  <a:pt x="451081" y="146971"/>
                </a:cubicBezTo>
                <a:lnTo>
                  <a:pt x="437841" y="146971"/>
                </a:lnTo>
                <a:cubicBezTo>
                  <a:pt x="434365" y="146971"/>
                  <a:pt x="431555" y="144156"/>
                  <a:pt x="431555" y="140684"/>
                </a:cubicBezTo>
                <a:lnTo>
                  <a:pt x="431555" y="9716"/>
                </a:lnTo>
                <a:cubicBezTo>
                  <a:pt x="431603" y="6265"/>
                  <a:pt x="434393" y="3480"/>
                  <a:pt x="437841" y="3429"/>
                </a:cubicBezTo>
                <a:close/>
                <a:moveTo>
                  <a:pt x="293633" y="3429"/>
                </a:moveTo>
                <a:lnTo>
                  <a:pt x="306777" y="3429"/>
                </a:lnTo>
                <a:cubicBezTo>
                  <a:pt x="310101" y="3631"/>
                  <a:pt x="312692" y="6387"/>
                  <a:pt x="312683" y="9715"/>
                </a:cubicBezTo>
                <a:lnTo>
                  <a:pt x="312683" y="80677"/>
                </a:lnTo>
                <a:cubicBezTo>
                  <a:pt x="311454" y="102842"/>
                  <a:pt x="328427" y="121805"/>
                  <a:pt x="350592" y="123032"/>
                </a:cubicBezTo>
                <a:cubicBezTo>
                  <a:pt x="372757" y="124258"/>
                  <a:pt x="391721" y="107284"/>
                  <a:pt x="392950" y="85118"/>
                </a:cubicBezTo>
                <a:cubicBezTo>
                  <a:pt x="393026" y="83830"/>
                  <a:pt x="393035" y="82538"/>
                  <a:pt x="392978" y="81248"/>
                </a:cubicBezTo>
                <a:lnTo>
                  <a:pt x="392978" y="9715"/>
                </a:lnTo>
                <a:cubicBezTo>
                  <a:pt x="393026" y="6265"/>
                  <a:pt x="395817" y="3480"/>
                  <a:pt x="399265" y="3429"/>
                </a:cubicBezTo>
                <a:lnTo>
                  <a:pt x="412505" y="3429"/>
                </a:lnTo>
                <a:cubicBezTo>
                  <a:pt x="415943" y="3481"/>
                  <a:pt x="418696" y="6281"/>
                  <a:pt x="418696" y="9715"/>
                </a:cubicBezTo>
                <a:lnTo>
                  <a:pt x="418696" y="81153"/>
                </a:lnTo>
                <a:cubicBezTo>
                  <a:pt x="418696" y="108416"/>
                  <a:pt x="402119" y="131807"/>
                  <a:pt x="378496" y="141799"/>
                </a:cubicBezTo>
                <a:lnTo>
                  <a:pt x="353068" y="146933"/>
                </a:lnTo>
                <a:lnTo>
                  <a:pt x="327634" y="141836"/>
                </a:lnTo>
                <a:cubicBezTo>
                  <a:pt x="303998" y="131878"/>
                  <a:pt x="287389" y="108511"/>
                  <a:pt x="287346" y="81248"/>
                </a:cubicBezTo>
                <a:cubicBezTo>
                  <a:pt x="287346" y="81217"/>
                  <a:pt x="287346" y="81184"/>
                  <a:pt x="287346" y="81153"/>
                </a:cubicBezTo>
                <a:lnTo>
                  <a:pt x="287346" y="9715"/>
                </a:lnTo>
                <a:cubicBezTo>
                  <a:pt x="287394" y="6265"/>
                  <a:pt x="290184" y="3480"/>
                  <a:pt x="293633" y="3429"/>
                </a:cubicBezTo>
                <a:close/>
                <a:moveTo>
                  <a:pt x="6264" y="3333"/>
                </a:moveTo>
                <a:lnTo>
                  <a:pt x="18646" y="3333"/>
                </a:lnTo>
                <a:cubicBezTo>
                  <a:pt x="20692" y="3332"/>
                  <a:pt x="22611" y="4327"/>
                  <a:pt x="23790" y="6000"/>
                </a:cubicBezTo>
                <a:lnTo>
                  <a:pt x="61890" y="59817"/>
                </a:lnTo>
                <a:cubicBezTo>
                  <a:pt x="63109" y="61430"/>
                  <a:pt x="65011" y="62381"/>
                  <a:pt x="67033" y="62388"/>
                </a:cubicBezTo>
                <a:cubicBezTo>
                  <a:pt x="69032" y="62397"/>
                  <a:pt x="70913" y="61439"/>
                  <a:pt x="72081" y="59817"/>
                </a:cubicBezTo>
                <a:lnTo>
                  <a:pt x="110181" y="6000"/>
                </a:lnTo>
                <a:cubicBezTo>
                  <a:pt x="111360" y="4327"/>
                  <a:pt x="113279" y="3332"/>
                  <a:pt x="115325" y="3333"/>
                </a:cubicBezTo>
                <a:lnTo>
                  <a:pt x="127707" y="3333"/>
                </a:lnTo>
                <a:cubicBezTo>
                  <a:pt x="131179" y="3293"/>
                  <a:pt x="134026" y="6076"/>
                  <a:pt x="134065" y="9548"/>
                </a:cubicBezTo>
                <a:cubicBezTo>
                  <a:pt x="134082" y="10908"/>
                  <a:pt x="133655" y="12237"/>
                  <a:pt x="132851" y="13335"/>
                </a:cubicBezTo>
                <a:lnTo>
                  <a:pt x="81702" y="83724"/>
                </a:lnTo>
                <a:cubicBezTo>
                  <a:pt x="80555" y="85300"/>
                  <a:pt x="79953" y="87206"/>
                  <a:pt x="79987" y="89154"/>
                </a:cubicBezTo>
                <a:lnTo>
                  <a:pt x="79987" y="140684"/>
                </a:lnTo>
                <a:cubicBezTo>
                  <a:pt x="79987" y="144156"/>
                  <a:pt x="77172" y="146970"/>
                  <a:pt x="73701" y="146970"/>
                </a:cubicBezTo>
                <a:lnTo>
                  <a:pt x="60270" y="146970"/>
                </a:lnTo>
                <a:cubicBezTo>
                  <a:pt x="56798" y="146970"/>
                  <a:pt x="53984" y="144156"/>
                  <a:pt x="53984" y="140684"/>
                </a:cubicBezTo>
                <a:lnTo>
                  <a:pt x="53984" y="89154"/>
                </a:lnTo>
                <a:cubicBezTo>
                  <a:pt x="54018" y="87206"/>
                  <a:pt x="53416" y="85300"/>
                  <a:pt x="52269" y="83724"/>
                </a:cubicBezTo>
                <a:lnTo>
                  <a:pt x="1215" y="13335"/>
                </a:lnTo>
                <a:cubicBezTo>
                  <a:pt x="-836" y="10533"/>
                  <a:pt x="-229" y="6600"/>
                  <a:pt x="2572" y="4549"/>
                </a:cubicBezTo>
                <a:cubicBezTo>
                  <a:pt x="3643" y="3764"/>
                  <a:pt x="4936" y="3338"/>
                  <a:pt x="6264" y="3333"/>
                </a:cubicBezTo>
                <a:close/>
                <a:moveTo>
                  <a:pt x="1154026" y="3238"/>
                </a:moveTo>
                <a:cubicBezTo>
                  <a:pt x="1195269" y="3186"/>
                  <a:pt x="1228740" y="36577"/>
                  <a:pt x="1228797" y="77819"/>
                </a:cubicBezTo>
                <a:cubicBezTo>
                  <a:pt x="1228797" y="77850"/>
                  <a:pt x="1228797" y="77883"/>
                  <a:pt x="1228797" y="77914"/>
                </a:cubicBezTo>
                <a:cubicBezTo>
                  <a:pt x="1228740" y="119097"/>
                  <a:pt x="1195402" y="152485"/>
                  <a:pt x="1154216" y="152590"/>
                </a:cubicBezTo>
                <a:cubicBezTo>
                  <a:pt x="1112973" y="152642"/>
                  <a:pt x="1079502" y="119252"/>
                  <a:pt x="1079445" y="78009"/>
                </a:cubicBezTo>
                <a:cubicBezTo>
                  <a:pt x="1079388" y="36767"/>
                  <a:pt x="1112783" y="3290"/>
                  <a:pt x="1154026" y="3238"/>
                </a:cubicBezTo>
                <a:close/>
                <a:moveTo>
                  <a:pt x="646058" y="2096"/>
                </a:moveTo>
                <a:lnTo>
                  <a:pt x="659774" y="2096"/>
                </a:lnTo>
                <a:cubicBezTo>
                  <a:pt x="663250" y="2096"/>
                  <a:pt x="666060" y="4911"/>
                  <a:pt x="666060" y="8382"/>
                </a:cubicBezTo>
                <a:lnTo>
                  <a:pt x="666060" y="116491"/>
                </a:lnTo>
                <a:cubicBezTo>
                  <a:pt x="666060" y="119963"/>
                  <a:pt x="668870" y="122778"/>
                  <a:pt x="672346" y="122778"/>
                </a:cubicBezTo>
                <a:lnTo>
                  <a:pt x="750166" y="122778"/>
                </a:lnTo>
                <a:cubicBezTo>
                  <a:pt x="753633" y="122778"/>
                  <a:pt x="756452" y="125592"/>
                  <a:pt x="756452" y="129064"/>
                </a:cubicBezTo>
                <a:lnTo>
                  <a:pt x="756452" y="141733"/>
                </a:lnTo>
                <a:cubicBezTo>
                  <a:pt x="756509" y="145151"/>
                  <a:pt x="753776" y="147966"/>
                  <a:pt x="750356" y="148019"/>
                </a:cubicBezTo>
                <a:cubicBezTo>
                  <a:pt x="750290" y="148020"/>
                  <a:pt x="750232" y="148020"/>
                  <a:pt x="750166" y="148019"/>
                </a:cubicBezTo>
                <a:lnTo>
                  <a:pt x="646058" y="148019"/>
                </a:lnTo>
                <a:cubicBezTo>
                  <a:pt x="642581" y="148019"/>
                  <a:pt x="639771" y="145204"/>
                  <a:pt x="639771" y="141733"/>
                </a:cubicBezTo>
                <a:lnTo>
                  <a:pt x="639771" y="8382"/>
                </a:lnTo>
                <a:cubicBezTo>
                  <a:pt x="639819" y="4932"/>
                  <a:pt x="642609" y="2147"/>
                  <a:pt x="646058" y="2096"/>
                </a:cubicBezTo>
                <a:close/>
                <a:moveTo>
                  <a:pt x="995720" y="191"/>
                </a:moveTo>
                <a:cubicBezTo>
                  <a:pt x="1011922" y="355"/>
                  <a:pt x="1027629" y="5769"/>
                  <a:pt x="1040488" y="15621"/>
                </a:cubicBezTo>
                <a:cubicBezTo>
                  <a:pt x="1044298" y="18466"/>
                  <a:pt x="1047831" y="21654"/>
                  <a:pt x="1051060" y="25146"/>
                </a:cubicBezTo>
                <a:cubicBezTo>
                  <a:pt x="1051127" y="25235"/>
                  <a:pt x="1051194" y="25326"/>
                  <a:pt x="1051251" y="25418"/>
                </a:cubicBezTo>
                <a:cubicBezTo>
                  <a:pt x="1053146" y="28264"/>
                  <a:pt x="1052384" y="32107"/>
                  <a:pt x="1049536" y="34004"/>
                </a:cubicBezTo>
                <a:lnTo>
                  <a:pt x="1038964" y="41434"/>
                </a:lnTo>
                <a:cubicBezTo>
                  <a:pt x="1036478" y="43261"/>
                  <a:pt x="1033020" y="42976"/>
                  <a:pt x="1030867" y="40767"/>
                </a:cubicBezTo>
                <a:cubicBezTo>
                  <a:pt x="1029962" y="39830"/>
                  <a:pt x="1029010" y="38939"/>
                  <a:pt x="1028010" y="38100"/>
                </a:cubicBezTo>
                <a:cubicBezTo>
                  <a:pt x="1027753" y="37997"/>
                  <a:pt x="1027524" y="37834"/>
                  <a:pt x="1027343" y="37624"/>
                </a:cubicBezTo>
                <a:cubicBezTo>
                  <a:pt x="1018532" y="30242"/>
                  <a:pt x="1007407" y="26196"/>
                  <a:pt x="995911" y="26194"/>
                </a:cubicBezTo>
                <a:lnTo>
                  <a:pt x="993815" y="26194"/>
                </a:lnTo>
                <a:cubicBezTo>
                  <a:pt x="992672" y="26099"/>
                  <a:pt x="991529" y="26099"/>
                  <a:pt x="990386" y="26194"/>
                </a:cubicBezTo>
                <a:cubicBezTo>
                  <a:pt x="987414" y="26512"/>
                  <a:pt x="984481" y="27118"/>
                  <a:pt x="981623" y="28004"/>
                </a:cubicBezTo>
                <a:cubicBezTo>
                  <a:pt x="964526" y="33101"/>
                  <a:pt x="951524" y="47046"/>
                  <a:pt x="947638" y="64456"/>
                </a:cubicBezTo>
                <a:cubicBezTo>
                  <a:pt x="941704" y="90998"/>
                  <a:pt x="958411" y="117323"/>
                  <a:pt x="984957" y="123254"/>
                </a:cubicBezTo>
                <a:lnTo>
                  <a:pt x="988957" y="124016"/>
                </a:lnTo>
                <a:lnTo>
                  <a:pt x="992291" y="122968"/>
                </a:lnTo>
                <a:lnTo>
                  <a:pt x="1001816" y="122968"/>
                </a:lnTo>
                <a:cubicBezTo>
                  <a:pt x="1004274" y="122753"/>
                  <a:pt x="1006731" y="122403"/>
                  <a:pt x="1009150" y="121920"/>
                </a:cubicBezTo>
                <a:lnTo>
                  <a:pt x="1010484" y="121920"/>
                </a:lnTo>
                <a:lnTo>
                  <a:pt x="1011817" y="121920"/>
                </a:lnTo>
                <a:lnTo>
                  <a:pt x="1017437" y="119920"/>
                </a:lnTo>
                <a:lnTo>
                  <a:pt x="1018580" y="119444"/>
                </a:lnTo>
                <a:lnTo>
                  <a:pt x="1019723" y="118967"/>
                </a:lnTo>
                <a:lnTo>
                  <a:pt x="1020866" y="118396"/>
                </a:lnTo>
                <a:lnTo>
                  <a:pt x="1023438" y="117062"/>
                </a:lnTo>
                <a:lnTo>
                  <a:pt x="1024200" y="116491"/>
                </a:lnTo>
                <a:cubicBezTo>
                  <a:pt x="1031496" y="110931"/>
                  <a:pt x="1037316" y="103671"/>
                  <a:pt x="1041154" y="95345"/>
                </a:cubicBezTo>
                <a:cubicBezTo>
                  <a:pt x="1041764" y="93613"/>
                  <a:pt x="1041393" y="91690"/>
                  <a:pt x="1040202" y="90297"/>
                </a:cubicBezTo>
                <a:cubicBezTo>
                  <a:pt x="1039135" y="89178"/>
                  <a:pt x="1037649" y="88556"/>
                  <a:pt x="1036106" y="88583"/>
                </a:cubicBezTo>
                <a:lnTo>
                  <a:pt x="1008579" y="88583"/>
                </a:lnTo>
                <a:cubicBezTo>
                  <a:pt x="1005102" y="88583"/>
                  <a:pt x="1002292" y="85768"/>
                  <a:pt x="1002292" y="82296"/>
                </a:cubicBezTo>
                <a:lnTo>
                  <a:pt x="1002292" y="69437"/>
                </a:lnTo>
                <a:cubicBezTo>
                  <a:pt x="1002292" y="69373"/>
                  <a:pt x="1002292" y="69310"/>
                  <a:pt x="1002292" y="69245"/>
                </a:cubicBezTo>
                <a:cubicBezTo>
                  <a:pt x="1002350" y="65826"/>
                  <a:pt x="1005159" y="63097"/>
                  <a:pt x="1008579" y="63151"/>
                </a:cubicBezTo>
                <a:lnTo>
                  <a:pt x="1065729" y="63151"/>
                </a:lnTo>
                <a:lnTo>
                  <a:pt x="1066205" y="63151"/>
                </a:lnTo>
                <a:lnTo>
                  <a:pt x="1066777" y="63151"/>
                </a:lnTo>
                <a:cubicBezTo>
                  <a:pt x="1068139" y="64680"/>
                  <a:pt x="1068672" y="66776"/>
                  <a:pt x="1068205" y="68771"/>
                </a:cubicBezTo>
                <a:lnTo>
                  <a:pt x="1068205" y="80391"/>
                </a:lnTo>
                <a:cubicBezTo>
                  <a:pt x="1068244" y="101700"/>
                  <a:pt x="1059119" y="121997"/>
                  <a:pt x="1043155" y="136112"/>
                </a:cubicBezTo>
                <a:lnTo>
                  <a:pt x="1040869" y="138113"/>
                </a:lnTo>
                <a:lnTo>
                  <a:pt x="1039630" y="139065"/>
                </a:lnTo>
                <a:cubicBezTo>
                  <a:pt x="1038878" y="139697"/>
                  <a:pt x="1038087" y="140270"/>
                  <a:pt x="1037249" y="140780"/>
                </a:cubicBezTo>
                <a:lnTo>
                  <a:pt x="1036011" y="141637"/>
                </a:lnTo>
                <a:lnTo>
                  <a:pt x="1033630" y="143161"/>
                </a:lnTo>
                <a:lnTo>
                  <a:pt x="1032391" y="143923"/>
                </a:lnTo>
                <a:lnTo>
                  <a:pt x="1029915" y="145352"/>
                </a:lnTo>
                <a:lnTo>
                  <a:pt x="1029343" y="145352"/>
                </a:lnTo>
                <a:lnTo>
                  <a:pt x="1025343" y="147257"/>
                </a:lnTo>
                <a:lnTo>
                  <a:pt x="1024676" y="147257"/>
                </a:lnTo>
                <a:lnTo>
                  <a:pt x="1022104" y="148209"/>
                </a:lnTo>
                <a:lnTo>
                  <a:pt x="1020866" y="148209"/>
                </a:lnTo>
                <a:lnTo>
                  <a:pt x="1020104" y="148209"/>
                </a:lnTo>
                <a:lnTo>
                  <a:pt x="1018009" y="148971"/>
                </a:lnTo>
                <a:lnTo>
                  <a:pt x="1017151" y="148971"/>
                </a:lnTo>
                <a:lnTo>
                  <a:pt x="1015913" y="148971"/>
                </a:lnTo>
                <a:lnTo>
                  <a:pt x="1015056" y="148971"/>
                </a:lnTo>
                <a:lnTo>
                  <a:pt x="1013151" y="149447"/>
                </a:lnTo>
                <a:lnTo>
                  <a:pt x="1012103" y="149447"/>
                </a:lnTo>
                <a:lnTo>
                  <a:pt x="1010960" y="149447"/>
                </a:lnTo>
                <a:lnTo>
                  <a:pt x="1009912" y="149447"/>
                </a:lnTo>
                <a:lnTo>
                  <a:pt x="1008103" y="149447"/>
                </a:lnTo>
                <a:lnTo>
                  <a:pt x="1006960" y="149447"/>
                </a:lnTo>
                <a:lnTo>
                  <a:pt x="1005817" y="149447"/>
                </a:lnTo>
                <a:lnTo>
                  <a:pt x="1004578" y="149447"/>
                </a:lnTo>
                <a:lnTo>
                  <a:pt x="1002864" y="149447"/>
                </a:lnTo>
                <a:lnTo>
                  <a:pt x="995720" y="149447"/>
                </a:lnTo>
                <a:cubicBezTo>
                  <a:pt x="993939" y="149511"/>
                  <a:pt x="992167" y="149511"/>
                  <a:pt x="990386" y="149447"/>
                </a:cubicBezTo>
                <a:cubicBezTo>
                  <a:pt x="949171" y="147975"/>
                  <a:pt x="916948" y="113368"/>
                  <a:pt x="918425" y="72152"/>
                </a:cubicBezTo>
                <a:cubicBezTo>
                  <a:pt x="919901" y="30936"/>
                  <a:pt x="954505" y="-1282"/>
                  <a:pt x="995720" y="191"/>
                </a:cubicBezTo>
                <a:close/>
                <a:moveTo>
                  <a:pt x="836558" y="191"/>
                </a:moveTo>
                <a:cubicBezTo>
                  <a:pt x="877801" y="191"/>
                  <a:pt x="911234" y="33625"/>
                  <a:pt x="911234" y="74867"/>
                </a:cubicBezTo>
                <a:cubicBezTo>
                  <a:pt x="911234" y="116109"/>
                  <a:pt x="877801" y="149543"/>
                  <a:pt x="836558" y="149543"/>
                </a:cubicBezTo>
                <a:cubicBezTo>
                  <a:pt x="795315" y="149543"/>
                  <a:pt x="761882" y="116109"/>
                  <a:pt x="761882" y="74867"/>
                </a:cubicBezTo>
                <a:cubicBezTo>
                  <a:pt x="761882" y="33625"/>
                  <a:pt x="795315" y="191"/>
                  <a:pt x="836558" y="191"/>
                </a:cubicBezTo>
                <a:close/>
                <a:moveTo>
                  <a:pt x="200954" y="0"/>
                </a:moveTo>
                <a:cubicBezTo>
                  <a:pt x="242302" y="0"/>
                  <a:pt x="275821" y="33518"/>
                  <a:pt x="275821" y="74867"/>
                </a:cubicBezTo>
                <a:cubicBezTo>
                  <a:pt x="275821" y="116215"/>
                  <a:pt x="242302" y="149733"/>
                  <a:pt x="200954" y="149733"/>
                </a:cubicBezTo>
                <a:cubicBezTo>
                  <a:pt x="159606" y="149733"/>
                  <a:pt x="126088" y="116215"/>
                  <a:pt x="126088" y="74867"/>
                </a:cubicBezTo>
                <a:cubicBezTo>
                  <a:pt x="126088" y="33518"/>
                  <a:pt x="159606" y="0"/>
                  <a:pt x="200954" y="0"/>
                </a:cubicBezTo>
                <a:close/>
              </a:path>
            </a:pathLst>
          </a:cu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291756" y="1819663"/>
            <a:ext cx="2489629" cy="1038204"/>
          </a:xfrm>
          <a:prstGeom prst="rect">
            <a:avLst/>
          </a:prstGeom>
          <a:noFill/>
          <a:ln>
            <a:noFill/>
          </a:ln>
        </p:spPr>
        <p:txBody>
          <a:bodyPr vert="horz" wrap="square" lIns="91440" tIns="45720" rIns="91440" bIns="0" rtlCol="0" anchor="b"/>
          <a:lstStyle/>
          <a:p>
            <a:pPr algn="r">
              <a:lnSpc>
                <a:spcPct val="110000"/>
              </a:lnSpc>
            </a:pPr>
            <a:r>
              <a:rPr kumimoji="1" lang="en-US" altLang="zh-CN" sz="6600">
                <a:ln w="12700">
                  <a:noFill/>
                </a:ln>
                <a:solidFill>
                  <a:srgbClr val="1467F7">
                    <a:alpha val="100000"/>
                  </a:srgbClr>
                </a:solidFill>
                <a:latin typeface="Source Han Sans CN Bold"/>
                <a:ea typeface="Source Han Sans CN Bold"/>
                <a:cs typeface="Source Han Sans CN Bold"/>
              </a:rPr>
              <a:t>PART</a:t>
            </a:r>
            <a:endParaRPr kumimoji="1" lang="zh-CN" altLang="en-US"/>
          </a:p>
        </p:txBody>
      </p:sp>
      <p:sp>
        <p:nvSpPr>
          <p:cNvPr id="16" name="标题 1"/>
          <p:cNvSpPr txBox="1"/>
          <p:nvPr/>
        </p:nvSpPr>
        <p:spPr>
          <a:xfrm>
            <a:off x="2866742" y="896284"/>
            <a:ext cx="1248058" cy="1961583"/>
          </a:xfrm>
          <a:prstGeom prst="rect">
            <a:avLst/>
          </a:prstGeom>
          <a:noFill/>
          <a:ln>
            <a:noFill/>
          </a:ln>
        </p:spPr>
        <p:txBody>
          <a:bodyPr vert="horz" wrap="square" lIns="91440" tIns="45720" rIns="91440" bIns="0" rtlCol="0" anchor="b"/>
          <a:lstStyle/>
          <a:p>
            <a:pPr algn="l">
              <a:lnSpc>
                <a:spcPct val="110000"/>
              </a:lnSpc>
            </a:pPr>
            <a:r>
              <a:rPr kumimoji="1" lang="en-US" altLang="zh-CN" sz="6600">
                <a:ln w="12700">
                  <a:noFill/>
                </a:ln>
                <a:solidFill>
                  <a:srgbClr val="1467F7">
                    <a:alpha val="100000"/>
                  </a:srgbClr>
                </a:solidFill>
                <a:latin typeface="Source Han Sans CN Bold"/>
                <a:ea typeface="Source Han Sans CN Bold"/>
                <a:cs typeface="Source Han Sans CN Bold"/>
              </a:rPr>
              <a:t>08</a:t>
            </a:r>
            <a:endParaRPr kumimoji="1"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4340419" y="1352024"/>
            <a:ext cx="3466746" cy="3692940"/>
          </a:xfrm>
          <a:prstGeom prst="roundRect">
            <a:avLst>
              <a:gd name="adj" fmla="val 3915"/>
            </a:avLst>
          </a:prstGeom>
          <a:solidFill>
            <a:schemeClr val="bg1"/>
          </a:solidFill>
          <a:ln w="28575" cap="sq">
            <a:noFill/>
            <a:miter/>
          </a:ln>
          <a:effectLst>
            <a:outerShdw blurRad="279400" dist="38100" dir="2700000" sx="99000" sy="99000" algn="tl" rotWithShape="0">
              <a:schemeClr val="accent1">
                <a:alpha val="22000"/>
              </a:schemeClr>
            </a:outerShdw>
          </a:effectLst>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4311461" y="1130300"/>
            <a:ext cx="3503393" cy="852075"/>
          </a:xfrm>
          <a:custGeom>
            <a:avLst/>
            <a:gdLst>
              <a:gd name="connsiteX0" fmla="*/ 1311877 w 2623752"/>
              <a:gd name="connsiteY0" fmla="*/ 0 h 715575"/>
              <a:gd name="connsiteX1" fmla="*/ 1351859 w 2623752"/>
              <a:gd name="connsiteY1" fmla="*/ 16561 h 715575"/>
              <a:gd name="connsiteX2" fmla="*/ 1448892 w 2623752"/>
              <a:gd name="connsiteY2" fmla="*/ 113595 h 715575"/>
              <a:gd name="connsiteX3" fmla="*/ 2523420 w 2623752"/>
              <a:gd name="connsiteY3" fmla="*/ 113595 h 715575"/>
              <a:gd name="connsiteX4" fmla="*/ 2623752 w 2623752"/>
              <a:gd name="connsiteY4" fmla="*/ 213927 h 715575"/>
              <a:gd name="connsiteX5" fmla="*/ 2623752 w 2623752"/>
              <a:gd name="connsiteY5" fmla="*/ 615243 h 715575"/>
              <a:gd name="connsiteX6" fmla="*/ 2523420 w 2623752"/>
              <a:gd name="connsiteY6" fmla="*/ 715575 h 715575"/>
              <a:gd name="connsiteX7" fmla="*/ 100332 w 2623752"/>
              <a:gd name="connsiteY7" fmla="*/ 715575 h 715575"/>
              <a:gd name="connsiteX8" fmla="*/ 0 w 2623752"/>
              <a:gd name="connsiteY8" fmla="*/ 615243 h 715575"/>
              <a:gd name="connsiteX9" fmla="*/ 0 w 2623752"/>
              <a:gd name="connsiteY9" fmla="*/ 213927 h 715575"/>
              <a:gd name="connsiteX10" fmla="*/ 100332 w 2623752"/>
              <a:gd name="connsiteY10" fmla="*/ 113595 h 715575"/>
              <a:gd name="connsiteX11" fmla="*/ 1174861 w 2623752"/>
              <a:gd name="connsiteY11" fmla="*/ 113595 h 715575"/>
              <a:gd name="connsiteX12" fmla="*/ 1271895 w 2623752"/>
              <a:gd name="connsiteY12" fmla="*/ 16561 h 715575"/>
              <a:gd name="connsiteX13" fmla="*/ 1311877 w 2623752"/>
              <a:gd name="connsiteY13" fmla="*/ 0 h 715575"/>
            </a:gdLst>
            <a:ahLst/>
            <a:cxnLst/>
            <a:rect l="l" t="t" r="r" b="b"/>
            <a:pathLst>
              <a:path w="2623752" h="715575">
                <a:moveTo>
                  <a:pt x="1311877" y="0"/>
                </a:moveTo>
                <a:cubicBezTo>
                  <a:pt x="1326347" y="0"/>
                  <a:pt x="1340818" y="5520"/>
                  <a:pt x="1351859" y="16561"/>
                </a:cubicBezTo>
                <a:lnTo>
                  <a:pt x="1448892" y="113595"/>
                </a:lnTo>
                <a:lnTo>
                  <a:pt x="2523420" y="113595"/>
                </a:lnTo>
                <a:cubicBezTo>
                  <a:pt x="2578832" y="113595"/>
                  <a:pt x="2623752" y="158515"/>
                  <a:pt x="2623752" y="213927"/>
                </a:cubicBezTo>
                <a:lnTo>
                  <a:pt x="2623752" y="615243"/>
                </a:lnTo>
                <a:cubicBezTo>
                  <a:pt x="2623752" y="670655"/>
                  <a:pt x="2578832" y="715575"/>
                  <a:pt x="2523420" y="715575"/>
                </a:cubicBezTo>
                <a:lnTo>
                  <a:pt x="100332" y="715575"/>
                </a:lnTo>
                <a:cubicBezTo>
                  <a:pt x="44920" y="715575"/>
                  <a:pt x="0" y="670655"/>
                  <a:pt x="0" y="615243"/>
                </a:cubicBezTo>
                <a:lnTo>
                  <a:pt x="0" y="213927"/>
                </a:lnTo>
                <a:cubicBezTo>
                  <a:pt x="0" y="158515"/>
                  <a:pt x="44920" y="113595"/>
                  <a:pt x="100332" y="113595"/>
                </a:cubicBezTo>
                <a:lnTo>
                  <a:pt x="1174861" y="113595"/>
                </a:lnTo>
                <a:lnTo>
                  <a:pt x="1271895" y="16561"/>
                </a:lnTo>
                <a:cubicBezTo>
                  <a:pt x="1282935" y="5520"/>
                  <a:pt x="1297406" y="0"/>
                  <a:pt x="1311877" y="0"/>
                </a:cubicBezTo>
                <a:close/>
              </a:path>
            </a:pathLst>
          </a:custGeom>
          <a:gradFill>
            <a:gsLst>
              <a:gs pos="0">
                <a:schemeClr val="accent1">
                  <a:lumMod val="60000"/>
                  <a:lumOff val="40000"/>
                </a:schemeClr>
              </a:gs>
              <a:gs pos="100000">
                <a:schemeClr val="accent1"/>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647008" y="2204940"/>
            <a:ext cx="3466746" cy="3692940"/>
          </a:xfrm>
          <a:prstGeom prst="roundRect">
            <a:avLst>
              <a:gd name="adj" fmla="val 3915"/>
            </a:avLst>
          </a:prstGeom>
          <a:solidFill>
            <a:schemeClr val="bg1"/>
          </a:solidFill>
          <a:ln w="28575" cap="sq">
            <a:noFill/>
            <a:miter/>
          </a:ln>
          <a:effectLst>
            <a:outerShdw blurRad="279400" dist="38100" dir="2700000" sx="99000" sy="99000" algn="tl" rotWithShape="0">
              <a:schemeClr val="accent1">
                <a:alpha val="22000"/>
              </a:schemeClr>
            </a:outerShdw>
          </a:effectLst>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628684" y="1997088"/>
            <a:ext cx="3503393" cy="852075"/>
          </a:xfrm>
          <a:custGeom>
            <a:avLst/>
            <a:gdLst>
              <a:gd name="connsiteX0" fmla="*/ 1311877 w 2623752"/>
              <a:gd name="connsiteY0" fmla="*/ 0 h 715575"/>
              <a:gd name="connsiteX1" fmla="*/ 1351859 w 2623752"/>
              <a:gd name="connsiteY1" fmla="*/ 16561 h 715575"/>
              <a:gd name="connsiteX2" fmla="*/ 1448892 w 2623752"/>
              <a:gd name="connsiteY2" fmla="*/ 113595 h 715575"/>
              <a:gd name="connsiteX3" fmla="*/ 2523420 w 2623752"/>
              <a:gd name="connsiteY3" fmla="*/ 113595 h 715575"/>
              <a:gd name="connsiteX4" fmla="*/ 2623752 w 2623752"/>
              <a:gd name="connsiteY4" fmla="*/ 213927 h 715575"/>
              <a:gd name="connsiteX5" fmla="*/ 2623752 w 2623752"/>
              <a:gd name="connsiteY5" fmla="*/ 615243 h 715575"/>
              <a:gd name="connsiteX6" fmla="*/ 2523420 w 2623752"/>
              <a:gd name="connsiteY6" fmla="*/ 715575 h 715575"/>
              <a:gd name="connsiteX7" fmla="*/ 100332 w 2623752"/>
              <a:gd name="connsiteY7" fmla="*/ 715575 h 715575"/>
              <a:gd name="connsiteX8" fmla="*/ 0 w 2623752"/>
              <a:gd name="connsiteY8" fmla="*/ 615243 h 715575"/>
              <a:gd name="connsiteX9" fmla="*/ 0 w 2623752"/>
              <a:gd name="connsiteY9" fmla="*/ 213927 h 715575"/>
              <a:gd name="connsiteX10" fmla="*/ 100332 w 2623752"/>
              <a:gd name="connsiteY10" fmla="*/ 113595 h 715575"/>
              <a:gd name="connsiteX11" fmla="*/ 1174861 w 2623752"/>
              <a:gd name="connsiteY11" fmla="*/ 113595 h 715575"/>
              <a:gd name="connsiteX12" fmla="*/ 1271895 w 2623752"/>
              <a:gd name="connsiteY12" fmla="*/ 16561 h 715575"/>
              <a:gd name="connsiteX13" fmla="*/ 1311877 w 2623752"/>
              <a:gd name="connsiteY13" fmla="*/ 0 h 715575"/>
            </a:gdLst>
            <a:ahLst/>
            <a:cxnLst/>
            <a:rect l="l" t="t" r="r" b="b"/>
            <a:pathLst>
              <a:path w="2623752" h="715575">
                <a:moveTo>
                  <a:pt x="1311877" y="0"/>
                </a:moveTo>
                <a:cubicBezTo>
                  <a:pt x="1326347" y="0"/>
                  <a:pt x="1340818" y="5520"/>
                  <a:pt x="1351859" y="16561"/>
                </a:cubicBezTo>
                <a:lnTo>
                  <a:pt x="1448892" y="113595"/>
                </a:lnTo>
                <a:lnTo>
                  <a:pt x="2523420" y="113595"/>
                </a:lnTo>
                <a:cubicBezTo>
                  <a:pt x="2578832" y="113595"/>
                  <a:pt x="2623752" y="158515"/>
                  <a:pt x="2623752" y="213927"/>
                </a:cubicBezTo>
                <a:lnTo>
                  <a:pt x="2623752" y="615243"/>
                </a:lnTo>
                <a:cubicBezTo>
                  <a:pt x="2623752" y="670655"/>
                  <a:pt x="2578832" y="715575"/>
                  <a:pt x="2523420" y="715575"/>
                </a:cubicBezTo>
                <a:lnTo>
                  <a:pt x="100332" y="715575"/>
                </a:lnTo>
                <a:cubicBezTo>
                  <a:pt x="44920" y="715575"/>
                  <a:pt x="0" y="670655"/>
                  <a:pt x="0" y="615243"/>
                </a:cubicBezTo>
                <a:lnTo>
                  <a:pt x="0" y="213927"/>
                </a:lnTo>
                <a:cubicBezTo>
                  <a:pt x="0" y="158515"/>
                  <a:pt x="44920" y="113595"/>
                  <a:pt x="100332" y="113595"/>
                </a:cubicBezTo>
                <a:lnTo>
                  <a:pt x="1174861" y="113595"/>
                </a:lnTo>
                <a:lnTo>
                  <a:pt x="1271895" y="16561"/>
                </a:lnTo>
                <a:cubicBezTo>
                  <a:pt x="1282935" y="5520"/>
                  <a:pt x="1297406" y="0"/>
                  <a:pt x="1311877" y="0"/>
                </a:cubicBezTo>
                <a:close/>
              </a:path>
            </a:pathLst>
          </a:custGeom>
          <a:gradFill>
            <a:gsLst>
              <a:gs pos="0">
                <a:schemeClr val="accent1">
                  <a:lumMod val="60000"/>
                  <a:lumOff val="40000"/>
                </a:schemeClr>
              </a:gs>
              <a:gs pos="100000">
                <a:schemeClr val="accent1"/>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751139" y="3024781"/>
            <a:ext cx="3135836" cy="2575560"/>
          </a:xfrm>
          <a:prstGeom prst="rect">
            <a:avLst/>
          </a:prstGeom>
          <a:noFill/>
          <a:ln>
            <a:noFill/>
          </a:ln>
        </p:spPr>
        <p:txBody>
          <a:bodyPr vert="horz" wrap="square" lIns="0" tIns="0" rIns="0" bIns="0" rtlCol="0" anchor="t"/>
          <a:lstStyle/>
          <a:p>
            <a:pPr algn="ctr">
              <a:lnSpc>
                <a:spcPct val="150000"/>
              </a:lnSpc>
            </a:pPr>
            <a:r>
              <a:rPr kumimoji="1" lang="en-US" altLang="zh-CN" sz="1400">
                <a:ln w="12700">
                  <a:noFill/>
                </a:ln>
                <a:solidFill>
                  <a:srgbClr val="000000">
                    <a:alpha val="100000"/>
                  </a:srgbClr>
                </a:solidFill>
                <a:latin typeface="Source Han Sans"/>
                <a:ea typeface="Source Han Sans"/>
                <a:cs typeface="Source Han Sans"/>
              </a:rPr>
              <a:t>编译指令以反引号 (`) 开头，影响编译过程。
编译指令用于定义宏、包含文件、条件编译等。</a:t>
            </a:r>
            <a:endParaRPr kumimoji="1" lang="zh-CN" altLang="en-US"/>
          </a:p>
        </p:txBody>
      </p:sp>
      <p:sp>
        <p:nvSpPr>
          <p:cNvPr id="8" name="标题 1"/>
          <p:cNvSpPr txBox="1"/>
          <p:nvPr/>
        </p:nvSpPr>
        <p:spPr>
          <a:xfrm>
            <a:off x="720115" y="2236697"/>
            <a:ext cx="3320535" cy="508120"/>
          </a:xfrm>
          <a:prstGeom prst="rect">
            <a:avLst/>
          </a:prstGeom>
          <a:noFill/>
          <a:ln>
            <a:noFill/>
          </a:ln>
        </p:spPr>
        <p:txBody>
          <a:bodyPr vert="horz" wrap="square" lIns="0" tIns="0" rIns="0" bIns="0" rtlCol="0" anchor="ctr"/>
          <a:lstStyle/>
          <a:p>
            <a:pPr algn="ctr">
              <a:lnSpc>
                <a:spcPct val="150000"/>
              </a:lnSpc>
            </a:pPr>
            <a:r>
              <a:rPr kumimoji="1" lang="en-US" altLang="zh-CN" sz="1600">
                <a:ln w="12700">
                  <a:noFill/>
                </a:ln>
                <a:solidFill>
                  <a:srgbClr val="FFFFFF">
                    <a:alpha val="100000"/>
                  </a:srgbClr>
                </a:solidFill>
                <a:latin typeface="Source Han Sans CN Bold"/>
                <a:ea typeface="Source Han Sans CN Bold"/>
                <a:cs typeface="Source Han Sans CN Bold"/>
              </a:rPr>
              <a:t>编译指令的作用</a:t>
            </a:r>
            <a:endParaRPr kumimoji="1" lang="zh-CN" altLang="en-US"/>
          </a:p>
        </p:txBody>
      </p:sp>
      <p:sp>
        <p:nvSpPr>
          <p:cNvPr id="9" name="标题 1"/>
          <p:cNvSpPr txBox="1"/>
          <p:nvPr/>
        </p:nvSpPr>
        <p:spPr>
          <a:xfrm>
            <a:off x="4505874" y="2202705"/>
            <a:ext cx="3135836" cy="2575560"/>
          </a:xfrm>
          <a:prstGeom prst="rect">
            <a:avLst/>
          </a:prstGeom>
          <a:noFill/>
          <a:ln>
            <a:noFill/>
          </a:ln>
        </p:spPr>
        <p:txBody>
          <a:bodyPr vert="horz" wrap="square" lIns="0" tIns="0" rIns="0" bIns="0" rtlCol="0" anchor="t"/>
          <a:lstStyle/>
          <a:p>
            <a:pPr algn="ctr">
              <a:lnSpc>
                <a:spcPct val="150000"/>
              </a:lnSpc>
            </a:pPr>
            <a:r>
              <a:rPr kumimoji="1" lang="en-US" altLang="zh-CN" sz="1400">
                <a:ln w="12700">
                  <a:noFill/>
                </a:ln>
                <a:solidFill>
                  <a:srgbClr val="000000">
                    <a:alpha val="100000"/>
                  </a:srgbClr>
                </a:solidFill>
                <a:latin typeface="Source Han Sans"/>
                <a:ea typeface="Source Han Sans"/>
                <a:cs typeface="Source Han Sans"/>
              </a:rPr>
              <a:t>define 宏定义，include 文件包含，`ifdef 条件编译等。
编译指令的使用提高了代码的灵活性和可维护性。</a:t>
            </a:r>
            <a:endParaRPr kumimoji="1" lang="zh-CN" altLang="en-US"/>
          </a:p>
        </p:txBody>
      </p:sp>
      <p:sp>
        <p:nvSpPr>
          <p:cNvPr id="10" name="标题 1"/>
          <p:cNvSpPr txBox="1"/>
          <p:nvPr/>
        </p:nvSpPr>
        <p:spPr>
          <a:xfrm>
            <a:off x="4413526" y="1383781"/>
            <a:ext cx="3320535" cy="508120"/>
          </a:xfrm>
          <a:prstGeom prst="rect">
            <a:avLst/>
          </a:prstGeom>
          <a:noFill/>
          <a:ln>
            <a:noFill/>
          </a:ln>
        </p:spPr>
        <p:txBody>
          <a:bodyPr vert="horz" wrap="square" lIns="0" tIns="0" rIns="0" bIns="0" rtlCol="0" anchor="ctr"/>
          <a:lstStyle/>
          <a:p>
            <a:pPr algn="ctr">
              <a:lnSpc>
                <a:spcPct val="150000"/>
              </a:lnSpc>
            </a:pPr>
            <a:r>
              <a:rPr kumimoji="1" lang="en-US" altLang="zh-CN" sz="1600">
                <a:ln w="12700">
                  <a:noFill/>
                </a:ln>
                <a:solidFill>
                  <a:srgbClr val="FFFFFF">
                    <a:alpha val="100000"/>
                  </a:srgbClr>
                </a:solidFill>
                <a:latin typeface="Source Han Sans CN Bold"/>
                <a:ea typeface="Source Han Sans CN Bold"/>
                <a:cs typeface="Source Han Sans CN Bold"/>
              </a:rPr>
              <a:t>常见编译指令</a:t>
            </a:r>
            <a:endParaRPr kumimoji="1" lang="zh-CN" altLang="en-US"/>
          </a:p>
        </p:txBody>
      </p:sp>
      <p:sp>
        <p:nvSpPr>
          <p:cNvPr id="11" name="标题 1"/>
          <p:cNvSpPr txBox="1"/>
          <p:nvPr/>
        </p:nvSpPr>
        <p:spPr>
          <a:xfrm>
            <a:off x="8033831" y="2204940"/>
            <a:ext cx="3466746" cy="3692940"/>
          </a:xfrm>
          <a:prstGeom prst="roundRect">
            <a:avLst>
              <a:gd name="adj" fmla="val 3915"/>
            </a:avLst>
          </a:prstGeom>
          <a:solidFill>
            <a:schemeClr val="bg1"/>
          </a:solidFill>
          <a:ln w="28575" cap="sq">
            <a:noFill/>
            <a:miter/>
          </a:ln>
          <a:effectLst>
            <a:outerShdw blurRad="279400" dist="38100" dir="2700000" sx="99000" sy="99000" algn="tl" rotWithShape="0">
              <a:schemeClr val="accent1">
                <a:alpha val="22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8015507" y="1997088"/>
            <a:ext cx="3503393" cy="852075"/>
          </a:xfrm>
          <a:custGeom>
            <a:avLst/>
            <a:gdLst>
              <a:gd name="connsiteX0" fmla="*/ 1311877 w 2623752"/>
              <a:gd name="connsiteY0" fmla="*/ 0 h 715575"/>
              <a:gd name="connsiteX1" fmla="*/ 1351859 w 2623752"/>
              <a:gd name="connsiteY1" fmla="*/ 16561 h 715575"/>
              <a:gd name="connsiteX2" fmla="*/ 1448893 w 2623752"/>
              <a:gd name="connsiteY2" fmla="*/ 113595 h 715575"/>
              <a:gd name="connsiteX3" fmla="*/ 2523420 w 2623752"/>
              <a:gd name="connsiteY3" fmla="*/ 113595 h 715575"/>
              <a:gd name="connsiteX4" fmla="*/ 2623752 w 2623752"/>
              <a:gd name="connsiteY4" fmla="*/ 213927 h 715575"/>
              <a:gd name="connsiteX5" fmla="*/ 2623752 w 2623752"/>
              <a:gd name="connsiteY5" fmla="*/ 615243 h 715575"/>
              <a:gd name="connsiteX6" fmla="*/ 2523420 w 2623752"/>
              <a:gd name="connsiteY6" fmla="*/ 715575 h 715575"/>
              <a:gd name="connsiteX7" fmla="*/ 100332 w 2623752"/>
              <a:gd name="connsiteY7" fmla="*/ 715575 h 715575"/>
              <a:gd name="connsiteX8" fmla="*/ 0 w 2623752"/>
              <a:gd name="connsiteY8" fmla="*/ 615243 h 715575"/>
              <a:gd name="connsiteX9" fmla="*/ 0 w 2623752"/>
              <a:gd name="connsiteY9" fmla="*/ 213927 h 715575"/>
              <a:gd name="connsiteX10" fmla="*/ 100332 w 2623752"/>
              <a:gd name="connsiteY10" fmla="*/ 113595 h 715575"/>
              <a:gd name="connsiteX11" fmla="*/ 1174861 w 2623752"/>
              <a:gd name="connsiteY11" fmla="*/ 113595 h 715575"/>
              <a:gd name="connsiteX12" fmla="*/ 1271895 w 2623752"/>
              <a:gd name="connsiteY12" fmla="*/ 16561 h 715575"/>
              <a:gd name="connsiteX13" fmla="*/ 1311877 w 2623752"/>
              <a:gd name="connsiteY13" fmla="*/ 0 h 715575"/>
            </a:gdLst>
            <a:ahLst/>
            <a:cxnLst/>
            <a:rect l="l" t="t" r="r" b="b"/>
            <a:pathLst>
              <a:path w="2623752" h="715575">
                <a:moveTo>
                  <a:pt x="1311877" y="0"/>
                </a:moveTo>
                <a:cubicBezTo>
                  <a:pt x="1326347" y="0"/>
                  <a:pt x="1340818" y="5520"/>
                  <a:pt x="1351859" y="16561"/>
                </a:cubicBezTo>
                <a:lnTo>
                  <a:pt x="1448893" y="113595"/>
                </a:lnTo>
                <a:lnTo>
                  <a:pt x="2523420" y="113595"/>
                </a:lnTo>
                <a:cubicBezTo>
                  <a:pt x="2578832" y="113595"/>
                  <a:pt x="2623752" y="158515"/>
                  <a:pt x="2623752" y="213927"/>
                </a:cubicBezTo>
                <a:lnTo>
                  <a:pt x="2623752" y="615243"/>
                </a:lnTo>
                <a:cubicBezTo>
                  <a:pt x="2623752" y="670655"/>
                  <a:pt x="2578832" y="715575"/>
                  <a:pt x="2523420" y="715575"/>
                </a:cubicBezTo>
                <a:lnTo>
                  <a:pt x="100332" y="715575"/>
                </a:lnTo>
                <a:cubicBezTo>
                  <a:pt x="44920" y="715575"/>
                  <a:pt x="0" y="670655"/>
                  <a:pt x="0" y="615243"/>
                </a:cubicBezTo>
                <a:lnTo>
                  <a:pt x="0" y="213927"/>
                </a:lnTo>
                <a:cubicBezTo>
                  <a:pt x="0" y="158515"/>
                  <a:pt x="44920" y="113595"/>
                  <a:pt x="100332" y="113595"/>
                </a:cubicBezTo>
                <a:lnTo>
                  <a:pt x="1174861" y="113595"/>
                </a:lnTo>
                <a:lnTo>
                  <a:pt x="1271895" y="16561"/>
                </a:lnTo>
                <a:cubicBezTo>
                  <a:pt x="1282936" y="5520"/>
                  <a:pt x="1297406" y="0"/>
                  <a:pt x="1311877" y="0"/>
                </a:cubicBezTo>
                <a:close/>
              </a:path>
            </a:pathLst>
          </a:custGeom>
          <a:gradFill>
            <a:gsLst>
              <a:gs pos="0">
                <a:schemeClr val="accent1">
                  <a:lumMod val="60000"/>
                  <a:lumOff val="40000"/>
                </a:schemeClr>
              </a:gs>
              <a:gs pos="100000">
                <a:schemeClr val="accent1"/>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8199286" y="3055621"/>
            <a:ext cx="3135836" cy="2575560"/>
          </a:xfrm>
          <a:prstGeom prst="rect">
            <a:avLst/>
          </a:prstGeom>
          <a:noFill/>
          <a:ln>
            <a:noFill/>
          </a:ln>
        </p:spPr>
        <p:txBody>
          <a:bodyPr vert="horz" wrap="square" lIns="0" tIns="0" rIns="0" bIns="0" rtlCol="0" anchor="t"/>
          <a:lstStyle/>
          <a:p>
            <a:pPr algn="ctr">
              <a:lnSpc>
                <a:spcPct val="150000"/>
              </a:lnSpc>
            </a:pPr>
            <a:r>
              <a:rPr kumimoji="1" lang="en-US" altLang="zh-CN" sz="1400">
                <a:ln w="12700">
                  <a:noFill/>
                </a:ln>
                <a:solidFill>
                  <a:srgbClr val="000000">
                    <a:alpha val="100000"/>
                  </a:srgbClr>
                </a:solidFill>
                <a:latin typeface="Source Han Sans"/>
                <a:ea typeface="Source Han Sans"/>
                <a:cs typeface="Source Han Sans"/>
              </a:rPr>
              <a:t>编译指令的使用需注意宏定义的冲突和文件包含的路径。
编译指令的使用需根据设计需求和编译环境选择。</a:t>
            </a:r>
            <a:endParaRPr kumimoji="1" lang="zh-CN" altLang="en-US"/>
          </a:p>
        </p:txBody>
      </p:sp>
      <p:sp>
        <p:nvSpPr>
          <p:cNvPr id="14" name="标题 1"/>
          <p:cNvSpPr txBox="1"/>
          <p:nvPr/>
        </p:nvSpPr>
        <p:spPr>
          <a:xfrm>
            <a:off x="8106938" y="2236697"/>
            <a:ext cx="3320535" cy="508120"/>
          </a:xfrm>
          <a:prstGeom prst="rect">
            <a:avLst/>
          </a:prstGeom>
          <a:noFill/>
          <a:ln>
            <a:noFill/>
          </a:ln>
        </p:spPr>
        <p:txBody>
          <a:bodyPr vert="horz" wrap="square" lIns="0" tIns="0" rIns="0" bIns="0" rtlCol="0" anchor="ctr"/>
          <a:lstStyle/>
          <a:p>
            <a:pPr algn="ctr">
              <a:lnSpc>
                <a:spcPct val="150000"/>
              </a:lnSpc>
            </a:pPr>
            <a:r>
              <a:rPr kumimoji="1" lang="en-US" altLang="zh-CN" sz="1600">
                <a:ln w="12700">
                  <a:noFill/>
                </a:ln>
                <a:solidFill>
                  <a:srgbClr val="FFFFFF">
                    <a:alpha val="100000"/>
                  </a:srgbClr>
                </a:solidFill>
                <a:latin typeface="Source Han Sans CN Bold"/>
                <a:ea typeface="Source Han Sans CN Bold"/>
                <a:cs typeface="Source Han Sans CN Bold"/>
              </a:rPr>
              <a:t>编译指令的注意事项</a:t>
            </a:r>
            <a:endParaRPr kumimoji="1" lang="zh-CN" altLang="en-US"/>
          </a:p>
        </p:txBody>
      </p:sp>
      <p:sp>
        <p:nvSpPr>
          <p:cNvPr id="15" name="标题 1"/>
          <p:cNvSpPr txBox="1"/>
          <p:nvPr/>
        </p:nvSpPr>
        <p:spPr>
          <a:xfrm>
            <a:off x="660400" y="323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a:ea typeface="Source Han Sans CN Bold"/>
                <a:cs typeface="Source Han Sans CN Bold"/>
              </a:rPr>
              <a:t>编译指令的定义</a:t>
            </a:r>
            <a:endParaRPr kumimoji="1" lang="zh-CN" altLang="en-US"/>
          </a:p>
        </p:txBody>
      </p:sp>
      <p:cxnSp>
        <p:nvCxnSpPr>
          <p:cNvPr id="16" name="标题 1"/>
          <p:cNvCxnSpPr/>
          <p:nvPr/>
        </p:nvCxnSpPr>
        <p:spPr>
          <a:xfrm>
            <a:off x="0" y="958850"/>
            <a:ext cx="12122150" cy="0"/>
          </a:xfrm>
          <a:prstGeom prst="line">
            <a:avLst/>
          </a:prstGeom>
          <a:noFill/>
          <a:ln w="28575" cap="sq">
            <a:solidFill>
              <a:schemeClr val="accent1"/>
            </a:solidFill>
            <a:miter/>
          </a:ln>
        </p:spPr>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866774" y="5328067"/>
            <a:ext cx="10495132" cy="161925"/>
          </a:xfrm>
          <a:prstGeom prst="roundRect">
            <a:avLst>
              <a:gd name="adj" fmla="val 50000"/>
            </a:avLst>
          </a:prstGeom>
          <a:solidFill>
            <a:schemeClr val="accent1">
              <a:lumMod val="20000"/>
              <a:lumOff val="80000"/>
            </a:schemeClr>
          </a:solidFill>
          <a:ln cap="sq">
            <a:noFill/>
            <a:prstDash val="solid"/>
          </a:ln>
          <a:effectLst/>
        </p:spPr>
        <p:txBody>
          <a:bodyPr vert="horz" wrap="square" lIns="91440" tIns="45720" rIns="91440" bIns="45720" rtlCol="0" anchor="t"/>
          <a:lstStyle/>
          <a:p>
            <a:pPr algn="l">
              <a:lnSpc>
                <a:spcPct val="110000"/>
              </a:lnSpc>
            </a:pPr>
            <a:endParaRPr kumimoji="1" lang="zh-CN" altLang="en-US"/>
          </a:p>
        </p:txBody>
      </p:sp>
      <p:sp>
        <p:nvSpPr>
          <p:cNvPr id="4" name="标题 1"/>
          <p:cNvSpPr txBox="1"/>
          <p:nvPr/>
        </p:nvSpPr>
        <p:spPr>
          <a:xfrm>
            <a:off x="2252822" y="5219847"/>
            <a:ext cx="208436" cy="208436"/>
          </a:xfrm>
          <a:prstGeom prst="ellipse">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5987019" y="5219847"/>
            <a:ext cx="208436" cy="208436"/>
          </a:xfrm>
          <a:prstGeom prst="ellipse">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9724364" y="5219847"/>
            <a:ext cx="208436" cy="208436"/>
          </a:xfrm>
          <a:prstGeom prst="ellipse">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flipH="1" flipV="1">
            <a:off x="660400" y="2244440"/>
            <a:ext cx="246788" cy="293931"/>
          </a:xfrm>
          <a:prstGeom prst="rtTriangle">
            <a:avLst/>
          </a:prstGeom>
          <a:solidFill>
            <a:schemeClr val="accent1">
              <a:lumMod val="20000"/>
              <a:lumOff val="8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flipV="1">
            <a:off x="3804638" y="2244440"/>
            <a:ext cx="246788" cy="293931"/>
          </a:xfrm>
          <a:prstGeom prst="rtTriangle">
            <a:avLst/>
          </a:prstGeom>
          <a:solidFill>
            <a:schemeClr val="accent1">
              <a:lumMod val="20000"/>
              <a:lumOff val="8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899861" y="1778917"/>
            <a:ext cx="2914360" cy="3270707"/>
          </a:xfrm>
          <a:custGeom>
            <a:avLst/>
            <a:gdLst>
              <a:gd name="connsiteX0" fmla="*/ 192231 w 2914360"/>
              <a:gd name="connsiteY0" fmla="*/ 0 h 3270707"/>
              <a:gd name="connsiteX1" fmla="*/ 2722129 w 2914360"/>
              <a:gd name="connsiteY1" fmla="*/ 0 h 3270707"/>
              <a:gd name="connsiteX2" fmla="*/ 2914360 w 2914360"/>
              <a:gd name="connsiteY2" fmla="*/ 192231 h 3270707"/>
              <a:gd name="connsiteX3" fmla="*/ 2914360 w 2914360"/>
              <a:gd name="connsiteY3" fmla="*/ 2962803 h 3270707"/>
              <a:gd name="connsiteX4" fmla="*/ 2722129 w 2914360"/>
              <a:gd name="connsiteY4" fmla="*/ 3155034 h 3270707"/>
              <a:gd name="connsiteX5" fmla="*/ 1647670 w 2914360"/>
              <a:gd name="connsiteY5" fmla="*/ 3155034 h 3270707"/>
              <a:gd name="connsiteX6" fmla="*/ 1457179 w 2914360"/>
              <a:gd name="connsiteY6" fmla="*/ 3270707 h 3270707"/>
              <a:gd name="connsiteX7" fmla="*/ 1266688 w 2914360"/>
              <a:gd name="connsiteY7" fmla="*/ 3155034 h 3270707"/>
              <a:gd name="connsiteX8" fmla="*/ 192231 w 2914360"/>
              <a:gd name="connsiteY8" fmla="*/ 3155034 h 3270707"/>
              <a:gd name="connsiteX9" fmla="*/ 0 w 2914360"/>
              <a:gd name="connsiteY9" fmla="*/ 2962803 h 3270707"/>
              <a:gd name="connsiteX10" fmla="*/ 0 w 2914360"/>
              <a:gd name="connsiteY10" fmla="*/ 192231 h 3270707"/>
              <a:gd name="connsiteX11" fmla="*/ 192231 w 2914360"/>
              <a:gd name="connsiteY11" fmla="*/ 0 h 3270707"/>
            </a:gdLst>
            <a:ahLst/>
            <a:cxnLst/>
            <a:rect l="l" t="t" r="r" b="b"/>
            <a:pathLst>
              <a:path w="2914360" h="3270707">
                <a:moveTo>
                  <a:pt x="192231" y="0"/>
                </a:moveTo>
                <a:lnTo>
                  <a:pt x="2722129" y="0"/>
                </a:lnTo>
                <a:cubicBezTo>
                  <a:pt x="2828295" y="0"/>
                  <a:pt x="2914360" y="86065"/>
                  <a:pt x="2914360" y="192231"/>
                </a:cubicBezTo>
                <a:lnTo>
                  <a:pt x="2914360" y="2962803"/>
                </a:lnTo>
                <a:cubicBezTo>
                  <a:pt x="2914360" y="3068969"/>
                  <a:pt x="2828295" y="3155034"/>
                  <a:pt x="2722129" y="3155034"/>
                </a:cubicBezTo>
                <a:lnTo>
                  <a:pt x="1647670" y="3155034"/>
                </a:lnTo>
                <a:lnTo>
                  <a:pt x="1457179" y="3270707"/>
                </a:lnTo>
                <a:lnTo>
                  <a:pt x="1266688" y="3155034"/>
                </a:lnTo>
                <a:lnTo>
                  <a:pt x="192231" y="3155034"/>
                </a:lnTo>
                <a:cubicBezTo>
                  <a:pt x="86065" y="3155034"/>
                  <a:pt x="0" y="3068969"/>
                  <a:pt x="0" y="2962803"/>
                </a:cubicBezTo>
                <a:lnTo>
                  <a:pt x="0" y="192231"/>
                </a:lnTo>
                <a:cubicBezTo>
                  <a:pt x="0" y="86065"/>
                  <a:pt x="86065" y="0"/>
                  <a:pt x="192231" y="0"/>
                </a:cubicBezTo>
                <a:close/>
              </a:path>
            </a:pathLst>
          </a:custGeom>
          <a:solidFill>
            <a:schemeClr val="bg1"/>
          </a:solidFill>
          <a:ln w="3175" cap="sq">
            <a:solidFill>
              <a:schemeClr val="accent1"/>
            </a:solidFill>
          </a:ln>
          <a:effectLst/>
        </p:spPr>
        <p:txBody>
          <a:bodyPr vert="horz" wrap="square" lIns="91440" tIns="45720" rIns="91440" bIns="45720" rtlCol="0" anchor="t"/>
          <a:lstStyle/>
          <a:p>
            <a:pPr algn="l">
              <a:lnSpc>
                <a:spcPct val="110000"/>
              </a:lnSpc>
            </a:pPr>
            <a:endParaRPr kumimoji="1" lang="zh-CN" altLang="en-US"/>
          </a:p>
        </p:txBody>
      </p:sp>
      <p:sp>
        <p:nvSpPr>
          <p:cNvPr id="10" name="标题 1"/>
          <p:cNvSpPr txBox="1"/>
          <p:nvPr/>
        </p:nvSpPr>
        <p:spPr>
          <a:xfrm>
            <a:off x="660400" y="1512934"/>
            <a:ext cx="3393281" cy="731507"/>
          </a:xfrm>
          <a:custGeom>
            <a:avLst/>
            <a:gdLst>
              <a:gd name="connsiteX0" fmla="*/ 287252 w 3393281"/>
              <a:gd name="connsiteY0" fmla="*/ 0 h 731507"/>
              <a:gd name="connsiteX1" fmla="*/ 3106029 w 3393281"/>
              <a:gd name="connsiteY1" fmla="*/ 0 h 731507"/>
              <a:gd name="connsiteX2" fmla="*/ 3393281 w 3393281"/>
              <a:gd name="connsiteY2" fmla="*/ 287252 h 731507"/>
              <a:gd name="connsiteX3" fmla="*/ 3393281 w 3393281"/>
              <a:gd name="connsiteY3" fmla="*/ 731027 h 731507"/>
              <a:gd name="connsiteX4" fmla="*/ 1 w 3393281"/>
              <a:gd name="connsiteY4" fmla="*/ 731027 h 731507"/>
              <a:gd name="connsiteX5" fmla="*/ 1 w 3393281"/>
              <a:gd name="connsiteY5" fmla="*/ 731507 h 731507"/>
              <a:gd name="connsiteX6" fmla="*/ 0 w 3393281"/>
              <a:gd name="connsiteY6" fmla="*/ 731507 h 731507"/>
              <a:gd name="connsiteX7" fmla="*/ 0 w 3393281"/>
              <a:gd name="connsiteY7" fmla="*/ 287252 h 731507"/>
              <a:gd name="connsiteX8" fmla="*/ 287252 w 3393281"/>
              <a:gd name="connsiteY8" fmla="*/ 0 h 731507"/>
            </a:gdLst>
            <a:ahLst/>
            <a:cxnLst/>
            <a:rect l="l" t="t" r="r" b="b"/>
            <a:pathLst>
              <a:path w="3393281" h="731507">
                <a:moveTo>
                  <a:pt x="287252" y="0"/>
                </a:moveTo>
                <a:lnTo>
                  <a:pt x="3106029" y="0"/>
                </a:lnTo>
                <a:cubicBezTo>
                  <a:pt x="3264674" y="0"/>
                  <a:pt x="3393281" y="128607"/>
                  <a:pt x="3393281" y="287252"/>
                </a:cubicBezTo>
                <a:lnTo>
                  <a:pt x="3393281" y="731027"/>
                </a:lnTo>
                <a:lnTo>
                  <a:pt x="1" y="731027"/>
                </a:lnTo>
                <a:lnTo>
                  <a:pt x="1" y="731507"/>
                </a:lnTo>
                <a:lnTo>
                  <a:pt x="0" y="731507"/>
                </a:lnTo>
                <a:lnTo>
                  <a:pt x="0" y="287252"/>
                </a:lnTo>
                <a:cubicBezTo>
                  <a:pt x="0" y="128607"/>
                  <a:pt x="128607" y="0"/>
                  <a:pt x="287252" y="0"/>
                </a:cubicBezTo>
                <a:close/>
              </a:path>
            </a:pathLst>
          </a:cu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1118299" y="2427071"/>
            <a:ext cx="2477486" cy="2254897"/>
          </a:xfrm>
          <a:prstGeom prst="rect">
            <a:avLst/>
          </a:prstGeom>
          <a:noFill/>
          <a:ln>
            <a:noFill/>
          </a:ln>
        </p:spPr>
        <p:txBody>
          <a:bodyPr vert="horz" wrap="square" lIns="0" tIns="0" rIns="0" bIns="0" rtlCol="0" anchor="t"/>
          <a:lstStyle/>
          <a:p>
            <a:pPr algn="ctr">
              <a:lnSpc>
                <a:spcPct val="150000"/>
              </a:lnSpc>
            </a:pPr>
            <a:r>
              <a:rPr kumimoji="1" lang="en-US" altLang="zh-CN" sz="1400">
                <a:ln w="12700">
                  <a:noFill/>
                </a:ln>
                <a:solidFill>
                  <a:srgbClr val="262626">
                    <a:alpha val="100000"/>
                  </a:srgbClr>
                </a:solidFill>
                <a:latin typeface="Source Han Sans"/>
                <a:ea typeface="Source Han Sans"/>
                <a:cs typeface="Source Han Sans"/>
              </a:rPr>
              <a:t>宏定义格式为 `define macro_name value，用于文本替换。
宏定义可以带参数，提高代码的灵活性。</a:t>
            </a:r>
            <a:endParaRPr kumimoji="1" lang="zh-CN" altLang="en-US"/>
          </a:p>
        </p:txBody>
      </p:sp>
      <p:sp>
        <p:nvSpPr>
          <p:cNvPr id="12" name="标题 1"/>
          <p:cNvSpPr txBox="1"/>
          <p:nvPr/>
        </p:nvSpPr>
        <p:spPr>
          <a:xfrm flipH="1" flipV="1">
            <a:off x="4399360" y="2244440"/>
            <a:ext cx="246788" cy="293931"/>
          </a:xfrm>
          <a:prstGeom prst="rtTriangle">
            <a:avLst/>
          </a:prstGeom>
          <a:solidFill>
            <a:schemeClr val="accent1">
              <a:lumMod val="20000"/>
              <a:lumOff val="8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flipV="1">
            <a:off x="7543598" y="2244440"/>
            <a:ext cx="246788" cy="293931"/>
          </a:xfrm>
          <a:prstGeom prst="rtTriangle">
            <a:avLst/>
          </a:prstGeom>
          <a:solidFill>
            <a:schemeClr val="accent1">
              <a:lumMod val="20000"/>
              <a:lumOff val="8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4638821" y="1778917"/>
            <a:ext cx="2914360" cy="3270707"/>
          </a:xfrm>
          <a:custGeom>
            <a:avLst/>
            <a:gdLst>
              <a:gd name="connsiteX0" fmla="*/ 192231 w 2914360"/>
              <a:gd name="connsiteY0" fmla="*/ 0 h 3270707"/>
              <a:gd name="connsiteX1" fmla="*/ 2722129 w 2914360"/>
              <a:gd name="connsiteY1" fmla="*/ 0 h 3270707"/>
              <a:gd name="connsiteX2" fmla="*/ 2914360 w 2914360"/>
              <a:gd name="connsiteY2" fmla="*/ 192231 h 3270707"/>
              <a:gd name="connsiteX3" fmla="*/ 2914360 w 2914360"/>
              <a:gd name="connsiteY3" fmla="*/ 2962803 h 3270707"/>
              <a:gd name="connsiteX4" fmla="*/ 2722129 w 2914360"/>
              <a:gd name="connsiteY4" fmla="*/ 3155034 h 3270707"/>
              <a:gd name="connsiteX5" fmla="*/ 1647670 w 2914360"/>
              <a:gd name="connsiteY5" fmla="*/ 3155034 h 3270707"/>
              <a:gd name="connsiteX6" fmla="*/ 1457179 w 2914360"/>
              <a:gd name="connsiteY6" fmla="*/ 3270707 h 3270707"/>
              <a:gd name="connsiteX7" fmla="*/ 1266688 w 2914360"/>
              <a:gd name="connsiteY7" fmla="*/ 3155034 h 3270707"/>
              <a:gd name="connsiteX8" fmla="*/ 192231 w 2914360"/>
              <a:gd name="connsiteY8" fmla="*/ 3155034 h 3270707"/>
              <a:gd name="connsiteX9" fmla="*/ 0 w 2914360"/>
              <a:gd name="connsiteY9" fmla="*/ 2962803 h 3270707"/>
              <a:gd name="connsiteX10" fmla="*/ 0 w 2914360"/>
              <a:gd name="connsiteY10" fmla="*/ 192231 h 3270707"/>
              <a:gd name="connsiteX11" fmla="*/ 192231 w 2914360"/>
              <a:gd name="connsiteY11" fmla="*/ 0 h 3270707"/>
            </a:gdLst>
            <a:ahLst/>
            <a:cxnLst/>
            <a:rect l="l" t="t" r="r" b="b"/>
            <a:pathLst>
              <a:path w="2914360" h="3270707">
                <a:moveTo>
                  <a:pt x="192231" y="0"/>
                </a:moveTo>
                <a:lnTo>
                  <a:pt x="2722129" y="0"/>
                </a:lnTo>
                <a:cubicBezTo>
                  <a:pt x="2828295" y="0"/>
                  <a:pt x="2914360" y="86065"/>
                  <a:pt x="2914360" y="192231"/>
                </a:cubicBezTo>
                <a:lnTo>
                  <a:pt x="2914360" y="2962803"/>
                </a:lnTo>
                <a:cubicBezTo>
                  <a:pt x="2914360" y="3068969"/>
                  <a:pt x="2828295" y="3155034"/>
                  <a:pt x="2722129" y="3155034"/>
                </a:cubicBezTo>
                <a:lnTo>
                  <a:pt x="1647670" y="3155034"/>
                </a:lnTo>
                <a:lnTo>
                  <a:pt x="1457179" y="3270707"/>
                </a:lnTo>
                <a:lnTo>
                  <a:pt x="1266688" y="3155034"/>
                </a:lnTo>
                <a:lnTo>
                  <a:pt x="192231" y="3155034"/>
                </a:lnTo>
                <a:cubicBezTo>
                  <a:pt x="86065" y="3155034"/>
                  <a:pt x="0" y="3068969"/>
                  <a:pt x="0" y="2962803"/>
                </a:cubicBezTo>
                <a:lnTo>
                  <a:pt x="0" y="192231"/>
                </a:lnTo>
                <a:cubicBezTo>
                  <a:pt x="0" y="86065"/>
                  <a:pt x="86065" y="0"/>
                  <a:pt x="192231" y="0"/>
                </a:cubicBezTo>
                <a:close/>
              </a:path>
            </a:pathLst>
          </a:custGeom>
          <a:solidFill>
            <a:schemeClr val="bg1"/>
          </a:solidFill>
          <a:ln w="3175" cap="sq">
            <a:solidFill>
              <a:schemeClr val="accent1"/>
            </a:solidFill>
          </a:ln>
          <a:effectLst/>
        </p:spPr>
        <p:txBody>
          <a:bodyPr vert="horz" wrap="square" lIns="91440" tIns="45720" rIns="91440" bIns="45720" rtlCol="0" anchor="t"/>
          <a:lstStyle/>
          <a:p>
            <a:pPr algn="l">
              <a:lnSpc>
                <a:spcPct val="110000"/>
              </a:lnSpc>
            </a:pPr>
            <a:endParaRPr kumimoji="1" lang="zh-CN" altLang="en-US"/>
          </a:p>
        </p:txBody>
      </p:sp>
      <p:sp>
        <p:nvSpPr>
          <p:cNvPr id="15" name="标题 1"/>
          <p:cNvSpPr txBox="1"/>
          <p:nvPr/>
        </p:nvSpPr>
        <p:spPr>
          <a:xfrm>
            <a:off x="4399360" y="1512934"/>
            <a:ext cx="3393281" cy="731507"/>
          </a:xfrm>
          <a:custGeom>
            <a:avLst/>
            <a:gdLst>
              <a:gd name="connsiteX0" fmla="*/ 287252 w 3393281"/>
              <a:gd name="connsiteY0" fmla="*/ 0 h 731507"/>
              <a:gd name="connsiteX1" fmla="*/ 3106029 w 3393281"/>
              <a:gd name="connsiteY1" fmla="*/ 0 h 731507"/>
              <a:gd name="connsiteX2" fmla="*/ 3393281 w 3393281"/>
              <a:gd name="connsiteY2" fmla="*/ 287252 h 731507"/>
              <a:gd name="connsiteX3" fmla="*/ 3393281 w 3393281"/>
              <a:gd name="connsiteY3" fmla="*/ 731027 h 731507"/>
              <a:gd name="connsiteX4" fmla="*/ 1 w 3393281"/>
              <a:gd name="connsiteY4" fmla="*/ 731027 h 731507"/>
              <a:gd name="connsiteX5" fmla="*/ 1 w 3393281"/>
              <a:gd name="connsiteY5" fmla="*/ 731507 h 731507"/>
              <a:gd name="connsiteX6" fmla="*/ 0 w 3393281"/>
              <a:gd name="connsiteY6" fmla="*/ 731507 h 731507"/>
              <a:gd name="connsiteX7" fmla="*/ 0 w 3393281"/>
              <a:gd name="connsiteY7" fmla="*/ 287252 h 731507"/>
              <a:gd name="connsiteX8" fmla="*/ 287252 w 3393281"/>
              <a:gd name="connsiteY8" fmla="*/ 0 h 731507"/>
            </a:gdLst>
            <a:ahLst/>
            <a:cxnLst/>
            <a:rect l="l" t="t" r="r" b="b"/>
            <a:pathLst>
              <a:path w="3393281" h="731507">
                <a:moveTo>
                  <a:pt x="287252" y="0"/>
                </a:moveTo>
                <a:lnTo>
                  <a:pt x="3106029" y="0"/>
                </a:lnTo>
                <a:cubicBezTo>
                  <a:pt x="3264674" y="0"/>
                  <a:pt x="3393281" y="128607"/>
                  <a:pt x="3393281" y="287252"/>
                </a:cubicBezTo>
                <a:lnTo>
                  <a:pt x="3393281" y="731027"/>
                </a:lnTo>
                <a:lnTo>
                  <a:pt x="1" y="731027"/>
                </a:lnTo>
                <a:lnTo>
                  <a:pt x="1" y="731507"/>
                </a:lnTo>
                <a:lnTo>
                  <a:pt x="0" y="731507"/>
                </a:lnTo>
                <a:lnTo>
                  <a:pt x="0" y="287252"/>
                </a:lnTo>
                <a:cubicBezTo>
                  <a:pt x="0" y="128607"/>
                  <a:pt x="128607" y="0"/>
                  <a:pt x="287252" y="0"/>
                </a:cubicBezTo>
                <a:close/>
              </a:path>
            </a:pathLst>
          </a:cu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a:off x="4857259" y="2427070"/>
            <a:ext cx="2477486" cy="2254897"/>
          </a:xfrm>
          <a:prstGeom prst="rect">
            <a:avLst/>
          </a:prstGeom>
          <a:noFill/>
          <a:ln>
            <a:noFill/>
          </a:ln>
        </p:spPr>
        <p:txBody>
          <a:bodyPr vert="horz" wrap="square" lIns="0" tIns="0" rIns="0" bIns="0" rtlCol="0" anchor="t"/>
          <a:lstStyle/>
          <a:p>
            <a:pPr algn="ctr">
              <a:lnSpc>
                <a:spcPct val="150000"/>
              </a:lnSpc>
            </a:pPr>
            <a:r>
              <a:rPr kumimoji="1" lang="en-US" altLang="zh-CN" sz="1400" dirty="0" err="1">
                <a:ln w="12700">
                  <a:noFill/>
                </a:ln>
                <a:solidFill>
                  <a:srgbClr val="262626">
                    <a:alpha val="100000"/>
                  </a:srgbClr>
                </a:solidFill>
                <a:latin typeface="Source Han Sans"/>
                <a:ea typeface="Source Han Sans"/>
                <a:cs typeface="Source Han Sans"/>
              </a:rPr>
              <a:t>宏定义用于定义常量和通用函数，提高代码的可复用性</a:t>
            </a:r>
            <a:r>
              <a:rPr kumimoji="1" lang="en-US" altLang="zh-CN" sz="1400" dirty="0">
                <a:ln w="12700">
                  <a:noFill/>
                </a:ln>
                <a:solidFill>
                  <a:srgbClr val="262626">
                    <a:alpha val="100000"/>
                  </a:srgbClr>
                </a:solidFill>
                <a:latin typeface="Source Han Sans"/>
                <a:ea typeface="Source Han Sans"/>
                <a:cs typeface="Source Han Sans"/>
              </a:rPr>
              <a:t>。
</a:t>
            </a:r>
            <a:r>
              <a:rPr kumimoji="1" lang="en-US" altLang="zh-CN" sz="1400" dirty="0" err="1">
                <a:ln w="12700">
                  <a:noFill/>
                </a:ln>
                <a:solidFill>
                  <a:srgbClr val="262626">
                    <a:alpha val="100000"/>
                  </a:srgbClr>
                </a:solidFill>
                <a:latin typeface="Source Han Sans"/>
                <a:ea typeface="Source Han Sans"/>
                <a:cs typeface="Source Han Sans"/>
              </a:rPr>
              <a:t>宏定义的使用场景广泛，适用于常量定义和通用函数</a:t>
            </a:r>
            <a:r>
              <a:rPr kumimoji="1" lang="en-US" altLang="zh-CN" sz="1400" dirty="0">
                <a:ln w="12700">
                  <a:noFill/>
                </a:ln>
                <a:solidFill>
                  <a:srgbClr val="262626">
                    <a:alpha val="100000"/>
                  </a:srgbClr>
                </a:solidFill>
                <a:latin typeface="Source Han Sans"/>
                <a:ea typeface="Source Han Sans"/>
                <a:cs typeface="Source Han Sans"/>
              </a:rPr>
              <a:t>。</a:t>
            </a:r>
            <a:endParaRPr kumimoji="1" lang="zh-CN" altLang="en-US" dirty="0"/>
          </a:p>
        </p:txBody>
      </p:sp>
      <p:sp>
        <p:nvSpPr>
          <p:cNvPr id="17" name="标题 1"/>
          <p:cNvSpPr txBox="1"/>
          <p:nvPr/>
        </p:nvSpPr>
        <p:spPr>
          <a:xfrm flipH="1" flipV="1">
            <a:off x="8131942" y="2244440"/>
            <a:ext cx="246788" cy="293931"/>
          </a:xfrm>
          <a:prstGeom prst="rtTriangle">
            <a:avLst/>
          </a:prstGeom>
          <a:solidFill>
            <a:schemeClr val="accent1">
              <a:lumMod val="20000"/>
              <a:lumOff val="8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flipV="1">
            <a:off x="11276180" y="2244440"/>
            <a:ext cx="246788" cy="293931"/>
          </a:xfrm>
          <a:prstGeom prst="rtTriangle">
            <a:avLst/>
          </a:prstGeom>
          <a:solidFill>
            <a:schemeClr val="accent1">
              <a:lumMod val="20000"/>
              <a:lumOff val="8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8371403" y="1778917"/>
            <a:ext cx="2914360" cy="3270707"/>
          </a:xfrm>
          <a:custGeom>
            <a:avLst/>
            <a:gdLst>
              <a:gd name="connsiteX0" fmla="*/ 192231 w 2914360"/>
              <a:gd name="connsiteY0" fmla="*/ 0 h 3270707"/>
              <a:gd name="connsiteX1" fmla="*/ 2722129 w 2914360"/>
              <a:gd name="connsiteY1" fmla="*/ 0 h 3270707"/>
              <a:gd name="connsiteX2" fmla="*/ 2914360 w 2914360"/>
              <a:gd name="connsiteY2" fmla="*/ 192231 h 3270707"/>
              <a:gd name="connsiteX3" fmla="*/ 2914360 w 2914360"/>
              <a:gd name="connsiteY3" fmla="*/ 2962803 h 3270707"/>
              <a:gd name="connsiteX4" fmla="*/ 2722129 w 2914360"/>
              <a:gd name="connsiteY4" fmla="*/ 3155034 h 3270707"/>
              <a:gd name="connsiteX5" fmla="*/ 1647670 w 2914360"/>
              <a:gd name="connsiteY5" fmla="*/ 3155034 h 3270707"/>
              <a:gd name="connsiteX6" fmla="*/ 1457179 w 2914360"/>
              <a:gd name="connsiteY6" fmla="*/ 3270707 h 3270707"/>
              <a:gd name="connsiteX7" fmla="*/ 1266688 w 2914360"/>
              <a:gd name="connsiteY7" fmla="*/ 3155034 h 3270707"/>
              <a:gd name="connsiteX8" fmla="*/ 192231 w 2914360"/>
              <a:gd name="connsiteY8" fmla="*/ 3155034 h 3270707"/>
              <a:gd name="connsiteX9" fmla="*/ 0 w 2914360"/>
              <a:gd name="connsiteY9" fmla="*/ 2962803 h 3270707"/>
              <a:gd name="connsiteX10" fmla="*/ 0 w 2914360"/>
              <a:gd name="connsiteY10" fmla="*/ 192231 h 3270707"/>
              <a:gd name="connsiteX11" fmla="*/ 192231 w 2914360"/>
              <a:gd name="connsiteY11" fmla="*/ 0 h 3270707"/>
            </a:gdLst>
            <a:ahLst/>
            <a:cxnLst/>
            <a:rect l="l" t="t" r="r" b="b"/>
            <a:pathLst>
              <a:path w="2914360" h="3270707">
                <a:moveTo>
                  <a:pt x="192231" y="0"/>
                </a:moveTo>
                <a:lnTo>
                  <a:pt x="2722129" y="0"/>
                </a:lnTo>
                <a:cubicBezTo>
                  <a:pt x="2828295" y="0"/>
                  <a:pt x="2914360" y="86065"/>
                  <a:pt x="2914360" y="192231"/>
                </a:cubicBezTo>
                <a:lnTo>
                  <a:pt x="2914360" y="2962803"/>
                </a:lnTo>
                <a:cubicBezTo>
                  <a:pt x="2914360" y="3068969"/>
                  <a:pt x="2828295" y="3155034"/>
                  <a:pt x="2722129" y="3155034"/>
                </a:cubicBezTo>
                <a:lnTo>
                  <a:pt x="1647670" y="3155034"/>
                </a:lnTo>
                <a:lnTo>
                  <a:pt x="1457179" y="3270707"/>
                </a:lnTo>
                <a:lnTo>
                  <a:pt x="1266688" y="3155034"/>
                </a:lnTo>
                <a:lnTo>
                  <a:pt x="192231" y="3155034"/>
                </a:lnTo>
                <a:cubicBezTo>
                  <a:pt x="86065" y="3155034"/>
                  <a:pt x="0" y="3068969"/>
                  <a:pt x="0" y="2962803"/>
                </a:cubicBezTo>
                <a:lnTo>
                  <a:pt x="0" y="192231"/>
                </a:lnTo>
                <a:cubicBezTo>
                  <a:pt x="0" y="86065"/>
                  <a:pt x="86065" y="0"/>
                  <a:pt x="192231" y="0"/>
                </a:cubicBezTo>
                <a:close/>
              </a:path>
            </a:pathLst>
          </a:custGeom>
          <a:solidFill>
            <a:schemeClr val="bg1"/>
          </a:solidFill>
          <a:ln w="3175" cap="sq">
            <a:solidFill>
              <a:schemeClr val="accent1"/>
            </a:solidFill>
          </a:ln>
          <a:effectLst/>
        </p:spPr>
        <p:txBody>
          <a:bodyPr vert="horz" wrap="square" lIns="91440" tIns="45720" rIns="91440" bIns="45720" rtlCol="0" anchor="t"/>
          <a:lstStyle/>
          <a:p>
            <a:pPr algn="l">
              <a:lnSpc>
                <a:spcPct val="110000"/>
              </a:lnSpc>
            </a:pPr>
            <a:endParaRPr kumimoji="1" lang="zh-CN" altLang="en-US"/>
          </a:p>
        </p:txBody>
      </p:sp>
      <p:sp>
        <p:nvSpPr>
          <p:cNvPr id="20" name="标题 1"/>
          <p:cNvSpPr txBox="1"/>
          <p:nvPr/>
        </p:nvSpPr>
        <p:spPr>
          <a:xfrm>
            <a:off x="8131942" y="1512934"/>
            <a:ext cx="3393281" cy="731507"/>
          </a:xfrm>
          <a:custGeom>
            <a:avLst/>
            <a:gdLst>
              <a:gd name="connsiteX0" fmla="*/ 287252 w 3393281"/>
              <a:gd name="connsiteY0" fmla="*/ 0 h 731507"/>
              <a:gd name="connsiteX1" fmla="*/ 3106029 w 3393281"/>
              <a:gd name="connsiteY1" fmla="*/ 0 h 731507"/>
              <a:gd name="connsiteX2" fmla="*/ 3393281 w 3393281"/>
              <a:gd name="connsiteY2" fmla="*/ 287252 h 731507"/>
              <a:gd name="connsiteX3" fmla="*/ 3393281 w 3393281"/>
              <a:gd name="connsiteY3" fmla="*/ 731027 h 731507"/>
              <a:gd name="connsiteX4" fmla="*/ 1 w 3393281"/>
              <a:gd name="connsiteY4" fmla="*/ 731027 h 731507"/>
              <a:gd name="connsiteX5" fmla="*/ 1 w 3393281"/>
              <a:gd name="connsiteY5" fmla="*/ 731507 h 731507"/>
              <a:gd name="connsiteX6" fmla="*/ 0 w 3393281"/>
              <a:gd name="connsiteY6" fmla="*/ 731507 h 731507"/>
              <a:gd name="connsiteX7" fmla="*/ 0 w 3393281"/>
              <a:gd name="connsiteY7" fmla="*/ 287252 h 731507"/>
              <a:gd name="connsiteX8" fmla="*/ 287252 w 3393281"/>
              <a:gd name="connsiteY8" fmla="*/ 0 h 731507"/>
            </a:gdLst>
            <a:ahLst/>
            <a:cxnLst/>
            <a:rect l="l" t="t" r="r" b="b"/>
            <a:pathLst>
              <a:path w="3393281" h="731507">
                <a:moveTo>
                  <a:pt x="287252" y="0"/>
                </a:moveTo>
                <a:lnTo>
                  <a:pt x="3106029" y="0"/>
                </a:lnTo>
                <a:cubicBezTo>
                  <a:pt x="3264674" y="0"/>
                  <a:pt x="3393281" y="128607"/>
                  <a:pt x="3393281" y="287252"/>
                </a:cubicBezTo>
                <a:lnTo>
                  <a:pt x="3393281" y="731027"/>
                </a:lnTo>
                <a:lnTo>
                  <a:pt x="1" y="731027"/>
                </a:lnTo>
                <a:lnTo>
                  <a:pt x="1" y="731507"/>
                </a:lnTo>
                <a:lnTo>
                  <a:pt x="0" y="731507"/>
                </a:lnTo>
                <a:lnTo>
                  <a:pt x="0" y="287252"/>
                </a:lnTo>
                <a:cubicBezTo>
                  <a:pt x="0" y="128607"/>
                  <a:pt x="128607" y="0"/>
                  <a:pt x="287252" y="0"/>
                </a:cubicBezTo>
                <a:close/>
              </a:path>
            </a:pathLst>
          </a:cu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21" name="标题 1"/>
          <p:cNvSpPr txBox="1"/>
          <p:nvPr/>
        </p:nvSpPr>
        <p:spPr>
          <a:xfrm>
            <a:off x="8589841" y="2427071"/>
            <a:ext cx="2477486" cy="2254897"/>
          </a:xfrm>
          <a:prstGeom prst="rect">
            <a:avLst/>
          </a:prstGeom>
          <a:noFill/>
          <a:ln>
            <a:noFill/>
          </a:ln>
        </p:spPr>
        <p:txBody>
          <a:bodyPr vert="horz" wrap="square" lIns="0" tIns="0" rIns="0" bIns="0" rtlCol="0" anchor="t"/>
          <a:lstStyle/>
          <a:p>
            <a:pPr algn="ctr">
              <a:lnSpc>
                <a:spcPct val="150000"/>
              </a:lnSpc>
            </a:pPr>
            <a:r>
              <a:rPr kumimoji="1" lang="en-US" altLang="zh-CN" sz="1400" dirty="0" err="1">
                <a:ln w="12700">
                  <a:noFill/>
                </a:ln>
                <a:solidFill>
                  <a:srgbClr val="262626">
                    <a:alpha val="100000"/>
                  </a:srgbClr>
                </a:solidFill>
                <a:latin typeface="Source Han Sans"/>
                <a:ea typeface="Source Han Sans"/>
                <a:cs typeface="Source Han Sans"/>
              </a:rPr>
              <a:t>宏定义的使用需注意冲突和参数的传递</a:t>
            </a:r>
            <a:r>
              <a:rPr kumimoji="1" lang="en-US" altLang="zh-CN" sz="1400" dirty="0">
                <a:ln w="12700">
                  <a:noFill/>
                </a:ln>
                <a:solidFill>
                  <a:srgbClr val="262626">
                    <a:alpha val="100000"/>
                  </a:srgbClr>
                </a:solidFill>
                <a:latin typeface="Source Han Sans"/>
                <a:ea typeface="Source Han Sans"/>
                <a:cs typeface="Source Han Sans"/>
              </a:rPr>
              <a:t>。
</a:t>
            </a:r>
            <a:r>
              <a:rPr kumimoji="1" lang="en-US" altLang="zh-CN" sz="1400" dirty="0" err="1">
                <a:ln w="12700">
                  <a:noFill/>
                </a:ln>
                <a:solidFill>
                  <a:srgbClr val="262626">
                    <a:alpha val="100000"/>
                  </a:srgbClr>
                </a:solidFill>
                <a:latin typeface="Source Han Sans"/>
                <a:ea typeface="Source Han Sans"/>
                <a:cs typeface="Source Han Sans"/>
              </a:rPr>
              <a:t>宏定义的使用需根据设计需求和代码风格选择</a:t>
            </a:r>
            <a:r>
              <a:rPr kumimoji="1" lang="en-US" altLang="zh-CN" sz="1400" dirty="0">
                <a:ln w="12700">
                  <a:noFill/>
                </a:ln>
                <a:solidFill>
                  <a:srgbClr val="262626">
                    <a:alpha val="100000"/>
                  </a:srgbClr>
                </a:solidFill>
                <a:latin typeface="Source Han Sans"/>
                <a:ea typeface="Source Han Sans"/>
                <a:cs typeface="Source Han Sans"/>
              </a:rPr>
              <a:t>。</a:t>
            </a:r>
            <a:endParaRPr kumimoji="1" lang="zh-CN" altLang="en-US" dirty="0"/>
          </a:p>
        </p:txBody>
      </p:sp>
      <p:sp>
        <p:nvSpPr>
          <p:cNvPr id="22" name="标题 1"/>
          <p:cNvSpPr txBox="1"/>
          <p:nvPr/>
        </p:nvSpPr>
        <p:spPr>
          <a:xfrm>
            <a:off x="1118299" y="1550771"/>
            <a:ext cx="2477486" cy="692797"/>
          </a:xfrm>
          <a:prstGeom prst="rect">
            <a:avLst/>
          </a:prstGeom>
          <a:noFill/>
          <a:ln>
            <a:noFill/>
          </a:ln>
        </p:spPr>
        <p:txBody>
          <a:bodyPr vert="horz" wrap="square" lIns="0" tIns="0" rIns="0" bIns="0" rtlCol="0" anchor="ctr"/>
          <a:lstStyle/>
          <a:p>
            <a:pPr algn="ctr">
              <a:lnSpc>
                <a:spcPct val="150000"/>
              </a:lnSpc>
            </a:pPr>
            <a:r>
              <a:rPr kumimoji="1" lang="en-US" altLang="zh-CN" sz="1600">
                <a:ln w="12700">
                  <a:noFill/>
                </a:ln>
                <a:solidFill>
                  <a:srgbClr val="FFFFFF">
                    <a:alpha val="100000"/>
                  </a:srgbClr>
                </a:solidFill>
                <a:latin typeface="Source Han Sans CN Bold"/>
                <a:ea typeface="Source Han Sans CN Bold"/>
                <a:cs typeface="Source Han Sans CN Bold"/>
              </a:rPr>
              <a:t>宏定义的格式</a:t>
            </a:r>
            <a:endParaRPr kumimoji="1" lang="zh-CN" altLang="en-US"/>
          </a:p>
        </p:txBody>
      </p:sp>
      <p:sp>
        <p:nvSpPr>
          <p:cNvPr id="23" name="标题 1"/>
          <p:cNvSpPr txBox="1"/>
          <p:nvPr/>
        </p:nvSpPr>
        <p:spPr>
          <a:xfrm>
            <a:off x="4864799" y="1550771"/>
            <a:ext cx="2477486" cy="692797"/>
          </a:xfrm>
          <a:prstGeom prst="rect">
            <a:avLst/>
          </a:prstGeom>
          <a:noFill/>
          <a:ln>
            <a:noFill/>
          </a:ln>
        </p:spPr>
        <p:txBody>
          <a:bodyPr vert="horz" wrap="square" lIns="0" tIns="0" rIns="0" bIns="0" rtlCol="0" anchor="ctr"/>
          <a:lstStyle/>
          <a:p>
            <a:pPr algn="ctr">
              <a:lnSpc>
                <a:spcPct val="150000"/>
              </a:lnSpc>
            </a:pPr>
            <a:r>
              <a:rPr kumimoji="1" lang="en-US" altLang="zh-CN" sz="1600" dirty="0" err="1">
                <a:ln w="12700">
                  <a:noFill/>
                </a:ln>
                <a:solidFill>
                  <a:srgbClr val="FFFFFF">
                    <a:alpha val="100000"/>
                  </a:srgbClr>
                </a:solidFill>
                <a:latin typeface="Source Han Sans CN Bold"/>
                <a:ea typeface="Source Han Sans CN Bold"/>
                <a:cs typeface="Source Han Sans CN Bold"/>
              </a:rPr>
              <a:t>宏定义的应用</a:t>
            </a:r>
            <a:endParaRPr kumimoji="1" lang="zh-CN" altLang="en-US" dirty="0"/>
          </a:p>
        </p:txBody>
      </p:sp>
      <p:sp>
        <p:nvSpPr>
          <p:cNvPr id="24" name="标题 1"/>
          <p:cNvSpPr txBox="1"/>
          <p:nvPr/>
        </p:nvSpPr>
        <p:spPr>
          <a:xfrm>
            <a:off x="8585899" y="1550771"/>
            <a:ext cx="2477486" cy="692797"/>
          </a:xfrm>
          <a:prstGeom prst="rect">
            <a:avLst/>
          </a:prstGeom>
          <a:noFill/>
          <a:ln>
            <a:noFill/>
          </a:ln>
        </p:spPr>
        <p:txBody>
          <a:bodyPr vert="horz" wrap="square" lIns="0" tIns="0" rIns="0" bIns="0" rtlCol="0" anchor="ctr"/>
          <a:lstStyle/>
          <a:p>
            <a:pPr algn="ctr">
              <a:lnSpc>
                <a:spcPct val="150000"/>
              </a:lnSpc>
            </a:pPr>
            <a:r>
              <a:rPr kumimoji="1" lang="en-US" altLang="zh-CN" sz="1600" dirty="0" err="1">
                <a:ln w="12700">
                  <a:noFill/>
                </a:ln>
                <a:solidFill>
                  <a:srgbClr val="FFFFFF">
                    <a:alpha val="100000"/>
                  </a:srgbClr>
                </a:solidFill>
                <a:latin typeface="Source Han Sans CN Bold"/>
                <a:ea typeface="Source Han Sans CN Bold"/>
                <a:cs typeface="Source Han Sans CN Bold"/>
              </a:rPr>
              <a:t>宏定义的注意事项</a:t>
            </a:r>
            <a:endParaRPr kumimoji="1" lang="zh-CN" altLang="en-US" dirty="0"/>
          </a:p>
        </p:txBody>
      </p:sp>
      <p:sp>
        <p:nvSpPr>
          <p:cNvPr id="25" name="标题 1"/>
          <p:cNvSpPr txBox="1"/>
          <p:nvPr/>
        </p:nvSpPr>
        <p:spPr>
          <a:xfrm>
            <a:off x="1118299" y="5652871"/>
            <a:ext cx="2477486" cy="692797"/>
          </a:xfrm>
          <a:prstGeom prst="rect">
            <a:avLst/>
          </a:prstGeom>
          <a:noFill/>
          <a:ln>
            <a:noFill/>
          </a:ln>
        </p:spPr>
        <p:txBody>
          <a:bodyPr vert="horz" wrap="square" lIns="0" tIns="0" rIns="0" bIns="0" rtlCol="0" anchor="ctr"/>
          <a:lstStyle/>
          <a:p>
            <a:pPr algn="ctr">
              <a:lnSpc>
                <a:spcPct val="150000"/>
              </a:lnSpc>
            </a:pPr>
            <a:r>
              <a:rPr kumimoji="1" lang="en-US" altLang="zh-CN" sz="3200">
                <a:ln w="12700">
                  <a:noFill/>
                </a:ln>
                <a:solidFill>
                  <a:srgbClr val="1467F7">
                    <a:alpha val="100000"/>
                  </a:srgbClr>
                </a:solidFill>
                <a:latin typeface="OPPOSans B"/>
                <a:ea typeface="OPPOSans B"/>
                <a:cs typeface="OPPOSans B"/>
              </a:rPr>
              <a:t>01</a:t>
            </a:r>
            <a:endParaRPr kumimoji="1" lang="zh-CN" altLang="en-US"/>
          </a:p>
        </p:txBody>
      </p:sp>
      <p:sp>
        <p:nvSpPr>
          <p:cNvPr id="26" name="标题 1"/>
          <p:cNvSpPr txBox="1"/>
          <p:nvPr/>
        </p:nvSpPr>
        <p:spPr>
          <a:xfrm>
            <a:off x="4864799" y="5652871"/>
            <a:ext cx="2477486" cy="692797"/>
          </a:xfrm>
          <a:prstGeom prst="rect">
            <a:avLst/>
          </a:prstGeom>
          <a:noFill/>
          <a:ln>
            <a:noFill/>
          </a:ln>
        </p:spPr>
        <p:txBody>
          <a:bodyPr vert="horz" wrap="square" lIns="0" tIns="0" rIns="0" bIns="0" rtlCol="0" anchor="ctr"/>
          <a:lstStyle/>
          <a:p>
            <a:pPr algn="ctr">
              <a:lnSpc>
                <a:spcPct val="150000"/>
              </a:lnSpc>
            </a:pPr>
            <a:r>
              <a:rPr kumimoji="1" lang="en-US" altLang="zh-CN" sz="3200">
                <a:ln w="12700">
                  <a:noFill/>
                </a:ln>
                <a:solidFill>
                  <a:srgbClr val="1467F7">
                    <a:alpha val="100000"/>
                  </a:srgbClr>
                </a:solidFill>
                <a:latin typeface="OPPOSans B"/>
                <a:ea typeface="OPPOSans B"/>
                <a:cs typeface="OPPOSans B"/>
              </a:rPr>
              <a:t>02</a:t>
            </a:r>
            <a:endParaRPr kumimoji="1" lang="zh-CN" altLang="en-US"/>
          </a:p>
        </p:txBody>
      </p:sp>
      <p:sp>
        <p:nvSpPr>
          <p:cNvPr id="27" name="标题 1"/>
          <p:cNvSpPr txBox="1"/>
          <p:nvPr/>
        </p:nvSpPr>
        <p:spPr>
          <a:xfrm>
            <a:off x="8585899" y="5652871"/>
            <a:ext cx="2477486" cy="692797"/>
          </a:xfrm>
          <a:prstGeom prst="rect">
            <a:avLst/>
          </a:prstGeom>
          <a:noFill/>
          <a:ln>
            <a:noFill/>
          </a:ln>
        </p:spPr>
        <p:txBody>
          <a:bodyPr vert="horz" wrap="square" lIns="0" tIns="0" rIns="0" bIns="0" rtlCol="0" anchor="ctr"/>
          <a:lstStyle/>
          <a:p>
            <a:pPr algn="ctr">
              <a:lnSpc>
                <a:spcPct val="150000"/>
              </a:lnSpc>
            </a:pPr>
            <a:r>
              <a:rPr kumimoji="1" lang="en-US" altLang="zh-CN" sz="3200">
                <a:ln w="12700">
                  <a:noFill/>
                </a:ln>
                <a:solidFill>
                  <a:srgbClr val="1467F7">
                    <a:alpha val="100000"/>
                  </a:srgbClr>
                </a:solidFill>
                <a:latin typeface="OPPOSans B"/>
                <a:ea typeface="OPPOSans B"/>
                <a:cs typeface="OPPOSans B"/>
              </a:rPr>
              <a:t>03</a:t>
            </a:r>
            <a:endParaRPr kumimoji="1" lang="zh-CN" altLang="en-US"/>
          </a:p>
        </p:txBody>
      </p:sp>
      <p:sp>
        <p:nvSpPr>
          <p:cNvPr id="28" name="标题 1"/>
          <p:cNvSpPr txBox="1"/>
          <p:nvPr/>
        </p:nvSpPr>
        <p:spPr>
          <a:xfrm>
            <a:off x="660400" y="323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a:ea typeface="Source Han Sans CN Bold"/>
                <a:cs typeface="Source Han Sans CN Bold"/>
              </a:rPr>
              <a:t>宏定义</a:t>
            </a:r>
            <a:endParaRPr kumimoji="1" lang="zh-CN" altLang="en-US"/>
          </a:p>
        </p:txBody>
      </p:sp>
      <p:cxnSp>
        <p:nvCxnSpPr>
          <p:cNvPr id="29" name="标题 1"/>
          <p:cNvCxnSpPr/>
          <p:nvPr/>
        </p:nvCxnSpPr>
        <p:spPr>
          <a:xfrm>
            <a:off x="0" y="958850"/>
            <a:ext cx="12122150" cy="0"/>
          </a:xfrm>
          <a:prstGeom prst="line">
            <a:avLst/>
          </a:prstGeom>
          <a:noFill/>
          <a:ln w="28575" cap="sq">
            <a:solidFill>
              <a:schemeClr val="accent1"/>
            </a:solidFill>
            <a:miter/>
          </a:ln>
        </p:spPr>
      </p:cxnSp>
      <p:pic>
        <p:nvPicPr>
          <p:cNvPr id="30" name="图片 29">
            <a:extLst>
              <a:ext uri="{FF2B5EF4-FFF2-40B4-BE49-F238E27FC236}">
                <a16:creationId xmlns:a16="http://schemas.microsoft.com/office/drawing/2014/main" id="{8FFC4F4B-3DBD-AC16-1E67-C694F9FCEC47}"/>
              </a:ext>
            </a:extLst>
          </p:cNvPr>
          <p:cNvPicPr>
            <a:picLocks noChangeAspect="1"/>
          </p:cNvPicPr>
          <p:nvPr/>
        </p:nvPicPr>
        <p:blipFill>
          <a:blip r:embed="rId2"/>
          <a:stretch>
            <a:fillRect/>
          </a:stretch>
        </p:blipFill>
        <p:spPr>
          <a:xfrm>
            <a:off x="533109" y="4098047"/>
            <a:ext cx="3693412" cy="90739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1586201" y="4281542"/>
            <a:ext cx="936523" cy="646331"/>
          </a:xfrm>
          <a:prstGeom prst="rect">
            <a:avLst/>
          </a:prstGeom>
          <a:noFill/>
          <a:ln>
            <a:noFill/>
          </a:ln>
        </p:spPr>
        <p:txBody>
          <a:bodyPr vert="horz" wrap="square" lIns="91440" tIns="45720" rIns="91440" bIns="45720" rtlCol="0" anchor="t"/>
          <a:lstStyle/>
          <a:p>
            <a:pPr algn="l">
              <a:lnSpc>
                <a:spcPct val="110000"/>
              </a:lnSpc>
            </a:pPr>
            <a:r>
              <a:rPr kumimoji="1" lang="en-US" altLang="zh-CN" sz="3200">
                <a:ln w="12700">
                  <a:noFill/>
                </a:ln>
                <a:solidFill>
                  <a:srgbClr val="1467F7">
                    <a:alpha val="100000"/>
                  </a:srgbClr>
                </a:solidFill>
                <a:latin typeface="OPPOSans H"/>
                <a:ea typeface="OPPOSans H"/>
                <a:cs typeface="OPPOSans H"/>
              </a:rPr>
              <a:t>01.</a:t>
            </a:r>
            <a:endParaRPr kumimoji="1" lang="zh-CN" altLang="en-US"/>
          </a:p>
        </p:txBody>
      </p:sp>
      <p:sp>
        <p:nvSpPr>
          <p:cNvPr id="4" name="标题 1"/>
          <p:cNvSpPr txBox="1"/>
          <p:nvPr/>
        </p:nvSpPr>
        <p:spPr>
          <a:xfrm>
            <a:off x="4323416" y="2736616"/>
            <a:ext cx="1170604" cy="646331"/>
          </a:xfrm>
          <a:prstGeom prst="rect">
            <a:avLst/>
          </a:prstGeom>
          <a:noFill/>
          <a:ln>
            <a:noFill/>
          </a:ln>
        </p:spPr>
        <p:txBody>
          <a:bodyPr vert="horz" wrap="square" lIns="91440" tIns="45720" rIns="91440" bIns="45720" rtlCol="0" anchor="t"/>
          <a:lstStyle/>
          <a:p>
            <a:pPr algn="l">
              <a:lnSpc>
                <a:spcPct val="110000"/>
              </a:lnSpc>
            </a:pPr>
            <a:r>
              <a:rPr kumimoji="1" lang="en-US" altLang="zh-CN" sz="3200">
                <a:ln w="12700">
                  <a:noFill/>
                </a:ln>
                <a:solidFill>
                  <a:srgbClr val="0FE6F1">
                    <a:alpha val="100000"/>
                  </a:srgbClr>
                </a:solidFill>
                <a:latin typeface="OPPOSans H"/>
                <a:ea typeface="OPPOSans H"/>
                <a:cs typeface="OPPOSans H"/>
              </a:rPr>
              <a:t>02.</a:t>
            </a:r>
            <a:endParaRPr kumimoji="1" lang="zh-CN" altLang="en-US"/>
          </a:p>
        </p:txBody>
      </p:sp>
      <p:sp>
        <p:nvSpPr>
          <p:cNvPr id="5" name="标题 1"/>
          <p:cNvSpPr txBox="1"/>
          <p:nvPr/>
        </p:nvSpPr>
        <p:spPr>
          <a:xfrm>
            <a:off x="6967556" y="1130300"/>
            <a:ext cx="1170604" cy="646331"/>
          </a:xfrm>
          <a:prstGeom prst="rect">
            <a:avLst/>
          </a:prstGeom>
          <a:noFill/>
          <a:ln>
            <a:noFill/>
          </a:ln>
        </p:spPr>
        <p:txBody>
          <a:bodyPr vert="horz" wrap="square" lIns="91440" tIns="45720" rIns="91440" bIns="45720" rtlCol="0" anchor="t"/>
          <a:lstStyle/>
          <a:p>
            <a:pPr algn="l">
              <a:lnSpc>
                <a:spcPct val="110000"/>
              </a:lnSpc>
            </a:pPr>
            <a:r>
              <a:rPr kumimoji="1" lang="en-US" altLang="zh-CN" sz="3200">
                <a:ln w="12700">
                  <a:noFill/>
                </a:ln>
                <a:solidFill>
                  <a:srgbClr val="1467F7">
                    <a:alpha val="100000"/>
                  </a:srgbClr>
                </a:solidFill>
                <a:latin typeface="OPPOSans H"/>
                <a:ea typeface="OPPOSans H"/>
                <a:cs typeface="OPPOSans H"/>
              </a:rPr>
              <a:t>03.</a:t>
            </a:r>
            <a:endParaRPr kumimoji="1" lang="zh-CN" altLang="en-US"/>
          </a:p>
        </p:txBody>
      </p:sp>
      <p:sp>
        <p:nvSpPr>
          <p:cNvPr id="6" name="标题 1"/>
          <p:cNvSpPr txBox="1"/>
          <p:nvPr/>
        </p:nvSpPr>
        <p:spPr>
          <a:xfrm>
            <a:off x="1675559" y="4935489"/>
            <a:ext cx="3569541" cy="307777"/>
          </a:xfrm>
          <a:prstGeom prst="rect">
            <a:avLst/>
          </a:prstGeom>
          <a:noFill/>
          <a:ln cap="sq">
            <a:noFill/>
          </a:ln>
          <a:effectLst/>
        </p:spPr>
        <p:txBody>
          <a:bodyPr vert="horz" wrap="square" lIns="0" tIns="0" rIns="0" bIns="0" rtlCol="0" anchor="b"/>
          <a:lstStyle/>
          <a:p>
            <a:pPr algn="l">
              <a:lnSpc>
                <a:spcPct val="130000"/>
              </a:lnSpc>
            </a:pPr>
            <a:r>
              <a:rPr kumimoji="1" lang="en-US" altLang="zh-CN" sz="1600">
                <a:ln w="12700">
                  <a:noFill/>
                </a:ln>
                <a:solidFill>
                  <a:srgbClr val="000000">
                    <a:alpha val="100000"/>
                  </a:srgbClr>
                </a:solidFill>
                <a:latin typeface="Source Han Sans CN Bold"/>
                <a:ea typeface="Source Han Sans CN Bold"/>
                <a:cs typeface="Source Han Sans CN Bold"/>
              </a:rPr>
              <a:t>文件包含的格式</a:t>
            </a:r>
            <a:endParaRPr kumimoji="1" lang="zh-CN" altLang="en-US"/>
          </a:p>
        </p:txBody>
      </p:sp>
      <p:sp>
        <p:nvSpPr>
          <p:cNvPr id="7" name="标题 1"/>
          <p:cNvSpPr txBox="1"/>
          <p:nvPr/>
        </p:nvSpPr>
        <p:spPr>
          <a:xfrm>
            <a:off x="1675558" y="5261182"/>
            <a:ext cx="3570731" cy="974517"/>
          </a:xfrm>
          <a:prstGeom prst="rect">
            <a:avLst/>
          </a:prstGeom>
          <a:noFill/>
          <a:ln>
            <a:noFill/>
          </a:ln>
        </p:spPr>
        <p:txBody>
          <a:bodyPr vert="horz" wrap="square" lIns="0" tIns="0" rIns="0" bIns="0" rtlCol="0" anchor="t"/>
          <a:lstStyle/>
          <a:p>
            <a:pPr algn="l">
              <a:lnSpc>
                <a:spcPct val="150000"/>
              </a:lnSpc>
            </a:pPr>
            <a:r>
              <a:rPr kumimoji="1" lang="en-US" altLang="zh-CN" sz="1282">
                <a:ln w="12700">
                  <a:noFill/>
                </a:ln>
                <a:solidFill>
                  <a:srgbClr val="000000">
                    <a:alpha val="100000"/>
                  </a:srgbClr>
                </a:solidFill>
                <a:latin typeface="Source Han Sans"/>
                <a:ea typeface="Source Han Sans"/>
                <a:cs typeface="Source Han Sans"/>
              </a:rPr>
              <a:t>文件包含格式为 `include "filename"，用于包含其他 Verilog 文件。
文件包含用于组织代码，提高代码的可维护性。</a:t>
            </a:r>
            <a:endParaRPr kumimoji="1" lang="zh-CN" altLang="en-US"/>
          </a:p>
        </p:txBody>
      </p:sp>
      <p:sp>
        <p:nvSpPr>
          <p:cNvPr id="8" name="标题 1"/>
          <p:cNvSpPr txBox="1"/>
          <p:nvPr/>
        </p:nvSpPr>
        <p:spPr>
          <a:xfrm>
            <a:off x="4427609" y="3425276"/>
            <a:ext cx="3636891" cy="307777"/>
          </a:xfrm>
          <a:prstGeom prst="rect">
            <a:avLst/>
          </a:prstGeom>
          <a:noFill/>
          <a:ln cap="sq">
            <a:noFill/>
          </a:ln>
          <a:effectLst/>
        </p:spPr>
        <p:txBody>
          <a:bodyPr vert="horz" wrap="square" lIns="0" tIns="0" rIns="0" bIns="0" rtlCol="0" anchor="b"/>
          <a:lstStyle/>
          <a:p>
            <a:pPr algn="l">
              <a:lnSpc>
                <a:spcPct val="130000"/>
              </a:lnSpc>
            </a:pPr>
            <a:r>
              <a:rPr kumimoji="1" lang="en-US" altLang="zh-CN" sz="1600">
                <a:ln w="12700">
                  <a:noFill/>
                </a:ln>
                <a:solidFill>
                  <a:srgbClr val="000000">
                    <a:alpha val="100000"/>
                  </a:srgbClr>
                </a:solidFill>
                <a:latin typeface="Source Han Sans CN Bold"/>
                <a:ea typeface="Source Han Sans CN Bold"/>
                <a:cs typeface="Source Han Sans CN Bold"/>
              </a:rPr>
              <a:t>文件包含的应用</a:t>
            </a:r>
            <a:endParaRPr kumimoji="1" lang="zh-CN" altLang="en-US"/>
          </a:p>
        </p:txBody>
      </p:sp>
      <p:sp>
        <p:nvSpPr>
          <p:cNvPr id="9" name="标题 1"/>
          <p:cNvSpPr txBox="1"/>
          <p:nvPr/>
        </p:nvSpPr>
        <p:spPr>
          <a:xfrm>
            <a:off x="4427608" y="3748446"/>
            <a:ext cx="3637398" cy="974517"/>
          </a:xfrm>
          <a:prstGeom prst="rect">
            <a:avLst/>
          </a:prstGeom>
          <a:noFill/>
          <a:ln>
            <a:noFill/>
          </a:ln>
        </p:spPr>
        <p:txBody>
          <a:bodyPr vert="horz" wrap="square" lIns="0" tIns="0" rIns="0" bIns="0" rtlCol="0" anchor="t"/>
          <a:lstStyle/>
          <a:p>
            <a:pPr algn="l">
              <a:lnSpc>
                <a:spcPct val="150000"/>
              </a:lnSpc>
            </a:pPr>
            <a:r>
              <a:rPr kumimoji="1" lang="en-US" altLang="zh-CN" sz="1282">
                <a:ln w="12700">
                  <a:noFill/>
                </a:ln>
                <a:solidFill>
                  <a:srgbClr val="000000">
                    <a:alpha val="100000"/>
                  </a:srgbClr>
                </a:solidFill>
                <a:latin typeface="Source Han Sans"/>
                <a:ea typeface="Source Han Sans"/>
                <a:cs typeface="Source Han Sans"/>
              </a:rPr>
              <a:t>文件包含用于包含常量定义或通用模块，提高代码的复用性。
文件包含的使用场景广泛，适用于常量定义和通用模块。</a:t>
            </a:r>
            <a:endParaRPr kumimoji="1" lang="zh-CN" altLang="en-US"/>
          </a:p>
        </p:txBody>
      </p:sp>
      <p:sp>
        <p:nvSpPr>
          <p:cNvPr id="10" name="标题 1"/>
          <p:cNvSpPr txBox="1"/>
          <p:nvPr/>
        </p:nvSpPr>
        <p:spPr>
          <a:xfrm>
            <a:off x="7081941" y="1853674"/>
            <a:ext cx="3560659" cy="307777"/>
          </a:xfrm>
          <a:prstGeom prst="rect">
            <a:avLst/>
          </a:prstGeom>
          <a:noFill/>
          <a:ln cap="sq">
            <a:noFill/>
          </a:ln>
          <a:effectLst/>
        </p:spPr>
        <p:txBody>
          <a:bodyPr vert="horz" wrap="square" lIns="0" tIns="0" rIns="0" bIns="0" rtlCol="0" anchor="b"/>
          <a:lstStyle/>
          <a:p>
            <a:pPr algn="l">
              <a:lnSpc>
                <a:spcPct val="130000"/>
              </a:lnSpc>
            </a:pPr>
            <a:r>
              <a:rPr kumimoji="1" lang="en-US" altLang="zh-CN" sz="1600">
                <a:ln w="12700">
                  <a:noFill/>
                </a:ln>
                <a:solidFill>
                  <a:srgbClr val="000000">
                    <a:alpha val="100000"/>
                  </a:srgbClr>
                </a:solidFill>
                <a:latin typeface="Source Han Sans CN Bold"/>
                <a:ea typeface="Source Han Sans CN Bold"/>
                <a:cs typeface="Source Han Sans CN Bold"/>
              </a:rPr>
              <a:t>文件包含的注意事项</a:t>
            </a:r>
            <a:endParaRPr kumimoji="1" lang="zh-CN" altLang="en-US"/>
          </a:p>
        </p:txBody>
      </p:sp>
      <p:sp>
        <p:nvSpPr>
          <p:cNvPr id="11" name="标题 1"/>
          <p:cNvSpPr txBox="1"/>
          <p:nvPr/>
        </p:nvSpPr>
        <p:spPr>
          <a:xfrm>
            <a:off x="7081940" y="2179367"/>
            <a:ext cx="3555579" cy="857589"/>
          </a:xfrm>
          <a:prstGeom prst="rect">
            <a:avLst/>
          </a:prstGeom>
          <a:noFill/>
          <a:ln>
            <a:noFill/>
          </a:ln>
        </p:spPr>
        <p:txBody>
          <a:bodyPr vert="horz" wrap="square" lIns="0" tIns="0" rIns="0" bIns="0" rtlCol="0" anchor="t"/>
          <a:lstStyle/>
          <a:p>
            <a:pPr algn="l">
              <a:lnSpc>
                <a:spcPct val="150000"/>
              </a:lnSpc>
            </a:pPr>
            <a:r>
              <a:rPr kumimoji="1" lang="en-US" altLang="zh-CN" sz="1132">
                <a:ln w="12700">
                  <a:noFill/>
                </a:ln>
                <a:solidFill>
                  <a:srgbClr val="000000">
                    <a:alpha val="100000"/>
                  </a:srgbClr>
                </a:solidFill>
                <a:latin typeface="Source Han Sans"/>
                <a:ea typeface="Source Han Sans"/>
                <a:cs typeface="Source Han Sans"/>
              </a:rPr>
              <a:t>文件包含的使用需注意文件路径和文件内容的冲突。
文件包含的使用需根据设计需求和代码风格选择。</a:t>
            </a:r>
            <a:endParaRPr kumimoji="1" lang="zh-CN" altLang="en-US"/>
          </a:p>
        </p:txBody>
      </p:sp>
      <p:sp>
        <p:nvSpPr>
          <p:cNvPr id="12" name="标题 1"/>
          <p:cNvSpPr txBox="1"/>
          <p:nvPr/>
        </p:nvSpPr>
        <p:spPr>
          <a:xfrm rot="10800000">
            <a:off x="7335938" y="3486182"/>
            <a:ext cx="4856062" cy="3371818"/>
          </a:xfrm>
          <a:custGeom>
            <a:avLst/>
            <a:gdLst>
              <a:gd name="connsiteX0" fmla="*/ 0 w 4856062"/>
              <a:gd name="connsiteY0" fmla="*/ 0 h 3371818"/>
              <a:gd name="connsiteX1" fmla="*/ 4856062 w 4856062"/>
              <a:gd name="connsiteY1" fmla="*/ 0 h 3371818"/>
              <a:gd name="connsiteX2" fmla="*/ 4774389 w 4856062"/>
              <a:gd name="connsiteY2" fmla="*/ 207140 h 3371818"/>
              <a:gd name="connsiteX3" fmla="*/ 0 w 4856062"/>
              <a:gd name="connsiteY3" fmla="*/ 3371818 h 3371818"/>
            </a:gdLst>
            <a:ahLst/>
            <a:cxnLst/>
            <a:rect l="l" t="t" r="r" b="b"/>
            <a:pathLst>
              <a:path w="4856062" h="3371818">
                <a:moveTo>
                  <a:pt x="0" y="0"/>
                </a:moveTo>
                <a:lnTo>
                  <a:pt x="4856062" y="0"/>
                </a:lnTo>
                <a:lnTo>
                  <a:pt x="4774389" y="207140"/>
                </a:lnTo>
                <a:cubicBezTo>
                  <a:pt x="3987782" y="2066888"/>
                  <a:pt x="2146282" y="3371818"/>
                  <a:pt x="0" y="3371818"/>
                </a:cubicBezTo>
                <a:close/>
              </a:path>
            </a:pathLst>
          </a:custGeom>
          <a:solidFill>
            <a:schemeClr val="accent1"/>
          </a:solidFill>
          <a:ln w="12700" cap="sq">
            <a:noFill/>
            <a:miter/>
          </a:ln>
          <a:effectLst/>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660400" y="323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a:ea typeface="Source Han Sans CN Bold"/>
                <a:cs typeface="Source Han Sans CN Bold"/>
              </a:rPr>
              <a:t>文件包含</a:t>
            </a:r>
            <a:endParaRPr kumimoji="1" lang="zh-CN" altLang="en-US"/>
          </a:p>
        </p:txBody>
      </p:sp>
      <p:cxnSp>
        <p:nvCxnSpPr>
          <p:cNvPr id="14" name="标题 1"/>
          <p:cNvCxnSpPr/>
          <p:nvPr/>
        </p:nvCxnSpPr>
        <p:spPr>
          <a:xfrm>
            <a:off x="0" y="958850"/>
            <a:ext cx="12122150" cy="0"/>
          </a:xfrm>
          <a:prstGeom prst="line">
            <a:avLst/>
          </a:prstGeom>
          <a:noFill/>
          <a:ln w="28575" cap="sq">
            <a:solidFill>
              <a:schemeClr val="accent1"/>
            </a:solidFill>
            <a:miter/>
          </a:ln>
        </p:spPr>
      </p:cxnSp>
      <p:pic>
        <p:nvPicPr>
          <p:cNvPr id="16" name="图片 15">
            <a:extLst>
              <a:ext uri="{FF2B5EF4-FFF2-40B4-BE49-F238E27FC236}">
                <a16:creationId xmlns:a16="http://schemas.microsoft.com/office/drawing/2014/main" id="{CB9EDB58-A682-E997-7069-3FC21B5643BC}"/>
              </a:ext>
            </a:extLst>
          </p:cNvPr>
          <p:cNvPicPr>
            <a:picLocks noChangeAspect="1"/>
          </p:cNvPicPr>
          <p:nvPr/>
        </p:nvPicPr>
        <p:blipFill>
          <a:blip r:embed="rId2"/>
          <a:stretch>
            <a:fillRect/>
          </a:stretch>
        </p:blipFill>
        <p:spPr>
          <a:xfrm>
            <a:off x="867499" y="1455674"/>
            <a:ext cx="5420481" cy="924054"/>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9000000">
            <a:off x="5231141" y="1907918"/>
            <a:ext cx="1416152" cy="1266382"/>
          </a:xfrm>
          <a:custGeom>
            <a:avLst/>
            <a:gdLst>
              <a:gd name="connsiteX0" fmla="*/ 7866683 w 8105775"/>
              <a:gd name="connsiteY0" fmla="*/ 3469179 h 7248525"/>
              <a:gd name="connsiteX1" fmla="*/ 6844650 w 8105775"/>
              <a:gd name="connsiteY1" fmla="*/ 1416541 h 7248525"/>
              <a:gd name="connsiteX2" fmla="*/ 5800711 w 8105775"/>
              <a:gd name="connsiteY2" fmla="*/ 430704 h 7248525"/>
              <a:gd name="connsiteX3" fmla="*/ 1604948 w 8105775"/>
              <a:gd name="connsiteY3" fmla="*/ 1225089 h 7248525"/>
              <a:gd name="connsiteX4" fmla="*/ 8558 w 8105775"/>
              <a:gd name="connsiteY4" fmla="*/ 4330239 h 7248525"/>
              <a:gd name="connsiteX5" fmla="*/ 1055355 w 8105775"/>
              <a:gd name="connsiteY5" fmla="*/ 6109509 h 7248525"/>
              <a:gd name="connsiteX6" fmla="*/ 2590785 w 8105775"/>
              <a:gd name="connsiteY6" fmla="*/ 6781022 h 7248525"/>
              <a:gd name="connsiteX7" fmla="*/ 4990133 w 8105775"/>
              <a:gd name="connsiteY7" fmla="*/ 7234412 h 7248525"/>
              <a:gd name="connsiteX8" fmla="*/ 6442696 w 8105775"/>
              <a:gd name="connsiteY8" fmla="*/ 7103919 h 7248525"/>
              <a:gd name="connsiteX9" fmla="*/ 7065631 w 8105775"/>
              <a:gd name="connsiteY9" fmla="*/ 6813406 h 7248525"/>
              <a:gd name="connsiteX10" fmla="*/ 7575218 w 8105775"/>
              <a:gd name="connsiteY10" fmla="*/ 6330489 h 7248525"/>
              <a:gd name="connsiteX11" fmla="*/ 8074328 w 8105775"/>
              <a:gd name="connsiteY11" fmla="*/ 5337031 h 7248525"/>
              <a:gd name="connsiteX12" fmla="*/ 8036228 w 8105775"/>
              <a:gd name="connsiteY12" fmla="*/ 4195937 h 7248525"/>
              <a:gd name="connsiteX13" fmla="*/ 7866683 w 8105775"/>
              <a:gd name="connsiteY13" fmla="*/ 3469179 h 7248525"/>
            </a:gdLst>
            <a:ahLst/>
            <a:cxnLst/>
            <a:rect l="l" t="t" r="r" b="b"/>
            <a:pathLst>
              <a:path w="8105775" h="7248525">
                <a:moveTo>
                  <a:pt x="7866683" y="3469179"/>
                </a:moveTo>
                <a:cubicBezTo>
                  <a:pt x="7655228" y="2729086"/>
                  <a:pt x="7324711" y="2029951"/>
                  <a:pt x="6844650" y="1416541"/>
                </a:cubicBezTo>
                <a:cubicBezTo>
                  <a:pt x="6549375" y="1038399"/>
                  <a:pt x="6199808" y="699309"/>
                  <a:pt x="5800711" y="430704"/>
                </a:cubicBezTo>
                <a:cubicBezTo>
                  <a:pt x="4204321" y="-641811"/>
                  <a:pt x="2276460" y="544051"/>
                  <a:pt x="1604948" y="1225089"/>
                </a:cubicBezTo>
                <a:cubicBezTo>
                  <a:pt x="933435" y="1906126"/>
                  <a:pt x="-104790" y="3310111"/>
                  <a:pt x="8558" y="4330239"/>
                </a:cubicBezTo>
                <a:cubicBezTo>
                  <a:pt x="121905" y="5350367"/>
                  <a:pt x="583868" y="5796137"/>
                  <a:pt x="1055355" y="6109509"/>
                </a:cubicBezTo>
                <a:cubicBezTo>
                  <a:pt x="1526843" y="6423834"/>
                  <a:pt x="2328848" y="6711489"/>
                  <a:pt x="2590785" y="6781022"/>
                </a:cubicBezTo>
                <a:cubicBezTo>
                  <a:pt x="2852723" y="6850554"/>
                  <a:pt x="4212893" y="7164879"/>
                  <a:pt x="4990133" y="7234412"/>
                </a:cubicBezTo>
                <a:cubicBezTo>
                  <a:pt x="5474003" y="7278226"/>
                  <a:pt x="5975971" y="7243937"/>
                  <a:pt x="6442696" y="7103919"/>
                </a:cubicBezTo>
                <a:cubicBezTo>
                  <a:pt x="6659866" y="7039149"/>
                  <a:pt x="6885608" y="6952472"/>
                  <a:pt x="7065631" y="6813406"/>
                </a:cubicBezTo>
                <a:cubicBezTo>
                  <a:pt x="7251368" y="6670531"/>
                  <a:pt x="7423771" y="6509559"/>
                  <a:pt x="7575218" y="6330489"/>
                </a:cubicBezTo>
                <a:cubicBezTo>
                  <a:pt x="7816200" y="6043787"/>
                  <a:pt x="8001938" y="5706601"/>
                  <a:pt x="8074328" y="5337031"/>
                </a:cubicBezTo>
                <a:cubicBezTo>
                  <a:pt x="8147671" y="4960794"/>
                  <a:pt x="8104808" y="4572174"/>
                  <a:pt x="8036228" y="4195937"/>
                </a:cubicBezTo>
                <a:cubicBezTo>
                  <a:pt x="7990508" y="3951144"/>
                  <a:pt x="7935263" y="3708256"/>
                  <a:pt x="7866683" y="3469179"/>
                </a:cubicBezTo>
                <a:close/>
              </a:path>
            </a:pathLst>
          </a:custGeom>
          <a:gradFill>
            <a:gsLst>
              <a:gs pos="0">
                <a:schemeClr val="accent2">
                  <a:alpha val="20000"/>
                </a:schemeClr>
              </a:gs>
              <a:gs pos="100000">
                <a:schemeClr val="accent2">
                  <a:lumMod val="60000"/>
                  <a:lumOff val="40000"/>
                  <a:alpha val="100000"/>
                </a:schemeClr>
              </a:gs>
            </a:gsLst>
            <a:lin ang="5400000" scaled="0"/>
          </a:gradFill>
          <a:ln cap="sq">
            <a:noFill/>
          </a:ln>
          <a:effectLst>
            <a:outerShdw blurRad="330200" dist="203200" dir="5400000" sx="90000" sy="90000" algn="t" rotWithShape="0">
              <a:schemeClr val="accent2">
                <a:lumMod val="50000"/>
                <a:alpha val="65000"/>
              </a:schemeClr>
            </a:outerShdw>
          </a:effectLst>
        </p:spPr>
        <p:txBody>
          <a:bodyPr vert="horz" wrap="square" lIns="91440" tIns="45720" rIns="91440" bIns="45720" rtlCol="0" anchor="t"/>
          <a:lstStyle/>
          <a:p>
            <a:pPr algn="l">
              <a:lnSpc>
                <a:spcPct val="110000"/>
              </a:lnSpc>
            </a:pPr>
            <a:endParaRPr kumimoji="1" lang="zh-CN" altLang="en-US"/>
          </a:p>
        </p:txBody>
      </p:sp>
      <p:sp>
        <p:nvSpPr>
          <p:cNvPr id="4" name="标题 1"/>
          <p:cNvSpPr txBox="1"/>
          <p:nvPr/>
        </p:nvSpPr>
        <p:spPr>
          <a:xfrm rot="10800000">
            <a:off x="2540815" y="3351891"/>
            <a:ext cx="246736" cy="138110"/>
          </a:xfrm>
          <a:prstGeom prst="triangle">
            <a:avLst/>
          </a:prstGeom>
          <a:solidFill>
            <a:schemeClr val="accent1"/>
          </a:solidFill>
          <a:ln cap="sq">
            <a:noFill/>
            <a:prstDash val="solid"/>
          </a:ln>
          <a:effectLst/>
        </p:spPr>
        <p:txBody>
          <a:bodyPr vert="horz" wrap="square" lIns="91440" tIns="45720" rIns="91440" bIns="45720" rtlCol="0" anchor="t"/>
          <a:lstStyle/>
          <a:p>
            <a:pPr algn="l">
              <a:lnSpc>
                <a:spcPct val="110000"/>
              </a:lnSpc>
            </a:pPr>
            <a:endParaRPr kumimoji="1" lang="zh-CN" altLang="en-US"/>
          </a:p>
        </p:txBody>
      </p:sp>
      <p:sp>
        <p:nvSpPr>
          <p:cNvPr id="5" name="标题 1"/>
          <p:cNvSpPr txBox="1"/>
          <p:nvPr/>
        </p:nvSpPr>
        <p:spPr>
          <a:xfrm rot="10800000">
            <a:off x="5815849" y="3351890"/>
            <a:ext cx="246736" cy="138110"/>
          </a:xfrm>
          <a:prstGeom prst="triangle">
            <a:avLst/>
          </a:prstGeom>
          <a:solidFill>
            <a:schemeClr val="accent2"/>
          </a:solidFill>
          <a:ln cap="sq">
            <a:noFill/>
          </a:ln>
          <a:effectLst/>
        </p:spPr>
        <p:txBody>
          <a:bodyPr vert="horz" wrap="square" lIns="91440" tIns="45720" rIns="91440" bIns="45720" rtlCol="0" anchor="t"/>
          <a:lstStyle/>
          <a:p>
            <a:pPr algn="l">
              <a:lnSpc>
                <a:spcPct val="110000"/>
              </a:lnSpc>
            </a:pPr>
            <a:endParaRPr kumimoji="1" lang="zh-CN" altLang="en-US"/>
          </a:p>
        </p:txBody>
      </p:sp>
      <p:sp>
        <p:nvSpPr>
          <p:cNvPr id="6" name="标题 1"/>
          <p:cNvSpPr txBox="1"/>
          <p:nvPr/>
        </p:nvSpPr>
        <p:spPr>
          <a:xfrm rot="10800000">
            <a:off x="8991823" y="3351890"/>
            <a:ext cx="246736" cy="138110"/>
          </a:xfrm>
          <a:prstGeom prst="triangle">
            <a:avLst/>
          </a:prstGeom>
          <a:solidFill>
            <a:schemeClr val="accent1"/>
          </a:solidFill>
          <a:ln cap="sq">
            <a:noFill/>
            <a:prstDash val="solid"/>
          </a:ln>
          <a:effectLst/>
        </p:spPr>
        <p:txBody>
          <a:bodyPr vert="horz" wrap="square" lIns="91440" tIns="45720" rIns="91440" bIns="45720" rtlCol="0" anchor="t"/>
          <a:lstStyle/>
          <a:p>
            <a:pPr algn="l">
              <a:lnSpc>
                <a:spcPct val="110000"/>
              </a:lnSpc>
            </a:pPr>
            <a:endParaRPr kumimoji="1" lang="zh-CN" altLang="en-US"/>
          </a:p>
        </p:txBody>
      </p:sp>
      <p:sp>
        <p:nvSpPr>
          <p:cNvPr id="7" name="标题 1"/>
          <p:cNvSpPr txBox="1"/>
          <p:nvPr/>
        </p:nvSpPr>
        <p:spPr>
          <a:xfrm>
            <a:off x="1391538" y="3623535"/>
            <a:ext cx="2651760" cy="567466"/>
          </a:xfrm>
          <a:prstGeom prst="rect">
            <a:avLst/>
          </a:prstGeom>
          <a:noFill/>
          <a:ln cap="sq">
            <a:noFill/>
          </a:ln>
          <a:effectLst/>
        </p:spPr>
        <p:txBody>
          <a:bodyPr vert="horz" wrap="square" lIns="64008" tIns="32004" rIns="64008" bIns="32004" rtlCol="0" anchor="ctr"/>
          <a:lstStyle/>
          <a:p>
            <a:pPr algn="ctr">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条件编译的格式</a:t>
            </a:r>
            <a:endParaRPr kumimoji="1" lang="zh-CN" altLang="en-US"/>
          </a:p>
        </p:txBody>
      </p:sp>
      <p:sp>
        <p:nvSpPr>
          <p:cNvPr id="8" name="标题 1"/>
          <p:cNvSpPr txBox="1"/>
          <p:nvPr/>
        </p:nvSpPr>
        <p:spPr>
          <a:xfrm>
            <a:off x="1391538" y="4188473"/>
            <a:ext cx="2647062" cy="1854188"/>
          </a:xfrm>
          <a:prstGeom prst="rect">
            <a:avLst/>
          </a:prstGeom>
          <a:noFill/>
          <a:ln cap="sq">
            <a:noFill/>
          </a:ln>
          <a:effectLst/>
        </p:spPr>
        <p:txBody>
          <a:bodyPr vert="horz" wrap="square" lIns="64008" tIns="32004" rIns="64008" bIns="32004" rtlCol="0" anchor="t"/>
          <a:lstStyle/>
          <a:p>
            <a:pPr algn="ctr">
              <a:lnSpc>
                <a:spcPct val="150000"/>
              </a:lnSpc>
            </a:pPr>
            <a:r>
              <a:rPr kumimoji="1" lang="en-US" altLang="zh-CN" sz="1400">
                <a:ln w="12700">
                  <a:noFill/>
                </a:ln>
                <a:solidFill>
                  <a:srgbClr val="404040">
                    <a:alpha val="100000"/>
                  </a:srgbClr>
                </a:solidFill>
                <a:latin typeface="Source Han Sans"/>
                <a:ea typeface="Source Han Sans"/>
                <a:cs typeface="Source Han Sans"/>
              </a:rPr>
              <a:t>条件编译格式为 `ifdef macro_name ... endif，用于条件编译。
条件编译用于根据宏定义编译不同的代码块。</a:t>
            </a:r>
            <a:endParaRPr kumimoji="1" lang="zh-CN" altLang="en-US"/>
          </a:p>
        </p:txBody>
      </p:sp>
      <p:sp>
        <p:nvSpPr>
          <p:cNvPr id="9" name="标题 1"/>
          <p:cNvSpPr txBox="1"/>
          <p:nvPr/>
        </p:nvSpPr>
        <p:spPr>
          <a:xfrm>
            <a:off x="4666572" y="3623534"/>
            <a:ext cx="2651760" cy="567466"/>
          </a:xfrm>
          <a:prstGeom prst="rect">
            <a:avLst/>
          </a:prstGeom>
          <a:noFill/>
          <a:ln cap="sq">
            <a:noFill/>
          </a:ln>
          <a:effectLst/>
        </p:spPr>
        <p:txBody>
          <a:bodyPr vert="horz" wrap="square" lIns="64008" tIns="32004" rIns="64008" bIns="32004" rtlCol="0" anchor="ctr"/>
          <a:lstStyle/>
          <a:p>
            <a:pPr algn="ctr">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条件编译的应用</a:t>
            </a:r>
            <a:endParaRPr kumimoji="1" lang="zh-CN" altLang="en-US"/>
          </a:p>
        </p:txBody>
      </p:sp>
      <p:sp>
        <p:nvSpPr>
          <p:cNvPr id="10" name="标题 1"/>
          <p:cNvSpPr txBox="1"/>
          <p:nvPr/>
        </p:nvSpPr>
        <p:spPr>
          <a:xfrm>
            <a:off x="4666572" y="4188472"/>
            <a:ext cx="2648628" cy="1854188"/>
          </a:xfrm>
          <a:prstGeom prst="rect">
            <a:avLst/>
          </a:prstGeom>
          <a:noFill/>
          <a:ln cap="sq">
            <a:noFill/>
          </a:ln>
          <a:effectLst/>
        </p:spPr>
        <p:txBody>
          <a:bodyPr vert="horz" wrap="square" lIns="64008" tIns="32004" rIns="64008" bIns="32004" rtlCol="0" anchor="t"/>
          <a:lstStyle/>
          <a:p>
            <a:pPr algn="ctr">
              <a:lnSpc>
                <a:spcPct val="150000"/>
              </a:lnSpc>
            </a:pPr>
            <a:r>
              <a:rPr kumimoji="1" lang="en-US" altLang="zh-CN" sz="1400">
                <a:ln w="12700">
                  <a:noFill/>
                </a:ln>
                <a:solidFill>
                  <a:srgbClr val="404040">
                    <a:alpha val="100000"/>
                  </a:srgbClr>
                </a:solidFill>
                <a:latin typeface="Source Han Sans"/>
                <a:ea typeface="Source Han Sans"/>
                <a:cs typeface="Source Han Sans"/>
              </a:rPr>
              <a:t>条件编译用于实现多平台支持和调试功能。
条件编译的使用场景广泛，适用于多平台支持和调试功能。</a:t>
            </a:r>
            <a:endParaRPr kumimoji="1" lang="zh-CN" altLang="en-US"/>
          </a:p>
        </p:txBody>
      </p:sp>
      <p:sp>
        <p:nvSpPr>
          <p:cNvPr id="11" name="标题 1"/>
          <p:cNvSpPr txBox="1"/>
          <p:nvPr/>
        </p:nvSpPr>
        <p:spPr>
          <a:xfrm>
            <a:off x="7842546" y="3623534"/>
            <a:ext cx="2651760" cy="567466"/>
          </a:xfrm>
          <a:prstGeom prst="rect">
            <a:avLst/>
          </a:prstGeom>
          <a:noFill/>
          <a:ln cap="sq">
            <a:noFill/>
          </a:ln>
          <a:effectLst/>
        </p:spPr>
        <p:txBody>
          <a:bodyPr vert="horz" wrap="square" lIns="64008" tIns="32004" rIns="64008" bIns="32004" rtlCol="0" anchor="ctr"/>
          <a:lstStyle/>
          <a:p>
            <a:pPr algn="ctr">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条件编译的注意事项</a:t>
            </a:r>
            <a:endParaRPr kumimoji="1" lang="zh-CN" altLang="en-US"/>
          </a:p>
        </p:txBody>
      </p:sp>
      <p:sp>
        <p:nvSpPr>
          <p:cNvPr id="12" name="标题 1"/>
          <p:cNvSpPr txBox="1"/>
          <p:nvPr/>
        </p:nvSpPr>
        <p:spPr>
          <a:xfrm>
            <a:off x="7842546" y="4188472"/>
            <a:ext cx="2647654" cy="1854188"/>
          </a:xfrm>
          <a:prstGeom prst="rect">
            <a:avLst/>
          </a:prstGeom>
          <a:noFill/>
          <a:ln cap="sq">
            <a:noFill/>
          </a:ln>
          <a:effectLst/>
        </p:spPr>
        <p:txBody>
          <a:bodyPr vert="horz" wrap="square" lIns="64008" tIns="32004" rIns="64008" bIns="32004" rtlCol="0" anchor="t"/>
          <a:lstStyle/>
          <a:p>
            <a:pPr algn="ctr">
              <a:lnSpc>
                <a:spcPct val="150000"/>
              </a:lnSpc>
            </a:pPr>
            <a:r>
              <a:rPr kumimoji="1" lang="en-US" altLang="zh-CN" sz="1400">
                <a:ln w="12700">
                  <a:noFill/>
                </a:ln>
                <a:solidFill>
                  <a:srgbClr val="404040">
                    <a:alpha val="100000"/>
                  </a:srgbClr>
                </a:solidFill>
                <a:latin typeface="Source Han Sans"/>
                <a:ea typeface="Source Han Sans"/>
                <a:cs typeface="Source Han Sans"/>
              </a:rPr>
              <a:t>条件编译的使用需注意宏定义的冲突和编译环境。
条件编译的使用需根据设计需求和编译环境选择。</a:t>
            </a:r>
            <a:endParaRPr kumimoji="1" lang="zh-CN" altLang="en-US"/>
          </a:p>
        </p:txBody>
      </p:sp>
      <p:sp>
        <p:nvSpPr>
          <p:cNvPr id="13" name="标题 1"/>
          <p:cNvSpPr txBox="1"/>
          <p:nvPr/>
        </p:nvSpPr>
        <p:spPr>
          <a:xfrm rot="20700000">
            <a:off x="8407115" y="1971418"/>
            <a:ext cx="1416152" cy="1266382"/>
          </a:xfrm>
          <a:custGeom>
            <a:avLst/>
            <a:gdLst>
              <a:gd name="connsiteX0" fmla="*/ 7866683 w 8105775"/>
              <a:gd name="connsiteY0" fmla="*/ 3469179 h 7248525"/>
              <a:gd name="connsiteX1" fmla="*/ 6844650 w 8105775"/>
              <a:gd name="connsiteY1" fmla="*/ 1416541 h 7248525"/>
              <a:gd name="connsiteX2" fmla="*/ 5800711 w 8105775"/>
              <a:gd name="connsiteY2" fmla="*/ 430704 h 7248525"/>
              <a:gd name="connsiteX3" fmla="*/ 1604948 w 8105775"/>
              <a:gd name="connsiteY3" fmla="*/ 1225089 h 7248525"/>
              <a:gd name="connsiteX4" fmla="*/ 8558 w 8105775"/>
              <a:gd name="connsiteY4" fmla="*/ 4330239 h 7248525"/>
              <a:gd name="connsiteX5" fmla="*/ 1055355 w 8105775"/>
              <a:gd name="connsiteY5" fmla="*/ 6109509 h 7248525"/>
              <a:gd name="connsiteX6" fmla="*/ 2590785 w 8105775"/>
              <a:gd name="connsiteY6" fmla="*/ 6781022 h 7248525"/>
              <a:gd name="connsiteX7" fmla="*/ 4990133 w 8105775"/>
              <a:gd name="connsiteY7" fmla="*/ 7234412 h 7248525"/>
              <a:gd name="connsiteX8" fmla="*/ 6442696 w 8105775"/>
              <a:gd name="connsiteY8" fmla="*/ 7103919 h 7248525"/>
              <a:gd name="connsiteX9" fmla="*/ 7065631 w 8105775"/>
              <a:gd name="connsiteY9" fmla="*/ 6813406 h 7248525"/>
              <a:gd name="connsiteX10" fmla="*/ 7575218 w 8105775"/>
              <a:gd name="connsiteY10" fmla="*/ 6330489 h 7248525"/>
              <a:gd name="connsiteX11" fmla="*/ 8074328 w 8105775"/>
              <a:gd name="connsiteY11" fmla="*/ 5337031 h 7248525"/>
              <a:gd name="connsiteX12" fmla="*/ 8036228 w 8105775"/>
              <a:gd name="connsiteY12" fmla="*/ 4195937 h 7248525"/>
              <a:gd name="connsiteX13" fmla="*/ 7866683 w 8105775"/>
              <a:gd name="connsiteY13" fmla="*/ 3469179 h 7248525"/>
            </a:gdLst>
            <a:ahLst/>
            <a:cxnLst/>
            <a:rect l="l" t="t" r="r" b="b"/>
            <a:pathLst>
              <a:path w="8105775" h="7248525">
                <a:moveTo>
                  <a:pt x="7866683" y="3469179"/>
                </a:moveTo>
                <a:cubicBezTo>
                  <a:pt x="7655228" y="2729086"/>
                  <a:pt x="7324711" y="2029951"/>
                  <a:pt x="6844650" y="1416541"/>
                </a:cubicBezTo>
                <a:cubicBezTo>
                  <a:pt x="6549375" y="1038399"/>
                  <a:pt x="6199808" y="699309"/>
                  <a:pt x="5800711" y="430704"/>
                </a:cubicBezTo>
                <a:cubicBezTo>
                  <a:pt x="4204321" y="-641811"/>
                  <a:pt x="2276460" y="544051"/>
                  <a:pt x="1604948" y="1225089"/>
                </a:cubicBezTo>
                <a:cubicBezTo>
                  <a:pt x="933435" y="1906126"/>
                  <a:pt x="-104790" y="3310111"/>
                  <a:pt x="8558" y="4330239"/>
                </a:cubicBezTo>
                <a:cubicBezTo>
                  <a:pt x="121905" y="5350367"/>
                  <a:pt x="583868" y="5796137"/>
                  <a:pt x="1055355" y="6109509"/>
                </a:cubicBezTo>
                <a:cubicBezTo>
                  <a:pt x="1526843" y="6423834"/>
                  <a:pt x="2328848" y="6711489"/>
                  <a:pt x="2590785" y="6781022"/>
                </a:cubicBezTo>
                <a:cubicBezTo>
                  <a:pt x="2852723" y="6850554"/>
                  <a:pt x="4212893" y="7164879"/>
                  <a:pt x="4990133" y="7234412"/>
                </a:cubicBezTo>
                <a:cubicBezTo>
                  <a:pt x="5474003" y="7278226"/>
                  <a:pt x="5975971" y="7243937"/>
                  <a:pt x="6442696" y="7103919"/>
                </a:cubicBezTo>
                <a:cubicBezTo>
                  <a:pt x="6659866" y="7039149"/>
                  <a:pt x="6885608" y="6952472"/>
                  <a:pt x="7065631" y="6813406"/>
                </a:cubicBezTo>
                <a:cubicBezTo>
                  <a:pt x="7251368" y="6670531"/>
                  <a:pt x="7423771" y="6509559"/>
                  <a:pt x="7575218" y="6330489"/>
                </a:cubicBezTo>
                <a:cubicBezTo>
                  <a:pt x="7816200" y="6043787"/>
                  <a:pt x="8001938" y="5706601"/>
                  <a:pt x="8074328" y="5337031"/>
                </a:cubicBezTo>
                <a:cubicBezTo>
                  <a:pt x="8147671" y="4960794"/>
                  <a:pt x="8104808" y="4572174"/>
                  <a:pt x="8036228" y="4195937"/>
                </a:cubicBezTo>
                <a:cubicBezTo>
                  <a:pt x="7990508" y="3951144"/>
                  <a:pt x="7935263" y="3708256"/>
                  <a:pt x="7866683" y="3469179"/>
                </a:cubicBezTo>
                <a:close/>
              </a:path>
            </a:pathLst>
          </a:custGeom>
          <a:gradFill>
            <a:gsLst>
              <a:gs pos="0">
                <a:schemeClr val="accent1">
                  <a:alpha val="20000"/>
                </a:schemeClr>
              </a:gs>
              <a:gs pos="100000">
                <a:schemeClr val="accent1">
                  <a:lumMod val="60000"/>
                  <a:lumOff val="40000"/>
                  <a:alpha val="100000"/>
                </a:schemeClr>
              </a:gs>
            </a:gsLst>
            <a:lin ang="5400000" scaled="0"/>
          </a:gradFill>
          <a:ln cap="sq">
            <a:noFill/>
          </a:ln>
          <a:effectLst>
            <a:outerShdw blurRad="330200" dist="203200" dir="5400000" sx="90000" sy="90000" algn="t" rotWithShape="0">
              <a:schemeClr val="accent1">
                <a:lumMod val="50000"/>
                <a:alpha val="65000"/>
              </a:schemeClr>
            </a:outerShdw>
          </a:effectLst>
        </p:spPr>
        <p:txBody>
          <a:bodyPr vert="horz" wrap="square" lIns="91440" tIns="45720" rIns="91440" bIns="45720" rtlCol="0" anchor="t"/>
          <a:lstStyle/>
          <a:p>
            <a:pPr algn="l">
              <a:lnSpc>
                <a:spcPct val="110000"/>
              </a:lnSpc>
            </a:pPr>
            <a:endParaRPr kumimoji="1" lang="zh-CN" altLang="en-US"/>
          </a:p>
        </p:txBody>
      </p:sp>
      <p:sp>
        <p:nvSpPr>
          <p:cNvPr id="14" name="标题 1"/>
          <p:cNvSpPr txBox="1"/>
          <p:nvPr/>
        </p:nvSpPr>
        <p:spPr>
          <a:xfrm rot="20700000">
            <a:off x="8480069" y="2036654"/>
            <a:ext cx="1270250" cy="1135910"/>
          </a:xfrm>
          <a:custGeom>
            <a:avLst/>
            <a:gdLst>
              <a:gd name="connsiteX0" fmla="*/ 7866683 w 8105775"/>
              <a:gd name="connsiteY0" fmla="*/ 3469179 h 7248525"/>
              <a:gd name="connsiteX1" fmla="*/ 6844650 w 8105775"/>
              <a:gd name="connsiteY1" fmla="*/ 1416541 h 7248525"/>
              <a:gd name="connsiteX2" fmla="*/ 5800711 w 8105775"/>
              <a:gd name="connsiteY2" fmla="*/ 430704 h 7248525"/>
              <a:gd name="connsiteX3" fmla="*/ 1604948 w 8105775"/>
              <a:gd name="connsiteY3" fmla="*/ 1225089 h 7248525"/>
              <a:gd name="connsiteX4" fmla="*/ 8558 w 8105775"/>
              <a:gd name="connsiteY4" fmla="*/ 4330239 h 7248525"/>
              <a:gd name="connsiteX5" fmla="*/ 1055355 w 8105775"/>
              <a:gd name="connsiteY5" fmla="*/ 6109509 h 7248525"/>
              <a:gd name="connsiteX6" fmla="*/ 2590785 w 8105775"/>
              <a:gd name="connsiteY6" fmla="*/ 6781022 h 7248525"/>
              <a:gd name="connsiteX7" fmla="*/ 4990133 w 8105775"/>
              <a:gd name="connsiteY7" fmla="*/ 7234412 h 7248525"/>
              <a:gd name="connsiteX8" fmla="*/ 6442696 w 8105775"/>
              <a:gd name="connsiteY8" fmla="*/ 7103919 h 7248525"/>
              <a:gd name="connsiteX9" fmla="*/ 7065631 w 8105775"/>
              <a:gd name="connsiteY9" fmla="*/ 6813406 h 7248525"/>
              <a:gd name="connsiteX10" fmla="*/ 7575218 w 8105775"/>
              <a:gd name="connsiteY10" fmla="*/ 6330489 h 7248525"/>
              <a:gd name="connsiteX11" fmla="*/ 8074328 w 8105775"/>
              <a:gd name="connsiteY11" fmla="*/ 5337031 h 7248525"/>
              <a:gd name="connsiteX12" fmla="*/ 8036228 w 8105775"/>
              <a:gd name="connsiteY12" fmla="*/ 4195937 h 7248525"/>
              <a:gd name="connsiteX13" fmla="*/ 7866683 w 8105775"/>
              <a:gd name="connsiteY13" fmla="*/ 3469179 h 7248525"/>
            </a:gdLst>
            <a:ahLst/>
            <a:cxnLst/>
            <a:rect l="l" t="t" r="r" b="b"/>
            <a:pathLst>
              <a:path w="8105775" h="7248525">
                <a:moveTo>
                  <a:pt x="7866683" y="3469179"/>
                </a:moveTo>
                <a:cubicBezTo>
                  <a:pt x="7655228" y="2729086"/>
                  <a:pt x="7324711" y="2029951"/>
                  <a:pt x="6844650" y="1416541"/>
                </a:cubicBezTo>
                <a:cubicBezTo>
                  <a:pt x="6549375" y="1038399"/>
                  <a:pt x="6199808" y="699309"/>
                  <a:pt x="5800711" y="430704"/>
                </a:cubicBezTo>
                <a:cubicBezTo>
                  <a:pt x="4204321" y="-641811"/>
                  <a:pt x="2276460" y="544051"/>
                  <a:pt x="1604948" y="1225089"/>
                </a:cubicBezTo>
                <a:cubicBezTo>
                  <a:pt x="933435" y="1906126"/>
                  <a:pt x="-104790" y="3310111"/>
                  <a:pt x="8558" y="4330239"/>
                </a:cubicBezTo>
                <a:cubicBezTo>
                  <a:pt x="121905" y="5350367"/>
                  <a:pt x="583868" y="5796137"/>
                  <a:pt x="1055355" y="6109509"/>
                </a:cubicBezTo>
                <a:cubicBezTo>
                  <a:pt x="1526843" y="6423834"/>
                  <a:pt x="2328848" y="6711489"/>
                  <a:pt x="2590785" y="6781022"/>
                </a:cubicBezTo>
                <a:cubicBezTo>
                  <a:pt x="2852723" y="6850554"/>
                  <a:pt x="4212893" y="7164879"/>
                  <a:pt x="4990133" y="7234412"/>
                </a:cubicBezTo>
                <a:cubicBezTo>
                  <a:pt x="5474003" y="7278226"/>
                  <a:pt x="5975971" y="7243937"/>
                  <a:pt x="6442696" y="7103919"/>
                </a:cubicBezTo>
                <a:cubicBezTo>
                  <a:pt x="6659866" y="7039149"/>
                  <a:pt x="6885608" y="6952472"/>
                  <a:pt x="7065631" y="6813406"/>
                </a:cubicBezTo>
                <a:cubicBezTo>
                  <a:pt x="7251368" y="6670531"/>
                  <a:pt x="7423771" y="6509559"/>
                  <a:pt x="7575218" y="6330489"/>
                </a:cubicBezTo>
                <a:cubicBezTo>
                  <a:pt x="7816200" y="6043787"/>
                  <a:pt x="8001938" y="5706601"/>
                  <a:pt x="8074328" y="5337031"/>
                </a:cubicBezTo>
                <a:cubicBezTo>
                  <a:pt x="8147671" y="4960794"/>
                  <a:pt x="8104808" y="4572174"/>
                  <a:pt x="8036228" y="4195937"/>
                </a:cubicBezTo>
                <a:cubicBezTo>
                  <a:pt x="7990508" y="3951144"/>
                  <a:pt x="7935263" y="3708256"/>
                  <a:pt x="7866683" y="3469179"/>
                </a:cubicBezTo>
                <a:close/>
              </a:path>
            </a:pathLst>
          </a:custGeom>
          <a:solidFill>
            <a:schemeClr val="accent1"/>
          </a:solidFill>
          <a:ln cap="sq">
            <a:noFill/>
            <a:prstDash val="solid"/>
          </a:ln>
          <a:effectLst/>
        </p:spPr>
        <p:txBody>
          <a:bodyPr vert="horz" wrap="square" lIns="91440" tIns="45720" rIns="91440" bIns="45720" rtlCol="0" anchor="t"/>
          <a:lstStyle/>
          <a:p>
            <a:pPr algn="l">
              <a:lnSpc>
                <a:spcPct val="110000"/>
              </a:lnSpc>
            </a:pPr>
            <a:endParaRPr kumimoji="1" lang="zh-CN" altLang="en-US"/>
          </a:p>
        </p:txBody>
      </p:sp>
      <p:sp>
        <p:nvSpPr>
          <p:cNvPr id="15" name="标题 1"/>
          <p:cNvSpPr txBox="1"/>
          <p:nvPr/>
        </p:nvSpPr>
        <p:spPr>
          <a:xfrm rot="20700000">
            <a:off x="1956107" y="1907918"/>
            <a:ext cx="1416152" cy="1266382"/>
          </a:xfrm>
          <a:custGeom>
            <a:avLst/>
            <a:gdLst>
              <a:gd name="connsiteX0" fmla="*/ 7866683 w 8105775"/>
              <a:gd name="connsiteY0" fmla="*/ 3469179 h 7248525"/>
              <a:gd name="connsiteX1" fmla="*/ 6844650 w 8105775"/>
              <a:gd name="connsiteY1" fmla="*/ 1416541 h 7248525"/>
              <a:gd name="connsiteX2" fmla="*/ 5800711 w 8105775"/>
              <a:gd name="connsiteY2" fmla="*/ 430704 h 7248525"/>
              <a:gd name="connsiteX3" fmla="*/ 1604948 w 8105775"/>
              <a:gd name="connsiteY3" fmla="*/ 1225089 h 7248525"/>
              <a:gd name="connsiteX4" fmla="*/ 8558 w 8105775"/>
              <a:gd name="connsiteY4" fmla="*/ 4330239 h 7248525"/>
              <a:gd name="connsiteX5" fmla="*/ 1055355 w 8105775"/>
              <a:gd name="connsiteY5" fmla="*/ 6109509 h 7248525"/>
              <a:gd name="connsiteX6" fmla="*/ 2590785 w 8105775"/>
              <a:gd name="connsiteY6" fmla="*/ 6781022 h 7248525"/>
              <a:gd name="connsiteX7" fmla="*/ 4990133 w 8105775"/>
              <a:gd name="connsiteY7" fmla="*/ 7234412 h 7248525"/>
              <a:gd name="connsiteX8" fmla="*/ 6442696 w 8105775"/>
              <a:gd name="connsiteY8" fmla="*/ 7103919 h 7248525"/>
              <a:gd name="connsiteX9" fmla="*/ 7065631 w 8105775"/>
              <a:gd name="connsiteY9" fmla="*/ 6813406 h 7248525"/>
              <a:gd name="connsiteX10" fmla="*/ 7575218 w 8105775"/>
              <a:gd name="connsiteY10" fmla="*/ 6330489 h 7248525"/>
              <a:gd name="connsiteX11" fmla="*/ 8074328 w 8105775"/>
              <a:gd name="connsiteY11" fmla="*/ 5337031 h 7248525"/>
              <a:gd name="connsiteX12" fmla="*/ 8036228 w 8105775"/>
              <a:gd name="connsiteY12" fmla="*/ 4195937 h 7248525"/>
              <a:gd name="connsiteX13" fmla="*/ 7866683 w 8105775"/>
              <a:gd name="connsiteY13" fmla="*/ 3469179 h 7248525"/>
            </a:gdLst>
            <a:ahLst/>
            <a:cxnLst/>
            <a:rect l="l" t="t" r="r" b="b"/>
            <a:pathLst>
              <a:path w="8105775" h="7248525">
                <a:moveTo>
                  <a:pt x="7866683" y="3469179"/>
                </a:moveTo>
                <a:cubicBezTo>
                  <a:pt x="7655228" y="2729086"/>
                  <a:pt x="7324711" y="2029951"/>
                  <a:pt x="6844650" y="1416541"/>
                </a:cubicBezTo>
                <a:cubicBezTo>
                  <a:pt x="6549375" y="1038399"/>
                  <a:pt x="6199808" y="699309"/>
                  <a:pt x="5800711" y="430704"/>
                </a:cubicBezTo>
                <a:cubicBezTo>
                  <a:pt x="4204321" y="-641811"/>
                  <a:pt x="2276460" y="544051"/>
                  <a:pt x="1604948" y="1225089"/>
                </a:cubicBezTo>
                <a:cubicBezTo>
                  <a:pt x="933435" y="1906126"/>
                  <a:pt x="-104790" y="3310111"/>
                  <a:pt x="8558" y="4330239"/>
                </a:cubicBezTo>
                <a:cubicBezTo>
                  <a:pt x="121905" y="5350367"/>
                  <a:pt x="583868" y="5796137"/>
                  <a:pt x="1055355" y="6109509"/>
                </a:cubicBezTo>
                <a:cubicBezTo>
                  <a:pt x="1526843" y="6423834"/>
                  <a:pt x="2328848" y="6711489"/>
                  <a:pt x="2590785" y="6781022"/>
                </a:cubicBezTo>
                <a:cubicBezTo>
                  <a:pt x="2852723" y="6850554"/>
                  <a:pt x="4212893" y="7164879"/>
                  <a:pt x="4990133" y="7234412"/>
                </a:cubicBezTo>
                <a:cubicBezTo>
                  <a:pt x="5474003" y="7278226"/>
                  <a:pt x="5975971" y="7243937"/>
                  <a:pt x="6442696" y="7103919"/>
                </a:cubicBezTo>
                <a:cubicBezTo>
                  <a:pt x="6659866" y="7039149"/>
                  <a:pt x="6885608" y="6952472"/>
                  <a:pt x="7065631" y="6813406"/>
                </a:cubicBezTo>
                <a:cubicBezTo>
                  <a:pt x="7251368" y="6670531"/>
                  <a:pt x="7423771" y="6509559"/>
                  <a:pt x="7575218" y="6330489"/>
                </a:cubicBezTo>
                <a:cubicBezTo>
                  <a:pt x="7816200" y="6043787"/>
                  <a:pt x="8001938" y="5706601"/>
                  <a:pt x="8074328" y="5337031"/>
                </a:cubicBezTo>
                <a:cubicBezTo>
                  <a:pt x="8147671" y="4960794"/>
                  <a:pt x="8104808" y="4572174"/>
                  <a:pt x="8036228" y="4195937"/>
                </a:cubicBezTo>
                <a:cubicBezTo>
                  <a:pt x="7990508" y="3951144"/>
                  <a:pt x="7935263" y="3708256"/>
                  <a:pt x="7866683" y="3469179"/>
                </a:cubicBezTo>
                <a:close/>
              </a:path>
            </a:pathLst>
          </a:custGeom>
          <a:gradFill>
            <a:gsLst>
              <a:gs pos="0">
                <a:schemeClr val="accent1">
                  <a:alpha val="20000"/>
                </a:schemeClr>
              </a:gs>
              <a:gs pos="100000">
                <a:schemeClr val="accent1">
                  <a:lumMod val="60000"/>
                  <a:lumOff val="40000"/>
                  <a:alpha val="100000"/>
                </a:schemeClr>
              </a:gs>
            </a:gsLst>
            <a:lin ang="5400000" scaled="0"/>
          </a:gradFill>
          <a:ln cap="sq">
            <a:noFill/>
          </a:ln>
          <a:effectLst>
            <a:outerShdw blurRad="330200" dist="203200" dir="5400000" sx="90000" sy="90000" algn="t" rotWithShape="0">
              <a:schemeClr val="accent1">
                <a:lumMod val="50000"/>
                <a:alpha val="65000"/>
              </a:schemeClr>
            </a:outerShdw>
          </a:effectLst>
        </p:spPr>
        <p:txBody>
          <a:bodyPr vert="horz" wrap="square" lIns="91440" tIns="45720" rIns="91440" bIns="45720" rtlCol="0" anchor="t"/>
          <a:lstStyle/>
          <a:p>
            <a:pPr algn="l">
              <a:lnSpc>
                <a:spcPct val="110000"/>
              </a:lnSpc>
            </a:pPr>
            <a:endParaRPr kumimoji="1" lang="zh-CN" altLang="en-US"/>
          </a:p>
        </p:txBody>
      </p:sp>
      <p:sp>
        <p:nvSpPr>
          <p:cNvPr id="16" name="标题 1"/>
          <p:cNvSpPr txBox="1"/>
          <p:nvPr/>
        </p:nvSpPr>
        <p:spPr>
          <a:xfrm rot="20700000">
            <a:off x="2029058" y="1973154"/>
            <a:ext cx="1270250" cy="1135910"/>
          </a:xfrm>
          <a:custGeom>
            <a:avLst/>
            <a:gdLst>
              <a:gd name="connsiteX0" fmla="*/ 7866683 w 8105775"/>
              <a:gd name="connsiteY0" fmla="*/ 3469179 h 7248525"/>
              <a:gd name="connsiteX1" fmla="*/ 6844650 w 8105775"/>
              <a:gd name="connsiteY1" fmla="*/ 1416541 h 7248525"/>
              <a:gd name="connsiteX2" fmla="*/ 5800711 w 8105775"/>
              <a:gd name="connsiteY2" fmla="*/ 430704 h 7248525"/>
              <a:gd name="connsiteX3" fmla="*/ 1604948 w 8105775"/>
              <a:gd name="connsiteY3" fmla="*/ 1225089 h 7248525"/>
              <a:gd name="connsiteX4" fmla="*/ 8558 w 8105775"/>
              <a:gd name="connsiteY4" fmla="*/ 4330239 h 7248525"/>
              <a:gd name="connsiteX5" fmla="*/ 1055355 w 8105775"/>
              <a:gd name="connsiteY5" fmla="*/ 6109509 h 7248525"/>
              <a:gd name="connsiteX6" fmla="*/ 2590785 w 8105775"/>
              <a:gd name="connsiteY6" fmla="*/ 6781022 h 7248525"/>
              <a:gd name="connsiteX7" fmla="*/ 4990133 w 8105775"/>
              <a:gd name="connsiteY7" fmla="*/ 7234412 h 7248525"/>
              <a:gd name="connsiteX8" fmla="*/ 6442696 w 8105775"/>
              <a:gd name="connsiteY8" fmla="*/ 7103919 h 7248525"/>
              <a:gd name="connsiteX9" fmla="*/ 7065631 w 8105775"/>
              <a:gd name="connsiteY9" fmla="*/ 6813406 h 7248525"/>
              <a:gd name="connsiteX10" fmla="*/ 7575218 w 8105775"/>
              <a:gd name="connsiteY10" fmla="*/ 6330489 h 7248525"/>
              <a:gd name="connsiteX11" fmla="*/ 8074328 w 8105775"/>
              <a:gd name="connsiteY11" fmla="*/ 5337031 h 7248525"/>
              <a:gd name="connsiteX12" fmla="*/ 8036228 w 8105775"/>
              <a:gd name="connsiteY12" fmla="*/ 4195937 h 7248525"/>
              <a:gd name="connsiteX13" fmla="*/ 7866683 w 8105775"/>
              <a:gd name="connsiteY13" fmla="*/ 3469179 h 7248525"/>
            </a:gdLst>
            <a:ahLst/>
            <a:cxnLst/>
            <a:rect l="l" t="t" r="r" b="b"/>
            <a:pathLst>
              <a:path w="8105775" h="7248525">
                <a:moveTo>
                  <a:pt x="7866683" y="3469179"/>
                </a:moveTo>
                <a:cubicBezTo>
                  <a:pt x="7655228" y="2729086"/>
                  <a:pt x="7324711" y="2029951"/>
                  <a:pt x="6844650" y="1416541"/>
                </a:cubicBezTo>
                <a:cubicBezTo>
                  <a:pt x="6549375" y="1038399"/>
                  <a:pt x="6199808" y="699309"/>
                  <a:pt x="5800711" y="430704"/>
                </a:cubicBezTo>
                <a:cubicBezTo>
                  <a:pt x="4204321" y="-641811"/>
                  <a:pt x="2276460" y="544051"/>
                  <a:pt x="1604948" y="1225089"/>
                </a:cubicBezTo>
                <a:cubicBezTo>
                  <a:pt x="933435" y="1906126"/>
                  <a:pt x="-104790" y="3310111"/>
                  <a:pt x="8558" y="4330239"/>
                </a:cubicBezTo>
                <a:cubicBezTo>
                  <a:pt x="121905" y="5350367"/>
                  <a:pt x="583868" y="5796137"/>
                  <a:pt x="1055355" y="6109509"/>
                </a:cubicBezTo>
                <a:cubicBezTo>
                  <a:pt x="1526843" y="6423834"/>
                  <a:pt x="2328848" y="6711489"/>
                  <a:pt x="2590785" y="6781022"/>
                </a:cubicBezTo>
                <a:cubicBezTo>
                  <a:pt x="2852723" y="6850554"/>
                  <a:pt x="4212893" y="7164879"/>
                  <a:pt x="4990133" y="7234412"/>
                </a:cubicBezTo>
                <a:cubicBezTo>
                  <a:pt x="5474003" y="7278226"/>
                  <a:pt x="5975971" y="7243937"/>
                  <a:pt x="6442696" y="7103919"/>
                </a:cubicBezTo>
                <a:cubicBezTo>
                  <a:pt x="6659866" y="7039149"/>
                  <a:pt x="6885608" y="6952472"/>
                  <a:pt x="7065631" y="6813406"/>
                </a:cubicBezTo>
                <a:cubicBezTo>
                  <a:pt x="7251368" y="6670531"/>
                  <a:pt x="7423771" y="6509559"/>
                  <a:pt x="7575218" y="6330489"/>
                </a:cubicBezTo>
                <a:cubicBezTo>
                  <a:pt x="7816200" y="6043787"/>
                  <a:pt x="8001938" y="5706601"/>
                  <a:pt x="8074328" y="5337031"/>
                </a:cubicBezTo>
                <a:cubicBezTo>
                  <a:pt x="8147671" y="4960794"/>
                  <a:pt x="8104808" y="4572174"/>
                  <a:pt x="8036228" y="4195937"/>
                </a:cubicBezTo>
                <a:cubicBezTo>
                  <a:pt x="7990508" y="3951144"/>
                  <a:pt x="7935263" y="3708256"/>
                  <a:pt x="7866683" y="3469179"/>
                </a:cubicBezTo>
                <a:close/>
              </a:path>
            </a:pathLst>
          </a:custGeom>
          <a:solidFill>
            <a:schemeClr val="accent1"/>
          </a:solidFill>
          <a:ln cap="sq">
            <a:noFill/>
            <a:prstDash val="solid"/>
          </a:ln>
          <a:effectLst/>
        </p:spPr>
        <p:txBody>
          <a:bodyPr vert="horz" wrap="square" lIns="91440" tIns="45720" rIns="91440" bIns="45720" rtlCol="0" anchor="t"/>
          <a:lstStyle/>
          <a:p>
            <a:pPr algn="l">
              <a:lnSpc>
                <a:spcPct val="110000"/>
              </a:lnSpc>
            </a:pPr>
            <a:endParaRPr kumimoji="1" lang="zh-CN" altLang="en-US"/>
          </a:p>
        </p:txBody>
      </p:sp>
      <p:sp>
        <p:nvSpPr>
          <p:cNvPr id="17" name="标题 1"/>
          <p:cNvSpPr txBox="1"/>
          <p:nvPr/>
        </p:nvSpPr>
        <p:spPr>
          <a:xfrm rot="9000000">
            <a:off x="5304092" y="1973154"/>
            <a:ext cx="1270248" cy="1135910"/>
          </a:xfrm>
          <a:custGeom>
            <a:avLst/>
            <a:gdLst>
              <a:gd name="connsiteX0" fmla="*/ 7866683 w 8105775"/>
              <a:gd name="connsiteY0" fmla="*/ 3469179 h 7248525"/>
              <a:gd name="connsiteX1" fmla="*/ 6844650 w 8105775"/>
              <a:gd name="connsiteY1" fmla="*/ 1416541 h 7248525"/>
              <a:gd name="connsiteX2" fmla="*/ 5800711 w 8105775"/>
              <a:gd name="connsiteY2" fmla="*/ 430704 h 7248525"/>
              <a:gd name="connsiteX3" fmla="*/ 1604948 w 8105775"/>
              <a:gd name="connsiteY3" fmla="*/ 1225089 h 7248525"/>
              <a:gd name="connsiteX4" fmla="*/ 8558 w 8105775"/>
              <a:gd name="connsiteY4" fmla="*/ 4330239 h 7248525"/>
              <a:gd name="connsiteX5" fmla="*/ 1055355 w 8105775"/>
              <a:gd name="connsiteY5" fmla="*/ 6109509 h 7248525"/>
              <a:gd name="connsiteX6" fmla="*/ 2590785 w 8105775"/>
              <a:gd name="connsiteY6" fmla="*/ 6781022 h 7248525"/>
              <a:gd name="connsiteX7" fmla="*/ 4990133 w 8105775"/>
              <a:gd name="connsiteY7" fmla="*/ 7234412 h 7248525"/>
              <a:gd name="connsiteX8" fmla="*/ 6442696 w 8105775"/>
              <a:gd name="connsiteY8" fmla="*/ 7103919 h 7248525"/>
              <a:gd name="connsiteX9" fmla="*/ 7065631 w 8105775"/>
              <a:gd name="connsiteY9" fmla="*/ 6813406 h 7248525"/>
              <a:gd name="connsiteX10" fmla="*/ 7575218 w 8105775"/>
              <a:gd name="connsiteY10" fmla="*/ 6330489 h 7248525"/>
              <a:gd name="connsiteX11" fmla="*/ 8074328 w 8105775"/>
              <a:gd name="connsiteY11" fmla="*/ 5337031 h 7248525"/>
              <a:gd name="connsiteX12" fmla="*/ 8036228 w 8105775"/>
              <a:gd name="connsiteY12" fmla="*/ 4195937 h 7248525"/>
              <a:gd name="connsiteX13" fmla="*/ 7866683 w 8105775"/>
              <a:gd name="connsiteY13" fmla="*/ 3469179 h 7248525"/>
            </a:gdLst>
            <a:ahLst/>
            <a:cxnLst/>
            <a:rect l="l" t="t" r="r" b="b"/>
            <a:pathLst>
              <a:path w="8105775" h="7248525">
                <a:moveTo>
                  <a:pt x="7866683" y="3469179"/>
                </a:moveTo>
                <a:cubicBezTo>
                  <a:pt x="7655228" y="2729086"/>
                  <a:pt x="7324711" y="2029951"/>
                  <a:pt x="6844650" y="1416541"/>
                </a:cubicBezTo>
                <a:cubicBezTo>
                  <a:pt x="6549375" y="1038399"/>
                  <a:pt x="6199808" y="699309"/>
                  <a:pt x="5800711" y="430704"/>
                </a:cubicBezTo>
                <a:cubicBezTo>
                  <a:pt x="4204321" y="-641811"/>
                  <a:pt x="2276460" y="544051"/>
                  <a:pt x="1604948" y="1225089"/>
                </a:cubicBezTo>
                <a:cubicBezTo>
                  <a:pt x="933435" y="1906126"/>
                  <a:pt x="-104790" y="3310111"/>
                  <a:pt x="8558" y="4330239"/>
                </a:cubicBezTo>
                <a:cubicBezTo>
                  <a:pt x="121905" y="5350367"/>
                  <a:pt x="583868" y="5796137"/>
                  <a:pt x="1055355" y="6109509"/>
                </a:cubicBezTo>
                <a:cubicBezTo>
                  <a:pt x="1526843" y="6423834"/>
                  <a:pt x="2328848" y="6711489"/>
                  <a:pt x="2590785" y="6781022"/>
                </a:cubicBezTo>
                <a:cubicBezTo>
                  <a:pt x="2852723" y="6850554"/>
                  <a:pt x="4212893" y="7164879"/>
                  <a:pt x="4990133" y="7234412"/>
                </a:cubicBezTo>
                <a:cubicBezTo>
                  <a:pt x="5474003" y="7278226"/>
                  <a:pt x="5975971" y="7243937"/>
                  <a:pt x="6442696" y="7103919"/>
                </a:cubicBezTo>
                <a:cubicBezTo>
                  <a:pt x="6659866" y="7039149"/>
                  <a:pt x="6885608" y="6952472"/>
                  <a:pt x="7065631" y="6813406"/>
                </a:cubicBezTo>
                <a:cubicBezTo>
                  <a:pt x="7251368" y="6670531"/>
                  <a:pt x="7423771" y="6509559"/>
                  <a:pt x="7575218" y="6330489"/>
                </a:cubicBezTo>
                <a:cubicBezTo>
                  <a:pt x="7816200" y="6043787"/>
                  <a:pt x="8001938" y="5706601"/>
                  <a:pt x="8074328" y="5337031"/>
                </a:cubicBezTo>
                <a:cubicBezTo>
                  <a:pt x="8147671" y="4960794"/>
                  <a:pt x="8104808" y="4572174"/>
                  <a:pt x="8036228" y="4195937"/>
                </a:cubicBezTo>
                <a:cubicBezTo>
                  <a:pt x="7990508" y="3951144"/>
                  <a:pt x="7935263" y="3708256"/>
                  <a:pt x="7866683" y="3469179"/>
                </a:cubicBezTo>
                <a:close/>
              </a:path>
            </a:pathLst>
          </a:custGeom>
          <a:solidFill>
            <a:schemeClr val="accent2"/>
          </a:solidFill>
          <a:ln cap="sq">
            <a:noFill/>
          </a:ln>
          <a:effectLst/>
        </p:spPr>
        <p:txBody>
          <a:bodyPr vert="horz" wrap="square" lIns="91440" tIns="45720" rIns="91440" bIns="45720" rtlCol="0" anchor="t"/>
          <a:lstStyle/>
          <a:p>
            <a:pPr algn="l">
              <a:lnSpc>
                <a:spcPct val="110000"/>
              </a:lnSpc>
            </a:pPr>
            <a:endParaRPr kumimoji="1" lang="zh-CN" altLang="en-US"/>
          </a:p>
        </p:txBody>
      </p:sp>
      <p:sp>
        <p:nvSpPr>
          <p:cNvPr id="18" name="标题 1"/>
          <p:cNvSpPr txBox="1"/>
          <p:nvPr/>
        </p:nvSpPr>
        <p:spPr>
          <a:xfrm>
            <a:off x="8867178" y="2283217"/>
            <a:ext cx="496023" cy="515784"/>
          </a:xfrm>
          <a:custGeom>
            <a:avLst/>
            <a:gdLst>
              <a:gd name="connsiteX0" fmla="*/ 198153 w 692417"/>
              <a:gd name="connsiteY0" fmla="*/ 663680 h 720001"/>
              <a:gd name="connsiteX1" fmla="*/ 239787 w 692417"/>
              <a:gd name="connsiteY1" fmla="*/ 663680 h 720001"/>
              <a:gd name="connsiteX2" fmla="*/ 295235 w 692417"/>
              <a:gd name="connsiteY2" fmla="*/ 663680 h 720001"/>
              <a:gd name="connsiteX3" fmla="*/ 397182 w 692417"/>
              <a:gd name="connsiteY3" fmla="*/ 663680 h 720001"/>
              <a:gd name="connsiteX4" fmla="*/ 452630 w 692417"/>
              <a:gd name="connsiteY4" fmla="*/ 663680 h 720001"/>
              <a:gd name="connsiteX5" fmla="*/ 494264 w 692417"/>
              <a:gd name="connsiteY5" fmla="*/ 663680 h 720001"/>
              <a:gd name="connsiteX6" fmla="*/ 522425 w 692417"/>
              <a:gd name="connsiteY6" fmla="*/ 691841 h 720001"/>
              <a:gd name="connsiteX7" fmla="*/ 494264 w 692417"/>
              <a:gd name="connsiteY7" fmla="*/ 720001 h 720001"/>
              <a:gd name="connsiteX8" fmla="*/ 452630 w 692417"/>
              <a:gd name="connsiteY8" fmla="*/ 720001 h 720001"/>
              <a:gd name="connsiteX9" fmla="*/ 397182 w 692417"/>
              <a:gd name="connsiteY9" fmla="*/ 720001 h 720001"/>
              <a:gd name="connsiteX10" fmla="*/ 295235 w 692417"/>
              <a:gd name="connsiteY10" fmla="*/ 720001 h 720001"/>
              <a:gd name="connsiteX11" fmla="*/ 239787 w 692417"/>
              <a:gd name="connsiteY11" fmla="*/ 720001 h 720001"/>
              <a:gd name="connsiteX12" fmla="*/ 198153 w 692417"/>
              <a:gd name="connsiteY12" fmla="*/ 720001 h 720001"/>
              <a:gd name="connsiteX13" fmla="*/ 169992 w 692417"/>
              <a:gd name="connsiteY13" fmla="*/ 691841 h 720001"/>
              <a:gd name="connsiteX14" fmla="*/ 198153 w 692417"/>
              <a:gd name="connsiteY14" fmla="*/ 663680 h 720001"/>
              <a:gd name="connsiteX15" fmla="*/ 154400 w 692417"/>
              <a:gd name="connsiteY15" fmla="*/ 572143 h 720001"/>
              <a:gd name="connsiteX16" fmla="*/ 154241 w 692417"/>
              <a:gd name="connsiteY16" fmla="*/ 572597 h 720001"/>
              <a:gd name="connsiteX17" fmla="*/ 160423 w 692417"/>
              <a:gd name="connsiteY17" fmla="*/ 572597 h 720001"/>
              <a:gd name="connsiteX18" fmla="*/ 346215 w 692417"/>
              <a:gd name="connsiteY18" fmla="*/ 0 h 720001"/>
              <a:gd name="connsiteX19" fmla="*/ 456041 w 692417"/>
              <a:gd name="connsiteY19" fmla="*/ 22341 h 720001"/>
              <a:gd name="connsiteX20" fmla="*/ 545873 w 692417"/>
              <a:gd name="connsiteY20" fmla="*/ 82980 h 720001"/>
              <a:gd name="connsiteX21" fmla="*/ 606513 w 692417"/>
              <a:gd name="connsiteY21" fmla="*/ 172812 h 720001"/>
              <a:gd name="connsiteX22" fmla="*/ 628853 w 692417"/>
              <a:gd name="connsiteY22" fmla="*/ 282638 h 720001"/>
              <a:gd name="connsiteX23" fmla="*/ 628853 w 692417"/>
              <a:gd name="connsiteY23" fmla="*/ 493091 h 720001"/>
              <a:gd name="connsiteX24" fmla="*/ 687990 w 692417"/>
              <a:gd name="connsiteY24" fmla="*/ 585551 h 720001"/>
              <a:gd name="connsiteX25" fmla="*/ 688929 w 692417"/>
              <a:gd name="connsiteY25" fmla="*/ 614275 h 720001"/>
              <a:gd name="connsiteX26" fmla="*/ 664336 w 692417"/>
              <a:gd name="connsiteY26" fmla="*/ 628918 h 720001"/>
              <a:gd name="connsiteX27" fmla="*/ 28189 w 692417"/>
              <a:gd name="connsiteY27" fmla="*/ 628918 h 720001"/>
              <a:gd name="connsiteX28" fmla="*/ 3596 w 692417"/>
              <a:gd name="connsiteY28" fmla="*/ 614462 h 720001"/>
              <a:gd name="connsiteX29" fmla="*/ 4159 w 692417"/>
              <a:gd name="connsiteY29" fmla="*/ 585927 h 720001"/>
              <a:gd name="connsiteX30" fmla="*/ 63578 w 692417"/>
              <a:gd name="connsiteY30" fmla="*/ 489336 h 720001"/>
              <a:gd name="connsiteX31" fmla="*/ 63578 w 692417"/>
              <a:gd name="connsiteY31" fmla="*/ 282638 h 720001"/>
              <a:gd name="connsiteX32" fmla="*/ 85919 w 692417"/>
              <a:gd name="connsiteY32" fmla="*/ 172812 h 720001"/>
              <a:gd name="connsiteX33" fmla="*/ 146558 w 692417"/>
              <a:gd name="connsiteY33" fmla="*/ 82980 h 720001"/>
              <a:gd name="connsiteX34" fmla="*/ 236389 w 692417"/>
              <a:gd name="connsiteY34" fmla="*/ 22341 h 720001"/>
              <a:gd name="connsiteX35" fmla="*/ 346215 w 692417"/>
              <a:gd name="connsiteY35" fmla="*/ 0 h 720001"/>
            </a:gdLst>
            <a:ahLst/>
            <a:cxnLst/>
            <a:rect l="l" t="t" r="r" b="b"/>
            <a:pathLst>
              <a:path w="692417" h="720001">
                <a:moveTo>
                  <a:pt x="198153" y="663680"/>
                </a:moveTo>
                <a:lnTo>
                  <a:pt x="239787" y="663680"/>
                </a:lnTo>
                <a:lnTo>
                  <a:pt x="295235" y="663680"/>
                </a:lnTo>
                <a:lnTo>
                  <a:pt x="397182" y="663680"/>
                </a:lnTo>
                <a:lnTo>
                  <a:pt x="452630" y="663680"/>
                </a:lnTo>
                <a:lnTo>
                  <a:pt x="494264" y="663680"/>
                </a:lnTo>
                <a:cubicBezTo>
                  <a:pt x="509847" y="663680"/>
                  <a:pt x="522425" y="676259"/>
                  <a:pt x="522425" y="691841"/>
                </a:cubicBezTo>
                <a:cubicBezTo>
                  <a:pt x="522425" y="707423"/>
                  <a:pt x="509753" y="720001"/>
                  <a:pt x="494264" y="720001"/>
                </a:cubicBezTo>
                <a:lnTo>
                  <a:pt x="452630" y="720001"/>
                </a:lnTo>
                <a:lnTo>
                  <a:pt x="397182" y="720001"/>
                </a:lnTo>
                <a:lnTo>
                  <a:pt x="295235" y="720001"/>
                </a:lnTo>
                <a:lnTo>
                  <a:pt x="239787" y="720001"/>
                </a:lnTo>
                <a:lnTo>
                  <a:pt x="198153" y="720001"/>
                </a:lnTo>
                <a:cubicBezTo>
                  <a:pt x="182571" y="720001"/>
                  <a:pt x="169992" y="707423"/>
                  <a:pt x="169992" y="691841"/>
                </a:cubicBezTo>
                <a:cubicBezTo>
                  <a:pt x="169992" y="676259"/>
                  <a:pt x="182571" y="663680"/>
                  <a:pt x="198153" y="663680"/>
                </a:cubicBezTo>
                <a:close/>
                <a:moveTo>
                  <a:pt x="154400" y="572143"/>
                </a:moveTo>
                <a:lnTo>
                  <a:pt x="154241" y="572597"/>
                </a:lnTo>
                <a:lnTo>
                  <a:pt x="160423" y="572597"/>
                </a:lnTo>
                <a:close/>
                <a:moveTo>
                  <a:pt x="346215" y="0"/>
                </a:moveTo>
                <a:cubicBezTo>
                  <a:pt x="384232" y="0"/>
                  <a:pt x="421122" y="7510"/>
                  <a:pt x="456041" y="22341"/>
                </a:cubicBezTo>
                <a:cubicBezTo>
                  <a:pt x="489646" y="36609"/>
                  <a:pt x="519872" y="57072"/>
                  <a:pt x="545873" y="82980"/>
                </a:cubicBezTo>
                <a:cubicBezTo>
                  <a:pt x="571875" y="108981"/>
                  <a:pt x="592245" y="139207"/>
                  <a:pt x="606513" y="172812"/>
                </a:cubicBezTo>
                <a:cubicBezTo>
                  <a:pt x="621344" y="207637"/>
                  <a:pt x="628853" y="244621"/>
                  <a:pt x="628853" y="282638"/>
                </a:cubicBezTo>
                <a:lnTo>
                  <a:pt x="628853" y="493091"/>
                </a:lnTo>
                <a:lnTo>
                  <a:pt x="687990" y="585551"/>
                </a:lnTo>
                <a:cubicBezTo>
                  <a:pt x="693528" y="594187"/>
                  <a:pt x="693904" y="605263"/>
                  <a:pt x="688929" y="614275"/>
                </a:cubicBezTo>
                <a:cubicBezTo>
                  <a:pt x="684048" y="623286"/>
                  <a:pt x="674567" y="628918"/>
                  <a:pt x="664336" y="628918"/>
                </a:cubicBezTo>
                <a:lnTo>
                  <a:pt x="28189" y="628918"/>
                </a:lnTo>
                <a:cubicBezTo>
                  <a:pt x="17958" y="628918"/>
                  <a:pt x="8571" y="623380"/>
                  <a:pt x="3596" y="614462"/>
                </a:cubicBezTo>
                <a:cubicBezTo>
                  <a:pt x="-1380" y="605545"/>
                  <a:pt x="-1192" y="594656"/>
                  <a:pt x="4159" y="585927"/>
                </a:cubicBezTo>
                <a:lnTo>
                  <a:pt x="63578" y="489336"/>
                </a:lnTo>
                <a:lnTo>
                  <a:pt x="63578" y="282638"/>
                </a:lnTo>
                <a:cubicBezTo>
                  <a:pt x="63578" y="244621"/>
                  <a:pt x="71087" y="207731"/>
                  <a:pt x="85919" y="172812"/>
                </a:cubicBezTo>
                <a:cubicBezTo>
                  <a:pt x="100186" y="139207"/>
                  <a:pt x="120650" y="108981"/>
                  <a:pt x="146558" y="82980"/>
                </a:cubicBezTo>
                <a:cubicBezTo>
                  <a:pt x="172465" y="56978"/>
                  <a:pt x="202785" y="36609"/>
                  <a:pt x="236389" y="22341"/>
                </a:cubicBezTo>
                <a:cubicBezTo>
                  <a:pt x="271214" y="7510"/>
                  <a:pt x="308199" y="0"/>
                  <a:pt x="346215" y="0"/>
                </a:cubicBezTo>
                <a:close/>
              </a:path>
            </a:pathLst>
          </a:custGeom>
          <a:solidFill>
            <a:schemeClr val="bg1"/>
          </a:solidFill>
          <a:ln cap="flat">
            <a:noFill/>
            <a:prstDash val="solid"/>
            <a:miter/>
          </a:ln>
        </p:spPr>
        <p:txBody>
          <a:bodyPr vert="horz" wrap="square" lIns="91440" tIns="45720" rIns="91440" bIns="45720" rtlCol="0" anchor="ctr"/>
          <a:lstStyle/>
          <a:p>
            <a:pPr algn="l">
              <a:lnSpc>
                <a:spcPct val="110000"/>
              </a:lnSpc>
            </a:pPr>
            <a:endParaRPr kumimoji="1" lang="zh-CN" altLang="en-US"/>
          </a:p>
        </p:txBody>
      </p:sp>
      <p:sp>
        <p:nvSpPr>
          <p:cNvPr id="19" name="标题 1"/>
          <p:cNvSpPr txBox="1"/>
          <p:nvPr/>
        </p:nvSpPr>
        <p:spPr>
          <a:xfrm>
            <a:off x="2406291" y="2283218"/>
            <a:ext cx="515784" cy="515784"/>
          </a:xfrm>
          <a:custGeom>
            <a:avLst/>
            <a:gdLst>
              <a:gd name="connsiteX0" fmla="*/ 438553 w 720000"/>
              <a:gd name="connsiteY0" fmla="*/ 189601 h 720000"/>
              <a:gd name="connsiteX1" fmla="*/ 503636 w 720000"/>
              <a:gd name="connsiteY1" fmla="*/ 216365 h 720000"/>
              <a:gd name="connsiteX2" fmla="*/ 503636 w 720000"/>
              <a:gd name="connsiteY2" fmla="*/ 346445 h 720000"/>
              <a:gd name="connsiteX3" fmla="*/ 362260 w 720000"/>
              <a:gd name="connsiteY3" fmla="*/ 487907 h 720000"/>
              <a:gd name="connsiteX4" fmla="*/ 191861 w 720000"/>
              <a:gd name="connsiteY4" fmla="*/ 528226 h 720000"/>
              <a:gd name="connsiteX5" fmla="*/ 232180 w 720000"/>
              <a:gd name="connsiteY5" fmla="*/ 357827 h 720000"/>
              <a:gd name="connsiteX6" fmla="*/ 373556 w 720000"/>
              <a:gd name="connsiteY6" fmla="*/ 216452 h 720000"/>
              <a:gd name="connsiteX7" fmla="*/ 438553 w 720000"/>
              <a:gd name="connsiteY7" fmla="*/ 189601 h 720000"/>
              <a:gd name="connsiteX8" fmla="*/ 438553 w 720000"/>
              <a:gd name="connsiteY8" fmla="*/ 141636 h 720000"/>
              <a:gd name="connsiteX9" fmla="*/ 339581 w 720000"/>
              <a:gd name="connsiteY9" fmla="*/ 182476 h 720000"/>
              <a:gd name="connsiteX10" fmla="*/ 198205 w 720000"/>
              <a:gd name="connsiteY10" fmla="*/ 323852 h 720000"/>
              <a:gd name="connsiteX11" fmla="*/ 141637 w 720000"/>
              <a:gd name="connsiteY11" fmla="*/ 578364 h 720000"/>
              <a:gd name="connsiteX12" fmla="*/ 396149 w 720000"/>
              <a:gd name="connsiteY12" fmla="*/ 521796 h 720000"/>
              <a:gd name="connsiteX13" fmla="*/ 537524 w 720000"/>
              <a:gd name="connsiteY13" fmla="*/ 380420 h 720000"/>
              <a:gd name="connsiteX14" fmla="*/ 537524 w 720000"/>
              <a:gd name="connsiteY14" fmla="*/ 182476 h 720000"/>
              <a:gd name="connsiteX15" fmla="*/ 438553 w 720000"/>
              <a:gd name="connsiteY15" fmla="*/ 141636 h 720000"/>
              <a:gd name="connsiteX16" fmla="*/ 120000 w 720000"/>
              <a:gd name="connsiteY16" fmla="*/ 0 h 720000"/>
              <a:gd name="connsiteX17" fmla="*/ 600000 w 720000"/>
              <a:gd name="connsiteY17" fmla="*/ 0 h 720000"/>
              <a:gd name="connsiteX18" fmla="*/ 720000 w 720000"/>
              <a:gd name="connsiteY18" fmla="*/ 120000 h 720000"/>
              <a:gd name="connsiteX19" fmla="*/ 720000 w 720000"/>
              <a:gd name="connsiteY19" fmla="*/ 600000 h 720000"/>
              <a:gd name="connsiteX20" fmla="*/ 600000 w 720000"/>
              <a:gd name="connsiteY20" fmla="*/ 720000 h 720000"/>
              <a:gd name="connsiteX21" fmla="*/ 120000 w 720000"/>
              <a:gd name="connsiteY21" fmla="*/ 720000 h 720000"/>
              <a:gd name="connsiteX22" fmla="*/ 0 w 720000"/>
              <a:gd name="connsiteY22" fmla="*/ 600000 h 720000"/>
              <a:gd name="connsiteX23" fmla="*/ 0 w 720000"/>
              <a:gd name="connsiteY23" fmla="*/ 120000 h 720000"/>
              <a:gd name="connsiteX24" fmla="*/ 120000 w 720000"/>
              <a:gd name="connsiteY24" fmla="*/ 0 h 720000"/>
            </a:gdLst>
            <a:ahLst/>
            <a:cxnLst/>
            <a:rect l="l" t="t" r="r" b="b"/>
            <a:pathLst>
              <a:path w="720000" h="720000">
                <a:moveTo>
                  <a:pt x="438553" y="189601"/>
                </a:moveTo>
                <a:cubicBezTo>
                  <a:pt x="463230" y="189601"/>
                  <a:pt x="486344" y="199073"/>
                  <a:pt x="503636" y="216365"/>
                </a:cubicBezTo>
                <a:cubicBezTo>
                  <a:pt x="539523" y="252252"/>
                  <a:pt x="539523" y="310557"/>
                  <a:pt x="503636" y="346445"/>
                </a:cubicBezTo>
                <a:lnTo>
                  <a:pt x="362260" y="487907"/>
                </a:lnTo>
                <a:cubicBezTo>
                  <a:pt x="342622" y="507545"/>
                  <a:pt x="266503" y="522665"/>
                  <a:pt x="191861" y="528226"/>
                </a:cubicBezTo>
                <a:cubicBezTo>
                  <a:pt x="197336" y="453584"/>
                  <a:pt x="212456" y="377465"/>
                  <a:pt x="232180" y="357827"/>
                </a:cubicBezTo>
                <a:lnTo>
                  <a:pt x="373556" y="216452"/>
                </a:lnTo>
                <a:cubicBezTo>
                  <a:pt x="390761" y="199073"/>
                  <a:pt x="413875" y="189601"/>
                  <a:pt x="438553" y="189601"/>
                </a:cubicBezTo>
                <a:close/>
                <a:moveTo>
                  <a:pt x="438553" y="141636"/>
                </a:moveTo>
                <a:cubicBezTo>
                  <a:pt x="402666" y="141636"/>
                  <a:pt x="366778" y="155278"/>
                  <a:pt x="339581" y="182476"/>
                </a:cubicBezTo>
                <a:lnTo>
                  <a:pt x="198205" y="323852"/>
                </a:lnTo>
                <a:cubicBezTo>
                  <a:pt x="143723" y="378335"/>
                  <a:pt x="141637" y="578364"/>
                  <a:pt x="141637" y="578364"/>
                </a:cubicBezTo>
                <a:cubicBezTo>
                  <a:pt x="141637" y="578364"/>
                  <a:pt x="341753" y="576278"/>
                  <a:pt x="396149" y="521796"/>
                </a:cubicBezTo>
                <a:lnTo>
                  <a:pt x="537524" y="380420"/>
                </a:lnTo>
                <a:cubicBezTo>
                  <a:pt x="592007" y="325938"/>
                  <a:pt x="592007" y="236872"/>
                  <a:pt x="537524" y="182476"/>
                </a:cubicBezTo>
                <a:cubicBezTo>
                  <a:pt x="510327" y="155191"/>
                  <a:pt x="474440" y="141636"/>
                  <a:pt x="438553" y="141636"/>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bg1"/>
          </a:solidFill>
          <a:ln cap="flat">
            <a:noFill/>
            <a:prstDash val="solid"/>
            <a:miter/>
          </a:ln>
        </p:spPr>
        <p:txBody>
          <a:bodyPr vert="horz" wrap="square" lIns="91440" tIns="45720" rIns="91440" bIns="45720" rtlCol="0" anchor="ctr"/>
          <a:lstStyle/>
          <a:p>
            <a:pPr algn="l">
              <a:lnSpc>
                <a:spcPct val="110000"/>
              </a:lnSpc>
            </a:pPr>
            <a:endParaRPr kumimoji="1" lang="zh-CN" altLang="en-US"/>
          </a:p>
        </p:txBody>
      </p:sp>
      <p:sp>
        <p:nvSpPr>
          <p:cNvPr id="20" name="标题 1"/>
          <p:cNvSpPr txBox="1"/>
          <p:nvPr/>
        </p:nvSpPr>
        <p:spPr>
          <a:xfrm>
            <a:off x="5681324" y="2298039"/>
            <a:ext cx="515784" cy="486138"/>
          </a:xfrm>
          <a:custGeom>
            <a:avLst/>
            <a:gdLst>
              <a:gd name="connsiteX0" fmla="*/ 565749 w 763907"/>
              <a:gd name="connsiteY0" fmla="*/ 529546 h 720000"/>
              <a:gd name="connsiteX1" fmla="*/ 585849 w 763907"/>
              <a:gd name="connsiteY1" fmla="*/ 537865 h 720000"/>
              <a:gd name="connsiteX2" fmla="*/ 698960 w 763907"/>
              <a:gd name="connsiteY2" fmla="*/ 650977 h 720000"/>
              <a:gd name="connsiteX3" fmla="*/ 698960 w 763907"/>
              <a:gd name="connsiteY3" fmla="*/ 691178 h 720000"/>
              <a:gd name="connsiteX4" fmla="*/ 678860 w 763907"/>
              <a:gd name="connsiteY4" fmla="*/ 699521 h 720000"/>
              <a:gd name="connsiteX5" fmla="*/ 658760 w 763907"/>
              <a:gd name="connsiteY5" fmla="*/ 691178 h 720000"/>
              <a:gd name="connsiteX6" fmla="*/ 545648 w 763907"/>
              <a:gd name="connsiteY6" fmla="*/ 578066 h 720000"/>
              <a:gd name="connsiteX7" fmla="*/ 545648 w 763907"/>
              <a:gd name="connsiteY7" fmla="*/ 537865 h 720000"/>
              <a:gd name="connsiteX8" fmla="*/ 565749 w 763907"/>
              <a:gd name="connsiteY8" fmla="*/ 529546 h 720000"/>
              <a:gd name="connsiteX9" fmla="*/ 565749 w 763907"/>
              <a:gd name="connsiteY9" fmla="*/ 359807 h 720000"/>
              <a:gd name="connsiteX10" fmla="*/ 735464 w 763907"/>
              <a:gd name="connsiteY10" fmla="*/ 359807 h 720000"/>
              <a:gd name="connsiteX11" fmla="*/ 763907 w 763907"/>
              <a:gd name="connsiteY11" fmla="*/ 388251 h 720000"/>
              <a:gd name="connsiteX12" fmla="*/ 735464 w 763907"/>
              <a:gd name="connsiteY12" fmla="*/ 416695 h 720000"/>
              <a:gd name="connsiteX13" fmla="*/ 565749 w 763907"/>
              <a:gd name="connsiteY13" fmla="*/ 416695 h 720000"/>
              <a:gd name="connsiteX14" fmla="*/ 537305 w 763907"/>
              <a:gd name="connsiteY14" fmla="*/ 388251 h 720000"/>
              <a:gd name="connsiteX15" fmla="*/ 565749 w 763907"/>
              <a:gd name="connsiteY15" fmla="*/ 359807 h 720000"/>
              <a:gd name="connsiteX16" fmla="*/ 678860 w 763907"/>
              <a:gd name="connsiteY16" fmla="*/ 77005 h 720000"/>
              <a:gd name="connsiteX17" fmla="*/ 698960 w 763907"/>
              <a:gd name="connsiteY17" fmla="*/ 85325 h 720000"/>
              <a:gd name="connsiteX18" fmla="*/ 698960 w 763907"/>
              <a:gd name="connsiteY18" fmla="*/ 125525 h 720000"/>
              <a:gd name="connsiteX19" fmla="*/ 585849 w 763907"/>
              <a:gd name="connsiteY19" fmla="*/ 238636 h 720000"/>
              <a:gd name="connsiteX20" fmla="*/ 565749 w 763907"/>
              <a:gd name="connsiteY20" fmla="*/ 246980 h 720000"/>
              <a:gd name="connsiteX21" fmla="*/ 545648 w 763907"/>
              <a:gd name="connsiteY21" fmla="*/ 238636 h 720000"/>
              <a:gd name="connsiteX22" fmla="*/ 545648 w 763907"/>
              <a:gd name="connsiteY22" fmla="*/ 198436 h 720000"/>
              <a:gd name="connsiteX23" fmla="*/ 658760 w 763907"/>
              <a:gd name="connsiteY23" fmla="*/ 85325 h 720000"/>
              <a:gd name="connsiteX24" fmla="*/ 678860 w 763907"/>
              <a:gd name="connsiteY24" fmla="*/ 77005 h 720000"/>
              <a:gd name="connsiteX25" fmla="*/ 362802 w 763907"/>
              <a:gd name="connsiteY25" fmla="*/ 5 h 720000"/>
              <a:gd name="connsiteX26" fmla="*/ 422012 w 763907"/>
              <a:gd name="connsiteY26" fmla="*/ 16490 h 720000"/>
              <a:gd name="connsiteX27" fmla="*/ 481080 w 763907"/>
              <a:gd name="connsiteY27" fmla="*/ 119457 h 720000"/>
              <a:gd name="connsiteX28" fmla="*/ 481080 w 763907"/>
              <a:gd name="connsiteY28" fmla="*/ 600631 h 720000"/>
              <a:gd name="connsiteX29" fmla="*/ 422012 w 763907"/>
              <a:gd name="connsiteY29" fmla="*/ 703598 h 720000"/>
              <a:gd name="connsiteX30" fmla="*/ 361806 w 763907"/>
              <a:gd name="connsiteY30" fmla="*/ 720000 h 720000"/>
              <a:gd name="connsiteX31" fmla="*/ 303306 w 763907"/>
              <a:gd name="connsiteY31" fmla="*/ 704546 h 720000"/>
              <a:gd name="connsiteX32" fmla="*/ 60870 w 763907"/>
              <a:gd name="connsiteY32" fmla="*/ 568300 h 720000"/>
              <a:gd name="connsiteX33" fmla="*/ 0 w 763907"/>
              <a:gd name="connsiteY33" fmla="*/ 464291 h 720000"/>
              <a:gd name="connsiteX34" fmla="*/ 0 w 763907"/>
              <a:gd name="connsiteY34" fmla="*/ 255702 h 720000"/>
              <a:gd name="connsiteX35" fmla="*/ 60870 w 763907"/>
              <a:gd name="connsiteY35" fmla="*/ 151693 h 720000"/>
              <a:gd name="connsiteX36" fmla="*/ 303306 w 763907"/>
              <a:gd name="connsiteY36" fmla="*/ 15447 h 720000"/>
              <a:gd name="connsiteX37" fmla="*/ 362802 w 763907"/>
              <a:gd name="connsiteY37" fmla="*/ 5 h 720000"/>
            </a:gdLst>
            <a:ahLst/>
            <a:cxnLst/>
            <a:rect l="l" t="t" r="r" b="b"/>
            <a:pathLst>
              <a:path w="763907" h="720000">
                <a:moveTo>
                  <a:pt x="565749" y="529546"/>
                </a:moveTo>
                <a:cubicBezTo>
                  <a:pt x="573025" y="529546"/>
                  <a:pt x="580302" y="532319"/>
                  <a:pt x="585849" y="537865"/>
                </a:cubicBezTo>
                <a:lnTo>
                  <a:pt x="698960" y="650977"/>
                </a:lnTo>
                <a:cubicBezTo>
                  <a:pt x="710054" y="662070"/>
                  <a:pt x="710054" y="680084"/>
                  <a:pt x="698960" y="691178"/>
                </a:cubicBezTo>
                <a:cubicBezTo>
                  <a:pt x="693461" y="696677"/>
                  <a:pt x="686161" y="699521"/>
                  <a:pt x="678860" y="699521"/>
                </a:cubicBezTo>
                <a:cubicBezTo>
                  <a:pt x="671560" y="699521"/>
                  <a:pt x="664259" y="696771"/>
                  <a:pt x="658760" y="691178"/>
                </a:cubicBezTo>
                <a:lnTo>
                  <a:pt x="545648" y="578066"/>
                </a:lnTo>
                <a:cubicBezTo>
                  <a:pt x="534555" y="566973"/>
                  <a:pt x="534555" y="548959"/>
                  <a:pt x="545648" y="537865"/>
                </a:cubicBezTo>
                <a:cubicBezTo>
                  <a:pt x="551195" y="532319"/>
                  <a:pt x="558471" y="529546"/>
                  <a:pt x="565749" y="529546"/>
                </a:cubicBezTo>
                <a:close/>
                <a:moveTo>
                  <a:pt x="565749" y="359807"/>
                </a:moveTo>
                <a:lnTo>
                  <a:pt x="735464" y="359807"/>
                </a:lnTo>
                <a:cubicBezTo>
                  <a:pt x="751202" y="359807"/>
                  <a:pt x="763907" y="372512"/>
                  <a:pt x="763907" y="388251"/>
                </a:cubicBezTo>
                <a:cubicBezTo>
                  <a:pt x="763907" y="403990"/>
                  <a:pt x="751107" y="416695"/>
                  <a:pt x="735464" y="416695"/>
                </a:cubicBezTo>
                <a:lnTo>
                  <a:pt x="565749" y="416695"/>
                </a:lnTo>
                <a:cubicBezTo>
                  <a:pt x="550010" y="416695"/>
                  <a:pt x="537305" y="403990"/>
                  <a:pt x="537305" y="388251"/>
                </a:cubicBezTo>
                <a:cubicBezTo>
                  <a:pt x="537305" y="372512"/>
                  <a:pt x="550010" y="359807"/>
                  <a:pt x="565749" y="359807"/>
                </a:cubicBezTo>
                <a:close/>
                <a:moveTo>
                  <a:pt x="678860" y="77005"/>
                </a:moveTo>
                <a:cubicBezTo>
                  <a:pt x="686137" y="77005"/>
                  <a:pt x="693414" y="79778"/>
                  <a:pt x="698960" y="85325"/>
                </a:cubicBezTo>
                <a:cubicBezTo>
                  <a:pt x="710054" y="96418"/>
                  <a:pt x="710054" y="114432"/>
                  <a:pt x="698960" y="125525"/>
                </a:cubicBezTo>
                <a:lnTo>
                  <a:pt x="585849" y="238636"/>
                </a:lnTo>
                <a:cubicBezTo>
                  <a:pt x="580350" y="244231"/>
                  <a:pt x="573049" y="246980"/>
                  <a:pt x="565749" y="246980"/>
                </a:cubicBezTo>
                <a:cubicBezTo>
                  <a:pt x="558448" y="246980"/>
                  <a:pt x="551147" y="244231"/>
                  <a:pt x="545648" y="238636"/>
                </a:cubicBezTo>
                <a:cubicBezTo>
                  <a:pt x="534555" y="227543"/>
                  <a:pt x="534555" y="209529"/>
                  <a:pt x="545648" y="198436"/>
                </a:cubicBezTo>
                <a:lnTo>
                  <a:pt x="658760" y="85325"/>
                </a:lnTo>
                <a:cubicBezTo>
                  <a:pt x="664306" y="79778"/>
                  <a:pt x="671583" y="77005"/>
                  <a:pt x="678860" y="77005"/>
                </a:cubicBezTo>
                <a:close/>
                <a:moveTo>
                  <a:pt x="362802" y="5"/>
                </a:moveTo>
                <a:cubicBezTo>
                  <a:pt x="383186" y="183"/>
                  <a:pt x="403524" y="5682"/>
                  <a:pt x="422012" y="16490"/>
                </a:cubicBezTo>
                <a:cubicBezTo>
                  <a:pt x="458989" y="38108"/>
                  <a:pt x="481080" y="76601"/>
                  <a:pt x="481080" y="119457"/>
                </a:cubicBezTo>
                <a:lnTo>
                  <a:pt x="481080" y="600631"/>
                </a:lnTo>
                <a:cubicBezTo>
                  <a:pt x="481080" y="643486"/>
                  <a:pt x="458989" y="681980"/>
                  <a:pt x="422012" y="703598"/>
                </a:cubicBezTo>
                <a:cubicBezTo>
                  <a:pt x="403240" y="714501"/>
                  <a:pt x="382475" y="720000"/>
                  <a:pt x="361806" y="720000"/>
                </a:cubicBezTo>
                <a:cubicBezTo>
                  <a:pt x="341706" y="720000"/>
                  <a:pt x="321700" y="714881"/>
                  <a:pt x="303306" y="704546"/>
                </a:cubicBezTo>
                <a:lnTo>
                  <a:pt x="60870" y="568300"/>
                </a:lnTo>
                <a:cubicBezTo>
                  <a:pt x="23324" y="547157"/>
                  <a:pt x="0" y="507336"/>
                  <a:pt x="0" y="464291"/>
                </a:cubicBezTo>
                <a:lnTo>
                  <a:pt x="0" y="255702"/>
                </a:lnTo>
                <a:cubicBezTo>
                  <a:pt x="0" y="212657"/>
                  <a:pt x="23324" y="172742"/>
                  <a:pt x="60870" y="151693"/>
                </a:cubicBezTo>
                <a:lnTo>
                  <a:pt x="303306" y="15447"/>
                </a:lnTo>
                <a:cubicBezTo>
                  <a:pt x="321984" y="4970"/>
                  <a:pt x="342417" y="-173"/>
                  <a:pt x="362802" y="5"/>
                </a:cubicBezTo>
                <a:close/>
              </a:path>
            </a:pathLst>
          </a:custGeom>
          <a:solidFill>
            <a:schemeClr val="bg1"/>
          </a:solidFill>
          <a:ln cap="flat">
            <a:noFill/>
            <a:prstDash val="solid"/>
            <a:miter/>
          </a:ln>
        </p:spPr>
        <p:txBody>
          <a:bodyPr vert="horz" wrap="square" lIns="91440" tIns="45720" rIns="91440" bIns="45720" rtlCol="0" anchor="ctr"/>
          <a:lstStyle/>
          <a:p>
            <a:pPr algn="l">
              <a:lnSpc>
                <a:spcPct val="110000"/>
              </a:lnSpc>
            </a:pPr>
            <a:endParaRPr kumimoji="1" lang="zh-CN" altLang="en-US"/>
          </a:p>
        </p:txBody>
      </p:sp>
      <p:sp>
        <p:nvSpPr>
          <p:cNvPr id="21" name="标题 1"/>
          <p:cNvSpPr txBox="1"/>
          <p:nvPr/>
        </p:nvSpPr>
        <p:spPr>
          <a:xfrm>
            <a:off x="660400" y="323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a:ea typeface="Source Han Sans CN Bold"/>
                <a:cs typeface="Source Han Sans CN Bold"/>
              </a:rPr>
              <a:t>条件编译</a:t>
            </a:r>
            <a:endParaRPr kumimoji="1" lang="zh-CN" altLang="en-US"/>
          </a:p>
        </p:txBody>
      </p:sp>
      <p:cxnSp>
        <p:nvCxnSpPr>
          <p:cNvPr id="22" name="标题 1"/>
          <p:cNvCxnSpPr/>
          <p:nvPr/>
        </p:nvCxnSpPr>
        <p:spPr>
          <a:xfrm>
            <a:off x="0" y="958850"/>
            <a:ext cx="12122150" cy="0"/>
          </a:xfrm>
          <a:prstGeom prst="line">
            <a:avLst/>
          </a:prstGeom>
          <a:noFill/>
          <a:ln w="28575" cap="sq">
            <a:solidFill>
              <a:schemeClr val="accent1"/>
            </a:solidFill>
            <a:miter/>
          </a:ln>
        </p:spPr>
      </p:cxnSp>
      <p:pic>
        <p:nvPicPr>
          <p:cNvPr id="24" name="图片 23">
            <a:extLst>
              <a:ext uri="{FF2B5EF4-FFF2-40B4-BE49-F238E27FC236}">
                <a16:creationId xmlns:a16="http://schemas.microsoft.com/office/drawing/2014/main" id="{49BE70E4-D6AD-5CE1-9FFD-99E1A35B3B4D}"/>
              </a:ext>
            </a:extLst>
          </p:cNvPr>
          <p:cNvPicPr>
            <a:picLocks noChangeAspect="1"/>
          </p:cNvPicPr>
          <p:nvPr/>
        </p:nvPicPr>
        <p:blipFill>
          <a:blip r:embed="rId2"/>
          <a:stretch>
            <a:fillRect/>
          </a:stretch>
        </p:blipFill>
        <p:spPr>
          <a:xfrm>
            <a:off x="4814866" y="5486115"/>
            <a:ext cx="2651760" cy="1337136"/>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57385"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12971575">
            <a:off x="6066310" y="973629"/>
            <a:ext cx="1859493" cy="1859493"/>
          </a:xfrm>
          <a:prstGeom prst="ellipse">
            <a:avLst/>
          </a:prstGeom>
          <a:gradFill>
            <a:gsLst>
              <a:gs pos="0">
                <a:schemeClr val="accent2">
                  <a:lumMod val="20000"/>
                  <a:lumOff val="80000"/>
                  <a:alpha val="0"/>
                </a:schemeClr>
              </a:gs>
              <a:gs pos="100000">
                <a:schemeClr val="accent2">
                  <a:alpha val="4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rot="20292424">
            <a:off x="-861535" y="-1870201"/>
            <a:ext cx="5517653" cy="5517653"/>
          </a:xfrm>
          <a:prstGeom prst="ellipse">
            <a:avLst/>
          </a:prstGeom>
          <a:gradFill>
            <a:gsLst>
              <a:gs pos="0">
                <a:schemeClr val="accent2">
                  <a:lumMod val="20000"/>
                  <a:lumOff val="80000"/>
                  <a:alpha val="10000"/>
                </a:schemeClr>
              </a:gs>
              <a:gs pos="100000">
                <a:schemeClr val="accent2">
                  <a:lumMod val="60000"/>
                  <a:lumOff val="40000"/>
                  <a:alpha val="32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266700" y="0"/>
            <a:ext cx="12192000" cy="6858000"/>
          </a:xfrm>
          <a:custGeom>
            <a:avLst/>
            <a:gdLst>
              <a:gd name="connsiteX0" fmla="*/ 113129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702116 h 6858000"/>
              <a:gd name="connsiteX5" fmla="*/ 35522 w 12192000"/>
              <a:gd name="connsiteY5" fmla="*/ 6686253 h 6858000"/>
              <a:gd name="connsiteX6" fmla="*/ 2463801 w 12192000"/>
              <a:gd name="connsiteY6" fmla="*/ 5867400 h 6858000"/>
              <a:gd name="connsiteX7" fmla="*/ 5219701 w 12192000"/>
              <a:gd name="connsiteY7" fmla="*/ 5918200 h 6858000"/>
              <a:gd name="connsiteX8" fmla="*/ 7010401 w 12192000"/>
              <a:gd name="connsiteY8" fmla="*/ 5283200 h 6858000"/>
              <a:gd name="connsiteX9" fmla="*/ 8267701 w 12192000"/>
              <a:gd name="connsiteY9" fmla="*/ 4368800 h 6858000"/>
              <a:gd name="connsiteX10" fmla="*/ 9753303 w 12192000"/>
              <a:gd name="connsiteY10" fmla="*/ 4102100 h 6858000"/>
              <a:gd name="connsiteX11" fmla="*/ 9775436 w 12192000"/>
              <a:gd name="connsiteY11" fmla="*/ 4096261 h 6858000"/>
              <a:gd name="connsiteX12" fmla="*/ 9872640 w 12192000"/>
              <a:gd name="connsiteY12" fmla="*/ 4085901 h 6858000"/>
              <a:gd name="connsiteX13" fmla="*/ 10871964 w 12192000"/>
              <a:gd name="connsiteY13" fmla="*/ 3011090 h 6858000"/>
              <a:gd name="connsiteX14" fmla="*/ 10879893 w 12192000"/>
              <a:gd name="connsiteY14" fmla="*/ 2929399 h 6858000"/>
              <a:gd name="connsiteX15" fmla="*/ 10896601 w 12192000"/>
              <a:gd name="connsiteY15" fmla="*/ 2844800 h 6858000"/>
              <a:gd name="connsiteX16" fmla="*/ 10899119 w 12192000"/>
              <a:gd name="connsiteY16" fmla="*/ 2673412 h 6858000"/>
              <a:gd name="connsiteX17" fmla="*/ 10885081 w 12192000"/>
              <a:gd name="connsiteY17" fmla="*/ 2593548 h 6858000"/>
              <a:gd name="connsiteX18" fmla="*/ 10877638 w 12192000"/>
              <a:gd name="connsiteY18" fmla="*/ 2498494 h 6858000"/>
              <a:gd name="connsiteX19" fmla="*/ 10816392 w 12192000"/>
              <a:gd name="connsiteY19" fmla="*/ 2262974 h 6858000"/>
              <a:gd name="connsiteX20" fmla="*/ 10744803 w 12192000"/>
              <a:gd name="connsiteY20" fmla="*/ 2108945 h 6858000"/>
              <a:gd name="connsiteX21" fmla="*/ 10738645 w 12192000"/>
              <a:gd name="connsiteY21" fmla="*/ 2091531 h 6858000"/>
              <a:gd name="connsiteX22" fmla="*/ 10541001 w 12192000"/>
              <a:gd name="connsiteY22" fmla="*/ 1371600 h 6858000"/>
              <a:gd name="connsiteX23" fmla="*/ 10544822 w 12192000"/>
              <a:gd name="connsiteY23" fmla="*/ 1332977 h 6858000"/>
              <a:gd name="connsiteX24" fmla="*/ 10541001 w 12192000"/>
              <a:gd name="connsiteY24" fmla="*/ 1257301 h 6858000"/>
              <a:gd name="connsiteX25" fmla="*/ 11308933 w 12192000"/>
              <a:gd name="connsiteY25" fmla="*/ 1821 h 6858000"/>
            </a:gdLst>
            <a:ahLst/>
            <a:cxnLst/>
            <a:rect l="l" t="t" r="r" b="b"/>
            <a:pathLst>
              <a:path w="12192000" h="6858000">
                <a:moveTo>
                  <a:pt x="11312928" y="0"/>
                </a:moveTo>
                <a:lnTo>
                  <a:pt x="12192000" y="0"/>
                </a:lnTo>
                <a:lnTo>
                  <a:pt x="12192000" y="6858000"/>
                </a:lnTo>
                <a:lnTo>
                  <a:pt x="0" y="6858000"/>
                </a:lnTo>
                <a:lnTo>
                  <a:pt x="0" y="6702116"/>
                </a:lnTo>
                <a:lnTo>
                  <a:pt x="35522" y="6686253"/>
                </a:lnTo>
                <a:cubicBezTo>
                  <a:pt x="678260" y="6404372"/>
                  <a:pt x="1757363" y="5991225"/>
                  <a:pt x="2463801" y="5867400"/>
                </a:cubicBezTo>
                <a:cubicBezTo>
                  <a:pt x="3405718" y="5702300"/>
                  <a:pt x="4461935" y="6015567"/>
                  <a:pt x="5219701" y="5918200"/>
                </a:cubicBezTo>
                <a:cubicBezTo>
                  <a:pt x="5977468" y="5820833"/>
                  <a:pt x="6502402" y="5541433"/>
                  <a:pt x="7010401" y="5283200"/>
                </a:cubicBezTo>
                <a:cubicBezTo>
                  <a:pt x="7518401" y="5024967"/>
                  <a:pt x="7742768" y="4588933"/>
                  <a:pt x="8267701" y="4368800"/>
                </a:cubicBezTo>
                <a:cubicBezTo>
                  <a:pt x="8661401" y="4203700"/>
                  <a:pt x="9282510" y="4200525"/>
                  <a:pt x="9753303" y="4102100"/>
                </a:cubicBezTo>
                <a:lnTo>
                  <a:pt x="9775436" y="4096261"/>
                </a:lnTo>
                <a:lnTo>
                  <a:pt x="9872640" y="4085901"/>
                </a:lnTo>
                <a:cubicBezTo>
                  <a:pt x="10350579" y="4007524"/>
                  <a:pt x="10765727" y="3583520"/>
                  <a:pt x="10871964" y="3011090"/>
                </a:cubicBezTo>
                <a:lnTo>
                  <a:pt x="10879893" y="2929399"/>
                </a:lnTo>
                <a:lnTo>
                  <a:pt x="10896601" y="2844800"/>
                </a:lnTo>
                <a:cubicBezTo>
                  <a:pt x="10904538" y="2790825"/>
                  <a:pt x="10904770" y="2733378"/>
                  <a:pt x="10899119" y="2673412"/>
                </a:cubicBezTo>
                <a:lnTo>
                  <a:pt x="10885081" y="2593548"/>
                </a:lnTo>
                <a:lnTo>
                  <a:pt x="10877638" y="2498494"/>
                </a:lnTo>
                <a:cubicBezTo>
                  <a:pt x="10863957" y="2417017"/>
                  <a:pt x="10843349" y="2338180"/>
                  <a:pt x="10816392" y="2262974"/>
                </a:cubicBezTo>
                <a:lnTo>
                  <a:pt x="10744803" y="2108945"/>
                </a:lnTo>
                <a:lnTo>
                  <a:pt x="10738645" y="2091531"/>
                </a:lnTo>
                <a:cubicBezTo>
                  <a:pt x="10640485" y="1825625"/>
                  <a:pt x="10535710" y="1565275"/>
                  <a:pt x="10541001" y="1371600"/>
                </a:cubicBezTo>
                <a:lnTo>
                  <a:pt x="10544822" y="1332977"/>
                </a:lnTo>
                <a:lnTo>
                  <a:pt x="10541001" y="1257301"/>
                </a:lnTo>
                <a:cubicBezTo>
                  <a:pt x="10541001" y="709879"/>
                  <a:pt x="10853029" y="235335"/>
                  <a:pt x="11308933" y="1821"/>
                </a:cubicBezTo>
                <a:close/>
              </a:path>
            </a:pathLst>
          </a:custGeom>
          <a:gradFill>
            <a:gsLst>
              <a:gs pos="0">
                <a:schemeClr val="accent2">
                  <a:alpha val="99000"/>
                </a:schemeClr>
              </a:gs>
              <a:gs pos="100000">
                <a:schemeClr val="accent2">
                  <a:lumMod val="40000"/>
                  <a:lumOff val="6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0" y="0"/>
            <a:ext cx="12192000" cy="6858000"/>
          </a:xfrm>
          <a:custGeom>
            <a:avLst/>
            <a:gdLst>
              <a:gd name="connsiteX0" fmla="*/ 113129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702116 h 6858000"/>
              <a:gd name="connsiteX5" fmla="*/ 35522 w 12192000"/>
              <a:gd name="connsiteY5" fmla="*/ 6686253 h 6858000"/>
              <a:gd name="connsiteX6" fmla="*/ 2463801 w 12192000"/>
              <a:gd name="connsiteY6" fmla="*/ 5867400 h 6858000"/>
              <a:gd name="connsiteX7" fmla="*/ 5219701 w 12192000"/>
              <a:gd name="connsiteY7" fmla="*/ 5918200 h 6858000"/>
              <a:gd name="connsiteX8" fmla="*/ 7010401 w 12192000"/>
              <a:gd name="connsiteY8" fmla="*/ 5283200 h 6858000"/>
              <a:gd name="connsiteX9" fmla="*/ 8267701 w 12192000"/>
              <a:gd name="connsiteY9" fmla="*/ 4368800 h 6858000"/>
              <a:gd name="connsiteX10" fmla="*/ 9753303 w 12192000"/>
              <a:gd name="connsiteY10" fmla="*/ 4102100 h 6858000"/>
              <a:gd name="connsiteX11" fmla="*/ 9775436 w 12192000"/>
              <a:gd name="connsiteY11" fmla="*/ 4096261 h 6858000"/>
              <a:gd name="connsiteX12" fmla="*/ 9872640 w 12192000"/>
              <a:gd name="connsiteY12" fmla="*/ 4085901 h 6858000"/>
              <a:gd name="connsiteX13" fmla="*/ 10871964 w 12192000"/>
              <a:gd name="connsiteY13" fmla="*/ 3011090 h 6858000"/>
              <a:gd name="connsiteX14" fmla="*/ 10879893 w 12192000"/>
              <a:gd name="connsiteY14" fmla="*/ 2929399 h 6858000"/>
              <a:gd name="connsiteX15" fmla="*/ 10896601 w 12192000"/>
              <a:gd name="connsiteY15" fmla="*/ 2844800 h 6858000"/>
              <a:gd name="connsiteX16" fmla="*/ 10899119 w 12192000"/>
              <a:gd name="connsiteY16" fmla="*/ 2673412 h 6858000"/>
              <a:gd name="connsiteX17" fmla="*/ 10885081 w 12192000"/>
              <a:gd name="connsiteY17" fmla="*/ 2593548 h 6858000"/>
              <a:gd name="connsiteX18" fmla="*/ 10877638 w 12192000"/>
              <a:gd name="connsiteY18" fmla="*/ 2498494 h 6858000"/>
              <a:gd name="connsiteX19" fmla="*/ 10816392 w 12192000"/>
              <a:gd name="connsiteY19" fmla="*/ 2262974 h 6858000"/>
              <a:gd name="connsiteX20" fmla="*/ 10744803 w 12192000"/>
              <a:gd name="connsiteY20" fmla="*/ 2108945 h 6858000"/>
              <a:gd name="connsiteX21" fmla="*/ 10738645 w 12192000"/>
              <a:gd name="connsiteY21" fmla="*/ 2091531 h 6858000"/>
              <a:gd name="connsiteX22" fmla="*/ 10541001 w 12192000"/>
              <a:gd name="connsiteY22" fmla="*/ 1371600 h 6858000"/>
              <a:gd name="connsiteX23" fmla="*/ 10544822 w 12192000"/>
              <a:gd name="connsiteY23" fmla="*/ 1332977 h 6858000"/>
              <a:gd name="connsiteX24" fmla="*/ 10541001 w 12192000"/>
              <a:gd name="connsiteY24" fmla="*/ 1257301 h 6858000"/>
              <a:gd name="connsiteX25" fmla="*/ 11308933 w 12192000"/>
              <a:gd name="connsiteY25" fmla="*/ 1821 h 6858000"/>
            </a:gdLst>
            <a:ahLst/>
            <a:cxnLst/>
            <a:rect l="l" t="t" r="r" b="b"/>
            <a:pathLst>
              <a:path w="12192000" h="6858000">
                <a:moveTo>
                  <a:pt x="11312928" y="0"/>
                </a:moveTo>
                <a:lnTo>
                  <a:pt x="12192000" y="0"/>
                </a:lnTo>
                <a:lnTo>
                  <a:pt x="12192000" y="6858000"/>
                </a:lnTo>
                <a:lnTo>
                  <a:pt x="0" y="6858000"/>
                </a:lnTo>
                <a:lnTo>
                  <a:pt x="0" y="6702116"/>
                </a:lnTo>
                <a:lnTo>
                  <a:pt x="35522" y="6686253"/>
                </a:lnTo>
                <a:cubicBezTo>
                  <a:pt x="678260" y="6404372"/>
                  <a:pt x="1757363" y="5991225"/>
                  <a:pt x="2463801" y="5867400"/>
                </a:cubicBezTo>
                <a:cubicBezTo>
                  <a:pt x="3405718" y="5702300"/>
                  <a:pt x="4461935" y="6015567"/>
                  <a:pt x="5219701" y="5918200"/>
                </a:cubicBezTo>
                <a:cubicBezTo>
                  <a:pt x="5977468" y="5820833"/>
                  <a:pt x="6502402" y="5541433"/>
                  <a:pt x="7010401" y="5283200"/>
                </a:cubicBezTo>
                <a:cubicBezTo>
                  <a:pt x="7518401" y="5024967"/>
                  <a:pt x="7742768" y="4588933"/>
                  <a:pt x="8267701" y="4368800"/>
                </a:cubicBezTo>
                <a:cubicBezTo>
                  <a:pt x="8661401" y="4203700"/>
                  <a:pt x="9282510" y="4200525"/>
                  <a:pt x="9753303" y="4102100"/>
                </a:cubicBezTo>
                <a:lnTo>
                  <a:pt x="9775436" y="4096261"/>
                </a:lnTo>
                <a:lnTo>
                  <a:pt x="9872640" y="4085901"/>
                </a:lnTo>
                <a:cubicBezTo>
                  <a:pt x="10350579" y="4007524"/>
                  <a:pt x="10765727" y="3583520"/>
                  <a:pt x="10871964" y="3011090"/>
                </a:cubicBezTo>
                <a:lnTo>
                  <a:pt x="10879893" y="2929399"/>
                </a:lnTo>
                <a:lnTo>
                  <a:pt x="10896601" y="2844800"/>
                </a:lnTo>
                <a:cubicBezTo>
                  <a:pt x="10904538" y="2790825"/>
                  <a:pt x="10904770" y="2733378"/>
                  <a:pt x="10899119" y="2673412"/>
                </a:cubicBezTo>
                <a:lnTo>
                  <a:pt x="10885081" y="2593548"/>
                </a:lnTo>
                <a:lnTo>
                  <a:pt x="10877638" y="2498494"/>
                </a:lnTo>
                <a:cubicBezTo>
                  <a:pt x="10863957" y="2417017"/>
                  <a:pt x="10843349" y="2338180"/>
                  <a:pt x="10816392" y="2262974"/>
                </a:cubicBezTo>
                <a:lnTo>
                  <a:pt x="10744803" y="2108945"/>
                </a:lnTo>
                <a:lnTo>
                  <a:pt x="10738645" y="2091531"/>
                </a:lnTo>
                <a:cubicBezTo>
                  <a:pt x="10640485" y="1825625"/>
                  <a:pt x="10535710" y="1565275"/>
                  <a:pt x="10541001" y="1371600"/>
                </a:cubicBezTo>
                <a:lnTo>
                  <a:pt x="10544822" y="1332977"/>
                </a:lnTo>
                <a:lnTo>
                  <a:pt x="10541001" y="1257301"/>
                </a:lnTo>
                <a:cubicBezTo>
                  <a:pt x="10541001" y="709879"/>
                  <a:pt x="10853029" y="235335"/>
                  <a:pt x="11308933" y="1821"/>
                </a:cubicBezTo>
                <a:close/>
              </a:path>
            </a:pathLst>
          </a:custGeom>
          <a:gradFill>
            <a:gsLst>
              <a:gs pos="27000">
                <a:schemeClr val="accent1"/>
              </a:gs>
              <a:gs pos="100000">
                <a:schemeClr val="accent2"/>
              </a:gs>
            </a:gsLst>
            <a:lin ang="108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7" name="图片 6"/>
          <p:cNvPicPr>
            <a:picLocks noChangeAspect="1"/>
          </p:cNvPicPr>
          <p:nvPr/>
        </p:nvPicPr>
        <p:blipFill>
          <a:blip r:embed="rId2">
            <a:alphaModFix/>
          </a:blip>
          <a:srcRect/>
          <a:stretch>
            <a:fillRect/>
          </a:stretch>
        </p:blipFill>
        <p:spPr>
          <a:xfrm>
            <a:off x="4038600" y="2485878"/>
            <a:ext cx="8118785" cy="4372121"/>
          </a:xfrm>
          <a:prstGeom prst="rect">
            <a:avLst/>
          </a:prstGeom>
          <a:noFill/>
          <a:ln>
            <a:noFill/>
          </a:ln>
        </p:spPr>
      </p:pic>
      <p:sp>
        <p:nvSpPr>
          <p:cNvPr id="8" name="标题 1"/>
          <p:cNvSpPr txBox="1"/>
          <p:nvPr/>
        </p:nvSpPr>
        <p:spPr>
          <a:xfrm>
            <a:off x="436052" y="2855974"/>
            <a:ext cx="6307734" cy="1986036"/>
          </a:xfrm>
          <a:prstGeom prst="rect">
            <a:avLst/>
          </a:prstGeom>
          <a:noFill/>
          <a:ln>
            <a:noFill/>
          </a:ln>
        </p:spPr>
        <p:txBody>
          <a:bodyPr vert="horz" wrap="square" lIns="91440" tIns="45720" rIns="91440" bIns="45720" rtlCol="0" anchor="t"/>
          <a:lstStyle/>
          <a:p>
            <a:pPr algn="l">
              <a:lnSpc>
                <a:spcPct val="130000"/>
              </a:lnSpc>
            </a:pPr>
            <a:r>
              <a:rPr kumimoji="1" lang="en-US" altLang="zh-CN" sz="4900">
                <a:ln w="12700">
                  <a:noFill/>
                </a:ln>
                <a:solidFill>
                  <a:srgbClr val="000000">
                    <a:alpha val="100000"/>
                  </a:srgbClr>
                </a:solidFill>
                <a:latin typeface="Source Han Sans CN Bold"/>
                <a:ea typeface="Source Han Sans CN Bold"/>
                <a:cs typeface="Source Han Sans CN Bold"/>
              </a:rPr>
              <a:t>结合设计方法和语法</a:t>
            </a:r>
            <a:endParaRPr kumimoji="1" lang="zh-CN" altLang="en-US"/>
          </a:p>
        </p:txBody>
      </p:sp>
      <p:sp>
        <p:nvSpPr>
          <p:cNvPr id="9" name="标题 1"/>
          <p:cNvSpPr txBox="1"/>
          <p:nvPr/>
        </p:nvSpPr>
        <p:spPr>
          <a:xfrm>
            <a:off x="8648700" y="2362379"/>
            <a:ext cx="610616" cy="610616"/>
          </a:xfrm>
          <a:prstGeom prst="ellipse">
            <a:avLst/>
          </a:prstGeom>
          <a:gradFill>
            <a:gsLst>
              <a:gs pos="0">
                <a:schemeClr val="accent1"/>
              </a:gs>
              <a:gs pos="100000">
                <a:schemeClr val="accent2"/>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9689076" y="1634397"/>
            <a:ext cx="353151" cy="353151"/>
          </a:xfrm>
          <a:prstGeom prst="ellipse">
            <a:avLst/>
          </a:prstGeom>
          <a:gradFill>
            <a:gsLst>
              <a:gs pos="0">
                <a:schemeClr val="accent3"/>
              </a:gs>
              <a:gs pos="100000">
                <a:schemeClr val="accent4"/>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538400" y="5483588"/>
            <a:ext cx="578874" cy="578874"/>
          </a:xfrm>
          <a:prstGeom prst="ellipse">
            <a:avLst/>
          </a:prstGeom>
          <a:gradFill>
            <a:gsLst>
              <a:gs pos="0">
                <a:schemeClr val="accent1"/>
              </a:gs>
              <a:gs pos="100000">
                <a:schemeClr val="accent2"/>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rot="1349991">
            <a:off x="11457839" y="586853"/>
            <a:ext cx="1539544" cy="1539544"/>
          </a:xfrm>
          <a:prstGeom prst="ellipse">
            <a:avLst/>
          </a:prstGeom>
          <a:gradFill>
            <a:gsLst>
              <a:gs pos="0">
                <a:schemeClr val="accent1">
                  <a:alpha val="68000"/>
                </a:schemeClr>
              </a:gs>
              <a:gs pos="100000">
                <a:schemeClr val="accent2">
                  <a:alpha val="6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2489" y="529552"/>
            <a:ext cx="3793799" cy="743548"/>
          </a:xfrm>
          <a:custGeom>
            <a:avLst/>
            <a:gdLst>
              <a:gd name="connsiteX0" fmla="*/ 0 w 3425499"/>
              <a:gd name="connsiteY0" fmla="*/ 0 h 743548"/>
              <a:gd name="connsiteX1" fmla="*/ 3053725 w 3425499"/>
              <a:gd name="connsiteY1" fmla="*/ 0 h 743548"/>
              <a:gd name="connsiteX2" fmla="*/ 3425499 w 3425499"/>
              <a:gd name="connsiteY2" fmla="*/ 371774 h 743548"/>
              <a:gd name="connsiteX3" fmla="*/ 3053725 w 3425499"/>
              <a:gd name="connsiteY3" fmla="*/ 743548 h 743548"/>
              <a:gd name="connsiteX4" fmla="*/ 0 w 3425499"/>
              <a:gd name="connsiteY4" fmla="*/ 743548 h 743548"/>
            </a:gdLst>
            <a:ahLst/>
            <a:cxnLst/>
            <a:rect l="l" t="t" r="r" b="b"/>
            <a:pathLst>
              <a:path w="3425499" h="743548">
                <a:moveTo>
                  <a:pt x="0" y="0"/>
                </a:moveTo>
                <a:lnTo>
                  <a:pt x="3053725" y="0"/>
                </a:lnTo>
                <a:cubicBezTo>
                  <a:pt x="3259050" y="0"/>
                  <a:pt x="3425499" y="166449"/>
                  <a:pt x="3425499" y="371774"/>
                </a:cubicBezTo>
                <a:cubicBezTo>
                  <a:pt x="3425499" y="577099"/>
                  <a:pt x="3259050" y="743548"/>
                  <a:pt x="3053725" y="743548"/>
                </a:cubicBezTo>
                <a:lnTo>
                  <a:pt x="0" y="743548"/>
                </a:ln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552822" y="717623"/>
            <a:ext cx="2958699" cy="367406"/>
          </a:xfrm>
          <a:custGeom>
            <a:avLst/>
            <a:gdLst>
              <a:gd name="connsiteX0" fmla="*/ 353068 w 1228797"/>
              <a:gd name="connsiteY0" fmla="*/ 146933 h 152590"/>
              <a:gd name="connsiteX1" fmla="*/ 353259 w 1228797"/>
              <a:gd name="connsiteY1" fmla="*/ 146971 h 152590"/>
              <a:gd name="connsiteX2" fmla="*/ 352878 w 1228797"/>
              <a:gd name="connsiteY2" fmla="*/ 146971 h 152590"/>
              <a:gd name="connsiteX3" fmla="*/ 463654 w 1228797"/>
              <a:gd name="connsiteY3" fmla="*/ 28766 h 152590"/>
              <a:gd name="connsiteX4" fmla="*/ 457368 w 1228797"/>
              <a:gd name="connsiteY4" fmla="*/ 35052 h 152590"/>
              <a:gd name="connsiteX5" fmla="*/ 457368 w 1228797"/>
              <a:gd name="connsiteY5" fmla="*/ 66866 h 152590"/>
              <a:gd name="connsiteX6" fmla="*/ 463464 w 1228797"/>
              <a:gd name="connsiteY6" fmla="*/ 73152 h 152590"/>
              <a:gd name="connsiteX7" fmla="*/ 463654 w 1228797"/>
              <a:gd name="connsiteY7" fmla="*/ 73152 h 152590"/>
              <a:gd name="connsiteX8" fmla="*/ 502611 w 1228797"/>
              <a:gd name="connsiteY8" fmla="*/ 73152 h 152590"/>
              <a:gd name="connsiteX9" fmla="*/ 525281 w 1228797"/>
              <a:gd name="connsiteY9" fmla="*/ 51911 h 152590"/>
              <a:gd name="connsiteX10" fmla="*/ 504450 w 1228797"/>
              <a:gd name="connsiteY10" fmla="*/ 28795 h 152590"/>
              <a:gd name="connsiteX11" fmla="*/ 503183 w 1228797"/>
              <a:gd name="connsiteY11" fmla="*/ 28766 h 152590"/>
              <a:gd name="connsiteX12" fmla="*/ 1154216 w 1228797"/>
              <a:gd name="connsiteY12" fmla="*/ 28194 h 152590"/>
              <a:gd name="connsiteX13" fmla="*/ 1154216 w 1228797"/>
              <a:gd name="connsiteY13" fmla="*/ 28765 h 152590"/>
              <a:gd name="connsiteX14" fmla="*/ 1104877 w 1228797"/>
              <a:gd name="connsiteY14" fmla="*/ 77914 h 152590"/>
              <a:gd name="connsiteX15" fmla="*/ 1154026 w 1228797"/>
              <a:gd name="connsiteY15" fmla="*/ 127254 h 152590"/>
              <a:gd name="connsiteX16" fmla="*/ 1203365 w 1228797"/>
              <a:gd name="connsiteY16" fmla="*/ 78105 h 152590"/>
              <a:gd name="connsiteX17" fmla="*/ 1203365 w 1228797"/>
              <a:gd name="connsiteY17" fmla="*/ 78009 h 152590"/>
              <a:gd name="connsiteX18" fmla="*/ 1154502 w 1228797"/>
              <a:gd name="connsiteY18" fmla="*/ 28195 h 152590"/>
              <a:gd name="connsiteX19" fmla="*/ 1154216 w 1228797"/>
              <a:gd name="connsiteY19" fmla="*/ 28194 h 152590"/>
              <a:gd name="connsiteX20" fmla="*/ 836558 w 1228797"/>
              <a:gd name="connsiteY20" fmla="*/ 25718 h 152590"/>
              <a:gd name="connsiteX21" fmla="*/ 787314 w 1228797"/>
              <a:gd name="connsiteY21" fmla="*/ 74962 h 152590"/>
              <a:gd name="connsiteX22" fmla="*/ 836558 w 1228797"/>
              <a:gd name="connsiteY22" fmla="*/ 124207 h 152590"/>
              <a:gd name="connsiteX23" fmla="*/ 885802 w 1228797"/>
              <a:gd name="connsiteY23" fmla="*/ 74962 h 152590"/>
              <a:gd name="connsiteX24" fmla="*/ 885802 w 1228797"/>
              <a:gd name="connsiteY24" fmla="*/ 74867 h 152590"/>
              <a:gd name="connsiteX25" fmla="*/ 836558 w 1228797"/>
              <a:gd name="connsiteY25" fmla="*/ 25718 h 152590"/>
              <a:gd name="connsiteX26" fmla="*/ 200954 w 1228797"/>
              <a:gd name="connsiteY26" fmla="*/ 25527 h 152590"/>
              <a:gd name="connsiteX27" fmla="*/ 200954 w 1228797"/>
              <a:gd name="connsiteY27" fmla="*/ 25908 h 152590"/>
              <a:gd name="connsiteX28" fmla="*/ 151424 w 1228797"/>
              <a:gd name="connsiteY28" fmla="*/ 75248 h 152590"/>
              <a:gd name="connsiteX29" fmla="*/ 200764 w 1228797"/>
              <a:gd name="connsiteY29" fmla="*/ 124778 h 152590"/>
              <a:gd name="connsiteX30" fmla="*/ 250294 w 1228797"/>
              <a:gd name="connsiteY30" fmla="*/ 75438 h 152590"/>
              <a:gd name="connsiteX31" fmla="*/ 250294 w 1228797"/>
              <a:gd name="connsiteY31" fmla="*/ 75248 h 152590"/>
              <a:gd name="connsiteX32" fmla="*/ 201145 w 1228797"/>
              <a:gd name="connsiteY32" fmla="*/ 25528 h 152590"/>
              <a:gd name="connsiteX33" fmla="*/ 200954 w 1228797"/>
              <a:gd name="connsiteY33" fmla="*/ 25527 h 152590"/>
              <a:gd name="connsiteX34" fmla="*/ 437841 w 1228797"/>
              <a:gd name="connsiteY34" fmla="*/ 3429 h 152590"/>
              <a:gd name="connsiteX35" fmla="*/ 502040 w 1228797"/>
              <a:gd name="connsiteY35" fmla="*/ 3429 h 152590"/>
              <a:gd name="connsiteX36" fmla="*/ 535949 w 1228797"/>
              <a:gd name="connsiteY36" fmla="*/ 16764 h 152590"/>
              <a:gd name="connsiteX37" fmla="*/ 550808 w 1228797"/>
              <a:gd name="connsiteY37" fmla="*/ 49340 h 152590"/>
              <a:gd name="connsiteX38" fmla="*/ 528615 w 1228797"/>
              <a:gd name="connsiteY38" fmla="*/ 91345 h 152590"/>
              <a:gd name="connsiteX39" fmla="*/ 526233 w 1228797"/>
              <a:gd name="connsiteY39" fmla="*/ 99251 h 152590"/>
              <a:gd name="connsiteX40" fmla="*/ 544712 w 1228797"/>
              <a:gd name="connsiteY40" fmla="*/ 138017 h 152590"/>
              <a:gd name="connsiteX41" fmla="*/ 541683 w 1228797"/>
              <a:gd name="connsiteY41" fmla="*/ 146377 h 152590"/>
              <a:gd name="connsiteX42" fmla="*/ 538997 w 1228797"/>
              <a:gd name="connsiteY42" fmla="*/ 146971 h 152590"/>
              <a:gd name="connsiteX43" fmla="*/ 525567 w 1228797"/>
              <a:gd name="connsiteY43" fmla="*/ 146971 h 152590"/>
              <a:gd name="connsiteX44" fmla="*/ 519947 w 1228797"/>
              <a:gd name="connsiteY44" fmla="*/ 143447 h 152590"/>
              <a:gd name="connsiteX45" fmla="*/ 500230 w 1228797"/>
              <a:gd name="connsiteY45" fmla="*/ 102203 h 152590"/>
              <a:gd name="connsiteX46" fmla="*/ 494611 w 1228797"/>
              <a:gd name="connsiteY46" fmla="*/ 98679 h 152590"/>
              <a:gd name="connsiteX47" fmla="*/ 463654 w 1228797"/>
              <a:gd name="connsiteY47" fmla="*/ 98679 h 152590"/>
              <a:gd name="connsiteX48" fmla="*/ 457368 w 1228797"/>
              <a:gd name="connsiteY48" fmla="*/ 104773 h 152590"/>
              <a:gd name="connsiteX49" fmla="*/ 457368 w 1228797"/>
              <a:gd name="connsiteY49" fmla="*/ 104966 h 152590"/>
              <a:gd name="connsiteX50" fmla="*/ 457368 w 1228797"/>
              <a:gd name="connsiteY50" fmla="*/ 140684 h 152590"/>
              <a:gd name="connsiteX51" fmla="*/ 451081 w 1228797"/>
              <a:gd name="connsiteY51" fmla="*/ 146971 h 152590"/>
              <a:gd name="connsiteX52" fmla="*/ 437841 w 1228797"/>
              <a:gd name="connsiteY52" fmla="*/ 146971 h 152590"/>
              <a:gd name="connsiteX53" fmla="*/ 431555 w 1228797"/>
              <a:gd name="connsiteY53" fmla="*/ 140684 h 152590"/>
              <a:gd name="connsiteX54" fmla="*/ 431555 w 1228797"/>
              <a:gd name="connsiteY54" fmla="*/ 9716 h 152590"/>
              <a:gd name="connsiteX55" fmla="*/ 437841 w 1228797"/>
              <a:gd name="connsiteY55" fmla="*/ 3429 h 152590"/>
              <a:gd name="connsiteX56" fmla="*/ 293633 w 1228797"/>
              <a:gd name="connsiteY56" fmla="*/ 3429 h 152590"/>
              <a:gd name="connsiteX57" fmla="*/ 306777 w 1228797"/>
              <a:gd name="connsiteY57" fmla="*/ 3429 h 152590"/>
              <a:gd name="connsiteX58" fmla="*/ 312683 w 1228797"/>
              <a:gd name="connsiteY58" fmla="*/ 9715 h 152590"/>
              <a:gd name="connsiteX59" fmla="*/ 312683 w 1228797"/>
              <a:gd name="connsiteY59" fmla="*/ 80677 h 152590"/>
              <a:gd name="connsiteX60" fmla="*/ 350592 w 1228797"/>
              <a:gd name="connsiteY60" fmla="*/ 123032 h 152590"/>
              <a:gd name="connsiteX61" fmla="*/ 392950 w 1228797"/>
              <a:gd name="connsiteY61" fmla="*/ 85118 h 152590"/>
              <a:gd name="connsiteX62" fmla="*/ 392978 w 1228797"/>
              <a:gd name="connsiteY62" fmla="*/ 81248 h 152590"/>
              <a:gd name="connsiteX63" fmla="*/ 392978 w 1228797"/>
              <a:gd name="connsiteY63" fmla="*/ 9715 h 152590"/>
              <a:gd name="connsiteX64" fmla="*/ 399265 w 1228797"/>
              <a:gd name="connsiteY64" fmla="*/ 3429 h 152590"/>
              <a:gd name="connsiteX65" fmla="*/ 412505 w 1228797"/>
              <a:gd name="connsiteY65" fmla="*/ 3429 h 152590"/>
              <a:gd name="connsiteX66" fmla="*/ 418696 w 1228797"/>
              <a:gd name="connsiteY66" fmla="*/ 9715 h 152590"/>
              <a:gd name="connsiteX67" fmla="*/ 418696 w 1228797"/>
              <a:gd name="connsiteY67" fmla="*/ 81153 h 152590"/>
              <a:gd name="connsiteX68" fmla="*/ 378496 w 1228797"/>
              <a:gd name="connsiteY68" fmla="*/ 141799 h 152590"/>
              <a:gd name="connsiteX69" fmla="*/ 353068 w 1228797"/>
              <a:gd name="connsiteY69" fmla="*/ 146933 h 152590"/>
              <a:gd name="connsiteX70" fmla="*/ 327634 w 1228797"/>
              <a:gd name="connsiteY70" fmla="*/ 141836 h 152590"/>
              <a:gd name="connsiteX71" fmla="*/ 287346 w 1228797"/>
              <a:gd name="connsiteY71" fmla="*/ 81248 h 152590"/>
              <a:gd name="connsiteX72" fmla="*/ 287346 w 1228797"/>
              <a:gd name="connsiteY72" fmla="*/ 81153 h 152590"/>
              <a:gd name="connsiteX73" fmla="*/ 287346 w 1228797"/>
              <a:gd name="connsiteY73" fmla="*/ 9715 h 152590"/>
              <a:gd name="connsiteX74" fmla="*/ 293633 w 1228797"/>
              <a:gd name="connsiteY74" fmla="*/ 3429 h 152590"/>
              <a:gd name="connsiteX75" fmla="*/ 6264 w 1228797"/>
              <a:gd name="connsiteY75" fmla="*/ 3333 h 152590"/>
              <a:gd name="connsiteX76" fmla="*/ 18646 w 1228797"/>
              <a:gd name="connsiteY76" fmla="*/ 3333 h 152590"/>
              <a:gd name="connsiteX77" fmla="*/ 23790 w 1228797"/>
              <a:gd name="connsiteY77" fmla="*/ 6000 h 152590"/>
              <a:gd name="connsiteX78" fmla="*/ 61890 w 1228797"/>
              <a:gd name="connsiteY78" fmla="*/ 59817 h 152590"/>
              <a:gd name="connsiteX79" fmla="*/ 67033 w 1228797"/>
              <a:gd name="connsiteY79" fmla="*/ 62388 h 152590"/>
              <a:gd name="connsiteX80" fmla="*/ 72081 w 1228797"/>
              <a:gd name="connsiteY80" fmla="*/ 59817 h 152590"/>
              <a:gd name="connsiteX81" fmla="*/ 110181 w 1228797"/>
              <a:gd name="connsiteY81" fmla="*/ 6000 h 152590"/>
              <a:gd name="connsiteX82" fmla="*/ 115325 w 1228797"/>
              <a:gd name="connsiteY82" fmla="*/ 3333 h 152590"/>
              <a:gd name="connsiteX83" fmla="*/ 127707 w 1228797"/>
              <a:gd name="connsiteY83" fmla="*/ 3333 h 152590"/>
              <a:gd name="connsiteX84" fmla="*/ 134065 w 1228797"/>
              <a:gd name="connsiteY84" fmla="*/ 9548 h 152590"/>
              <a:gd name="connsiteX85" fmla="*/ 132851 w 1228797"/>
              <a:gd name="connsiteY85" fmla="*/ 13335 h 152590"/>
              <a:gd name="connsiteX86" fmla="*/ 81702 w 1228797"/>
              <a:gd name="connsiteY86" fmla="*/ 83724 h 152590"/>
              <a:gd name="connsiteX87" fmla="*/ 79987 w 1228797"/>
              <a:gd name="connsiteY87" fmla="*/ 89154 h 152590"/>
              <a:gd name="connsiteX88" fmla="*/ 79987 w 1228797"/>
              <a:gd name="connsiteY88" fmla="*/ 140684 h 152590"/>
              <a:gd name="connsiteX89" fmla="*/ 73701 w 1228797"/>
              <a:gd name="connsiteY89" fmla="*/ 146970 h 152590"/>
              <a:gd name="connsiteX90" fmla="*/ 60270 w 1228797"/>
              <a:gd name="connsiteY90" fmla="*/ 146970 h 152590"/>
              <a:gd name="connsiteX91" fmla="*/ 53984 w 1228797"/>
              <a:gd name="connsiteY91" fmla="*/ 140684 h 152590"/>
              <a:gd name="connsiteX92" fmla="*/ 53984 w 1228797"/>
              <a:gd name="connsiteY92" fmla="*/ 89154 h 152590"/>
              <a:gd name="connsiteX93" fmla="*/ 52269 w 1228797"/>
              <a:gd name="connsiteY93" fmla="*/ 83724 h 152590"/>
              <a:gd name="connsiteX94" fmla="*/ 1215 w 1228797"/>
              <a:gd name="connsiteY94" fmla="*/ 13335 h 152590"/>
              <a:gd name="connsiteX95" fmla="*/ 2572 w 1228797"/>
              <a:gd name="connsiteY95" fmla="*/ 4549 h 152590"/>
              <a:gd name="connsiteX96" fmla="*/ 6264 w 1228797"/>
              <a:gd name="connsiteY96" fmla="*/ 3333 h 152590"/>
              <a:gd name="connsiteX97" fmla="*/ 1154026 w 1228797"/>
              <a:gd name="connsiteY97" fmla="*/ 3238 h 152590"/>
              <a:gd name="connsiteX98" fmla="*/ 1228797 w 1228797"/>
              <a:gd name="connsiteY98" fmla="*/ 77819 h 152590"/>
              <a:gd name="connsiteX99" fmla="*/ 1228797 w 1228797"/>
              <a:gd name="connsiteY99" fmla="*/ 77914 h 152590"/>
              <a:gd name="connsiteX100" fmla="*/ 1154216 w 1228797"/>
              <a:gd name="connsiteY100" fmla="*/ 152590 h 152590"/>
              <a:gd name="connsiteX101" fmla="*/ 1079445 w 1228797"/>
              <a:gd name="connsiteY101" fmla="*/ 78009 h 152590"/>
              <a:gd name="connsiteX102" fmla="*/ 1154026 w 1228797"/>
              <a:gd name="connsiteY102" fmla="*/ 3238 h 152590"/>
              <a:gd name="connsiteX103" fmla="*/ 646058 w 1228797"/>
              <a:gd name="connsiteY103" fmla="*/ 2096 h 152590"/>
              <a:gd name="connsiteX104" fmla="*/ 659774 w 1228797"/>
              <a:gd name="connsiteY104" fmla="*/ 2096 h 152590"/>
              <a:gd name="connsiteX105" fmla="*/ 666060 w 1228797"/>
              <a:gd name="connsiteY105" fmla="*/ 8382 h 152590"/>
              <a:gd name="connsiteX106" fmla="*/ 666060 w 1228797"/>
              <a:gd name="connsiteY106" fmla="*/ 116491 h 152590"/>
              <a:gd name="connsiteX107" fmla="*/ 672346 w 1228797"/>
              <a:gd name="connsiteY107" fmla="*/ 122778 h 152590"/>
              <a:gd name="connsiteX108" fmla="*/ 750166 w 1228797"/>
              <a:gd name="connsiteY108" fmla="*/ 122778 h 152590"/>
              <a:gd name="connsiteX109" fmla="*/ 756452 w 1228797"/>
              <a:gd name="connsiteY109" fmla="*/ 129064 h 152590"/>
              <a:gd name="connsiteX110" fmla="*/ 756452 w 1228797"/>
              <a:gd name="connsiteY110" fmla="*/ 141733 h 152590"/>
              <a:gd name="connsiteX111" fmla="*/ 750356 w 1228797"/>
              <a:gd name="connsiteY111" fmla="*/ 148019 h 152590"/>
              <a:gd name="connsiteX112" fmla="*/ 750166 w 1228797"/>
              <a:gd name="connsiteY112" fmla="*/ 148019 h 152590"/>
              <a:gd name="connsiteX113" fmla="*/ 646058 w 1228797"/>
              <a:gd name="connsiteY113" fmla="*/ 148019 h 152590"/>
              <a:gd name="connsiteX114" fmla="*/ 639771 w 1228797"/>
              <a:gd name="connsiteY114" fmla="*/ 141733 h 152590"/>
              <a:gd name="connsiteX115" fmla="*/ 639771 w 1228797"/>
              <a:gd name="connsiteY115" fmla="*/ 8382 h 152590"/>
              <a:gd name="connsiteX116" fmla="*/ 646058 w 1228797"/>
              <a:gd name="connsiteY116" fmla="*/ 2096 h 152590"/>
              <a:gd name="connsiteX117" fmla="*/ 995720 w 1228797"/>
              <a:gd name="connsiteY117" fmla="*/ 191 h 152590"/>
              <a:gd name="connsiteX118" fmla="*/ 1040488 w 1228797"/>
              <a:gd name="connsiteY118" fmla="*/ 15621 h 152590"/>
              <a:gd name="connsiteX119" fmla="*/ 1051060 w 1228797"/>
              <a:gd name="connsiteY119" fmla="*/ 25146 h 152590"/>
              <a:gd name="connsiteX120" fmla="*/ 1051251 w 1228797"/>
              <a:gd name="connsiteY120" fmla="*/ 25418 h 152590"/>
              <a:gd name="connsiteX121" fmla="*/ 1049536 w 1228797"/>
              <a:gd name="connsiteY121" fmla="*/ 34004 h 152590"/>
              <a:gd name="connsiteX122" fmla="*/ 1038964 w 1228797"/>
              <a:gd name="connsiteY122" fmla="*/ 41434 h 152590"/>
              <a:gd name="connsiteX123" fmla="*/ 1030867 w 1228797"/>
              <a:gd name="connsiteY123" fmla="*/ 40767 h 152590"/>
              <a:gd name="connsiteX124" fmla="*/ 1028010 w 1228797"/>
              <a:gd name="connsiteY124" fmla="*/ 38100 h 152590"/>
              <a:gd name="connsiteX125" fmla="*/ 1027343 w 1228797"/>
              <a:gd name="connsiteY125" fmla="*/ 37624 h 152590"/>
              <a:gd name="connsiteX126" fmla="*/ 995911 w 1228797"/>
              <a:gd name="connsiteY126" fmla="*/ 26194 h 152590"/>
              <a:gd name="connsiteX127" fmla="*/ 993815 w 1228797"/>
              <a:gd name="connsiteY127" fmla="*/ 26194 h 152590"/>
              <a:gd name="connsiteX128" fmla="*/ 990386 w 1228797"/>
              <a:gd name="connsiteY128" fmla="*/ 26194 h 152590"/>
              <a:gd name="connsiteX129" fmla="*/ 981623 w 1228797"/>
              <a:gd name="connsiteY129" fmla="*/ 28004 h 152590"/>
              <a:gd name="connsiteX130" fmla="*/ 947638 w 1228797"/>
              <a:gd name="connsiteY130" fmla="*/ 64456 h 152590"/>
              <a:gd name="connsiteX131" fmla="*/ 984957 w 1228797"/>
              <a:gd name="connsiteY131" fmla="*/ 123254 h 152590"/>
              <a:gd name="connsiteX132" fmla="*/ 988957 w 1228797"/>
              <a:gd name="connsiteY132" fmla="*/ 124016 h 152590"/>
              <a:gd name="connsiteX133" fmla="*/ 992291 w 1228797"/>
              <a:gd name="connsiteY133" fmla="*/ 122968 h 152590"/>
              <a:gd name="connsiteX134" fmla="*/ 1001816 w 1228797"/>
              <a:gd name="connsiteY134" fmla="*/ 122968 h 152590"/>
              <a:gd name="connsiteX135" fmla="*/ 1009150 w 1228797"/>
              <a:gd name="connsiteY135" fmla="*/ 121920 h 152590"/>
              <a:gd name="connsiteX136" fmla="*/ 1010484 w 1228797"/>
              <a:gd name="connsiteY136" fmla="*/ 121920 h 152590"/>
              <a:gd name="connsiteX137" fmla="*/ 1011817 w 1228797"/>
              <a:gd name="connsiteY137" fmla="*/ 121920 h 152590"/>
              <a:gd name="connsiteX138" fmla="*/ 1017437 w 1228797"/>
              <a:gd name="connsiteY138" fmla="*/ 119920 h 152590"/>
              <a:gd name="connsiteX139" fmla="*/ 1018580 w 1228797"/>
              <a:gd name="connsiteY139" fmla="*/ 119444 h 152590"/>
              <a:gd name="connsiteX140" fmla="*/ 1019723 w 1228797"/>
              <a:gd name="connsiteY140" fmla="*/ 118967 h 152590"/>
              <a:gd name="connsiteX141" fmla="*/ 1020866 w 1228797"/>
              <a:gd name="connsiteY141" fmla="*/ 118396 h 152590"/>
              <a:gd name="connsiteX142" fmla="*/ 1023438 w 1228797"/>
              <a:gd name="connsiteY142" fmla="*/ 117062 h 152590"/>
              <a:gd name="connsiteX143" fmla="*/ 1024200 w 1228797"/>
              <a:gd name="connsiteY143" fmla="*/ 116491 h 152590"/>
              <a:gd name="connsiteX144" fmla="*/ 1041154 w 1228797"/>
              <a:gd name="connsiteY144" fmla="*/ 95345 h 152590"/>
              <a:gd name="connsiteX145" fmla="*/ 1040202 w 1228797"/>
              <a:gd name="connsiteY145" fmla="*/ 90297 h 152590"/>
              <a:gd name="connsiteX146" fmla="*/ 1036106 w 1228797"/>
              <a:gd name="connsiteY146" fmla="*/ 88583 h 152590"/>
              <a:gd name="connsiteX147" fmla="*/ 1008579 w 1228797"/>
              <a:gd name="connsiteY147" fmla="*/ 88583 h 152590"/>
              <a:gd name="connsiteX148" fmla="*/ 1002292 w 1228797"/>
              <a:gd name="connsiteY148" fmla="*/ 82296 h 152590"/>
              <a:gd name="connsiteX149" fmla="*/ 1002292 w 1228797"/>
              <a:gd name="connsiteY149" fmla="*/ 69437 h 152590"/>
              <a:gd name="connsiteX150" fmla="*/ 1002292 w 1228797"/>
              <a:gd name="connsiteY150" fmla="*/ 69245 h 152590"/>
              <a:gd name="connsiteX151" fmla="*/ 1008579 w 1228797"/>
              <a:gd name="connsiteY151" fmla="*/ 63151 h 152590"/>
              <a:gd name="connsiteX152" fmla="*/ 1065729 w 1228797"/>
              <a:gd name="connsiteY152" fmla="*/ 63151 h 152590"/>
              <a:gd name="connsiteX153" fmla="*/ 1066205 w 1228797"/>
              <a:gd name="connsiteY153" fmla="*/ 63151 h 152590"/>
              <a:gd name="connsiteX154" fmla="*/ 1066777 w 1228797"/>
              <a:gd name="connsiteY154" fmla="*/ 63151 h 152590"/>
              <a:gd name="connsiteX155" fmla="*/ 1068205 w 1228797"/>
              <a:gd name="connsiteY155" fmla="*/ 68771 h 152590"/>
              <a:gd name="connsiteX156" fmla="*/ 1068205 w 1228797"/>
              <a:gd name="connsiteY156" fmla="*/ 80391 h 152590"/>
              <a:gd name="connsiteX157" fmla="*/ 1043155 w 1228797"/>
              <a:gd name="connsiteY157" fmla="*/ 136112 h 152590"/>
              <a:gd name="connsiteX158" fmla="*/ 1040869 w 1228797"/>
              <a:gd name="connsiteY158" fmla="*/ 138113 h 152590"/>
              <a:gd name="connsiteX159" fmla="*/ 1039630 w 1228797"/>
              <a:gd name="connsiteY159" fmla="*/ 139065 h 152590"/>
              <a:gd name="connsiteX160" fmla="*/ 1037249 w 1228797"/>
              <a:gd name="connsiteY160" fmla="*/ 140780 h 152590"/>
              <a:gd name="connsiteX161" fmla="*/ 1036011 w 1228797"/>
              <a:gd name="connsiteY161" fmla="*/ 141637 h 152590"/>
              <a:gd name="connsiteX162" fmla="*/ 1033630 w 1228797"/>
              <a:gd name="connsiteY162" fmla="*/ 143161 h 152590"/>
              <a:gd name="connsiteX163" fmla="*/ 1032391 w 1228797"/>
              <a:gd name="connsiteY163" fmla="*/ 143923 h 152590"/>
              <a:gd name="connsiteX164" fmla="*/ 1029915 w 1228797"/>
              <a:gd name="connsiteY164" fmla="*/ 145352 h 152590"/>
              <a:gd name="connsiteX165" fmla="*/ 1029343 w 1228797"/>
              <a:gd name="connsiteY165" fmla="*/ 145352 h 152590"/>
              <a:gd name="connsiteX166" fmla="*/ 1025343 w 1228797"/>
              <a:gd name="connsiteY166" fmla="*/ 147257 h 152590"/>
              <a:gd name="connsiteX167" fmla="*/ 1024676 w 1228797"/>
              <a:gd name="connsiteY167" fmla="*/ 147257 h 152590"/>
              <a:gd name="connsiteX168" fmla="*/ 1022104 w 1228797"/>
              <a:gd name="connsiteY168" fmla="*/ 148209 h 152590"/>
              <a:gd name="connsiteX169" fmla="*/ 1020866 w 1228797"/>
              <a:gd name="connsiteY169" fmla="*/ 148209 h 152590"/>
              <a:gd name="connsiteX170" fmla="*/ 1020104 w 1228797"/>
              <a:gd name="connsiteY170" fmla="*/ 148209 h 152590"/>
              <a:gd name="connsiteX171" fmla="*/ 1018009 w 1228797"/>
              <a:gd name="connsiteY171" fmla="*/ 148971 h 152590"/>
              <a:gd name="connsiteX172" fmla="*/ 1017151 w 1228797"/>
              <a:gd name="connsiteY172" fmla="*/ 148971 h 152590"/>
              <a:gd name="connsiteX173" fmla="*/ 1015913 w 1228797"/>
              <a:gd name="connsiteY173" fmla="*/ 148971 h 152590"/>
              <a:gd name="connsiteX174" fmla="*/ 1015056 w 1228797"/>
              <a:gd name="connsiteY174" fmla="*/ 148971 h 152590"/>
              <a:gd name="connsiteX175" fmla="*/ 1013151 w 1228797"/>
              <a:gd name="connsiteY175" fmla="*/ 149447 h 152590"/>
              <a:gd name="connsiteX176" fmla="*/ 1012103 w 1228797"/>
              <a:gd name="connsiteY176" fmla="*/ 149447 h 152590"/>
              <a:gd name="connsiteX177" fmla="*/ 1010960 w 1228797"/>
              <a:gd name="connsiteY177" fmla="*/ 149447 h 152590"/>
              <a:gd name="connsiteX178" fmla="*/ 1009912 w 1228797"/>
              <a:gd name="connsiteY178" fmla="*/ 149447 h 152590"/>
              <a:gd name="connsiteX179" fmla="*/ 1008103 w 1228797"/>
              <a:gd name="connsiteY179" fmla="*/ 149447 h 152590"/>
              <a:gd name="connsiteX180" fmla="*/ 1006960 w 1228797"/>
              <a:gd name="connsiteY180" fmla="*/ 149447 h 152590"/>
              <a:gd name="connsiteX181" fmla="*/ 1005817 w 1228797"/>
              <a:gd name="connsiteY181" fmla="*/ 149447 h 152590"/>
              <a:gd name="connsiteX182" fmla="*/ 1004578 w 1228797"/>
              <a:gd name="connsiteY182" fmla="*/ 149447 h 152590"/>
              <a:gd name="connsiteX183" fmla="*/ 1002864 w 1228797"/>
              <a:gd name="connsiteY183" fmla="*/ 149447 h 152590"/>
              <a:gd name="connsiteX184" fmla="*/ 995720 w 1228797"/>
              <a:gd name="connsiteY184" fmla="*/ 149447 h 152590"/>
              <a:gd name="connsiteX185" fmla="*/ 990386 w 1228797"/>
              <a:gd name="connsiteY185" fmla="*/ 149447 h 152590"/>
              <a:gd name="connsiteX186" fmla="*/ 918425 w 1228797"/>
              <a:gd name="connsiteY186" fmla="*/ 72152 h 152590"/>
              <a:gd name="connsiteX187" fmla="*/ 995720 w 1228797"/>
              <a:gd name="connsiteY187" fmla="*/ 191 h 152590"/>
              <a:gd name="connsiteX188" fmla="*/ 836558 w 1228797"/>
              <a:gd name="connsiteY188" fmla="*/ 191 h 152590"/>
              <a:gd name="connsiteX189" fmla="*/ 911234 w 1228797"/>
              <a:gd name="connsiteY189" fmla="*/ 74867 h 152590"/>
              <a:gd name="connsiteX190" fmla="*/ 836558 w 1228797"/>
              <a:gd name="connsiteY190" fmla="*/ 149543 h 152590"/>
              <a:gd name="connsiteX191" fmla="*/ 761882 w 1228797"/>
              <a:gd name="connsiteY191" fmla="*/ 74867 h 152590"/>
              <a:gd name="connsiteX192" fmla="*/ 836558 w 1228797"/>
              <a:gd name="connsiteY192" fmla="*/ 191 h 152590"/>
              <a:gd name="connsiteX193" fmla="*/ 200954 w 1228797"/>
              <a:gd name="connsiteY193" fmla="*/ 0 h 152590"/>
              <a:gd name="connsiteX194" fmla="*/ 275821 w 1228797"/>
              <a:gd name="connsiteY194" fmla="*/ 74867 h 152590"/>
              <a:gd name="connsiteX195" fmla="*/ 200954 w 1228797"/>
              <a:gd name="connsiteY195" fmla="*/ 149733 h 152590"/>
              <a:gd name="connsiteX196" fmla="*/ 126088 w 1228797"/>
              <a:gd name="connsiteY196" fmla="*/ 74867 h 152590"/>
              <a:gd name="connsiteX197" fmla="*/ 200954 w 1228797"/>
              <a:gd name="connsiteY197" fmla="*/ 0 h 152590"/>
            </a:gdLst>
            <a:ahLst/>
            <a:cxnLst/>
            <a:rect l="l" t="t" r="r" b="b"/>
            <a:pathLst>
              <a:path w="1228797" h="152590">
                <a:moveTo>
                  <a:pt x="353068" y="146933"/>
                </a:moveTo>
                <a:lnTo>
                  <a:pt x="353259" y="146971"/>
                </a:lnTo>
                <a:lnTo>
                  <a:pt x="352878" y="146971"/>
                </a:lnTo>
                <a:close/>
                <a:moveTo>
                  <a:pt x="463654" y="28766"/>
                </a:moveTo>
                <a:cubicBezTo>
                  <a:pt x="460187" y="28766"/>
                  <a:pt x="457368" y="31580"/>
                  <a:pt x="457368" y="35052"/>
                </a:cubicBezTo>
                <a:lnTo>
                  <a:pt x="457368" y="66866"/>
                </a:lnTo>
                <a:cubicBezTo>
                  <a:pt x="457311" y="70284"/>
                  <a:pt x="460044" y="73099"/>
                  <a:pt x="463464" y="73152"/>
                </a:cubicBezTo>
                <a:cubicBezTo>
                  <a:pt x="463530" y="73153"/>
                  <a:pt x="463588" y="73153"/>
                  <a:pt x="463654" y="73152"/>
                </a:cubicBezTo>
                <a:lnTo>
                  <a:pt x="502611" y="73152"/>
                </a:lnTo>
                <a:cubicBezTo>
                  <a:pt x="514613" y="73223"/>
                  <a:pt x="524576" y="63892"/>
                  <a:pt x="525281" y="51911"/>
                </a:cubicBezTo>
                <a:cubicBezTo>
                  <a:pt x="525910" y="39775"/>
                  <a:pt x="516585" y="29427"/>
                  <a:pt x="504450" y="28795"/>
                </a:cubicBezTo>
                <a:cubicBezTo>
                  <a:pt x="504031" y="28773"/>
                  <a:pt x="503602" y="28763"/>
                  <a:pt x="503183" y="28766"/>
                </a:cubicBezTo>
                <a:close/>
                <a:moveTo>
                  <a:pt x="1154216" y="28194"/>
                </a:moveTo>
                <a:lnTo>
                  <a:pt x="1154216" y="28765"/>
                </a:lnTo>
                <a:cubicBezTo>
                  <a:pt x="1127022" y="28713"/>
                  <a:pt x="1104934" y="50717"/>
                  <a:pt x="1104877" y="77914"/>
                </a:cubicBezTo>
                <a:cubicBezTo>
                  <a:pt x="1104820" y="105111"/>
                  <a:pt x="1126832" y="127201"/>
                  <a:pt x="1154026" y="127254"/>
                </a:cubicBezTo>
                <a:cubicBezTo>
                  <a:pt x="1181220" y="127306"/>
                  <a:pt x="1203308" y="105301"/>
                  <a:pt x="1203365" y="78105"/>
                </a:cubicBezTo>
                <a:cubicBezTo>
                  <a:pt x="1203365" y="78073"/>
                  <a:pt x="1203365" y="78041"/>
                  <a:pt x="1203365" y="78009"/>
                </a:cubicBezTo>
                <a:cubicBezTo>
                  <a:pt x="1203632" y="50761"/>
                  <a:pt x="1181753" y="28458"/>
                  <a:pt x="1154502" y="28195"/>
                </a:cubicBezTo>
                <a:cubicBezTo>
                  <a:pt x="1154407" y="28195"/>
                  <a:pt x="1154312" y="28194"/>
                  <a:pt x="1154216" y="28194"/>
                </a:cubicBezTo>
                <a:close/>
                <a:moveTo>
                  <a:pt x="836558" y="25718"/>
                </a:moveTo>
                <a:cubicBezTo>
                  <a:pt x="809364" y="25718"/>
                  <a:pt x="787314" y="47766"/>
                  <a:pt x="787314" y="74962"/>
                </a:cubicBezTo>
                <a:cubicBezTo>
                  <a:pt x="787314" y="102159"/>
                  <a:pt x="809364" y="124207"/>
                  <a:pt x="836558" y="124207"/>
                </a:cubicBezTo>
                <a:cubicBezTo>
                  <a:pt x="863752" y="124207"/>
                  <a:pt x="885802" y="102159"/>
                  <a:pt x="885802" y="74962"/>
                </a:cubicBezTo>
                <a:cubicBezTo>
                  <a:pt x="885802" y="74931"/>
                  <a:pt x="885802" y="74898"/>
                  <a:pt x="885802" y="74867"/>
                </a:cubicBezTo>
                <a:cubicBezTo>
                  <a:pt x="885745" y="47707"/>
                  <a:pt x="863714" y="25718"/>
                  <a:pt x="836558" y="25718"/>
                </a:cubicBezTo>
                <a:close/>
                <a:moveTo>
                  <a:pt x="200954" y="25527"/>
                </a:moveTo>
                <a:lnTo>
                  <a:pt x="200954" y="25908"/>
                </a:lnTo>
                <a:cubicBezTo>
                  <a:pt x="173652" y="25856"/>
                  <a:pt x="151477" y="47945"/>
                  <a:pt x="151424" y="75248"/>
                </a:cubicBezTo>
                <a:cubicBezTo>
                  <a:pt x="151372" y="102550"/>
                  <a:pt x="173462" y="124725"/>
                  <a:pt x="200764" y="124778"/>
                </a:cubicBezTo>
                <a:cubicBezTo>
                  <a:pt x="228063" y="124830"/>
                  <a:pt x="250237" y="102740"/>
                  <a:pt x="250294" y="75438"/>
                </a:cubicBezTo>
                <a:cubicBezTo>
                  <a:pt x="250294" y="75374"/>
                  <a:pt x="250294" y="75311"/>
                  <a:pt x="250294" y="75248"/>
                </a:cubicBezTo>
                <a:cubicBezTo>
                  <a:pt x="250456" y="47946"/>
                  <a:pt x="228444" y="25686"/>
                  <a:pt x="201145" y="25528"/>
                </a:cubicBezTo>
                <a:cubicBezTo>
                  <a:pt x="201078" y="25527"/>
                  <a:pt x="201021" y="25527"/>
                  <a:pt x="200954" y="25527"/>
                </a:cubicBezTo>
                <a:close/>
                <a:moveTo>
                  <a:pt x="437841" y="3429"/>
                </a:moveTo>
                <a:lnTo>
                  <a:pt x="502040" y="3429"/>
                </a:lnTo>
                <a:cubicBezTo>
                  <a:pt x="514623" y="3414"/>
                  <a:pt x="526748" y="8180"/>
                  <a:pt x="535949" y="16764"/>
                </a:cubicBezTo>
                <a:cubicBezTo>
                  <a:pt x="545074" y="25190"/>
                  <a:pt x="550427" y="36928"/>
                  <a:pt x="550808" y="49340"/>
                </a:cubicBezTo>
                <a:cubicBezTo>
                  <a:pt x="551303" y="66268"/>
                  <a:pt x="542883" y="82215"/>
                  <a:pt x="528615" y="91345"/>
                </a:cubicBezTo>
                <a:cubicBezTo>
                  <a:pt x="525881" y="92959"/>
                  <a:pt x="524852" y="96397"/>
                  <a:pt x="526233" y="99251"/>
                </a:cubicBezTo>
                <a:lnTo>
                  <a:pt x="544712" y="138017"/>
                </a:lnTo>
                <a:cubicBezTo>
                  <a:pt x="546188" y="141161"/>
                  <a:pt x="544826" y="144904"/>
                  <a:pt x="541683" y="146377"/>
                </a:cubicBezTo>
                <a:cubicBezTo>
                  <a:pt x="540845" y="146772"/>
                  <a:pt x="539930" y="146974"/>
                  <a:pt x="538997" y="146971"/>
                </a:cubicBezTo>
                <a:lnTo>
                  <a:pt x="525567" y="146971"/>
                </a:lnTo>
                <a:cubicBezTo>
                  <a:pt x="523166" y="146983"/>
                  <a:pt x="520976" y="145611"/>
                  <a:pt x="519947" y="143447"/>
                </a:cubicBezTo>
                <a:lnTo>
                  <a:pt x="500230" y="102203"/>
                </a:lnTo>
                <a:cubicBezTo>
                  <a:pt x="499221" y="100023"/>
                  <a:pt x="497011" y="98643"/>
                  <a:pt x="494611" y="98679"/>
                </a:cubicBezTo>
                <a:lnTo>
                  <a:pt x="463654" y="98679"/>
                </a:lnTo>
                <a:cubicBezTo>
                  <a:pt x="460235" y="98626"/>
                  <a:pt x="457425" y="101355"/>
                  <a:pt x="457368" y="104773"/>
                </a:cubicBezTo>
                <a:cubicBezTo>
                  <a:pt x="457368" y="104838"/>
                  <a:pt x="457368" y="104902"/>
                  <a:pt x="457368" y="104966"/>
                </a:cubicBezTo>
                <a:lnTo>
                  <a:pt x="457368" y="140684"/>
                </a:lnTo>
                <a:cubicBezTo>
                  <a:pt x="457368" y="144156"/>
                  <a:pt x="454558" y="146971"/>
                  <a:pt x="451081" y="146971"/>
                </a:cubicBezTo>
                <a:lnTo>
                  <a:pt x="437841" y="146971"/>
                </a:lnTo>
                <a:cubicBezTo>
                  <a:pt x="434365" y="146971"/>
                  <a:pt x="431555" y="144156"/>
                  <a:pt x="431555" y="140684"/>
                </a:cubicBezTo>
                <a:lnTo>
                  <a:pt x="431555" y="9716"/>
                </a:lnTo>
                <a:cubicBezTo>
                  <a:pt x="431603" y="6265"/>
                  <a:pt x="434393" y="3480"/>
                  <a:pt x="437841" y="3429"/>
                </a:cubicBezTo>
                <a:close/>
                <a:moveTo>
                  <a:pt x="293633" y="3429"/>
                </a:moveTo>
                <a:lnTo>
                  <a:pt x="306777" y="3429"/>
                </a:lnTo>
                <a:cubicBezTo>
                  <a:pt x="310101" y="3631"/>
                  <a:pt x="312692" y="6387"/>
                  <a:pt x="312683" y="9715"/>
                </a:cubicBezTo>
                <a:lnTo>
                  <a:pt x="312683" y="80677"/>
                </a:lnTo>
                <a:cubicBezTo>
                  <a:pt x="311454" y="102842"/>
                  <a:pt x="328427" y="121805"/>
                  <a:pt x="350592" y="123032"/>
                </a:cubicBezTo>
                <a:cubicBezTo>
                  <a:pt x="372757" y="124258"/>
                  <a:pt x="391721" y="107284"/>
                  <a:pt x="392950" y="85118"/>
                </a:cubicBezTo>
                <a:cubicBezTo>
                  <a:pt x="393026" y="83830"/>
                  <a:pt x="393035" y="82538"/>
                  <a:pt x="392978" y="81248"/>
                </a:cubicBezTo>
                <a:lnTo>
                  <a:pt x="392978" y="9715"/>
                </a:lnTo>
                <a:cubicBezTo>
                  <a:pt x="393026" y="6265"/>
                  <a:pt x="395817" y="3480"/>
                  <a:pt x="399265" y="3429"/>
                </a:cubicBezTo>
                <a:lnTo>
                  <a:pt x="412505" y="3429"/>
                </a:lnTo>
                <a:cubicBezTo>
                  <a:pt x="415943" y="3481"/>
                  <a:pt x="418696" y="6281"/>
                  <a:pt x="418696" y="9715"/>
                </a:cubicBezTo>
                <a:lnTo>
                  <a:pt x="418696" y="81153"/>
                </a:lnTo>
                <a:cubicBezTo>
                  <a:pt x="418696" y="108416"/>
                  <a:pt x="402119" y="131807"/>
                  <a:pt x="378496" y="141799"/>
                </a:cubicBezTo>
                <a:lnTo>
                  <a:pt x="353068" y="146933"/>
                </a:lnTo>
                <a:lnTo>
                  <a:pt x="327634" y="141836"/>
                </a:lnTo>
                <a:cubicBezTo>
                  <a:pt x="303998" y="131878"/>
                  <a:pt x="287389" y="108511"/>
                  <a:pt x="287346" y="81248"/>
                </a:cubicBezTo>
                <a:cubicBezTo>
                  <a:pt x="287346" y="81217"/>
                  <a:pt x="287346" y="81184"/>
                  <a:pt x="287346" y="81153"/>
                </a:cubicBezTo>
                <a:lnTo>
                  <a:pt x="287346" y="9715"/>
                </a:lnTo>
                <a:cubicBezTo>
                  <a:pt x="287394" y="6265"/>
                  <a:pt x="290184" y="3480"/>
                  <a:pt x="293633" y="3429"/>
                </a:cubicBezTo>
                <a:close/>
                <a:moveTo>
                  <a:pt x="6264" y="3333"/>
                </a:moveTo>
                <a:lnTo>
                  <a:pt x="18646" y="3333"/>
                </a:lnTo>
                <a:cubicBezTo>
                  <a:pt x="20692" y="3332"/>
                  <a:pt x="22611" y="4327"/>
                  <a:pt x="23790" y="6000"/>
                </a:cubicBezTo>
                <a:lnTo>
                  <a:pt x="61890" y="59817"/>
                </a:lnTo>
                <a:cubicBezTo>
                  <a:pt x="63109" y="61430"/>
                  <a:pt x="65011" y="62381"/>
                  <a:pt x="67033" y="62388"/>
                </a:cubicBezTo>
                <a:cubicBezTo>
                  <a:pt x="69032" y="62397"/>
                  <a:pt x="70913" y="61439"/>
                  <a:pt x="72081" y="59817"/>
                </a:cubicBezTo>
                <a:lnTo>
                  <a:pt x="110181" y="6000"/>
                </a:lnTo>
                <a:cubicBezTo>
                  <a:pt x="111360" y="4327"/>
                  <a:pt x="113279" y="3332"/>
                  <a:pt x="115325" y="3333"/>
                </a:cubicBezTo>
                <a:lnTo>
                  <a:pt x="127707" y="3333"/>
                </a:lnTo>
                <a:cubicBezTo>
                  <a:pt x="131179" y="3293"/>
                  <a:pt x="134026" y="6076"/>
                  <a:pt x="134065" y="9548"/>
                </a:cubicBezTo>
                <a:cubicBezTo>
                  <a:pt x="134082" y="10908"/>
                  <a:pt x="133655" y="12237"/>
                  <a:pt x="132851" y="13335"/>
                </a:cubicBezTo>
                <a:lnTo>
                  <a:pt x="81702" y="83724"/>
                </a:lnTo>
                <a:cubicBezTo>
                  <a:pt x="80555" y="85300"/>
                  <a:pt x="79953" y="87206"/>
                  <a:pt x="79987" y="89154"/>
                </a:cubicBezTo>
                <a:lnTo>
                  <a:pt x="79987" y="140684"/>
                </a:lnTo>
                <a:cubicBezTo>
                  <a:pt x="79987" y="144156"/>
                  <a:pt x="77172" y="146970"/>
                  <a:pt x="73701" y="146970"/>
                </a:cubicBezTo>
                <a:lnTo>
                  <a:pt x="60270" y="146970"/>
                </a:lnTo>
                <a:cubicBezTo>
                  <a:pt x="56798" y="146970"/>
                  <a:pt x="53984" y="144156"/>
                  <a:pt x="53984" y="140684"/>
                </a:cubicBezTo>
                <a:lnTo>
                  <a:pt x="53984" y="89154"/>
                </a:lnTo>
                <a:cubicBezTo>
                  <a:pt x="54018" y="87206"/>
                  <a:pt x="53416" y="85300"/>
                  <a:pt x="52269" y="83724"/>
                </a:cubicBezTo>
                <a:lnTo>
                  <a:pt x="1215" y="13335"/>
                </a:lnTo>
                <a:cubicBezTo>
                  <a:pt x="-836" y="10533"/>
                  <a:pt x="-229" y="6600"/>
                  <a:pt x="2572" y="4549"/>
                </a:cubicBezTo>
                <a:cubicBezTo>
                  <a:pt x="3643" y="3764"/>
                  <a:pt x="4936" y="3338"/>
                  <a:pt x="6264" y="3333"/>
                </a:cubicBezTo>
                <a:close/>
                <a:moveTo>
                  <a:pt x="1154026" y="3238"/>
                </a:moveTo>
                <a:cubicBezTo>
                  <a:pt x="1195269" y="3186"/>
                  <a:pt x="1228740" y="36577"/>
                  <a:pt x="1228797" y="77819"/>
                </a:cubicBezTo>
                <a:cubicBezTo>
                  <a:pt x="1228797" y="77850"/>
                  <a:pt x="1228797" y="77883"/>
                  <a:pt x="1228797" y="77914"/>
                </a:cubicBezTo>
                <a:cubicBezTo>
                  <a:pt x="1228740" y="119097"/>
                  <a:pt x="1195402" y="152485"/>
                  <a:pt x="1154216" y="152590"/>
                </a:cubicBezTo>
                <a:cubicBezTo>
                  <a:pt x="1112973" y="152642"/>
                  <a:pt x="1079502" y="119252"/>
                  <a:pt x="1079445" y="78009"/>
                </a:cubicBezTo>
                <a:cubicBezTo>
                  <a:pt x="1079388" y="36767"/>
                  <a:pt x="1112783" y="3290"/>
                  <a:pt x="1154026" y="3238"/>
                </a:cubicBezTo>
                <a:close/>
                <a:moveTo>
                  <a:pt x="646058" y="2096"/>
                </a:moveTo>
                <a:lnTo>
                  <a:pt x="659774" y="2096"/>
                </a:lnTo>
                <a:cubicBezTo>
                  <a:pt x="663250" y="2096"/>
                  <a:pt x="666060" y="4911"/>
                  <a:pt x="666060" y="8382"/>
                </a:cubicBezTo>
                <a:lnTo>
                  <a:pt x="666060" y="116491"/>
                </a:lnTo>
                <a:cubicBezTo>
                  <a:pt x="666060" y="119963"/>
                  <a:pt x="668870" y="122778"/>
                  <a:pt x="672346" y="122778"/>
                </a:cubicBezTo>
                <a:lnTo>
                  <a:pt x="750166" y="122778"/>
                </a:lnTo>
                <a:cubicBezTo>
                  <a:pt x="753633" y="122778"/>
                  <a:pt x="756452" y="125592"/>
                  <a:pt x="756452" y="129064"/>
                </a:cubicBezTo>
                <a:lnTo>
                  <a:pt x="756452" y="141733"/>
                </a:lnTo>
                <a:cubicBezTo>
                  <a:pt x="756509" y="145151"/>
                  <a:pt x="753776" y="147966"/>
                  <a:pt x="750356" y="148019"/>
                </a:cubicBezTo>
                <a:cubicBezTo>
                  <a:pt x="750290" y="148020"/>
                  <a:pt x="750232" y="148020"/>
                  <a:pt x="750166" y="148019"/>
                </a:cubicBezTo>
                <a:lnTo>
                  <a:pt x="646058" y="148019"/>
                </a:lnTo>
                <a:cubicBezTo>
                  <a:pt x="642581" y="148019"/>
                  <a:pt x="639771" y="145204"/>
                  <a:pt x="639771" y="141733"/>
                </a:cubicBezTo>
                <a:lnTo>
                  <a:pt x="639771" y="8382"/>
                </a:lnTo>
                <a:cubicBezTo>
                  <a:pt x="639819" y="4932"/>
                  <a:pt x="642609" y="2147"/>
                  <a:pt x="646058" y="2096"/>
                </a:cubicBezTo>
                <a:close/>
                <a:moveTo>
                  <a:pt x="995720" y="191"/>
                </a:moveTo>
                <a:cubicBezTo>
                  <a:pt x="1011922" y="355"/>
                  <a:pt x="1027629" y="5769"/>
                  <a:pt x="1040488" y="15621"/>
                </a:cubicBezTo>
                <a:cubicBezTo>
                  <a:pt x="1044298" y="18466"/>
                  <a:pt x="1047831" y="21654"/>
                  <a:pt x="1051060" y="25146"/>
                </a:cubicBezTo>
                <a:cubicBezTo>
                  <a:pt x="1051127" y="25235"/>
                  <a:pt x="1051194" y="25326"/>
                  <a:pt x="1051251" y="25418"/>
                </a:cubicBezTo>
                <a:cubicBezTo>
                  <a:pt x="1053146" y="28264"/>
                  <a:pt x="1052384" y="32107"/>
                  <a:pt x="1049536" y="34004"/>
                </a:cubicBezTo>
                <a:lnTo>
                  <a:pt x="1038964" y="41434"/>
                </a:lnTo>
                <a:cubicBezTo>
                  <a:pt x="1036478" y="43261"/>
                  <a:pt x="1033020" y="42976"/>
                  <a:pt x="1030867" y="40767"/>
                </a:cubicBezTo>
                <a:cubicBezTo>
                  <a:pt x="1029962" y="39830"/>
                  <a:pt x="1029010" y="38939"/>
                  <a:pt x="1028010" y="38100"/>
                </a:cubicBezTo>
                <a:cubicBezTo>
                  <a:pt x="1027753" y="37997"/>
                  <a:pt x="1027524" y="37834"/>
                  <a:pt x="1027343" y="37624"/>
                </a:cubicBezTo>
                <a:cubicBezTo>
                  <a:pt x="1018532" y="30242"/>
                  <a:pt x="1007407" y="26196"/>
                  <a:pt x="995911" y="26194"/>
                </a:cubicBezTo>
                <a:lnTo>
                  <a:pt x="993815" y="26194"/>
                </a:lnTo>
                <a:cubicBezTo>
                  <a:pt x="992672" y="26099"/>
                  <a:pt x="991529" y="26099"/>
                  <a:pt x="990386" y="26194"/>
                </a:cubicBezTo>
                <a:cubicBezTo>
                  <a:pt x="987414" y="26512"/>
                  <a:pt x="984481" y="27118"/>
                  <a:pt x="981623" y="28004"/>
                </a:cubicBezTo>
                <a:cubicBezTo>
                  <a:pt x="964526" y="33101"/>
                  <a:pt x="951524" y="47046"/>
                  <a:pt x="947638" y="64456"/>
                </a:cubicBezTo>
                <a:cubicBezTo>
                  <a:pt x="941704" y="90998"/>
                  <a:pt x="958411" y="117323"/>
                  <a:pt x="984957" y="123254"/>
                </a:cubicBezTo>
                <a:lnTo>
                  <a:pt x="988957" y="124016"/>
                </a:lnTo>
                <a:lnTo>
                  <a:pt x="992291" y="122968"/>
                </a:lnTo>
                <a:lnTo>
                  <a:pt x="1001816" y="122968"/>
                </a:lnTo>
                <a:cubicBezTo>
                  <a:pt x="1004274" y="122753"/>
                  <a:pt x="1006731" y="122403"/>
                  <a:pt x="1009150" y="121920"/>
                </a:cubicBezTo>
                <a:lnTo>
                  <a:pt x="1010484" y="121920"/>
                </a:lnTo>
                <a:lnTo>
                  <a:pt x="1011817" y="121920"/>
                </a:lnTo>
                <a:lnTo>
                  <a:pt x="1017437" y="119920"/>
                </a:lnTo>
                <a:lnTo>
                  <a:pt x="1018580" y="119444"/>
                </a:lnTo>
                <a:lnTo>
                  <a:pt x="1019723" y="118967"/>
                </a:lnTo>
                <a:lnTo>
                  <a:pt x="1020866" y="118396"/>
                </a:lnTo>
                <a:lnTo>
                  <a:pt x="1023438" y="117062"/>
                </a:lnTo>
                <a:lnTo>
                  <a:pt x="1024200" y="116491"/>
                </a:lnTo>
                <a:cubicBezTo>
                  <a:pt x="1031496" y="110931"/>
                  <a:pt x="1037316" y="103671"/>
                  <a:pt x="1041154" y="95345"/>
                </a:cubicBezTo>
                <a:cubicBezTo>
                  <a:pt x="1041764" y="93613"/>
                  <a:pt x="1041393" y="91690"/>
                  <a:pt x="1040202" y="90297"/>
                </a:cubicBezTo>
                <a:cubicBezTo>
                  <a:pt x="1039135" y="89178"/>
                  <a:pt x="1037649" y="88556"/>
                  <a:pt x="1036106" y="88583"/>
                </a:cubicBezTo>
                <a:lnTo>
                  <a:pt x="1008579" y="88583"/>
                </a:lnTo>
                <a:cubicBezTo>
                  <a:pt x="1005102" y="88583"/>
                  <a:pt x="1002292" y="85768"/>
                  <a:pt x="1002292" y="82296"/>
                </a:cubicBezTo>
                <a:lnTo>
                  <a:pt x="1002292" y="69437"/>
                </a:lnTo>
                <a:cubicBezTo>
                  <a:pt x="1002292" y="69373"/>
                  <a:pt x="1002292" y="69310"/>
                  <a:pt x="1002292" y="69245"/>
                </a:cubicBezTo>
                <a:cubicBezTo>
                  <a:pt x="1002350" y="65826"/>
                  <a:pt x="1005159" y="63097"/>
                  <a:pt x="1008579" y="63151"/>
                </a:cubicBezTo>
                <a:lnTo>
                  <a:pt x="1065729" y="63151"/>
                </a:lnTo>
                <a:lnTo>
                  <a:pt x="1066205" y="63151"/>
                </a:lnTo>
                <a:lnTo>
                  <a:pt x="1066777" y="63151"/>
                </a:lnTo>
                <a:cubicBezTo>
                  <a:pt x="1068139" y="64680"/>
                  <a:pt x="1068672" y="66776"/>
                  <a:pt x="1068205" y="68771"/>
                </a:cubicBezTo>
                <a:lnTo>
                  <a:pt x="1068205" y="80391"/>
                </a:lnTo>
                <a:cubicBezTo>
                  <a:pt x="1068244" y="101700"/>
                  <a:pt x="1059119" y="121997"/>
                  <a:pt x="1043155" y="136112"/>
                </a:cubicBezTo>
                <a:lnTo>
                  <a:pt x="1040869" y="138113"/>
                </a:lnTo>
                <a:lnTo>
                  <a:pt x="1039630" y="139065"/>
                </a:lnTo>
                <a:cubicBezTo>
                  <a:pt x="1038878" y="139697"/>
                  <a:pt x="1038087" y="140270"/>
                  <a:pt x="1037249" y="140780"/>
                </a:cubicBezTo>
                <a:lnTo>
                  <a:pt x="1036011" y="141637"/>
                </a:lnTo>
                <a:lnTo>
                  <a:pt x="1033630" y="143161"/>
                </a:lnTo>
                <a:lnTo>
                  <a:pt x="1032391" y="143923"/>
                </a:lnTo>
                <a:lnTo>
                  <a:pt x="1029915" y="145352"/>
                </a:lnTo>
                <a:lnTo>
                  <a:pt x="1029343" y="145352"/>
                </a:lnTo>
                <a:lnTo>
                  <a:pt x="1025343" y="147257"/>
                </a:lnTo>
                <a:lnTo>
                  <a:pt x="1024676" y="147257"/>
                </a:lnTo>
                <a:lnTo>
                  <a:pt x="1022104" y="148209"/>
                </a:lnTo>
                <a:lnTo>
                  <a:pt x="1020866" y="148209"/>
                </a:lnTo>
                <a:lnTo>
                  <a:pt x="1020104" y="148209"/>
                </a:lnTo>
                <a:lnTo>
                  <a:pt x="1018009" y="148971"/>
                </a:lnTo>
                <a:lnTo>
                  <a:pt x="1017151" y="148971"/>
                </a:lnTo>
                <a:lnTo>
                  <a:pt x="1015913" y="148971"/>
                </a:lnTo>
                <a:lnTo>
                  <a:pt x="1015056" y="148971"/>
                </a:lnTo>
                <a:lnTo>
                  <a:pt x="1013151" y="149447"/>
                </a:lnTo>
                <a:lnTo>
                  <a:pt x="1012103" y="149447"/>
                </a:lnTo>
                <a:lnTo>
                  <a:pt x="1010960" y="149447"/>
                </a:lnTo>
                <a:lnTo>
                  <a:pt x="1009912" y="149447"/>
                </a:lnTo>
                <a:lnTo>
                  <a:pt x="1008103" y="149447"/>
                </a:lnTo>
                <a:lnTo>
                  <a:pt x="1006960" y="149447"/>
                </a:lnTo>
                <a:lnTo>
                  <a:pt x="1005817" y="149447"/>
                </a:lnTo>
                <a:lnTo>
                  <a:pt x="1004578" y="149447"/>
                </a:lnTo>
                <a:lnTo>
                  <a:pt x="1002864" y="149447"/>
                </a:lnTo>
                <a:lnTo>
                  <a:pt x="995720" y="149447"/>
                </a:lnTo>
                <a:cubicBezTo>
                  <a:pt x="993939" y="149511"/>
                  <a:pt x="992167" y="149511"/>
                  <a:pt x="990386" y="149447"/>
                </a:cubicBezTo>
                <a:cubicBezTo>
                  <a:pt x="949171" y="147975"/>
                  <a:pt x="916948" y="113368"/>
                  <a:pt x="918425" y="72152"/>
                </a:cubicBezTo>
                <a:cubicBezTo>
                  <a:pt x="919901" y="30936"/>
                  <a:pt x="954505" y="-1282"/>
                  <a:pt x="995720" y="191"/>
                </a:cubicBezTo>
                <a:close/>
                <a:moveTo>
                  <a:pt x="836558" y="191"/>
                </a:moveTo>
                <a:cubicBezTo>
                  <a:pt x="877801" y="191"/>
                  <a:pt x="911234" y="33625"/>
                  <a:pt x="911234" y="74867"/>
                </a:cubicBezTo>
                <a:cubicBezTo>
                  <a:pt x="911234" y="116109"/>
                  <a:pt x="877801" y="149543"/>
                  <a:pt x="836558" y="149543"/>
                </a:cubicBezTo>
                <a:cubicBezTo>
                  <a:pt x="795315" y="149543"/>
                  <a:pt x="761882" y="116109"/>
                  <a:pt x="761882" y="74867"/>
                </a:cubicBezTo>
                <a:cubicBezTo>
                  <a:pt x="761882" y="33625"/>
                  <a:pt x="795315" y="191"/>
                  <a:pt x="836558" y="191"/>
                </a:cubicBezTo>
                <a:close/>
                <a:moveTo>
                  <a:pt x="200954" y="0"/>
                </a:moveTo>
                <a:cubicBezTo>
                  <a:pt x="242302" y="0"/>
                  <a:pt x="275821" y="33518"/>
                  <a:pt x="275821" y="74867"/>
                </a:cubicBezTo>
                <a:cubicBezTo>
                  <a:pt x="275821" y="116215"/>
                  <a:pt x="242302" y="149733"/>
                  <a:pt x="200954" y="149733"/>
                </a:cubicBezTo>
                <a:cubicBezTo>
                  <a:pt x="159606" y="149733"/>
                  <a:pt x="126088" y="116215"/>
                  <a:pt x="126088" y="74867"/>
                </a:cubicBezTo>
                <a:cubicBezTo>
                  <a:pt x="126088" y="33518"/>
                  <a:pt x="159606" y="0"/>
                  <a:pt x="200954" y="0"/>
                </a:cubicBezTo>
                <a:close/>
              </a:path>
            </a:pathLst>
          </a:cu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291756" y="1819663"/>
            <a:ext cx="2489629" cy="1038204"/>
          </a:xfrm>
          <a:prstGeom prst="rect">
            <a:avLst/>
          </a:prstGeom>
          <a:noFill/>
          <a:ln>
            <a:noFill/>
          </a:ln>
        </p:spPr>
        <p:txBody>
          <a:bodyPr vert="horz" wrap="square" lIns="91440" tIns="45720" rIns="91440" bIns="0" rtlCol="0" anchor="b"/>
          <a:lstStyle/>
          <a:p>
            <a:pPr algn="r">
              <a:lnSpc>
                <a:spcPct val="110000"/>
              </a:lnSpc>
            </a:pPr>
            <a:r>
              <a:rPr kumimoji="1" lang="en-US" altLang="zh-CN" sz="6600">
                <a:ln w="12700">
                  <a:noFill/>
                </a:ln>
                <a:solidFill>
                  <a:srgbClr val="1467F7">
                    <a:alpha val="100000"/>
                  </a:srgbClr>
                </a:solidFill>
                <a:latin typeface="Source Han Sans CN Bold"/>
                <a:ea typeface="Source Han Sans CN Bold"/>
                <a:cs typeface="Source Han Sans CN Bold"/>
              </a:rPr>
              <a:t>PART</a:t>
            </a:r>
            <a:endParaRPr kumimoji="1" lang="zh-CN" altLang="en-US"/>
          </a:p>
        </p:txBody>
      </p:sp>
      <p:sp>
        <p:nvSpPr>
          <p:cNvPr id="16" name="标题 1"/>
          <p:cNvSpPr txBox="1"/>
          <p:nvPr/>
        </p:nvSpPr>
        <p:spPr>
          <a:xfrm>
            <a:off x="2866742" y="896284"/>
            <a:ext cx="1248058" cy="1961583"/>
          </a:xfrm>
          <a:prstGeom prst="rect">
            <a:avLst/>
          </a:prstGeom>
          <a:noFill/>
          <a:ln>
            <a:noFill/>
          </a:ln>
        </p:spPr>
        <p:txBody>
          <a:bodyPr vert="horz" wrap="square" lIns="91440" tIns="45720" rIns="91440" bIns="0" rtlCol="0" anchor="b"/>
          <a:lstStyle/>
          <a:p>
            <a:pPr algn="l">
              <a:lnSpc>
                <a:spcPct val="110000"/>
              </a:lnSpc>
            </a:pPr>
            <a:r>
              <a:rPr kumimoji="1" lang="en-US" altLang="zh-CN" sz="6600">
                <a:ln w="12700">
                  <a:noFill/>
                </a:ln>
                <a:solidFill>
                  <a:srgbClr val="1467F7">
                    <a:alpha val="100000"/>
                  </a:srgbClr>
                </a:solidFill>
                <a:latin typeface="Source Han Sans CN Bold"/>
                <a:ea typeface="Source Han Sans CN Bold"/>
                <a:cs typeface="Source Han Sans CN Bold"/>
              </a:rPr>
              <a:t>09</a:t>
            </a:r>
            <a:endParaRPr kumimoji="1"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660400" y="2516227"/>
            <a:ext cx="3419218" cy="3452773"/>
          </a:xfrm>
          <a:prstGeom prst="rect">
            <a:avLst/>
          </a:prstGeom>
          <a:solidFill>
            <a:schemeClr val="bg1"/>
          </a:solidFill>
          <a:ln w="12700" cap="sq">
            <a:solidFill>
              <a:schemeClr val="accent1"/>
            </a:solidFill>
          </a:ln>
          <a:effectLst/>
        </p:spPr>
        <p:txBody>
          <a:bodyPr vert="horz" wrap="square" lIns="91440" tIns="45720" rIns="91440" bIns="45720" rtlCol="0" anchor="t"/>
          <a:lstStyle/>
          <a:p>
            <a:pPr algn="l">
              <a:lnSpc>
                <a:spcPct val="110000"/>
              </a:lnSpc>
            </a:pPr>
            <a:endParaRPr kumimoji="1" lang="zh-CN" altLang="en-US"/>
          </a:p>
        </p:txBody>
      </p:sp>
      <p:sp>
        <p:nvSpPr>
          <p:cNvPr id="4" name="标题 1"/>
          <p:cNvSpPr txBox="1"/>
          <p:nvPr/>
        </p:nvSpPr>
        <p:spPr>
          <a:xfrm>
            <a:off x="646923" y="1548102"/>
            <a:ext cx="3434266" cy="814106"/>
          </a:xfrm>
          <a:prstGeom prst="rect">
            <a:avLst/>
          </a:prstGeom>
          <a:solidFill>
            <a:schemeClr val="bg1"/>
          </a:solidFill>
          <a:ln w="12700" cap="sq">
            <a:solidFill>
              <a:schemeClr val="accent1"/>
            </a:solidFill>
          </a:ln>
          <a:effectLst/>
        </p:spPr>
        <p:txBody>
          <a:bodyPr vert="horz" wrap="square" lIns="91440" tIns="45720" rIns="91440" bIns="45720" rtlCol="0" anchor="t"/>
          <a:lstStyle/>
          <a:p>
            <a:pPr algn="l">
              <a:lnSpc>
                <a:spcPct val="110000"/>
              </a:lnSpc>
            </a:pPr>
            <a:endParaRPr kumimoji="1" lang="zh-CN" altLang="en-US"/>
          </a:p>
        </p:txBody>
      </p:sp>
      <p:sp>
        <p:nvSpPr>
          <p:cNvPr id="5" name="标题 1"/>
          <p:cNvSpPr txBox="1"/>
          <p:nvPr/>
        </p:nvSpPr>
        <p:spPr>
          <a:xfrm>
            <a:off x="8096290" y="2516227"/>
            <a:ext cx="3435270" cy="3452773"/>
          </a:xfrm>
          <a:prstGeom prst="rect">
            <a:avLst/>
          </a:prstGeom>
          <a:solidFill>
            <a:schemeClr val="bg1"/>
          </a:solidFill>
          <a:ln w="12700" cap="sq">
            <a:solidFill>
              <a:schemeClr val="accent1"/>
            </a:solidFill>
          </a:ln>
          <a:effectLst/>
        </p:spPr>
        <p:txBody>
          <a:bodyPr vert="horz" wrap="square" lIns="91440" tIns="45720" rIns="91440" bIns="45720" rtlCol="0" anchor="t"/>
          <a:lstStyle/>
          <a:p>
            <a:pPr algn="l">
              <a:lnSpc>
                <a:spcPct val="110000"/>
              </a:lnSpc>
            </a:pPr>
            <a:endParaRPr kumimoji="1" lang="zh-CN" altLang="en-US"/>
          </a:p>
        </p:txBody>
      </p:sp>
      <p:sp>
        <p:nvSpPr>
          <p:cNvPr id="6" name="标题 1"/>
          <p:cNvSpPr txBox="1"/>
          <p:nvPr/>
        </p:nvSpPr>
        <p:spPr>
          <a:xfrm>
            <a:off x="8096290" y="1548102"/>
            <a:ext cx="3435270" cy="814106"/>
          </a:xfrm>
          <a:prstGeom prst="rect">
            <a:avLst/>
          </a:prstGeom>
          <a:solidFill>
            <a:schemeClr val="bg1"/>
          </a:solidFill>
          <a:ln w="12700" cap="sq">
            <a:solidFill>
              <a:schemeClr val="accent1"/>
            </a:solidFill>
          </a:ln>
          <a:effectLst/>
        </p:spPr>
        <p:txBody>
          <a:bodyPr vert="horz" wrap="square" lIns="91440" tIns="45720" rIns="91440" bIns="45720" rtlCol="0" anchor="t"/>
          <a:lstStyle/>
          <a:p>
            <a:pPr algn="l">
              <a:lnSpc>
                <a:spcPct val="110000"/>
              </a:lnSpc>
            </a:pPr>
            <a:endParaRPr kumimoji="1" lang="zh-CN" altLang="en-US"/>
          </a:p>
        </p:txBody>
      </p:sp>
      <p:sp>
        <p:nvSpPr>
          <p:cNvPr id="7" name="标题 1"/>
          <p:cNvSpPr txBox="1"/>
          <p:nvPr/>
        </p:nvSpPr>
        <p:spPr>
          <a:xfrm>
            <a:off x="4385101" y="2516227"/>
            <a:ext cx="3435270" cy="3452773"/>
          </a:xfrm>
          <a:prstGeom prst="rect">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a:off x="4385101" y="1549000"/>
            <a:ext cx="3435270" cy="813152"/>
          </a:xfrm>
          <a:prstGeom prst="rect">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875479" y="2715760"/>
            <a:ext cx="2989060" cy="548140"/>
          </a:xfrm>
          <a:prstGeom prst="rect">
            <a:avLst/>
          </a:prstGeom>
          <a:noFill/>
          <a:ln>
            <a:noFill/>
          </a:ln>
        </p:spPr>
        <p:txBody>
          <a:bodyPr vert="horz" wrap="square" lIns="0" tIns="0" rIns="0" bIns="0" rtlCol="0" anchor="ctr"/>
          <a:lstStyle/>
          <a:p>
            <a:pPr algn="ctr">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组合逻辑的描述</a:t>
            </a:r>
            <a:endParaRPr kumimoji="1" lang="zh-CN" altLang="en-US"/>
          </a:p>
        </p:txBody>
      </p:sp>
      <p:sp>
        <p:nvSpPr>
          <p:cNvPr id="10" name="标题 1"/>
          <p:cNvSpPr txBox="1"/>
          <p:nvPr/>
        </p:nvSpPr>
        <p:spPr>
          <a:xfrm>
            <a:off x="4608206" y="2715760"/>
            <a:ext cx="2989060" cy="548140"/>
          </a:xfrm>
          <a:prstGeom prst="rect">
            <a:avLst/>
          </a:prstGeom>
          <a:noFill/>
          <a:ln>
            <a:noFill/>
          </a:ln>
        </p:spPr>
        <p:txBody>
          <a:bodyPr vert="horz" wrap="square" lIns="0" tIns="0" rIns="0" bIns="0" rtlCol="0" anchor="ctr"/>
          <a:lstStyle/>
          <a:p>
            <a:pPr algn="ctr">
              <a:lnSpc>
                <a:spcPct val="130000"/>
              </a:lnSpc>
            </a:pPr>
            <a:r>
              <a:rPr kumimoji="1" lang="en-US" altLang="zh-CN" sz="1600">
                <a:ln w="12700">
                  <a:noFill/>
                </a:ln>
                <a:solidFill>
                  <a:srgbClr val="FFFFFF">
                    <a:alpha val="100000"/>
                  </a:srgbClr>
                </a:solidFill>
                <a:latin typeface="Source Han Sans CN Bold"/>
                <a:ea typeface="Source Han Sans CN Bold"/>
                <a:cs typeface="Source Han Sans CN Bold"/>
              </a:rPr>
              <a:t>组合逻辑的应用</a:t>
            </a:r>
            <a:endParaRPr kumimoji="1" lang="zh-CN" altLang="en-US"/>
          </a:p>
        </p:txBody>
      </p:sp>
      <p:sp>
        <p:nvSpPr>
          <p:cNvPr id="11" name="标题 1"/>
          <p:cNvSpPr txBox="1"/>
          <p:nvPr/>
        </p:nvSpPr>
        <p:spPr>
          <a:xfrm>
            <a:off x="8319395" y="2715760"/>
            <a:ext cx="2989060" cy="548140"/>
          </a:xfrm>
          <a:prstGeom prst="rect">
            <a:avLst/>
          </a:prstGeom>
          <a:noFill/>
          <a:ln>
            <a:noFill/>
          </a:ln>
        </p:spPr>
        <p:txBody>
          <a:bodyPr vert="horz" wrap="square" lIns="0" tIns="0" rIns="0" bIns="0" rtlCol="0" anchor="ctr"/>
          <a:lstStyle/>
          <a:p>
            <a:pPr algn="ctr">
              <a:lnSpc>
                <a:spcPct val="130000"/>
              </a:lnSpc>
            </a:pPr>
            <a:r>
              <a:rPr kumimoji="1" lang="en-US" altLang="zh-CN" sz="1600">
                <a:ln w="12700">
                  <a:noFill/>
                </a:ln>
                <a:solidFill>
                  <a:srgbClr val="262626">
                    <a:alpha val="100000"/>
                  </a:srgbClr>
                </a:solidFill>
                <a:latin typeface="Source Han Sans CN Bold"/>
                <a:ea typeface="Source Han Sans CN Bold"/>
                <a:cs typeface="Source Han Sans CN Bold"/>
              </a:rPr>
              <a:t>组合逻辑的注意事项</a:t>
            </a:r>
            <a:endParaRPr kumimoji="1" lang="zh-CN" altLang="en-US"/>
          </a:p>
        </p:txBody>
      </p:sp>
      <p:sp>
        <p:nvSpPr>
          <p:cNvPr id="12" name="标题 1"/>
          <p:cNvSpPr txBox="1"/>
          <p:nvPr/>
        </p:nvSpPr>
        <p:spPr>
          <a:xfrm>
            <a:off x="2150757" y="1741824"/>
            <a:ext cx="426598" cy="426661"/>
          </a:xfrm>
          <a:custGeom>
            <a:avLst/>
            <a:gdLst>
              <a:gd name="connsiteX0" fmla="*/ 669168 w 1599855"/>
              <a:gd name="connsiteY0" fmla="*/ 111621 h 1600088"/>
              <a:gd name="connsiteX1" fmla="*/ 886086 w 1599855"/>
              <a:gd name="connsiteY1" fmla="*/ 155339 h 1600088"/>
              <a:gd name="connsiteX2" fmla="*/ 1063377 w 1599855"/>
              <a:gd name="connsiteY2" fmla="*/ 274960 h 1600088"/>
              <a:gd name="connsiteX3" fmla="*/ 1182998 w 1599855"/>
              <a:gd name="connsiteY3" fmla="*/ 452251 h 1600088"/>
              <a:gd name="connsiteX4" fmla="*/ 1226716 w 1599855"/>
              <a:gd name="connsiteY4" fmla="*/ 669168 h 1600088"/>
              <a:gd name="connsiteX5" fmla="*/ 1182998 w 1599855"/>
              <a:gd name="connsiteY5" fmla="*/ 886085 h 1600088"/>
              <a:gd name="connsiteX6" fmla="*/ 1063377 w 1599855"/>
              <a:gd name="connsiteY6" fmla="*/ 1063377 h 1600088"/>
              <a:gd name="connsiteX7" fmla="*/ 886086 w 1599855"/>
              <a:gd name="connsiteY7" fmla="*/ 1182998 h 1600088"/>
              <a:gd name="connsiteX8" fmla="*/ 669168 w 1599855"/>
              <a:gd name="connsiteY8" fmla="*/ 1226716 h 1600088"/>
              <a:gd name="connsiteX9" fmla="*/ 452251 w 1599855"/>
              <a:gd name="connsiteY9" fmla="*/ 1182998 h 1600088"/>
              <a:gd name="connsiteX10" fmla="*/ 274960 w 1599855"/>
              <a:gd name="connsiteY10" fmla="*/ 1063377 h 1600088"/>
              <a:gd name="connsiteX11" fmla="*/ 155339 w 1599855"/>
              <a:gd name="connsiteY11" fmla="*/ 886085 h 1600088"/>
              <a:gd name="connsiteX12" fmla="*/ 111621 w 1599855"/>
              <a:gd name="connsiteY12" fmla="*/ 669168 h 1600088"/>
              <a:gd name="connsiteX13" fmla="*/ 155339 w 1599855"/>
              <a:gd name="connsiteY13" fmla="*/ 452251 h 1600088"/>
              <a:gd name="connsiteX14" fmla="*/ 274960 w 1599855"/>
              <a:gd name="connsiteY14" fmla="*/ 274960 h 1600088"/>
              <a:gd name="connsiteX15" fmla="*/ 452251 w 1599855"/>
              <a:gd name="connsiteY15" fmla="*/ 155339 h 1600088"/>
              <a:gd name="connsiteX16" fmla="*/ 669168 w 1599855"/>
              <a:gd name="connsiteY16" fmla="*/ 111621 h 1600088"/>
              <a:gd name="connsiteX17" fmla="*/ 669168 w 1599855"/>
              <a:gd name="connsiteY17" fmla="*/ 0 h 1600088"/>
              <a:gd name="connsiteX18" fmla="*/ 0 w 1599855"/>
              <a:gd name="connsiteY18" fmla="*/ 669168 h 1600088"/>
              <a:gd name="connsiteX19" fmla="*/ 669168 w 1599855"/>
              <a:gd name="connsiteY19" fmla="*/ 1338337 h 1600088"/>
              <a:gd name="connsiteX20" fmla="*/ 1338337 w 1599855"/>
              <a:gd name="connsiteY20" fmla="*/ 669168 h 1600088"/>
              <a:gd name="connsiteX21" fmla="*/ 669168 w 1599855"/>
              <a:gd name="connsiteY21" fmla="*/ 0 h 1600088"/>
              <a:gd name="connsiteX22" fmla="*/ 1544278 w 1599855"/>
              <a:gd name="connsiteY22" fmla="*/ 1600088 h 1600088"/>
              <a:gd name="connsiteX23" fmla="*/ 1504838 w 1599855"/>
              <a:gd name="connsiteY23" fmla="*/ 1583717 h 1600088"/>
              <a:gd name="connsiteX24" fmla="*/ 1247366 w 1599855"/>
              <a:gd name="connsiteY24" fmla="*/ 1326431 h 1600088"/>
              <a:gd name="connsiteX25" fmla="*/ 1247366 w 1599855"/>
              <a:gd name="connsiteY25" fmla="*/ 1247552 h 1600088"/>
              <a:gd name="connsiteX26" fmla="*/ 1326245 w 1599855"/>
              <a:gd name="connsiteY26" fmla="*/ 1247552 h 1600088"/>
              <a:gd name="connsiteX27" fmla="*/ 1583531 w 1599855"/>
              <a:gd name="connsiteY27" fmla="*/ 1504838 h 1600088"/>
              <a:gd name="connsiteX28" fmla="*/ 1583531 w 1599855"/>
              <a:gd name="connsiteY28" fmla="*/ 1583717 h 1600088"/>
              <a:gd name="connsiteX29" fmla="*/ 1544278 w 1599855"/>
              <a:gd name="connsiteY29" fmla="*/ 1600088 h 1600088"/>
            </a:gdLst>
            <a:ahLst/>
            <a:cxnLst/>
            <a:rect l="l" t="t" r="r" b="b"/>
            <a:pathLst>
              <a:path w="1599855" h="1600088">
                <a:moveTo>
                  <a:pt x="669168" y="111621"/>
                </a:moveTo>
                <a:cubicBezTo>
                  <a:pt x="744513" y="111621"/>
                  <a:pt x="817438" y="126318"/>
                  <a:pt x="886086" y="155339"/>
                </a:cubicBezTo>
                <a:cubicBezTo>
                  <a:pt x="952500" y="183431"/>
                  <a:pt x="1012031" y="223614"/>
                  <a:pt x="1063377" y="274960"/>
                </a:cubicBezTo>
                <a:cubicBezTo>
                  <a:pt x="1114537" y="326120"/>
                  <a:pt x="1154906" y="385837"/>
                  <a:pt x="1182998" y="452251"/>
                </a:cubicBezTo>
                <a:cubicBezTo>
                  <a:pt x="1212019" y="520898"/>
                  <a:pt x="1226716" y="594010"/>
                  <a:pt x="1226716" y="669168"/>
                </a:cubicBezTo>
                <a:cubicBezTo>
                  <a:pt x="1226716" y="744327"/>
                  <a:pt x="1212019" y="817438"/>
                  <a:pt x="1182998" y="886085"/>
                </a:cubicBezTo>
                <a:cubicBezTo>
                  <a:pt x="1154906" y="952500"/>
                  <a:pt x="1114723" y="1012031"/>
                  <a:pt x="1063377" y="1063377"/>
                </a:cubicBezTo>
                <a:cubicBezTo>
                  <a:pt x="1012217" y="1114537"/>
                  <a:pt x="952500" y="1154906"/>
                  <a:pt x="886086" y="1182998"/>
                </a:cubicBezTo>
                <a:cubicBezTo>
                  <a:pt x="817438" y="1212019"/>
                  <a:pt x="744327" y="1226716"/>
                  <a:pt x="669168" y="1226716"/>
                </a:cubicBezTo>
                <a:cubicBezTo>
                  <a:pt x="594010" y="1226716"/>
                  <a:pt x="520898" y="1212019"/>
                  <a:pt x="452251" y="1182998"/>
                </a:cubicBezTo>
                <a:cubicBezTo>
                  <a:pt x="385837" y="1154906"/>
                  <a:pt x="326306" y="1114723"/>
                  <a:pt x="274960" y="1063377"/>
                </a:cubicBezTo>
                <a:cubicBezTo>
                  <a:pt x="223800" y="1012217"/>
                  <a:pt x="183431" y="952500"/>
                  <a:pt x="155339" y="886085"/>
                </a:cubicBezTo>
                <a:cubicBezTo>
                  <a:pt x="126318" y="817438"/>
                  <a:pt x="111621" y="744327"/>
                  <a:pt x="111621" y="669168"/>
                </a:cubicBezTo>
                <a:cubicBezTo>
                  <a:pt x="111621" y="594010"/>
                  <a:pt x="126318" y="520898"/>
                  <a:pt x="155339" y="452251"/>
                </a:cubicBezTo>
                <a:cubicBezTo>
                  <a:pt x="183431" y="385837"/>
                  <a:pt x="223614" y="326306"/>
                  <a:pt x="274960" y="274960"/>
                </a:cubicBezTo>
                <a:cubicBezTo>
                  <a:pt x="326306" y="223614"/>
                  <a:pt x="385837" y="183431"/>
                  <a:pt x="452251" y="155339"/>
                </a:cubicBezTo>
                <a:cubicBezTo>
                  <a:pt x="520898" y="126318"/>
                  <a:pt x="593824" y="111621"/>
                  <a:pt x="669168" y="111621"/>
                </a:cubicBezTo>
                <a:moveTo>
                  <a:pt x="669168" y="0"/>
                </a:moveTo>
                <a:cubicBezTo>
                  <a:pt x="299517" y="0"/>
                  <a:pt x="0" y="299517"/>
                  <a:pt x="0" y="669168"/>
                </a:cubicBezTo>
                <a:cubicBezTo>
                  <a:pt x="0" y="1038820"/>
                  <a:pt x="299517" y="1338337"/>
                  <a:pt x="669168" y="1338337"/>
                </a:cubicBezTo>
                <a:cubicBezTo>
                  <a:pt x="1038820" y="1338337"/>
                  <a:pt x="1338337" y="1038820"/>
                  <a:pt x="1338337" y="669168"/>
                </a:cubicBezTo>
                <a:cubicBezTo>
                  <a:pt x="1338337" y="299703"/>
                  <a:pt x="1038820" y="0"/>
                  <a:pt x="669168" y="0"/>
                </a:cubicBezTo>
                <a:close/>
                <a:moveTo>
                  <a:pt x="1544278" y="1600088"/>
                </a:moveTo>
                <a:cubicBezTo>
                  <a:pt x="1529953" y="1600088"/>
                  <a:pt x="1515628" y="1594693"/>
                  <a:pt x="1504838" y="1583717"/>
                </a:cubicBezTo>
                <a:lnTo>
                  <a:pt x="1247366" y="1326431"/>
                </a:lnTo>
                <a:cubicBezTo>
                  <a:pt x="1225600" y="1304665"/>
                  <a:pt x="1225600" y="1269318"/>
                  <a:pt x="1247366" y="1247552"/>
                </a:cubicBezTo>
                <a:cubicBezTo>
                  <a:pt x="1269132" y="1225786"/>
                  <a:pt x="1304479" y="1225786"/>
                  <a:pt x="1326245" y="1247552"/>
                </a:cubicBezTo>
                <a:lnTo>
                  <a:pt x="1583531" y="1504838"/>
                </a:lnTo>
                <a:cubicBezTo>
                  <a:pt x="1605297" y="1526605"/>
                  <a:pt x="1605297" y="1561951"/>
                  <a:pt x="1583531" y="1583717"/>
                </a:cubicBezTo>
                <a:cubicBezTo>
                  <a:pt x="1572927" y="1594693"/>
                  <a:pt x="1558603" y="1600088"/>
                  <a:pt x="1544278" y="1600088"/>
                </a:cubicBezTo>
                <a:close/>
              </a:path>
            </a:pathLst>
          </a:custGeom>
          <a:solidFill>
            <a:schemeClr val="accent1"/>
          </a:solidFill>
          <a:ln cap="flat">
            <a:noFill/>
            <a:prstDash val="solid"/>
            <a:miter/>
          </a:ln>
        </p:spPr>
        <p:txBody>
          <a:bodyPr vert="horz" wrap="square" lIns="91440" tIns="45720" rIns="91440" bIns="45720" rtlCol="0" anchor="ctr"/>
          <a:lstStyle/>
          <a:p>
            <a:pPr algn="l">
              <a:lnSpc>
                <a:spcPct val="110000"/>
              </a:lnSpc>
            </a:pPr>
            <a:endParaRPr kumimoji="1" lang="zh-CN" altLang="en-US"/>
          </a:p>
        </p:txBody>
      </p:sp>
      <p:sp>
        <p:nvSpPr>
          <p:cNvPr id="13" name="标题 1"/>
          <p:cNvSpPr txBox="1"/>
          <p:nvPr/>
        </p:nvSpPr>
        <p:spPr>
          <a:xfrm>
            <a:off x="5893216" y="1765200"/>
            <a:ext cx="419041" cy="379909"/>
          </a:xfrm>
          <a:custGeom>
            <a:avLst/>
            <a:gdLst>
              <a:gd name="connsiteX0" fmla="*/ 351048 w 1543905"/>
              <a:gd name="connsiteY0" fmla="*/ 523317 h 1399728"/>
              <a:gd name="connsiteX1" fmla="*/ 351048 w 1543905"/>
              <a:gd name="connsiteY1" fmla="*/ 523317 h 1399728"/>
              <a:gd name="connsiteX2" fmla="*/ 351420 w 1543905"/>
              <a:gd name="connsiteY2" fmla="*/ 523503 h 1399728"/>
              <a:gd name="connsiteX3" fmla="*/ 351420 w 1543905"/>
              <a:gd name="connsiteY3" fmla="*/ 1020031 h 1399728"/>
              <a:gd name="connsiteX4" fmla="*/ 351048 w 1543905"/>
              <a:gd name="connsiteY4" fmla="*/ 1020403 h 1399728"/>
              <a:gd name="connsiteX5" fmla="*/ 163525 w 1543905"/>
              <a:gd name="connsiteY5" fmla="*/ 1020403 h 1399728"/>
              <a:gd name="connsiteX6" fmla="*/ 163153 w 1543905"/>
              <a:gd name="connsiteY6" fmla="*/ 1020031 h 1399728"/>
              <a:gd name="connsiteX7" fmla="*/ 163153 w 1543905"/>
              <a:gd name="connsiteY7" fmla="*/ 523503 h 1399728"/>
              <a:gd name="connsiteX8" fmla="*/ 163153 w 1543905"/>
              <a:gd name="connsiteY8" fmla="*/ 523317 h 1399728"/>
              <a:gd name="connsiteX9" fmla="*/ 163339 w 1543905"/>
              <a:gd name="connsiteY9" fmla="*/ 523131 h 1399728"/>
              <a:gd name="connsiteX10" fmla="*/ 351048 w 1543905"/>
              <a:gd name="connsiteY10" fmla="*/ 523131 h 1399728"/>
              <a:gd name="connsiteX11" fmla="*/ 351048 w 1543905"/>
              <a:gd name="connsiteY11" fmla="*/ 411696 h 1399728"/>
              <a:gd name="connsiteX12" fmla="*/ 163339 w 1543905"/>
              <a:gd name="connsiteY12" fmla="*/ 411696 h 1399728"/>
              <a:gd name="connsiteX13" fmla="*/ 51346 w 1543905"/>
              <a:gd name="connsiteY13" fmla="*/ 523689 h 1399728"/>
              <a:gd name="connsiteX14" fmla="*/ 51346 w 1543905"/>
              <a:gd name="connsiteY14" fmla="*/ 1020217 h 1399728"/>
              <a:gd name="connsiteX15" fmla="*/ 163339 w 1543905"/>
              <a:gd name="connsiteY15" fmla="*/ 1132210 h 1399728"/>
              <a:gd name="connsiteX16" fmla="*/ 351048 w 1543905"/>
              <a:gd name="connsiteY16" fmla="*/ 1132210 h 1399728"/>
              <a:gd name="connsiteX17" fmla="*/ 463042 w 1543905"/>
              <a:gd name="connsiteY17" fmla="*/ 1020217 h 1399728"/>
              <a:gd name="connsiteX18" fmla="*/ 463042 w 1543905"/>
              <a:gd name="connsiteY18" fmla="*/ 523503 h 1399728"/>
              <a:gd name="connsiteX19" fmla="*/ 351048 w 1543905"/>
              <a:gd name="connsiteY19" fmla="*/ 411696 h 1399728"/>
              <a:gd name="connsiteX20" fmla="*/ 865808 w 1543905"/>
              <a:gd name="connsiteY20" fmla="*/ 111621 h 1399728"/>
              <a:gd name="connsiteX21" fmla="*/ 866180 w 1543905"/>
              <a:gd name="connsiteY21" fmla="*/ 111807 h 1399728"/>
              <a:gd name="connsiteX22" fmla="*/ 866180 w 1543905"/>
              <a:gd name="connsiteY22" fmla="*/ 1020031 h 1399728"/>
              <a:gd name="connsiteX23" fmla="*/ 865808 w 1543905"/>
              <a:gd name="connsiteY23" fmla="*/ 1020403 h 1399728"/>
              <a:gd name="connsiteX24" fmla="*/ 678284 w 1543905"/>
              <a:gd name="connsiteY24" fmla="*/ 1020403 h 1399728"/>
              <a:gd name="connsiteX25" fmla="*/ 677912 w 1543905"/>
              <a:gd name="connsiteY25" fmla="*/ 1020031 h 1399728"/>
              <a:gd name="connsiteX26" fmla="*/ 677912 w 1543905"/>
              <a:gd name="connsiteY26" fmla="*/ 111993 h 1399728"/>
              <a:gd name="connsiteX27" fmla="*/ 677912 w 1543905"/>
              <a:gd name="connsiteY27" fmla="*/ 111807 h 1399728"/>
              <a:gd name="connsiteX28" fmla="*/ 678098 w 1543905"/>
              <a:gd name="connsiteY28" fmla="*/ 111621 h 1399728"/>
              <a:gd name="connsiteX29" fmla="*/ 865808 w 1543905"/>
              <a:gd name="connsiteY29" fmla="*/ 111621 h 1399728"/>
              <a:gd name="connsiteX30" fmla="*/ 865808 w 1543905"/>
              <a:gd name="connsiteY30" fmla="*/ 0 h 1399728"/>
              <a:gd name="connsiteX31" fmla="*/ 677912 w 1543905"/>
              <a:gd name="connsiteY31" fmla="*/ 0 h 1399728"/>
              <a:gd name="connsiteX32" fmla="*/ 565919 w 1543905"/>
              <a:gd name="connsiteY32" fmla="*/ 111993 h 1399728"/>
              <a:gd name="connsiteX33" fmla="*/ 565919 w 1543905"/>
              <a:gd name="connsiteY33" fmla="*/ 1020217 h 1399728"/>
              <a:gd name="connsiteX34" fmla="*/ 677912 w 1543905"/>
              <a:gd name="connsiteY34" fmla="*/ 1132210 h 1399728"/>
              <a:gd name="connsiteX35" fmla="*/ 865622 w 1543905"/>
              <a:gd name="connsiteY35" fmla="*/ 1132210 h 1399728"/>
              <a:gd name="connsiteX36" fmla="*/ 977615 w 1543905"/>
              <a:gd name="connsiteY36" fmla="*/ 1020217 h 1399728"/>
              <a:gd name="connsiteX37" fmla="*/ 977615 w 1543905"/>
              <a:gd name="connsiteY37" fmla="*/ 111993 h 1399728"/>
              <a:gd name="connsiteX38" fmla="*/ 865808 w 1543905"/>
              <a:gd name="connsiteY38" fmla="*/ 0 h 1399728"/>
              <a:gd name="connsiteX39" fmla="*/ 1380381 w 1543905"/>
              <a:gd name="connsiteY39" fmla="*/ 729072 h 1399728"/>
              <a:gd name="connsiteX40" fmla="*/ 1380753 w 1543905"/>
              <a:gd name="connsiteY40" fmla="*/ 729258 h 1399728"/>
              <a:gd name="connsiteX41" fmla="*/ 1380753 w 1543905"/>
              <a:gd name="connsiteY41" fmla="*/ 1020031 h 1399728"/>
              <a:gd name="connsiteX42" fmla="*/ 1380381 w 1543905"/>
              <a:gd name="connsiteY42" fmla="*/ 1020403 h 1399728"/>
              <a:gd name="connsiteX43" fmla="*/ 1192858 w 1543905"/>
              <a:gd name="connsiteY43" fmla="*/ 1020403 h 1399728"/>
              <a:gd name="connsiteX44" fmla="*/ 1192485 w 1543905"/>
              <a:gd name="connsiteY44" fmla="*/ 1020031 h 1399728"/>
              <a:gd name="connsiteX45" fmla="*/ 1192485 w 1543905"/>
              <a:gd name="connsiteY45" fmla="*/ 729444 h 1399728"/>
              <a:gd name="connsiteX46" fmla="*/ 1192485 w 1543905"/>
              <a:gd name="connsiteY46" fmla="*/ 729258 h 1399728"/>
              <a:gd name="connsiteX47" fmla="*/ 1192671 w 1543905"/>
              <a:gd name="connsiteY47" fmla="*/ 729072 h 1399728"/>
              <a:gd name="connsiteX48" fmla="*/ 1380381 w 1543905"/>
              <a:gd name="connsiteY48" fmla="*/ 729072 h 1399728"/>
              <a:gd name="connsiteX49" fmla="*/ 1380381 w 1543905"/>
              <a:gd name="connsiteY49" fmla="*/ 617451 h 1399728"/>
              <a:gd name="connsiteX50" fmla="*/ 1192671 w 1543905"/>
              <a:gd name="connsiteY50" fmla="*/ 617451 h 1399728"/>
              <a:gd name="connsiteX51" fmla="*/ 1080678 w 1543905"/>
              <a:gd name="connsiteY51" fmla="*/ 729444 h 1399728"/>
              <a:gd name="connsiteX52" fmla="*/ 1080678 w 1543905"/>
              <a:gd name="connsiteY52" fmla="*/ 1020031 h 1399728"/>
              <a:gd name="connsiteX53" fmla="*/ 1192671 w 1543905"/>
              <a:gd name="connsiteY53" fmla="*/ 1132024 h 1399728"/>
              <a:gd name="connsiteX54" fmla="*/ 1380381 w 1543905"/>
              <a:gd name="connsiteY54" fmla="*/ 1132024 h 1399728"/>
              <a:gd name="connsiteX55" fmla="*/ 1492374 w 1543905"/>
              <a:gd name="connsiteY55" fmla="*/ 1020031 h 1399728"/>
              <a:gd name="connsiteX56" fmla="*/ 1492374 w 1543905"/>
              <a:gd name="connsiteY56" fmla="*/ 729444 h 1399728"/>
              <a:gd name="connsiteX57" fmla="*/ 1380381 w 1543905"/>
              <a:gd name="connsiteY57" fmla="*/ 617451 h 1399728"/>
              <a:gd name="connsiteX58" fmla="*/ 1481956 w 1543905"/>
              <a:gd name="connsiteY58" fmla="*/ 1276201 h 1399728"/>
              <a:gd name="connsiteX59" fmla="*/ 61764 w 1543905"/>
              <a:gd name="connsiteY59" fmla="*/ 1276201 h 1399728"/>
              <a:gd name="connsiteX60" fmla="*/ 0 w 1543905"/>
              <a:gd name="connsiteY60" fmla="*/ 1337965 h 1399728"/>
              <a:gd name="connsiteX61" fmla="*/ 61764 w 1543905"/>
              <a:gd name="connsiteY61" fmla="*/ 1399729 h 1399728"/>
              <a:gd name="connsiteX62" fmla="*/ 1482142 w 1543905"/>
              <a:gd name="connsiteY62" fmla="*/ 1399729 h 1399728"/>
              <a:gd name="connsiteX63" fmla="*/ 1543906 w 1543905"/>
              <a:gd name="connsiteY63" fmla="*/ 1337965 h 1399728"/>
              <a:gd name="connsiteX64" fmla="*/ 1481956 w 1543905"/>
              <a:gd name="connsiteY64" fmla="*/ 1276201 h 1399728"/>
            </a:gdLst>
            <a:ahLst/>
            <a:cxnLst/>
            <a:rect l="l" t="t" r="r" b="b"/>
            <a:pathLst>
              <a:path w="1543905" h="1399728">
                <a:moveTo>
                  <a:pt x="351048" y="523317"/>
                </a:moveTo>
                <a:cubicBezTo>
                  <a:pt x="351234" y="523317"/>
                  <a:pt x="351234" y="523317"/>
                  <a:pt x="351048" y="523317"/>
                </a:cubicBezTo>
                <a:cubicBezTo>
                  <a:pt x="351234" y="523317"/>
                  <a:pt x="351420" y="523503"/>
                  <a:pt x="351420" y="523503"/>
                </a:cubicBezTo>
                <a:lnTo>
                  <a:pt x="351420" y="1020031"/>
                </a:lnTo>
                <a:lnTo>
                  <a:pt x="351048" y="1020403"/>
                </a:lnTo>
                <a:lnTo>
                  <a:pt x="163525" y="1020403"/>
                </a:lnTo>
                <a:lnTo>
                  <a:pt x="163153" y="1020031"/>
                </a:lnTo>
                <a:lnTo>
                  <a:pt x="163153" y="523503"/>
                </a:lnTo>
                <a:lnTo>
                  <a:pt x="163153" y="523317"/>
                </a:lnTo>
                <a:lnTo>
                  <a:pt x="163339" y="523131"/>
                </a:lnTo>
                <a:lnTo>
                  <a:pt x="351048" y="523131"/>
                </a:lnTo>
                <a:moveTo>
                  <a:pt x="351048" y="411696"/>
                </a:moveTo>
                <a:lnTo>
                  <a:pt x="163339" y="411696"/>
                </a:lnTo>
                <a:cubicBezTo>
                  <a:pt x="101575" y="411696"/>
                  <a:pt x="51346" y="461739"/>
                  <a:pt x="51346" y="523689"/>
                </a:cubicBezTo>
                <a:lnTo>
                  <a:pt x="51346" y="1020217"/>
                </a:lnTo>
                <a:cubicBezTo>
                  <a:pt x="51346" y="1081795"/>
                  <a:pt x="101761" y="1132210"/>
                  <a:pt x="163339" y="1132210"/>
                </a:cubicBezTo>
                <a:lnTo>
                  <a:pt x="351048" y="1132210"/>
                </a:lnTo>
                <a:cubicBezTo>
                  <a:pt x="412626" y="1132210"/>
                  <a:pt x="463042" y="1081795"/>
                  <a:pt x="463042" y="1020217"/>
                </a:cubicBezTo>
                <a:lnTo>
                  <a:pt x="463042" y="523503"/>
                </a:lnTo>
                <a:cubicBezTo>
                  <a:pt x="463042" y="461739"/>
                  <a:pt x="412998" y="411696"/>
                  <a:pt x="351048" y="411696"/>
                </a:cubicBezTo>
                <a:close/>
                <a:moveTo>
                  <a:pt x="865808" y="111621"/>
                </a:moveTo>
                <a:cubicBezTo>
                  <a:pt x="865994" y="111621"/>
                  <a:pt x="866180" y="111807"/>
                  <a:pt x="866180" y="111807"/>
                </a:cubicBezTo>
                <a:lnTo>
                  <a:pt x="866180" y="1020031"/>
                </a:lnTo>
                <a:lnTo>
                  <a:pt x="865808" y="1020403"/>
                </a:lnTo>
                <a:lnTo>
                  <a:pt x="678284" y="1020403"/>
                </a:lnTo>
                <a:lnTo>
                  <a:pt x="677912" y="1020031"/>
                </a:lnTo>
                <a:lnTo>
                  <a:pt x="677912" y="111993"/>
                </a:lnTo>
                <a:lnTo>
                  <a:pt x="677912" y="111807"/>
                </a:lnTo>
                <a:lnTo>
                  <a:pt x="678098" y="111621"/>
                </a:lnTo>
                <a:lnTo>
                  <a:pt x="865808" y="111621"/>
                </a:lnTo>
                <a:moveTo>
                  <a:pt x="865808" y="0"/>
                </a:moveTo>
                <a:lnTo>
                  <a:pt x="677912" y="0"/>
                </a:lnTo>
                <a:cubicBezTo>
                  <a:pt x="616148" y="0"/>
                  <a:pt x="565919" y="50043"/>
                  <a:pt x="565919" y="111993"/>
                </a:cubicBezTo>
                <a:lnTo>
                  <a:pt x="565919" y="1020217"/>
                </a:lnTo>
                <a:cubicBezTo>
                  <a:pt x="565919" y="1081795"/>
                  <a:pt x="616335" y="1132210"/>
                  <a:pt x="677912" y="1132210"/>
                </a:cubicBezTo>
                <a:lnTo>
                  <a:pt x="865622" y="1132210"/>
                </a:lnTo>
                <a:cubicBezTo>
                  <a:pt x="927199" y="1132210"/>
                  <a:pt x="977615" y="1081795"/>
                  <a:pt x="977615" y="1020217"/>
                </a:cubicBezTo>
                <a:lnTo>
                  <a:pt x="977615" y="111993"/>
                </a:lnTo>
                <a:cubicBezTo>
                  <a:pt x="977615" y="50043"/>
                  <a:pt x="927571" y="0"/>
                  <a:pt x="865808" y="0"/>
                </a:cubicBezTo>
                <a:close/>
                <a:moveTo>
                  <a:pt x="1380381" y="729072"/>
                </a:moveTo>
                <a:cubicBezTo>
                  <a:pt x="1380567" y="729072"/>
                  <a:pt x="1380753" y="729258"/>
                  <a:pt x="1380753" y="729258"/>
                </a:cubicBezTo>
                <a:lnTo>
                  <a:pt x="1380753" y="1020031"/>
                </a:lnTo>
                <a:lnTo>
                  <a:pt x="1380381" y="1020403"/>
                </a:lnTo>
                <a:lnTo>
                  <a:pt x="1192858" y="1020403"/>
                </a:lnTo>
                <a:lnTo>
                  <a:pt x="1192485" y="1020031"/>
                </a:lnTo>
                <a:lnTo>
                  <a:pt x="1192485" y="729444"/>
                </a:lnTo>
                <a:lnTo>
                  <a:pt x="1192485" y="729258"/>
                </a:lnTo>
                <a:lnTo>
                  <a:pt x="1192671" y="729072"/>
                </a:lnTo>
                <a:lnTo>
                  <a:pt x="1380381" y="729072"/>
                </a:lnTo>
                <a:moveTo>
                  <a:pt x="1380381" y="617451"/>
                </a:moveTo>
                <a:lnTo>
                  <a:pt x="1192671" y="617451"/>
                </a:lnTo>
                <a:cubicBezTo>
                  <a:pt x="1130908" y="617451"/>
                  <a:pt x="1080678" y="667494"/>
                  <a:pt x="1080678" y="729444"/>
                </a:cubicBezTo>
                <a:lnTo>
                  <a:pt x="1080678" y="1020031"/>
                </a:lnTo>
                <a:cubicBezTo>
                  <a:pt x="1080678" y="1081608"/>
                  <a:pt x="1131094" y="1132024"/>
                  <a:pt x="1192671" y="1132024"/>
                </a:cubicBezTo>
                <a:lnTo>
                  <a:pt x="1380381" y="1132024"/>
                </a:lnTo>
                <a:cubicBezTo>
                  <a:pt x="1441959" y="1132024"/>
                  <a:pt x="1492374" y="1081608"/>
                  <a:pt x="1492374" y="1020031"/>
                </a:cubicBezTo>
                <a:lnTo>
                  <a:pt x="1492374" y="729444"/>
                </a:lnTo>
                <a:cubicBezTo>
                  <a:pt x="1492374" y="667680"/>
                  <a:pt x="1442145" y="617451"/>
                  <a:pt x="1380381" y="617451"/>
                </a:cubicBezTo>
                <a:close/>
                <a:moveTo>
                  <a:pt x="1481956" y="1276201"/>
                </a:moveTo>
                <a:lnTo>
                  <a:pt x="61764" y="1276201"/>
                </a:lnTo>
                <a:cubicBezTo>
                  <a:pt x="27719" y="1276201"/>
                  <a:pt x="0" y="1303920"/>
                  <a:pt x="0" y="1337965"/>
                </a:cubicBezTo>
                <a:cubicBezTo>
                  <a:pt x="0" y="1372009"/>
                  <a:pt x="27719" y="1399729"/>
                  <a:pt x="61764" y="1399729"/>
                </a:cubicBezTo>
                <a:lnTo>
                  <a:pt x="1482142" y="1399729"/>
                </a:lnTo>
                <a:cubicBezTo>
                  <a:pt x="1516187" y="1399729"/>
                  <a:pt x="1543906" y="1372009"/>
                  <a:pt x="1543906" y="1337965"/>
                </a:cubicBezTo>
                <a:cubicBezTo>
                  <a:pt x="1543720" y="1303734"/>
                  <a:pt x="1516187" y="1276201"/>
                  <a:pt x="1481956" y="1276201"/>
                </a:cubicBezTo>
                <a:close/>
              </a:path>
            </a:pathLst>
          </a:custGeom>
          <a:solidFill>
            <a:schemeClr val="bg1"/>
          </a:solidFill>
          <a:ln cap="flat">
            <a:noFill/>
            <a:prstDash val="solid"/>
            <a:miter/>
          </a:ln>
        </p:spPr>
        <p:txBody>
          <a:bodyPr vert="horz" wrap="square" lIns="91440" tIns="45720" rIns="91440" bIns="45720" rtlCol="0" anchor="ctr"/>
          <a:lstStyle/>
          <a:p>
            <a:pPr algn="l">
              <a:lnSpc>
                <a:spcPct val="110000"/>
              </a:lnSpc>
            </a:pPr>
            <a:endParaRPr kumimoji="1" lang="zh-CN" altLang="en-US"/>
          </a:p>
        </p:txBody>
      </p:sp>
      <p:sp>
        <p:nvSpPr>
          <p:cNvPr id="14" name="标题 1"/>
          <p:cNvSpPr txBox="1"/>
          <p:nvPr/>
        </p:nvSpPr>
        <p:spPr>
          <a:xfrm>
            <a:off x="9608768" y="1741824"/>
            <a:ext cx="410315" cy="426661"/>
          </a:xfrm>
          <a:custGeom>
            <a:avLst/>
            <a:gdLst>
              <a:gd name="connsiteX0" fmla="*/ 337768 w 1372282"/>
              <a:gd name="connsiteY0" fmla="*/ 1315328 h 1426949"/>
              <a:gd name="connsiteX1" fmla="*/ 530173 w 1372282"/>
              <a:gd name="connsiteY1" fmla="*/ 1315328 h 1426949"/>
              <a:gd name="connsiteX2" fmla="*/ 842109 w 1372282"/>
              <a:gd name="connsiteY2" fmla="*/ 1315328 h 1426949"/>
              <a:gd name="connsiteX3" fmla="*/ 1034514 w 1372282"/>
              <a:gd name="connsiteY3" fmla="*/ 1315328 h 1426949"/>
              <a:gd name="connsiteX4" fmla="*/ 1090325 w 1372282"/>
              <a:gd name="connsiteY4" fmla="*/ 1371139 h 1426949"/>
              <a:gd name="connsiteX5" fmla="*/ 1034514 w 1372282"/>
              <a:gd name="connsiteY5" fmla="*/ 1426949 h 1426949"/>
              <a:gd name="connsiteX6" fmla="*/ 842109 w 1372282"/>
              <a:gd name="connsiteY6" fmla="*/ 1426949 h 1426949"/>
              <a:gd name="connsiteX7" fmla="*/ 530173 w 1372282"/>
              <a:gd name="connsiteY7" fmla="*/ 1426949 h 1426949"/>
              <a:gd name="connsiteX8" fmla="*/ 337768 w 1372282"/>
              <a:gd name="connsiteY8" fmla="*/ 1426949 h 1426949"/>
              <a:gd name="connsiteX9" fmla="*/ 281957 w 1372282"/>
              <a:gd name="connsiteY9" fmla="*/ 1371139 h 1426949"/>
              <a:gd name="connsiteX10" fmla="*/ 337768 w 1372282"/>
              <a:gd name="connsiteY10" fmla="*/ 1315328 h 1426949"/>
              <a:gd name="connsiteX11" fmla="*/ 686154 w 1372282"/>
              <a:gd name="connsiteY11" fmla="*/ 111621 h 1426949"/>
              <a:gd name="connsiteX12" fmla="*/ 237624 w 1372282"/>
              <a:gd name="connsiteY12" fmla="*/ 560152 h 1426949"/>
              <a:gd name="connsiteX13" fmla="*/ 237624 w 1372282"/>
              <a:gd name="connsiteY13" fmla="*/ 985614 h 1426949"/>
              <a:gd name="connsiteX14" fmla="*/ 229252 w 1372282"/>
              <a:gd name="connsiteY14" fmla="*/ 1014822 h 1426949"/>
              <a:gd name="connsiteX15" fmla="*/ 155768 w 1372282"/>
              <a:gd name="connsiteY15" fmla="*/ 1134814 h 1426949"/>
              <a:gd name="connsiteX16" fmla="*/ 1214680 w 1372282"/>
              <a:gd name="connsiteY16" fmla="*/ 1134814 h 1426949"/>
              <a:gd name="connsiteX17" fmla="*/ 1143429 w 1372282"/>
              <a:gd name="connsiteY17" fmla="*/ 1023565 h 1426949"/>
              <a:gd name="connsiteX18" fmla="*/ 1134685 w 1372282"/>
              <a:gd name="connsiteY18" fmla="*/ 993428 h 1426949"/>
              <a:gd name="connsiteX19" fmla="*/ 1134685 w 1372282"/>
              <a:gd name="connsiteY19" fmla="*/ 560152 h 1426949"/>
              <a:gd name="connsiteX20" fmla="*/ 686154 w 1372282"/>
              <a:gd name="connsiteY20" fmla="*/ 111621 h 1426949"/>
              <a:gd name="connsiteX21" fmla="*/ 686154 w 1372282"/>
              <a:gd name="connsiteY21" fmla="*/ 0 h 1426949"/>
              <a:gd name="connsiteX22" fmla="*/ 903815 w 1372282"/>
              <a:gd name="connsiteY22" fmla="*/ 44276 h 1426949"/>
              <a:gd name="connsiteX23" fmla="*/ 1081851 w 1372282"/>
              <a:gd name="connsiteY23" fmla="*/ 164455 h 1426949"/>
              <a:gd name="connsiteX24" fmla="*/ 1202030 w 1372282"/>
              <a:gd name="connsiteY24" fmla="*/ 342491 h 1426949"/>
              <a:gd name="connsiteX25" fmla="*/ 1246306 w 1372282"/>
              <a:gd name="connsiteY25" fmla="*/ 560152 h 1426949"/>
              <a:gd name="connsiteX26" fmla="*/ 1246306 w 1372282"/>
              <a:gd name="connsiteY26" fmla="*/ 977243 h 1426949"/>
              <a:gd name="connsiteX27" fmla="*/ 1363508 w 1372282"/>
              <a:gd name="connsiteY27" fmla="*/ 1160487 h 1426949"/>
              <a:gd name="connsiteX28" fmla="*/ 1365369 w 1372282"/>
              <a:gd name="connsiteY28" fmla="*/ 1217414 h 1426949"/>
              <a:gd name="connsiteX29" fmla="*/ 1316628 w 1372282"/>
              <a:gd name="connsiteY29" fmla="*/ 1246436 h 1426949"/>
              <a:gd name="connsiteX30" fmla="*/ 55867 w 1372282"/>
              <a:gd name="connsiteY30" fmla="*/ 1246436 h 1426949"/>
              <a:gd name="connsiteX31" fmla="*/ 7126 w 1372282"/>
              <a:gd name="connsiteY31" fmla="*/ 1217786 h 1426949"/>
              <a:gd name="connsiteX32" fmla="*/ 8242 w 1372282"/>
              <a:gd name="connsiteY32" fmla="*/ 1161232 h 1426949"/>
              <a:gd name="connsiteX33" fmla="*/ 126002 w 1372282"/>
              <a:gd name="connsiteY33" fmla="*/ 969801 h 1426949"/>
              <a:gd name="connsiteX34" fmla="*/ 126002 w 1372282"/>
              <a:gd name="connsiteY34" fmla="*/ 560152 h 1426949"/>
              <a:gd name="connsiteX35" fmla="*/ 170279 w 1372282"/>
              <a:gd name="connsiteY35" fmla="*/ 342491 h 1426949"/>
              <a:gd name="connsiteX36" fmla="*/ 290458 w 1372282"/>
              <a:gd name="connsiteY36" fmla="*/ 164455 h 1426949"/>
              <a:gd name="connsiteX37" fmla="*/ 468493 w 1372282"/>
              <a:gd name="connsiteY37" fmla="*/ 44276 h 1426949"/>
              <a:gd name="connsiteX38" fmla="*/ 686154 w 1372282"/>
              <a:gd name="connsiteY38" fmla="*/ 0 h 1426949"/>
            </a:gdLst>
            <a:ahLst/>
            <a:cxnLst/>
            <a:rect l="l" t="t" r="r" b="b"/>
            <a:pathLst>
              <a:path w="1372282" h="1426949">
                <a:moveTo>
                  <a:pt x="337768" y="1315328"/>
                </a:moveTo>
                <a:lnTo>
                  <a:pt x="530173" y="1315328"/>
                </a:lnTo>
                <a:lnTo>
                  <a:pt x="842109" y="1315328"/>
                </a:lnTo>
                <a:lnTo>
                  <a:pt x="1034514" y="1315328"/>
                </a:lnTo>
                <a:cubicBezTo>
                  <a:pt x="1065396" y="1315328"/>
                  <a:pt x="1090325" y="1340257"/>
                  <a:pt x="1090325" y="1371139"/>
                </a:cubicBezTo>
                <a:cubicBezTo>
                  <a:pt x="1090325" y="1402021"/>
                  <a:pt x="1065210" y="1426949"/>
                  <a:pt x="1034514" y="1426949"/>
                </a:cubicBezTo>
                <a:lnTo>
                  <a:pt x="842109" y="1426949"/>
                </a:lnTo>
                <a:lnTo>
                  <a:pt x="530173" y="1426949"/>
                </a:lnTo>
                <a:lnTo>
                  <a:pt x="337768" y="1426949"/>
                </a:lnTo>
                <a:cubicBezTo>
                  <a:pt x="306886" y="1426949"/>
                  <a:pt x="281957" y="1402021"/>
                  <a:pt x="281957" y="1371139"/>
                </a:cubicBezTo>
                <a:cubicBezTo>
                  <a:pt x="281957" y="1340257"/>
                  <a:pt x="306886" y="1315328"/>
                  <a:pt x="337768" y="1315328"/>
                </a:cubicBezTo>
                <a:close/>
                <a:moveTo>
                  <a:pt x="686154" y="111621"/>
                </a:moveTo>
                <a:cubicBezTo>
                  <a:pt x="438914" y="111621"/>
                  <a:pt x="237624" y="312725"/>
                  <a:pt x="237624" y="560152"/>
                </a:cubicBezTo>
                <a:lnTo>
                  <a:pt x="237624" y="985614"/>
                </a:lnTo>
                <a:cubicBezTo>
                  <a:pt x="237624" y="996032"/>
                  <a:pt x="234833" y="1006078"/>
                  <a:pt x="229252" y="1014822"/>
                </a:cubicBezTo>
                <a:lnTo>
                  <a:pt x="155768" y="1134814"/>
                </a:lnTo>
                <a:lnTo>
                  <a:pt x="1214680" y="1134814"/>
                </a:lnTo>
                <a:lnTo>
                  <a:pt x="1143429" y="1023565"/>
                </a:lnTo>
                <a:cubicBezTo>
                  <a:pt x="1137662" y="1014636"/>
                  <a:pt x="1134685" y="1004218"/>
                  <a:pt x="1134685" y="993428"/>
                </a:cubicBezTo>
                <a:lnTo>
                  <a:pt x="1134685" y="560152"/>
                </a:lnTo>
                <a:cubicBezTo>
                  <a:pt x="1134685" y="312911"/>
                  <a:pt x="933581" y="111621"/>
                  <a:pt x="686154" y="111621"/>
                </a:cubicBezTo>
                <a:close/>
                <a:moveTo>
                  <a:pt x="686154" y="0"/>
                </a:moveTo>
                <a:cubicBezTo>
                  <a:pt x="761499" y="0"/>
                  <a:pt x="834610" y="14883"/>
                  <a:pt x="903815" y="44276"/>
                </a:cubicBezTo>
                <a:cubicBezTo>
                  <a:pt x="970416" y="72554"/>
                  <a:pt x="1030319" y="113109"/>
                  <a:pt x="1081851" y="164455"/>
                </a:cubicBezTo>
                <a:cubicBezTo>
                  <a:pt x="1133383" y="215987"/>
                  <a:pt x="1173753" y="275890"/>
                  <a:pt x="1202030" y="342491"/>
                </a:cubicBezTo>
                <a:cubicBezTo>
                  <a:pt x="1231423" y="411510"/>
                  <a:pt x="1246306" y="484808"/>
                  <a:pt x="1246306" y="560152"/>
                </a:cubicBezTo>
                <a:lnTo>
                  <a:pt x="1246306" y="977243"/>
                </a:lnTo>
                <a:lnTo>
                  <a:pt x="1363508" y="1160487"/>
                </a:lnTo>
                <a:cubicBezTo>
                  <a:pt x="1374484" y="1177603"/>
                  <a:pt x="1375229" y="1199555"/>
                  <a:pt x="1365369" y="1217414"/>
                </a:cubicBezTo>
                <a:cubicBezTo>
                  <a:pt x="1355695" y="1235273"/>
                  <a:pt x="1336905" y="1246436"/>
                  <a:pt x="1316628" y="1246436"/>
                </a:cubicBezTo>
                <a:lnTo>
                  <a:pt x="55867" y="1246436"/>
                </a:lnTo>
                <a:cubicBezTo>
                  <a:pt x="35589" y="1246436"/>
                  <a:pt x="16986" y="1235460"/>
                  <a:pt x="7126" y="1217786"/>
                </a:cubicBezTo>
                <a:cubicBezTo>
                  <a:pt x="-2734" y="1200113"/>
                  <a:pt x="-2362" y="1178533"/>
                  <a:pt x="8242" y="1161232"/>
                </a:cubicBezTo>
                <a:lnTo>
                  <a:pt x="126002" y="969801"/>
                </a:lnTo>
                <a:lnTo>
                  <a:pt x="126002" y="560152"/>
                </a:lnTo>
                <a:cubicBezTo>
                  <a:pt x="126002" y="484808"/>
                  <a:pt x="140885" y="411696"/>
                  <a:pt x="170279" y="342491"/>
                </a:cubicBezTo>
                <a:cubicBezTo>
                  <a:pt x="198556" y="275890"/>
                  <a:pt x="239112" y="215987"/>
                  <a:pt x="290458" y="164455"/>
                </a:cubicBezTo>
                <a:cubicBezTo>
                  <a:pt x="341803" y="112923"/>
                  <a:pt x="401893" y="72554"/>
                  <a:pt x="468493" y="44276"/>
                </a:cubicBezTo>
                <a:cubicBezTo>
                  <a:pt x="537512" y="14883"/>
                  <a:pt x="610810" y="0"/>
                  <a:pt x="686154" y="0"/>
                </a:cubicBezTo>
                <a:close/>
              </a:path>
            </a:pathLst>
          </a:custGeom>
          <a:solidFill>
            <a:schemeClr val="accent1"/>
          </a:solidFill>
          <a:ln cap="flat">
            <a:noFill/>
            <a:prstDash val="solid"/>
            <a:miter/>
          </a:ln>
        </p:spPr>
        <p:txBody>
          <a:bodyPr vert="horz" wrap="square" lIns="91440" tIns="45720" rIns="91440" bIns="45720" rtlCol="0" anchor="ctr"/>
          <a:lstStyle/>
          <a:p>
            <a:pPr algn="l">
              <a:lnSpc>
                <a:spcPct val="110000"/>
              </a:lnSpc>
            </a:pPr>
            <a:endParaRPr kumimoji="1" lang="zh-CN" altLang="en-US"/>
          </a:p>
        </p:txBody>
      </p:sp>
      <p:sp>
        <p:nvSpPr>
          <p:cNvPr id="15" name="标题 1"/>
          <p:cNvSpPr txBox="1"/>
          <p:nvPr/>
        </p:nvSpPr>
        <p:spPr>
          <a:xfrm>
            <a:off x="875479" y="3330254"/>
            <a:ext cx="2989060" cy="2200710"/>
          </a:xfrm>
          <a:prstGeom prst="rect">
            <a:avLst/>
          </a:prstGeom>
          <a:noFill/>
          <a:ln>
            <a:noFill/>
          </a:ln>
        </p:spPr>
        <p:txBody>
          <a:bodyPr vert="horz" wrap="square" lIns="0" tIns="0" rIns="0" bIns="0" rtlCol="0" anchor="t"/>
          <a:lstStyle/>
          <a:p>
            <a:pPr algn="ctr">
              <a:lnSpc>
                <a:spcPct val="150000"/>
              </a:lnSpc>
            </a:pPr>
            <a:r>
              <a:rPr kumimoji="1" lang="en-US" altLang="zh-CN" sz="1400">
                <a:ln w="12700">
                  <a:noFill/>
                </a:ln>
                <a:solidFill>
                  <a:srgbClr val="262626">
                    <a:alpha val="100000"/>
                  </a:srgbClr>
                </a:solidFill>
                <a:latin typeface="Source Han Sans"/>
                <a:ea typeface="Source Han Sans"/>
                <a:cs typeface="Source Han Sans"/>
              </a:rPr>
              <a:t>组合逻辑使用 assign 语句或 always @(*) 块描述，目标必须是 wire 类型。
组合逻辑用于实现逻辑门、选择器等功能。</a:t>
            </a:r>
            <a:endParaRPr kumimoji="1" lang="zh-CN" altLang="en-US"/>
          </a:p>
        </p:txBody>
      </p:sp>
      <p:sp>
        <p:nvSpPr>
          <p:cNvPr id="16" name="标题 1"/>
          <p:cNvSpPr txBox="1"/>
          <p:nvPr/>
        </p:nvSpPr>
        <p:spPr>
          <a:xfrm>
            <a:off x="8319395" y="3330254"/>
            <a:ext cx="2989060" cy="2200710"/>
          </a:xfrm>
          <a:prstGeom prst="rect">
            <a:avLst/>
          </a:prstGeom>
          <a:noFill/>
          <a:ln>
            <a:noFill/>
          </a:ln>
        </p:spPr>
        <p:txBody>
          <a:bodyPr vert="horz" wrap="square" lIns="0" tIns="0" rIns="0" bIns="0" rtlCol="0" anchor="t"/>
          <a:lstStyle/>
          <a:p>
            <a:pPr algn="ctr">
              <a:lnSpc>
                <a:spcPct val="150000"/>
              </a:lnSpc>
            </a:pPr>
            <a:r>
              <a:rPr kumimoji="1" lang="en-US" altLang="zh-CN" sz="1400">
                <a:ln w="12700">
                  <a:noFill/>
                </a:ln>
                <a:solidFill>
                  <a:srgbClr val="262626">
                    <a:alpha val="100000"/>
                  </a:srgbClr>
                </a:solidFill>
                <a:latin typeface="Source Han Sans"/>
                <a:ea typeface="Source Han Sans"/>
                <a:cs typeface="Source Han Sans"/>
              </a:rPr>
              <a:t>组合逻辑的描述需注意信号的驱动源和逻辑功能的实现。
组合逻辑的使用需根据设计需求和代码风格选择。</a:t>
            </a:r>
            <a:endParaRPr kumimoji="1" lang="zh-CN" altLang="en-US"/>
          </a:p>
        </p:txBody>
      </p:sp>
      <p:sp>
        <p:nvSpPr>
          <p:cNvPr id="17" name="标题 1"/>
          <p:cNvSpPr txBox="1"/>
          <p:nvPr/>
        </p:nvSpPr>
        <p:spPr>
          <a:xfrm>
            <a:off x="4608206" y="3330254"/>
            <a:ext cx="2989060" cy="2200710"/>
          </a:xfrm>
          <a:prstGeom prst="rect">
            <a:avLst/>
          </a:prstGeom>
          <a:noFill/>
          <a:ln>
            <a:noFill/>
          </a:ln>
        </p:spPr>
        <p:txBody>
          <a:bodyPr vert="horz" wrap="square" lIns="0" tIns="0" rIns="0" bIns="0" rtlCol="0" anchor="t"/>
          <a:lstStyle/>
          <a:p>
            <a:pPr algn="ctr">
              <a:lnSpc>
                <a:spcPct val="150000"/>
              </a:lnSpc>
            </a:pPr>
            <a:r>
              <a:rPr kumimoji="1" lang="en-US" altLang="zh-CN" sz="1400">
                <a:ln w="12700">
                  <a:noFill/>
                </a:ln>
                <a:solidFill>
                  <a:srgbClr val="FFFFFF">
                    <a:alpha val="100000"/>
                  </a:srgbClr>
                </a:solidFill>
                <a:latin typeface="Source Han Sans"/>
                <a:ea typeface="Source Han Sans"/>
                <a:cs typeface="Source Han Sans"/>
              </a:rPr>
              <a:t>组合逻辑用于实现简单的逻辑功能，如优先级编码器和大组合块。
组合逻辑的使用场景广泛，适用于简单的逻辑设计。</a:t>
            </a:r>
            <a:endParaRPr kumimoji="1" lang="zh-CN" altLang="en-US"/>
          </a:p>
        </p:txBody>
      </p:sp>
      <p:sp>
        <p:nvSpPr>
          <p:cNvPr id="18" name="标题 1"/>
          <p:cNvSpPr txBox="1"/>
          <p:nvPr/>
        </p:nvSpPr>
        <p:spPr>
          <a:xfrm>
            <a:off x="9385405" y="5613564"/>
            <a:ext cx="857040" cy="207668"/>
          </a:xfrm>
          <a:prstGeom prst="roundRect">
            <a:avLst>
              <a:gd name="adj" fmla="val 50000"/>
            </a:avLst>
          </a:prstGeom>
          <a:noFill/>
          <a:ln w="12700" cap="sq">
            <a:solidFill>
              <a:schemeClr val="accent1">
                <a:lumMod val="20000"/>
                <a:lumOff val="80000"/>
              </a:schemeClr>
            </a:solidFill>
            <a:miter/>
          </a:ln>
          <a:effectLst/>
        </p:spPr>
        <p:txBody>
          <a:bodyPr vert="horz" wrap="square" lIns="0" tIns="0" rIns="0" bIns="0" rtlCol="0" anchor="ctr"/>
          <a:lstStyle/>
          <a:p>
            <a:pPr algn="ctr">
              <a:lnSpc>
                <a:spcPct val="110000"/>
              </a:lnSpc>
            </a:pPr>
            <a:endParaRPr kumimoji="1" lang="zh-CN" altLang="en-US"/>
          </a:p>
        </p:txBody>
      </p:sp>
      <p:sp>
        <p:nvSpPr>
          <p:cNvPr id="19" name="标题 1"/>
          <p:cNvSpPr txBox="1"/>
          <p:nvPr/>
        </p:nvSpPr>
        <p:spPr>
          <a:xfrm>
            <a:off x="9646475" y="5685516"/>
            <a:ext cx="63764" cy="63764"/>
          </a:xfrm>
          <a:prstGeom prst="ellipse">
            <a:avLst/>
          </a:prstGeom>
          <a:solidFill>
            <a:schemeClr val="accent1">
              <a:lumMod val="20000"/>
              <a:lumOff val="80000"/>
            </a:schemeClr>
          </a:solidFill>
          <a:ln w="31750" cap="sq">
            <a:noFill/>
            <a:miter/>
          </a:ln>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a:off x="9782042" y="5685516"/>
            <a:ext cx="63764" cy="63764"/>
          </a:xfrm>
          <a:prstGeom prst="ellipse">
            <a:avLst/>
          </a:prstGeom>
          <a:solidFill>
            <a:schemeClr val="accent1">
              <a:lumMod val="60000"/>
              <a:lumOff val="40000"/>
            </a:schemeClr>
          </a:solidFill>
          <a:ln w="31750" cap="sq">
            <a:noFill/>
            <a:miter/>
          </a:ln>
        </p:spPr>
        <p:txBody>
          <a:bodyPr vert="horz" wrap="square" lIns="91440" tIns="45720" rIns="91440" bIns="45720" rtlCol="0" anchor="ctr"/>
          <a:lstStyle/>
          <a:p>
            <a:pPr algn="ctr">
              <a:lnSpc>
                <a:spcPct val="110000"/>
              </a:lnSpc>
            </a:pPr>
            <a:endParaRPr kumimoji="1" lang="zh-CN" altLang="en-US"/>
          </a:p>
        </p:txBody>
      </p:sp>
      <p:sp>
        <p:nvSpPr>
          <p:cNvPr id="21" name="标题 1"/>
          <p:cNvSpPr txBox="1"/>
          <p:nvPr/>
        </p:nvSpPr>
        <p:spPr>
          <a:xfrm>
            <a:off x="9917609" y="5685516"/>
            <a:ext cx="63764" cy="63764"/>
          </a:xfrm>
          <a:prstGeom prst="ellipse">
            <a:avLst/>
          </a:prstGeom>
          <a:solidFill>
            <a:schemeClr val="accent1">
              <a:lumMod val="20000"/>
              <a:lumOff val="80000"/>
            </a:schemeClr>
          </a:solidFill>
          <a:ln w="31750" cap="sq">
            <a:noFill/>
            <a:miter/>
          </a:ln>
        </p:spPr>
        <p:txBody>
          <a:bodyPr vert="horz" wrap="square" lIns="91440" tIns="45720" rIns="91440" bIns="45720" rtlCol="0" anchor="ctr"/>
          <a:lstStyle/>
          <a:p>
            <a:pPr algn="ctr">
              <a:lnSpc>
                <a:spcPct val="110000"/>
              </a:lnSpc>
            </a:pPr>
            <a:endParaRPr kumimoji="1" lang="zh-CN" altLang="en-US"/>
          </a:p>
        </p:txBody>
      </p:sp>
      <p:sp>
        <p:nvSpPr>
          <p:cNvPr id="22" name="标题 1"/>
          <p:cNvSpPr txBox="1"/>
          <p:nvPr/>
        </p:nvSpPr>
        <p:spPr>
          <a:xfrm>
            <a:off x="5674216" y="5613564"/>
            <a:ext cx="857040" cy="207668"/>
          </a:xfrm>
          <a:prstGeom prst="roundRect">
            <a:avLst>
              <a:gd name="adj" fmla="val 50000"/>
            </a:avLst>
          </a:prstGeom>
          <a:noFill/>
          <a:ln w="12700" cap="sq">
            <a:solidFill>
              <a:schemeClr val="accent1">
                <a:lumMod val="20000"/>
                <a:lumOff val="80000"/>
              </a:schemeClr>
            </a:solidFill>
            <a:miter/>
          </a:ln>
          <a:effectLst/>
        </p:spPr>
        <p:txBody>
          <a:bodyPr vert="horz" wrap="square" lIns="0" tIns="0" rIns="0" bIns="0" rtlCol="0" anchor="ctr"/>
          <a:lstStyle/>
          <a:p>
            <a:pPr algn="ctr">
              <a:lnSpc>
                <a:spcPct val="110000"/>
              </a:lnSpc>
            </a:pPr>
            <a:endParaRPr kumimoji="1" lang="zh-CN" altLang="en-US"/>
          </a:p>
        </p:txBody>
      </p:sp>
      <p:sp>
        <p:nvSpPr>
          <p:cNvPr id="23" name="标题 1"/>
          <p:cNvSpPr txBox="1"/>
          <p:nvPr/>
        </p:nvSpPr>
        <p:spPr>
          <a:xfrm>
            <a:off x="5935286" y="5685516"/>
            <a:ext cx="63764" cy="63764"/>
          </a:xfrm>
          <a:prstGeom prst="ellipse">
            <a:avLst/>
          </a:prstGeom>
          <a:solidFill>
            <a:schemeClr val="accent1">
              <a:lumMod val="60000"/>
              <a:lumOff val="40000"/>
            </a:schemeClr>
          </a:solidFill>
          <a:ln w="31750" cap="sq">
            <a:noFill/>
            <a:miter/>
          </a:ln>
        </p:spPr>
        <p:txBody>
          <a:bodyPr vert="horz" wrap="square" lIns="91440" tIns="45720" rIns="91440" bIns="45720" rtlCol="0" anchor="ctr"/>
          <a:lstStyle/>
          <a:p>
            <a:pPr algn="ctr">
              <a:lnSpc>
                <a:spcPct val="110000"/>
              </a:lnSpc>
            </a:pPr>
            <a:endParaRPr kumimoji="1" lang="zh-CN" altLang="en-US"/>
          </a:p>
        </p:txBody>
      </p:sp>
      <p:sp>
        <p:nvSpPr>
          <p:cNvPr id="24" name="标题 1"/>
          <p:cNvSpPr txBox="1"/>
          <p:nvPr/>
        </p:nvSpPr>
        <p:spPr>
          <a:xfrm>
            <a:off x="6070853" y="5685516"/>
            <a:ext cx="63764" cy="63764"/>
          </a:xfrm>
          <a:prstGeom prst="ellipse">
            <a:avLst/>
          </a:prstGeom>
          <a:solidFill>
            <a:schemeClr val="accent1">
              <a:lumMod val="20000"/>
              <a:lumOff val="80000"/>
            </a:schemeClr>
          </a:solidFill>
          <a:ln w="31750" cap="sq">
            <a:noFill/>
            <a:miter/>
          </a:ln>
        </p:spPr>
        <p:txBody>
          <a:bodyPr vert="horz" wrap="square" lIns="91440" tIns="45720" rIns="91440" bIns="45720" rtlCol="0" anchor="ctr"/>
          <a:lstStyle/>
          <a:p>
            <a:pPr algn="ctr">
              <a:lnSpc>
                <a:spcPct val="110000"/>
              </a:lnSpc>
            </a:pPr>
            <a:endParaRPr kumimoji="1" lang="zh-CN" altLang="en-US"/>
          </a:p>
        </p:txBody>
      </p:sp>
      <p:sp>
        <p:nvSpPr>
          <p:cNvPr id="25" name="标题 1"/>
          <p:cNvSpPr txBox="1"/>
          <p:nvPr/>
        </p:nvSpPr>
        <p:spPr>
          <a:xfrm>
            <a:off x="6206420" y="5685516"/>
            <a:ext cx="63764" cy="63764"/>
          </a:xfrm>
          <a:prstGeom prst="ellipse">
            <a:avLst/>
          </a:prstGeom>
          <a:solidFill>
            <a:schemeClr val="accent1">
              <a:lumMod val="60000"/>
              <a:lumOff val="40000"/>
            </a:schemeClr>
          </a:solidFill>
          <a:ln w="31750" cap="sq">
            <a:noFill/>
            <a:miter/>
          </a:ln>
        </p:spPr>
        <p:txBody>
          <a:bodyPr vert="horz" wrap="square" lIns="91440" tIns="45720" rIns="91440" bIns="45720" rtlCol="0" anchor="ctr"/>
          <a:lstStyle/>
          <a:p>
            <a:pPr algn="ctr">
              <a:lnSpc>
                <a:spcPct val="110000"/>
              </a:lnSpc>
            </a:pPr>
            <a:endParaRPr kumimoji="1" lang="zh-CN" altLang="en-US"/>
          </a:p>
        </p:txBody>
      </p:sp>
      <p:sp>
        <p:nvSpPr>
          <p:cNvPr id="26" name="标题 1"/>
          <p:cNvSpPr txBox="1"/>
          <p:nvPr/>
        </p:nvSpPr>
        <p:spPr>
          <a:xfrm>
            <a:off x="1941489" y="5613564"/>
            <a:ext cx="857040" cy="207668"/>
          </a:xfrm>
          <a:prstGeom prst="roundRect">
            <a:avLst>
              <a:gd name="adj" fmla="val 50000"/>
            </a:avLst>
          </a:prstGeom>
          <a:noFill/>
          <a:ln w="12700" cap="sq">
            <a:solidFill>
              <a:schemeClr val="accent1">
                <a:lumMod val="20000"/>
                <a:lumOff val="80000"/>
              </a:schemeClr>
            </a:solidFill>
            <a:miter/>
          </a:ln>
          <a:effectLst/>
        </p:spPr>
        <p:txBody>
          <a:bodyPr vert="horz" wrap="square" lIns="0" tIns="0" rIns="0" bIns="0" rtlCol="0" anchor="ctr"/>
          <a:lstStyle/>
          <a:p>
            <a:pPr algn="ctr">
              <a:lnSpc>
                <a:spcPct val="110000"/>
              </a:lnSpc>
            </a:pPr>
            <a:endParaRPr kumimoji="1" lang="zh-CN" altLang="en-US"/>
          </a:p>
        </p:txBody>
      </p:sp>
      <p:sp>
        <p:nvSpPr>
          <p:cNvPr id="27" name="标题 1"/>
          <p:cNvSpPr txBox="1"/>
          <p:nvPr/>
        </p:nvSpPr>
        <p:spPr>
          <a:xfrm>
            <a:off x="2202559" y="5685516"/>
            <a:ext cx="63764" cy="63764"/>
          </a:xfrm>
          <a:prstGeom prst="ellipse">
            <a:avLst/>
          </a:prstGeom>
          <a:solidFill>
            <a:schemeClr val="accent1">
              <a:lumMod val="20000"/>
              <a:lumOff val="80000"/>
            </a:schemeClr>
          </a:solidFill>
          <a:ln w="31750" cap="sq">
            <a:noFill/>
            <a:miter/>
          </a:ln>
        </p:spPr>
        <p:txBody>
          <a:bodyPr vert="horz" wrap="square" lIns="91440" tIns="45720" rIns="91440" bIns="45720" rtlCol="0" anchor="ctr"/>
          <a:lstStyle/>
          <a:p>
            <a:pPr algn="ctr">
              <a:lnSpc>
                <a:spcPct val="110000"/>
              </a:lnSpc>
            </a:pPr>
            <a:endParaRPr kumimoji="1" lang="zh-CN" altLang="en-US"/>
          </a:p>
        </p:txBody>
      </p:sp>
      <p:sp>
        <p:nvSpPr>
          <p:cNvPr id="28" name="标题 1"/>
          <p:cNvSpPr txBox="1"/>
          <p:nvPr/>
        </p:nvSpPr>
        <p:spPr>
          <a:xfrm>
            <a:off x="2338126" y="5685516"/>
            <a:ext cx="63764" cy="63764"/>
          </a:xfrm>
          <a:prstGeom prst="ellipse">
            <a:avLst/>
          </a:prstGeom>
          <a:solidFill>
            <a:schemeClr val="accent1">
              <a:lumMod val="60000"/>
              <a:lumOff val="40000"/>
            </a:schemeClr>
          </a:solidFill>
          <a:ln w="31750" cap="sq">
            <a:noFill/>
            <a:miter/>
          </a:ln>
        </p:spPr>
        <p:txBody>
          <a:bodyPr vert="horz" wrap="square" lIns="91440" tIns="45720" rIns="91440" bIns="45720" rtlCol="0" anchor="ctr"/>
          <a:lstStyle/>
          <a:p>
            <a:pPr algn="ctr">
              <a:lnSpc>
                <a:spcPct val="110000"/>
              </a:lnSpc>
            </a:pPr>
            <a:endParaRPr kumimoji="1" lang="zh-CN" altLang="en-US"/>
          </a:p>
        </p:txBody>
      </p:sp>
      <p:sp>
        <p:nvSpPr>
          <p:cNvPr id="29" name="标题 1"/>
          <p:cNvSpPr txBox="1"/>
          <p:nvPr/>
        </p:nvSpPr>
        <p:spPr>
          <a:xfrm>
            <a:off x="2473693" y="5685516"/>
            <a:ext cx="63764" cy="63764"/>
          </a:xfrm>
          <a:prstGeom prst="ellipse">
            <a:avLst/>
          </a:prstGeom>
          <a:solidFill>
            <a:schemeClr val="accent1">
              <a:lumMod val="20000"/>
              <a:lumOff val="80000"/>
            </a:schemeClr>
          </a:solidFill>
          <a:ln w="31750" cap="sq">
            <a:noFill/>
            <a:miter/>
          </a:ln>
        </p:spPr>
        <p:txBody>
          <a:bodyPr vert="horz" wrap="square" lIns="91440" tIns="45720" rIns="91440" bIns="45720" rtlCol="0" anchor="ctr"/>
          <a:lstStyle/>
          <a:p>
            <a:pPr algn="ctr">
              <a:lnSpc>
                <a:spcPct val="110000"/>
              </a:lnSpc>
            </a:pPr>
            <a:endParaRPr kumimoji="1" lang="zh-CN" altLang="en-US"/>
          </a:p>
        </p:txBody>
      </p:sp>
      <p:sp>
        <p:nvSpPr>
          <p:cNvPr id="30" name="标题 1"/>
          <p:cNvSpPr txBox="1"/>
          <p:nvPr/>
        </p:nvSpPr>
        <p:spPr>
          <a:xfrm>
            <a:off x="660400" y="323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a:ea typeface="Source Han Sans CN Bold"/>
                <a:cs typeface="Source Han Sans CN Bold"/>
              </a:rPr>
              <a:t>组合逻辑</a:t>
            </a:r>
            <a:endParaRPr kumimoji="1" lang="zh-CN" altLang="en-US"/>
          </a:p>
        </p:txBody>
      </p:sp>
      <p:cxnSp>
        <p:nvCxnSpPr>
          <p:cNvPr id="31" name="标题 1"/>
          <p:cNvCxnSpPr/>
          <p:nvPr/>
        </p:nvCxnSpPr>
        <p:spPr>
          <a:xfrm>
            <a:off x="0" y="958850"/>
            <a:ext cx="12122150" cy="0"/>
          </a:xfrm>
          <a:prstGeom prst="line">
            <a:avLst/>
          </a:prstGeom>
          <a:noFill/>
          <a:ln w="28575" cap="sq">
            <a:solidFill>
              <a:schemeClr val="accent1"/>
            </a:solidFill>
            <a:miter/>
          </a:ln>
        </p:spPr>
      </p:cxnSp>
      <p:pic>
        <p:nvPicPr>
          <p:cNvPr id="33" name="图片 32">
            <a:extLst>
              <a:ext uri="{FF2B5EF4-FFF2-40B4-BE49-F238E27FC236}">
                <a16:creationId xmlns:a16="http://schemas.microsoft.com/office/drawing/2014/main" id="{84834E37-7EC6-029B-81BC-205BC4925B1D}"/>
              </a:ext>
            </a:extLst>
          </p:cNvPr>
          <p:cNvPicPr>
            <a:picLocks noChangeAspect="1"/>
          </p:cNvPicPr>
          <p:nvPr/>
        </p:nvPicPr>
        <p:blipFill>
          <a:blip r:embed="rId2"/>
          <a:stretch>
            <a:fillRect/>
          </a:stretch>
        </p:blipFill>
        <p:spPr>
          <a:xfrm>
            <a:off x="1162488" y="4683545"/>
            <a:ext cx="2562173" cy="2134535"/>
          </a:xfrm>
          <a:prstGeom prst="rect">
            <a:avLst/>
          </a:prstGeom>
        </p:spPr>
      </p:pic>
      <p:pic>
        <p:nvPicPr>
          <p:cNvPr id="35" name="图片 34">
            <a:extLst>
              <a:ext uri="{FF2B5EF4-FFF2-40B4-BE49-F238E27FC236}">
                <a16:creationId xmlns:a16="http://schemas.microsoft.com/office/drawing/2014/main" id="{3DA639E7-55C4-499A-8419-029416440BBE}"/>
              </a:ext>
            </a:extLst>
          </p:cNvPr>
          <p:cNvPicPr>
            <a:picLocks noChangeAspect="1"/>
          </p:cNvPicPr>
          <p:nvPr/>
        </p:nvPicPr>
        <p:blipFill>
          <a:blip r:embed="rId3"/>
          <a:stretch>
            <a:fillRect/>
          </a:stretch>
        </p:blipFill>
        <p:spPr>
          <a:xfrm>
            <a:off x="4309703" y="4670202"/>
            <a:ext cx="2603191" cy="215815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1508847" y="1355472"/>
            <a:ext cx="2072789" cy="1485900"/>
          </a:xfrm>
          <a:prstGeom prst="roundRect">
            <a:avLst>
              <a:gd name="adj" fmla="val 50000"/>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2465474" y="1739796"/>
            <a:ext cx="8204979" cy="1000611"/>
          </a:xfrm>
          <a:prstGeom prst="roundRect">
            <a:avLst>
              <a:gd name="adj" fmla="val 11184"/>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1675709" y="1355472"/>
            <a:ext cx="2072789" cy="1485900"/>
          </a:xfrm>
          <a:prstGeom prst="roundRect">
            <a:avLst>
              <a:gd name="adj" fmla="val 50000"/>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2043869" y="1540049"/>
            <a:ext cx="1336468" cy="1116746"/>
          </a:xfrm>
          <a:prstGeom prst="rect">
            <a:avLst/>
          </a:prstGeom>
          <a:noFill/>
          <a:ln>
            <a:noFill/>
          </a:ln>
        </p:spPr>
        <p:txBody>
          <a:bodyPr vert="horz" wrap="square" lIns="0" tIns="0" rIns="0" bIns="0" rtlCol="0" anchor="ctr"/>
          <a:lstStyle/>
          <a:p>
            <a:pPr algn="ctr">
              <a:lnSpc>
                <a:spcPct val="150000"/>
              </a:lnSpc>
            </a:pPr>
            <a:r>
              <a:rPr kumimoji="1" lang="en-US" altLang="zh-CN" sz="4800">
                <a:ln w="12700">
                  <a:noFill/>
                </a:ln>
                <a:solidFill>
                  <a:srgbClr val="FFFFFF">
                    <a:alpha val="100000"/>
                  </a:srgbClr>
                </a:solidFill>
                <a:latin typeface="OPPOSans B"/>
                <a:ea typeface="OPPOSans B"/>
                <a:cs typeface="OPPOSans B"/>
              </a:rPr>
              <a:t>01</a:t>
            </a:r>
            <a:endParaRPr kumimoji="1" lang="zh-CN" altLang="en-US"/>
          </a:p>
        </p:txBody>
      </p:sp>
      <p:sp>
        <p:nvSpPr>
          <p:cNvPr id="7" name="标题 1"/>
          <p:cNvSpPr txBox="1"/>
          <p:nvPr/>
        </p:nvSpPr>
        <p:spPr>
          <a:xfrm>
            <a:off x="3971721" y="1845791"/>
            <a:ext cx="6469338" cy="769094"/>
          </a:xfrm>
          <a:prstGeom prst="rect">
            <a:avLst/>
          </a:prstGeom>
          <a:noFill/>
          <a:ln>
            <a:noFill/>
          </a:ln>
        </p:spPr>
        <p:txBody>
          <a:bodyPr vert="horz" wrap="square" lIns="0" tIns="0" rIns="0" bIns="0" rtlCol="0" anchor="t"/>
          <a:lstStyle/>
          <a:p>
            <a:pPr algn="l">
              <a:lnSpc>
                <a:spcPct val="140000"/>
              </a:lnSpc>
            </a:pPr>
            <a:r>
              <a:rPr kumimoji="1" lang="en-US" altLang="zh-CN" sz="1400">
                <a:ln w="12700">
                  <a:noFill/>
                </a:ln>
                <a:solidFill>
                  <a:srgbClr val="262626">
                    <a:alpha val="100000"/>
                  </a:srgbClr>
                </a:solidFill>
                <a:latin typeface="Source Han Sans"/>
                <a:ea typeface="Source Han Sans"/>
                <a:cs typeface="Source Han Sans"/>
              </a:rPr>
              <a:t>时序逻辑使用 always @(posedge clk ...) 块描述，敏感列表通常包括时钟上升沿和复位信号边沿。
时序逻辑用于实现寄存器和触发器等功能。</a:t>
            </a:r>
            <a:endParaRPr kumimoji="1" lang="zh-CN" altLang="en-US"/>
          </a:p>
        </p:txBody>
      </p:sp>
      <p:sp>
        <p:nvSpPr>
          <p:cNvPr id="8" name="标题 1"/>
          <p:cNvSpPr txBox="1"/>
          <p:nvPr/>
        </p:nvSpPr>
        <p:spPr>
          <a:xfrm>
            <a:off x="3971720" y="1127140"/>
            <a:ext cx="6454979" cy="545802"/>
          </a:xfrm>
          <a:prstGeom prst="rect">
            <a:avLst/>
          </a:prstGeom>
          <a:noFill/>
          <a:ln>
            <a:noFill/>
          </a:ln>
        </p:spPr>
        <p:txBody>
          <a:bodyPr vert="horz" wrap="square" lIns="0" tIns="0" rIns="0" bIns="0" rtlCol="0" anchor="b"/>
          <a:lstStyle/>
          <a:p>
            <a:pPr algn="l">
              <a:lnSpc>
                <a:spcPct val="120000"/>
              </a:lnSpc>
            </a:pPr>
            <a:r>
              <a:rPr kumimoji="1" lang="en-US" altLang="zh-CN" sz="1600">
                <a:ln w="12700">
                  <a:noFill/>
                </a:ln>
                <a:solidFill>
                  <a:srgbClr val="262626">
                    <a:alpha val="100000"/>
                  </a:srgbClr>
                </a:solidFill>
                <a:latin typeface="Source Han Sans CN Bold"/>
                <a:ea typeface="Source Han Sans CN Bold"/>
                <a:cs typeface="Source Han Sans CN Bold"/>
              </a:rPr>
              <a:t>时序逻辑的描述</a:t>
            </a:r>
            <a:endParaRPr kumimoji="1" lang="zh-CN" altLang="en-US"/>
          </a:p>
        </p:txBody>
      </p:sp>
      <p:sp>
        <p:nvSpPr>
          <p:cNvPr id="9" name="标题 1"/>
          <p:cNvSpPr txBox="1"/>
          <p:nvPr/>
        </p:nvSpPr>
        <p:spPr>
          <a:xfrm>
            <a:off x="1508847" y="3054216"/>
            <a:ext cx="2072789" cy="1485900"/>
          </a:xfrm>
          <a:prstGeom prst="roundRect">
            <a:avLst>
              <a:gd name="adj" fmla="val 50000"/>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2465474" y="3438540"/>
            <a:ext cx="8204979" cy="1000611"/>
          </a:xfrm>
          <a:prstGeom prst="roundRect">
            <a:avLst>
              <a:gd name="adj" fmla="val 11184"/>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1675709" y="3054216"/>
            <a:ext cx="2072789" cy="1485900"/>
          </a:xfrm>
          <a:prstGeom prst="roundRect">
            <a:avLst>
              <a:gd name="adj" fmla="val 50000"/>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2043869" y="3238793"/>
            <a:ext cx="1336468" cy="1116746"/>
          </a:xfrm>
          <a:prstGeom prst="rect">
            <a:avLst/>
          </a:prstGeom>
          <a:noFill/>
          <a:ln>
            <a:noFill/>
          </a:ln>
        </p:spPr>
        <p:txBody>
          <a:bodyPr vert="horz" wrap="square" lIns="0" tIns="0" rIns="0" bIns="0" rtlCol="0" anchor="ctr"/>
          <a:lstStyle/>
          <a:p>
            <a:pPr algn="ctr">
              <a:lnSpc>
                <a:spcPct val="150000"/>
              </a:lnSpc>
            </a:pPr>
            <a:r>
              <a:rPr kumimoji="1" lang="en-US" altLang="zh-CN" sz="4800">
                <a:ln w="12700">
                  <a:noFill/>
                </a:ln>
                <a:solidFill>
                  <a:srgbClr val="FFFFFF">
                    <a:alpha val="100000"/>
                  </a:srgbClr>
                </a:solidFill>
                <a:latin typeface="OPPOSans B"/>
                <a:ea typeface="OPPOSans B"/>
                <a:cs typeface="OPPOSans B"/>
              </a:rPr>
              <a:t>02</a:t>
            </a:r>
            <a:endParaRPr kumimoji="1" lang="zh-CN" altLang="en-US"/>
          </a:p>
        </p:txBody>
      </p:sp>
      <p:sp>
        <p:nvSpPr>
          <p:cNvPr id="13" name="标题 1"/>
          <p:cNvSpPr txBox="1"/>
          <p:nvPr/>
        </p:nvSpPr>
        <p:spPr>
          <a:xfrm>
            <a:off x="3971721" y="3544535"/>
            <a:ext cx="6469338" cy="769094"/>
          </a:xfrm>
          <a:prstGeom prst="rect">
            <a:avLst/>
          </a:prstGeom>
          <a:noFill/>
          <a:ln>
            <a:noFill/>
          </a:ln>
        </p:spPr>
        <p:txBody>
          <a:bodyPr vert="horz" wrap="square" lIns="0" tIns="0" rIns="0" bIns="0" rtlCol="0" anchor="t"/>
          <a:lstStyle/>
          <a:p>
            <a:pPr algn="l">
              <a:lnSpc>
                <a:spcPct val="140000"/>
              </a:lnSpc>
            </a:pPr>
            <a:r>
              <a:rPr kumimoji="1" lang="en-US" altLang="zh-CN" sz="1400">
                <a:ln w="12700">
                  <a:noFill/>
                </a:ln>
                <a:solidFill>
                  <a:srgbClr val="262626">
                    <a:alpha val="100000"/>
                  </a:srgbClr>
                </a:solidFill>
                <a:latin typeface="Source Han Sans"/>
                <a:ea typeface="Source Han Sans"/>
                <a:cs typeface="Source Han Sans"/>
              </a:rPr>
              <a:t>时序逻辑用于实现数据存储和时序控制功能。
时序逻辑的使用场景广泛，适用于复杂的数字设计。</a:t>
            </a:r>
            <a:endParaRPr kumimoji="1" lang="zh-CN" altLang="en-US"/>
          </a:p>
        </p:txBody>
      </p:sp>
      <p:sp>
        <p:nvSpPr>
          <p:cNvPr id="14" name="标题 1"/>
          <p:cNvSpPr txBox="1"/>
          <p:nvPr/>
        </p:nvSpPr>
        <p:spPr>
          <a:xfrm>
            <a:off x="3971720" y="2825884"/>
            <a:ext cx="6467679" cy="545802"/>
          </a:xfrm>
          <a:prstGeom prst="rect">
            <a:avLst/>
          </a:prstGeom>
          <a:noFill/>
          <a:ln>
            <a:noFill/>
          </a:ln>
        </p:spPr>
        <p:txBody>
          <a:bodyPr vert="horz" wrap="square" lIns="0" tIns="0" rIns="0" bIns="0" rtlCol="0" anchor="b"/>
          <a:lstStyle/>
          <a:p>
            <a:pPr algn="l">
              <a:lnSpc>
                <a:spcPct val="120000"/>
              </a:lnSpc>
            </a:pPr>
            <a:r>
              <a:rPr kumimoji="1" lang="en-US" altLang="zh-CN" sz="1600">
                <a:ln w="12700">
                  <a:noFill/>
                </a:ln>
                <a:solidFill>
                  <a:srgbClr val="262626">
                    <a:alpha val="100000"/>
                  </a:srgbClr>
                </a:solidFill>
                <a:latin typeface="Source Han Sans CN Bold"/>
                <a:ea typeface="Source Han Sans CN Bold"/>
                <a:cs typeface="Source Han Sans CN Bold"/>
              </a:rPr>
              <a:t>时序逻辑的应用</a:t>
            </a:r>
            <a:endParaRPr kumimoji="1" lang="zh-CN" altLang="en-US"/>
          </a:p>
        </p:txBody>
      </p:sp>
      <p:sp>
        <p:nvSpPr>
          <p:cNvPr id="15" name="标题 1"/>
          <p:cNvSpPr txBox="1"/>
          <p:nvPr/>
        </p:nvSpPr>
        <p:spPr>
          <a:xfrm>
            <a:off x="1508847" y="4752960"/>
            <a:ext cx="2072789" cy="1485900"/>
          </a:xfrm>
          <a:prstGeom prst="roundRect">
            <a:avLst>
              <a:gd name="adj" fmla="val 50000"/>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a:off x="2465474" y="5137284"/>
            <a:ext cx="8204979" cy="1000611"/>
          </a:xfrm>
          <a:prstGeom prst="roundRect">
            <a:avLst>
              <a:gd name="adj" fmla="val 11184"/>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1675709" y="4752960"/>
            <a:ext cx="2072789" cy="1485900"/>
          </a:xfrm>
          <a:prstGeom prst="roundRect">
            <a:avLst>
              <a:gd name="adj" fmla="val 50000"/>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a:off x="2043869" y="4937537"/>
            <a:ext cx="1336468" cy="1116746"/>
          </a:xfrm>
          <a:prstGeom prst="rect">
            <a:avLst/>
          </a:prstGeom>
          <a:noFill/>
          <a:ln>
            <a:noFill/>
          </a:ln>
        </p:spPr>
        <p:txBody>
          <a:bodyPr vert="horz" wrap="square" lIns="0" tIns="0" rIns="0" bIns="0" rtlCol="0" anchor="ctr"/>
          <a:lstStyle/>
          <a:p>
            <a:pPr algn="ctr">
              <a:lnSpc>
                <a:spcPct val="150000"/>
              </a:lnSpc>
            </a:pPr>
            <a:r>
              <a:rPr kumimoji="1" lang="en-US" altLang="zh-CN" sz="4800">
                <a:ln w="12700">
                  <a:noFill/>
                </a:ln>
                <a:solidFill>
                  <a:srgbClr val="FFFFFF">
                    <a:alpha val="100000"/>
                  </a:srgbClr>
                </a:solidFill>
                <a:latin typeface="OPPOSans B"/>
                <a:ea typeface="OPPOSans B"/>
                <a:cs typeface="OPPOSans B"/>
              </a:rPr>
              <a:t>03</a:t>
            </a:r>
            <a:endParaRPr kumimoji="1" lang="zh-CN" altLang="en-US"/>
          </a:p>
        </p:txBody>
      </p:sp>
      <p:sp>
        <p:nvSpPr>
          <p:cNvPr id="19" name="标题 1"/>
          <p:cNvSpPr txBox="1"/>
          <p:nvPr/>
        </p:nvSpPr>
        <p:spPr>
          <a:xfrm>
            <a:off x="3971721" y="5243279"/>
            <a:ext cx="6469338" cy="769094"/>
          </a:xfrm>
          <a:prstGeom prst="rect">
            <a:avLst/>
          </a:prstGeom>
          <a:noFill/>
          <a:ln>
            <a:noFill/>
          </a:ln>
        </p:spPr>
        <p:txBody>
          <a:bodyPr vert="horz" wrap="square" lIns="0" tIns="0" rIns="0" bIns="0" rtlCol="0" anchor="t"/>
          <a:lstStyle/>
          <a:p>
            <a:pPr algn="l">
              <a:lnSpc>
                <a:spcPct val="140000"/>
              </a:lnSpc>
            </a:pPr>
            <a:r>
              <a:rPr kumimoji="1" lang="en-US" altLang="zh-CN" sz="1400">
                <a:ln w="12700">
                  <a:noFill/>
                </a:ln>
                <a:solidFill>
                  <a:srgbClr val="262626">
                    <a:alpha val="100000"/>
                  </a:srgbClr>
                </a:solidFill>
                <a:latin typeface="Source Han Sans"/>
                <a:ea typeface="Source Han Sans"/>
                <a:cs typeface="Source Han Sans"/>
              </a:rPr>
              <a:t>时序逻辑的描述需注意敏感列表和赋值方式的选择。
时序逻辑的使用需根据设计需求和代码风格选择。</a:t>
            </a:r>
            <a:endParaRPr kumimoji="1" lang="zh-CN" altLang="en-US"/>
          </a:p>
        </p:txBody>
      </p:sp>
      <p:sp>
        <p:nvSpPr>
          <p:cNvPr id="20" name="标题 1"/>
          <p:cNvSpPr txBox="1"/>
          <p:nvPr/>
        </p:nvSpPr>
        <p:spPr>
          <a:xfrm>
            <a:off x="3971720" y="4524628"/>
            <a:ext cx="6467679" cy="545802"/>
          </a:xfrm>
          <a:prstGeom prst="rect">
            <a:avLst/>
          </a:prstGeom>
          <a:noFill/>
          <a:ln>
            <a:noFill/>
          </a:ln>
        </p:spPr>
        <p:txBody>
          <a:bodyPr vert="horz" wrap="square" lIns="0" tIns="0" rIns="0" bIns="0" rtlCol="0" anchor="b"/>
          <a:lstStyle/>
          <a:p>
            <a:pPr algn="l">
              <a:lnSpc>
                <a:spcPct val="120000"/>
              </a:lnSpc>
            </a:pPr>
            <a:r>
              <a:rPr kumimoji="1" lang="en-US" altLang="zh-CN" sz="1600">
                <a:ln w="12700">
                  <a:noFill/>
                </a:ln>
                <a:solidFill>
                  <a:srgbClr val="262626">
                    <a:alpha val="100000"/>
                  </a:srgbClr>
                </a:solidFill>
                <a:latin typeface="Source Han Sans CN Bold"/>
                <a:ea typeface="Source Han Sans CN Bold"/>
                <a:cs typeface="Source Han Sans CN Bold"/>
              </a:rPr>
              <a:t>时序逻辑的注意事项</a:t>
            </a:r>
            <a:endParaRPr kumimoji="1" lang="zh-CN" altLang="en-US"/>
          </a:p>
        </p:txBody>
      </p:sp>
      <p:sp>
        <p:nvSpPr>
          <p:cNvPr id="21" name="标题 1"/>
          <p:cNvSpPr txBox="1"/>
          <p:nvPr/>
        </p:nvSpPr>
        <p:spPr>
          <a:xfrm>
            <a:off x="660400" y="32399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a:ea typeface="Source Han Sans CN Bold"/>
                <a:cs typeface="Source Han Sans CN Bold"/>
              </a:rPr>
              <a:t>时序逻辑</a:t>
            </a:r>
            <a:endParaRPr kumimoji="1" lang="zh-CN" altLang="en-US"/>
          </a:p>
        </p:txBody>
      </p:sp>
      <p:cxnSp>
        <p:nvCxnSpPr>
          <p:cNvPr id="22" name="标题 1"/>
          <p:cNvCxnSpPr/>
          <p:nvPr/>
        </p:nvCxnSpPr>
        <p:spPr>
          <a:xfrm>
            <a:off x="0" y="958850"/>
            <a:ext cx="12122150" cy="0"/>
          </a:xfrm>
          <a:prstGeom prst="line">
            <a:avLst/>
          </a:prstGeom>
          <a:noFill/>
          <a:ln w="28575" cap="sq">
            <a:solidFill>
              <a:schemeClr val="accent1"/>
            </a:solidFill>
            <a:miter/>
          </a:ln>
        </p:spPr>
      </p:cxnSp>
      <p:pic>
        <p:nvPicPr>
          <p:cNvPr id="24" name="图片 23">
            <a:extLst>
              <a:ext uri="{FF2B5EF4-FFF2-40B4-BE49-F238E27FC236}">
                <a16:creationId xmlns:a16="http://schemas.microsoft.com/office/drawing/2014/main" id="{C490F311-A42E-85DE-92D4-3510244637BC}"/>
              </a:ext>
            </a:extLst>
          </p:cNvPr>
          <p:cNvPicPr>
            <a:picLocks noChangeAspect="1"/>
          </p:cNvPicPr>
          <p:nvPr/>
        </p:nvPicPr>
        <p:blipFill>
          <a:blip r:embed="rId2"/>
          <a:stretch>
            <a:fillRect/>
          </a:stretch>
        </p:blipFill>
        <p:spPr>
          <a:xfrm>
            <a:off x="7959306" y="2614885"/>
            <a:ext cx="4162844" cy="330440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57385" cy="6858000"/>
          </a:xfrm>
          <a:prstGeom prst="rect">
            <a:avLst/>
          </a:prstGeom>
          <a:gradFill>
            <a:gsLst>
              <a:gs pos="0">
                <a:schemeClr val="bg1"/>
              </a:gs>
              <a:gs pos="100000">
                <a:schemeClr val="accent2">
                  <a:lumMod val="40000"/>
                  <a:lumOff val="6000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12971575">
            <a:off x="6066310" y="973629"/>
            <a:ext cx="1859493" cy="1859493"/>
          </a:xfrm>
          <a:prstGeom prst="ellipse">
            <a:avLst/>
          </a:prstGeom>
          <a:gradFill>
            <a:gsLst>
              <a:gs pos="0">
                <a:schemeClr val="accent2">
                  <a:lumMod val="20000"/>
                  <a:lumOff val="80000"/>
                  <a:alpha val="0"/>
                </a:schemeClr>
              </a:gs>
              <a:gs pos="100000">
                <a:schemeClr val="accent2">
                  <a:alpha val="4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rot="20292424">
            <a:off x="-861535" y="-1870201"/>
            <a:ext cx="5517653" cy="5517653"/>
          </a:xfrm>
          <a:prstGeom prst="ellipse">
            <a:avLst/>
          </a:prstGeom>
          <a:gradFill>
            <a:gsLst>
              <a:gs pos="0">
                <a:schemeClr val="accent2">
                  <a:lumMod val="20000"/>
                  <a:lumOff val="80000"/>
                  <a:alpha val="10000"/>
                </a:schemeClr>
              </a:gs>
              <a:gs pos="100000">
                <a:schemeClr val="accent2">
                  <a:lumMod val="60000"/>
                  <a:lumOff val="40000"/>
                  <a:alpha val="32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266700" y="0"/>
            <a:ext cx="12192000" cy="6858000"/>
          </a:xfrm>
          <a:custGeom>
            <a:avLst/>
            <a:gdLst>
              <a:gd name="connsiteX0" fmla="*/ 113129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702116 h 6858000"/>
              <a:gd name="connsiteX5" fmla="*/ 35522 w 12192000"/>
              <a:gd name="connsiteY5" fmla="*/ 6686253 h 6858000"/>
              <a:gd name="connsiteX6" fmla="*/ 2463801 w 12192000"/>
              <a:gd name="connsiteY6" fmla="*/ 5867400 h 6858000"/>
              <a:gd name="connsiteX7" fmla="*/ 5219701 w 12192000"/>
              <a:gd name="connsiteY7" fmla="*/ 5918200 h 6858000"/>
              <a:gd name="connsiteX8" fmla="*/ 7010401 w 12192000"/>
              <a:gd name="connsiteY8" fmla="*/ 5283200 h 6858000"/>
              <a:gd name="connsiteX9" fmla="*/ 8267701 w 12192000"/>
              <a:gd name="connsiteY9" fmla="*/ 4368800 h 6858000"/>
              <a:gd name="connsiteX10" fmla="*/ 9753303 w 12192000"/>
              <a:gd name="connsiteY10" fmla="*/ 4102100 h 6858000"/>
              <a:gd name="connsiteX11" fmla="*/ 9775436 w 12192000"/>
              <a:gd name="connsiteY11" fmla="*/ 4096261 h 6858000"/>
              <a:gd name="connsiteX12" fmla="*/ 9872640 w 12192000"/>
              <a:gd name="connsiteY12" fmla="*/ 4085901 h 6858000"/>
              <a:gd name="connsiteX13" fmla="*/ 10871964 w 12192000"/>
              <a:gd name="connsiteY13" fmla="*/ 3011090 h 6858000"/>
              <a:gd name="connsiteX14" fmla="*/ 10879893 w 12192000"/>
              <a:gd name="connsiteY14" fmla="*/ 2929399 h 6858000"/>
              <a:gd name="connsiteX15" fmla="*/ 10896601 w 12192000"/>
              <a:gd name="connsiteY15" fmla="*/ 2844800 h 6858000"/>
              <a:gd name="connsiteX16" fmla="*/ 10899119 w 12192000"/>
              <a:gd name="connsiteY16" fmla="*/ 2673412 h 6858000"/>
              <a:gd name="connsiteX17" fmla="*/ 10885081 w 12192000"/>
              <a:gd name="connsiteY17" fmla="*/ 2593548 h 6858000"/>
              <a:gd name="connsiteX18" fmla="*/ 10877638 w 12192000"/>
              <a:gd name="connsiteY18" fmla="*/ 2498494 h 6858000"/>
              <a:gd name="connsiteX19" fmla="*/ 10816392 w 12192000"/>
              <a:gd name="connsiteY19" fmla="*/ 2262974 h 6858000"/>
              <a:gd name="connsiteX20" fmla="*/ 10744803 w 12192000"/>
              <a:gd name="connsiteY20" fmla="*/ 2108945 h 6858000"/>
              <a:gd name="connsiteX21" fmla="*/ 10738645 w 12192000"/>
              <a:gd name="connsiteY21" fmla="*/ 2091531 h 6858000"/>
              <a:gd name="connsiteX22" fmla="*/ 10541001 w 12192000"/>
              <a:gd name="connsiteY22" fmla="*/ 1371600 h 6858000"/>
              <a:gd name="connsiteX23" fmla="*/ 10544822 w 12192000"/>
              <a:gd name="connsiteY23" fmla="*/ 1332977 h 6858000"/>
              <a:gd name="connsiteX24" fmla="*/ 10541001 w 12192000"/>
              <a:gd name="connsiteY24" fmla="*/ 1257301 h 6858000"/>
              <a:gd name="connsiteX25" fmla="*/ 11308933 w 12192000"/>
              <a:gd name="connsiteY25" fmla="*/ 1821 h 6858000"/>
            </a:gdLst>
            <a:ahLst/>
            <a:cxnLst/>
            <a:rect l="l" t="t" r="r" b="b"/>
            <a:pathLst>
              <a:path w="12192000" h="6858000">
                <a:moveTo>
                  <a:pt x="11312928" y="0"/>
                </a:moveTo>
                <a:lnTo>
                  <a:pt x="12192000" y="0"/>
                </a:lnTo>
                <a:lnTo>
                  <a:pt x="12192000" y="6858000"/>
                </a:lnTo>
                <a:lnTo>
                  <a:pt x="0" y="6858000"/>
                </a:lnTo>
                <a:lnTo>
                  <a:pt x="0" y="6702116"/>
                </a:lnTo>
                <a:lnTo>
                  <a:pt x="35522" y="6686253"/>
                </a:lnTo>
                <a:cubicBezTo>
                  <a:pt x="678260" y="6404372"/>
                  <a:pt x="1757363" y="5991225"/>
                  <a:pt x="2463801" y="5867400"/>
                </a:cubicBezTo>
                <a:cubicBezTo>
                  <a:pt x="3405718" y="5702300"/>
                  <a:pt x="4461935" y="6015567"/>
                  <a:pt x="5219701" y="5918200"/>
                </a:cubicBezTo>
                <a:cubicBezTo>
                  <a:pt x="5977468" y="5820833"/>
                  <a:pt x="6502402" y="5541433"/>
                  <a:pt x="7010401" y="5283200"/>
                </a:cubicBezTo>
                <a:cubicBezTo>
                  <a:pt x="7518401" y="5024967"/>
                  <a:pt x="7742768" y="4588933"/>
                  <a:pt x="8267701" y="4368800"/>
                </a:cubicBezTo>
                <a:cubicBezTo>
                  <a:pt x="8661401" y="4203700"/>
                  <a:pt x="9282510" y="4200525"/>
                  <a:pt x="9753303" y="4102100"/>
                </a:cubicBezTo>
                <a:lnTo>
                  <a:pt x="9775436" y="4096261"/>
                </a:lnTo>
                <a:lnTo>
                  <a:pt x="9872640" y="4085901"/>
                </a:lnTo>
                <a:cubicBezTo>
                  <a:pt x="10350579" y="4007524"/>
                  <a:pt x="10765727" y="3583520"/>
                  <a:pt x="10871964" y="3011090"/>
                </a:cubicBezTo>
                <a:lnTo>
                  <a:pt x="10879893" y="2929399"/>
                </a:lnTo>
                <a:lnTo>
                  <a:pt x="10896601" y="2844800"/>
                </a:lnTo>
                <a:cubicBezTo>
                  <a:pt x="10904538" y="2790825"/>
                  <a:pt x="10904770" y="2733378"/>
                  <a:pt x="10899119" y="2673412"/>
                </a:cubicBezTo>
                <a:lnTo>
                  <a:pt x="10885081" y="2593548"/>
                </a:lnTo>
                <a:lnTo>
                  <a:pt x="10877638" y="2498494"/>
                </a:lnTo>
                <a:cubicBezTo>
                  <a:pt x="10863957" y="2417017"/>
                  <a:pt x="10843349" y="2338180"/>
                  <a:pt x="10816392" y="2262974"/>
                </a:cubicBezTo>
                <a:lnTo>
                  <a:pt x="10744803" y="2108945"/>
                </a:lnTo>
                <a:lnTo>
                  <a:pt x="10738645" y="2091531"/>
                </a:lnTo>
                <a:cubicBezTo>
                  <a:pt x="10640485" y="1825625"/>
                  <a:pt x="10535710" y="1565275"/>
                  <a:pt x="10541001" y="1371600"/>
                </a:cubicBezTo>
                <a:lnTo>
                  <a:pt x="10544822" y="1332977"/>
                </a:lnTo>
                <a:lnTo>
                  <a:pt x="10541001" y="1257301"/>
                </a:lnTo>
                <a:cubicBezTo>
                  <a:pt x="10541001" y="709879"/>
                  <a:pt x="10853029" y="235335"/>
                  <a:pt x="11308933" y="1821"/>
                </a:cubicBezTo>
                <a:close/>
              </a:path>
            </a:pathLst>
          </a:custGeom>
          <a:gradFill>
            <a:gsLst>
              <a:gs pos="0">
                <a:schemeClr val="accent2">
                  <a:alpha val="99000"/>
                </a:schemeClr>
              </a:gs>
              <a:gs pos="100000">
                <a:schemeClr val="accent2">
                  <a:lumMod val="40000"/>
                  <a:lumOff val="6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0" y="0"/>
            <a:ext cx="12192000" cy="6858000"/>
          </a:xfrm>
          <a:custGeom>
            <a:avLst/>
            <a:gdLst>
              <a:gd name="connsiteX0" fmla="*/ 113129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702116 h 6858000"/>
              <a:gd name="connsiteX5" fmla="*/ 35522 w 12192000"/>
              <a:gd name="connsiteY5" fmla="*/ 6686253 h 6858000"/>
              <a:gd name="connsiteX6" fmla="*/ 2463801 w 12192000"/>
              <a:gd name="connsiteY6" fmla="*/ 5867400 h 6858000"/>
              <a:gd name="connsiteX7" fmla="*/ 5219701 w 12192000"/>
              <a:gd name="connsiteY7" fmla="*/ 5918200 h 6858000"/>
              <a:gd name="connsiteX8" fmla="*/ 7010401 w 12192000"/>
              <a:gd name="connsiteY8" fmla="*/ 5283200 h 6858000"/>
              <a:gd name="connsiteX9" fmla="*/ 8267701 w 12192000"/>
              <a:gd name="connsiteY9" fmla="*/ 4368800 h 6858000"/>
              <a:gd name="connsiteX10" fmla="*/ 9753303 w 12192000"/>
              <a:gd name="connsiteY10" fmla="*/ 4102100 h 6858000"/>
              <a:gd name="connsiteX11" fmla="*/ 9775436 w 12192000"/>
              <a:gd name="connsiteY11" fmla="*/ 4096261 h 6858000"/>
              <a:gd name="connsiteX12" fmla="*/ 9872640 w 12192000"/>
              <a:gd name="connsiteY12" fmla="*/ 4085901 h 6858000"/>
              <a:gd name="connsiteX13" fmla="*/ 10871964 w 12192000"/>
              <a:gd name="connsiteY13" fmla="*/ 3011090 h 6858000"/>
              <a:gd name="connsiteX14" fmla="*/ 10879893 w 12192000"/>
              <a:gd name="connsiteY14" fmla="*/ 2929399 h 6858000"/>
              <a:gd name="connsiteX15" fmla="*/ 10896601 w 12192000"/>
              <a:gd name="connsiteY15" fmla="*/ 2844800 h 6858000"/>
              <a:gd name="connsiteX16" fmla="*/ 10899119 w 12192000"/>
              <a:gd name="connsiteY16" fmla="*/ 2673412 h 6858000"/>
              <a:gd name="connsiteX17" fmla="*/ 10885081 w 12192000"/>
              <a:gd name="connsiteY17" fmla="*/ 2593548 h 6858000"/>
              <a:gd name="connsiteX18" fmla="*/ 10877638 w 12192000"/>
              <a:gd name="connsiteY18" fmla="*/ 2498494 h 6858000"/>
              <a:gd name="connsiteX19" fmla="*/ 10816392 w 12192000"/>
              <a:gd name="connsiteY19" fmla="*/ 2262974 h 6858000"/>
              <a:gd name="connsiteX20" fmla="*/ 10744803 w 12192000"/>
              <a:gd name="connsiteY20" fmla="*/ 2108945 h 6858000"/>
              <a:gd name="connsiteX21" fmla="*/ 10738645 w 12192000"/>
              <a:gd name="connsiteY21" fmla="*/ 2091531 h 6858000"/>
              <a:gd name="connsiteX22" fmla="*/ 10541001 w 12192000"/>
              <a:gd name="connsiteY22" fmla="*/ 1371600 h 6858000"/>
              <a:gd name="connsiteX23" fmla="*/ 10544822 w 12192000"/>
              <a:gd name="connsiteY23" fmla="*/ 1332977 h 6858000"/>
              <a:gd name="connsiteX24" fmla="*/ 10541001 w 12192000"/>
              <a:gd name="connsiteY24" fmla="*/ 1257301 h 6858000"/>
              <a:gd name="connsiteX25" fmla="*/ 11308933 w 12192000"/>
              <a:gd name="connsiteY25" fmla="*/ 1821 h 6858000"/>
            </a:gdLst>
            <a:ahLst/>
            <a:cxnLst/>
            <a:rect l="l" t="t" r="r" b="b"/>
            <a:pathLst>
              <a:path w="12192000" h="6858000">
                <a:moveTo>
                  <a:pt x="11312928" y="0"/>
                </a:moveTo>
                <a:lnTo>
                  <a:pt x="12192000" y="0"/>
                </a:lnTo>
                <a:lnTo>
                  <a:pt x="12192000" y="6858000"/>
                </a:lnTo>
                <a:lnTo>
                  <a:pt x="0" y="6858000"/>
                </a:lnTo>
                <a:lnTo>
                  <a:pt x="0" y="6702116"/>
                </a:lnTo>
                <a:lnTo>
                  <a:pt x="35522" y="6686253"/>
                </a:lnTo>
                <a:cubicBezTo>
                  <a:pt x="678260" y="6404372"/>
                  <a:pt x="1757363" y="5991225"/>
                  <a:pt x="2463801" y="5867400"/>
                </a:cubicBezTo>
                <a:cubicBezTo>
                  <a:pt x="3405718" y="5702300"/>
                  <a:pt x="4461935" y="6015567"/>
                  <a:pt x="5219701" y="5918200"/>
                </a:cubicBezTo>
                <a:cubicBezTo>
                  <a:pt x="5977468" y="5820833"/>
                  <a:pt x="6502402" y="5541433"/>
                  <a:pt x="7010401" y="5283200"/>
                </a:cubicBezTo>
                <a:cubicBezTo>
                  <a:pt x="7518401" y="5024967"/>
                  <a:pt x="7742768" y="4588933"/>
                  <a:pt x="8267701" y="4368800"/>
                </a:cubicBezTo>
                <a:cubicBezTo>
                  <a:pt x="8661401" y="4203700"/>
                  <a:pt x="9282510" y="4200525"/>
                  <a:pt x="9753303" y="4102100"/>
                </a:cubicBezTo>
                <a:lnTo>
                  <a:pt x="9775436" y="4096261"/>
                </a:lnTo>
                <a:lnTo>
                  <a:pt x="9872640" y="4085901"/>
                </a:lnTo>
                <a:cubicBezTo>
                  <a:pt x="10350579" y="4007524"/>
                  <a:pt x="10765727" y="3583520"/>
                  <a:pt x="10871964" y="3011090"/>
                </a:cubicBezTo>
                <a:lnTo>
                  <a:pt x="10879893" y="2929399"/>
                </a:lnTo>
                <a:lnTo>
                  <a:pt x="10896601" y="2844800"/>
                </a:lnTo>
                <a:cubicBezTo>
                  <a:pt x="10904538" y="2790825"/>
                  <a:pt x="10904770" y="2733378"/>
                  <a:pt x="10899119" y="2673412"/>
                </a:cubicBezTo>
                <a:lnTo>
                  <a:pt x="10885081" y="2593548"/>
                </a:lnTo>
                <a:lnTo>
                  <a:pt x="10877638" y="2498494"/>
                </a:lnTo>
                <a:cubicBezTo>
                  <a:pt x="10863957" y="2417017"/>
                  <a:pt x="10843349" y="2338180"/>
                  <a:pt x="10816392" y="2262974"/>
                </a:cubicBezTo>
                <a:lnTo>
                  <a:pt x="10744803" y="2108945"/>
                </a:lnTo>
                <a:lnTo>
                  <a:pt x="10738645" y="2091531"/>
                </a:lnTo>
                <a:cubicBezTo>
                  <a:pt x="10640485" y="1825625"/>
                  <a:pt x="10535710" y="1565275"/>
                  <a:pt x="10541001" y="1371600"/>
                </a:cubicBezTo>
                <a:lnTo>
                  <a:pt x="10544822" y="1332977"/>
                </a:lnTo>
                <a:lnTo>
                  <a:pt x="10541001" y="1257301"/>
                </a:lnTo>
                <a:cubicBezTo>
                  <a:pt x="10541001" y="709879"/>
                  <a:pt x="10853029" y="235335"/>
                  <a:pt x="11308933" y="1821"/>
                </a:cubicBezTo>
                <a:close/>
              </a:path>
            </a:pathLst>
          </a:custGeom>
          <a:gradFill>
            <a:gsLst>
              <a:gs pos="27000">
                <a:schemeClr val="accent1"/>
              </a:gs>
              <a:gs pos="100000">
                <a:schemeClr val="accent2"/>
              </a:gs>
            </a:gsLst>
            <a:lin ang="108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7" name="图片 6"/>
          <p:cNvPicPr>
            <a:picLocks noChangeAspect="1"/>
          </p:cNvPicPr>
          <p:nvPr/>
        </p:nvPicPr>
        <p:blipFill>
          <a:blip r:embed="rId2">
            <a:alphaModFix/>
          </a:blip>
          <a:srcRect/>
          <a:stretch>
            <a:fillRect/>
          </a:stretch>
        </p:blipFill>
        <p:spPr>
          <a:xfrm>
            <a:off x="4038600" y="2485878"/>
            <a:ext cx="8118785" cy="4372121"/>
          </a:xfrm>
          <a:prstGeom prst="rect">
            <a:avLst/>
          </a:prstGeom>
          <a:noFill/>
          <a:ln>
            <a:noFill/>
          </a:ln>
        </p:spPr>
      </p:pic>
      <p:sp>
        <p:nvSpPr>
          <p:cNvPr id="8" name="标题 1"/>
          <p:cNvSpPr txBox="1"/>
          <p:nvPr/>
        </p:nvSpPr>
        <p:spPr>
          <a:xfrm>
            <a:off x="426883" y="1484525"/>
            <a:ext cx="7905750" cy="2586671"/>
          </a:xfrm>
          <a:prstGeom prst="rect">
            <a:avLst/>
          </a:prstGeom>
          <a:noFill/>
          <a:ln>
            <a:noFill/>
          </a:ln>
        </p:spPr>
        <p:txBody>
          <a:bodyPr vert="horz" wrap="square" lIns="91440" tIns="45720" rIns="91440" bIns="45720" rtlCol="0" anchor="ctr"/>
          <a:lstStyle/>
          <a:p>
            <a:pPr algn="l">
              <a:lnSpc>
                <a:spcPct val="130000"/>
              </a:lnSpc>
            </a:pPr>
            <a:r>
              <a:rPr kumimoji="1" lang="en-US" altLang="zh-CN" sz="7200">
                <a:ln w="12700">
                  <a:noFill/>
                </a:ln>
                <a:solidFill>
                  <a:srgbClr val="000000">
                    <a:alpha val="100000"/>
                  </a:srgbClr>
                </a:solidFill>
                <a:latin typeface="Source Han Sans CN Bold"/>
                <a:ea typeface="Source Han Sans CN Bold"/>
                <a:cs typeface="Source Han Sans CN Bold"/>
              </a:rPr>
              <a:t>谢谢大家</a:t>
            </a:r>
            <a:endParaRPr kumimoji="1" lang="zh-CN" altLang="en-US"/>
          </a:p>
        </p:txBody>
      </p:sp>
      <p:sp>
        <p:nvSpPr>
          <p:cNvPr id="9" name="标题 1"/>
          <p:cNvSpPr txBox="1"/>
          <p:nvPr/>
        </p:nvSpPr>
        <p:spPr>
          <a:xfrm>
            <a:off x="8648700" y="2362379"/>
            <a:ext cx="610616" cy="610616"/>
          </a:xfrm>
          <a:prstGeom prst="ellipse">
            <a:avLst/>
          </a:prstGeom>
          <a:gradFill>
            <a:gsLst>
              <a:gs pos="0">
                <a:schemeClr val="accent1"/>
              </a:gs>
              <a:gs pos="100000">
                <a:schemeClr val="accent2"/>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9689076" y="1634397"/>
            <a:ext cx="353151" cy="353151"/>
          </a:xfrm>
          <a:prstGeom prst="ellipse">
            <a:avLst/>
          </a:prstGeom>
          <a:gradFill>
            <a:gsLst>
              <a:gs pos="0">
                <a:schemeClr val="accent3"/>
              </a:gs>
              <a:gs pos="100000">
                <a:schemeClr val="accent4"/>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652700" y="5565780"/>
            <a:ext cx="578874" cy="578874"/>
          </a:xfrm>
          <a:prstGeom prst="ellipse">
            <a:avLst/>
          </a:prstGeom>
          <a:gradFill>
            <a:gsLst>
              <a:gs pos="0">
                <a:schemeClr val="accent1"/>
              </a:gs>
              <a:gs pos="100000">
                <a:schemeClr val="accent2"/>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rot="1349991">
            <a:off x="11457839" y="586853"/>
            <a:ext cx="1539544" cy="1539544"/>
          </a:xfrm>
          <a:prstGeom prst="ellipse">
            <a:avLst/>
          </a:prstGeom>
          <a:gradFill>
            <a:gsLst>
              <a:gs pos="0">
                <a:schemeClr val="accent1">
                  <a:alpha val="68000"/>
                </a:schemeClr>
              </a:gs>
              <a:gs pos="100000">
                <a:schemeClr val="accent2">
                  <a:alpha val="6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10211" y="516852"/>
            <a:ext cx="3908087" cy="743548"/>
          </a:xfrm>
          <a:custGeom>
            <a:avLst/>
            <a:gdLst>
              <a:gd name="connsiteX0" fmla="*/ 0 w 3425499"/>
              <a:gd name="connsiteY0" fmla="*/ 0 h 743548"/>
              <a:gd name="connsiteX1" fmla="*/ 3053725 w 3425499"/>
              <a:gd name="connsiteY1" fmla="*/ 0 h 743548"/>
              <a:gd name="connsiteX2" fmla="*/ 3425499 w 3425499"/>
              <a:gd name="connsiteY2" fmla="*/ 371774 h 743548"/>
              <a:gd name="connsiteX3" fmla="*/ 3053725 w 3425499"/>
              <a:gd name="connsiteY3" fmla="*/ 743548 h 743548"/>
              <a:gd name="connsiteX4" fmla="*/ 0 w 3425499"/>
              <a:gd name="connsiteY4" fmla="*/ 743548 h 743548"/>
            </a:gdLst>
            <a:ahLst/>
            <a:cxnLst/>
            <a:rect l="l" t="t" r="r" b="b"/>
            <a:pathLst>
              <a:path w="3425499" h="743548">
                <a:moveTo>
                  <a:pt x="0" y="0"/>
                </a:moveTo>
                <a:lnTo>
                  <a:pt x="3053725" y="0"/>
                </a:lnTo>
                <a:cubicBezTo>
                  <a:pt x="3259050" y="0"/>
                  <a:pt x="3425499" y="166449"/>
                  <a:pt x="3425499" y="371774"/>
                </a:cubicBezTo>
                <a:cubicBezTo>
                  <a:pt x="3425499" y="577099"/>
                  <a:pt x="3259050" y="743548"/>
                  <a:pt x="3053725" y="743548"/>
                </a:cubicBezTo>
                <a:lnTo>
                  <a:pt x="0" y="743548"/>
                </a:ln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571514" y="704923"/>
            <a:ext cx="2958699" cy="367406"/>
          </a:xfrm>
          <a:custGeom>
            <a:avLst/>
            <a:gdLst>
              <a:gd name="connsiteX0" fmla="*/ 353068 w 1228797"/>
              <a:gd name="connsiteY0" fmla="*/ 146933 h 152590"/>
              <a:gd name="connsiteX1" fmla="*/ 353259 w 1228797"/>
              <a:gd name="connsiteY1" fmla="*/ 146971 h 152590"/>
              <a:gd name="connsiteX2" fmla="*/ 352878 w 1228797"/>
              <a:gd name="connsiteY2" fmla="*/ 146971 h 152590"/>
              <a:gd name="connsiteX3" fmla="*/ 463654 w 1228797"/>
              <a:gd name="connsiteY3" fmla="*/ 28766 h 152590"/>
              <a:gd name="connsiteX4" fmla="*/ 457368 w 1228797"/>
              <a:gd name="connsiteY4" fmla="*/ 35052 h 152590"/>
              <a:gd name="connsiteX5" fmla="*/ 457368 w 1228797"/>
              <a:gd name="connsiteY5" fmla="*/ 66866 h 152590"/>
              <a:gd name="connsiteX6" fmla="*/ 463464 w 1228797"/>
              <a:gd name="connsiteY6" fmla="*/ 73152 h 152590"/>
              <a:gd name="connsiteX7" fmla="*/ 463654 w 1228797"/>
              <a:gd name="connsiteY7" fmla="*/ 73152 h 152590"/>
              <a:gd name="connsiteX8" fmla="*/ 502611 w 1228797"/>
              <a:gd name="connsiteY8" fmla="*/ 73152 h 152590"/>
              <a:gd name="connsiteX9" fmla="*/ 525281 w 1228797"/>
              <a:gd name="connsiteY9" fmla="*/ 51911 h 152590"/>
              <a:gd name="connsiteX10" fmla="*/ 504450 w 1228797"/>
              <a:gd name="connsiteY10" fmla="*/ 28795 h 152590"/>
              <a:gd name="connsiteX11" fmla="*/ 503183 w 1228797"/>
              <a:gd name="connsiteY11" fmla="*/ 28766 h 152590"/>
              <a:gd name="connsiteX12" fmla="*/ 1154216 w 1228797"/>
              <a:gd name="connsiteY12" fmla="*/ 28194 h 152590"/>
              <a:gd name="connsiteX13" fmla="*/ 1154216 w 1228797"/>
              <a:gd name="connsiteY13" fmla="*/ 28765 h 152590"/>
              <a:gd name="connsiteX14" fmla="*/ 1104877 w 1228797"/>
              <a:gd name="connsiteY14" fmla="*/ 77914 h 152590"/>
              <a:gd name="connsiteX15" fmla="*/ 1154026 w 1228797"/>
              <a:gd name="connsiteY15" fmla="*/ 127254 h 152590"/>
              <a:gd name="connsiteX16" fmla="*/ 1203365 w 1228797"/>
              <a:gd name="connsiteY16" fmla="*/ 78105 h 152590"/>
              <a:gd name="connsiteX17" fmla="*/ 1203365 w 1228797"/>
              <a:gd name="connsiteY17" fmla="*/ 78009 h 152590"/>
              <a:gd name="connsiteX18" fmla="*/ 1154502 w 1228797"/>
              <a:gd name="connsiteY18" fmla="*/ 28195 h 152590"/>
              <a:gd name="connsiteX19" fmla="*/ 1154216 w 1228797"/>
              <a:gd name="connsiteY19" fmla="*/ 28194 h 152590"/>
              <a:gd name="connsiteX20" fmla="*/ 836558 w 1228797"/>
              <a:gd name="connsiteY20" fmla="*/ 25718 h 152590"/>
              <a:gd name="connsiteX21" fmla="*/ 787314 w 1228797"/>
              <a:gd name="connsiteY21" fmla="*/ 74962 h 152590"/>
              <a:gd name="connsiteX22" fmla="*/ 836558 w 1228797"/>
              <a:gd name="connsiteY22" fmla="*/ 124207 h 152590"/>
              <a:gd name="connsiteX23" fmla="*/ 885802 w 1228797"/>
              <a:gd name="connsiteY23" fmla="*/ 74962 h 152590"/>
              <a:gd name="connsiteX24" fmla="*/ 885802 w 1228797"/>
              <a:gd name="connsiteY24" fmla="*/ 74867 h 152590"/>
              <a:gd name="connsiteX25" fmla="*/ 836558 w 1228797"/>
              <a:gd name="connsiteY25" fmla="*/ 25718 h 152590"/>
              <a:gd name="connsiteX26" fmla="*/ 200954 w 1228797"/>
              <a:gd name="connsiteY26" fmla="*/ 25527 h 152590"/>
              <a:gd name="connsiteX27" fmla="*/ 200954 w 1228797"/>
              <a:gd name="connsiteY27" fmla="*/ 25908 h 152590"/>
              <a:gd name="connsiteX28" fmla="*/ 151424 w 1228797"/>
              <a:gd name="connsiteY28" fmla="*/ 75248 h 152590"/>
              <a:gd name="connsiteX29" fmla="*/ 200764 w 1228797"/>
              <a:gd name="connsiteY29" fmla="*/ 124778 h 152590"/>
              <a:gd name="connsiteX30" fmla="*/ 250294 w 1228797"/>
              <a:gd name="connsiteY30" fmla="*/ 75438 h 152590"/>
              <a:gd name="connsiteX31" fmla="*/ 250294 w 1228797"/>
              <a:gd name="connsiteY31" fmla="*/ 75248 h 152590"/>
              <a:gd name="connsiteX32" fmla="*/ 201145 w 1228797"/>
              <a:gd name="connsiteY32" fmla="*/ 25528 h 152590"/>
              <a:gd name="connsiteX33" fmla="*/ 200954 w 1228797"/>
              <a:gd name="connsiteY33" fmla="*/ 25527 h 152590"/>
              <a:gd name="connsiteX34" fmla="*/ 437841 w 1228797"/>
              <a:gd name="connsiteY34" fmla="*/ 3429 h 152590"/>
              <a:gd name="connsiteX35" fmla="*/ 502040 w 1228797"/>
              <a:gd name="connsiteY35" fmla="*/ 3429 h 152590"/>
              <a:gd name="connsiteX36" fmla="*/ 535949 w 1228797"/>
              <a:gd name="connsiteY36" fmla="*/ 16764 h 152590"/>
              <a:gd name="connsiteX37" fmla="*/ 550808 w 1228797"/>
              <a:gd name="connsiteY37" fmla="*/ 49340 h 152590"/>
              <a:gd name="connsiteX38" fmla="*/ 528615 w 1228797"/>
              <a:gd name="connsiteY38" fmla="*/ 91345 h 152590"/>
              <a:gd name="connsiteX39" fmla="*/ 526233 w 1228797"/>
              <a:gd name="connsiteY39" fmla="*/ 99251 h 152590"/>
              <a:gd name="connsiteX40" fmla="*/ 544712 w 1228797"/>
              <a:gd name="connsiteY40" fmla="*/ 138017 h 152590"/>
              <a:gd name="connsiteX41" fmla="*/ 541683 w 1228797"/>
              <a:gd name="connsiteY41" fmla="*/ 146377 h 152590"/>
              <a:gd name="connsiteX42" fmla="*/ 538997 w 1228797"/>
              <a:gd name="connsiteY42" fmla="*/ 146971 h 152590"/>
              <a:gd name="connsiteX43" fmla="*/ 525567 w 1228797"/>
              <a:gd name="connsiteY43" fmla="*/ 146971 h 152590"/>
              <a:gd name="connsiteX44" fmla="*/ 519947 w 1228797"/>
              <a:gd name="connsiteY44" fmla="*/ 143447 h 152590"/>
              <a:gd name="connsiteX45" fmla="*/ 500230 w 1228797"/>
              <a:gd name="connsiteY45" fmla="*/ 102203 h 152590"/>
              <a:gd name="connsiteX46" fmla="*/ 494611 w 1228797"/>
              <a:gd name="connsiteY46" fmla="*/ 98679 h 152590"/>
              <a:gd name="connsiteX47" fmla="*/ 463654 w 1228797"/>
              <a:gd name="connsiteY47" fmla="*/ 98679 h 152590"/>
              <a:gd name="connsiteX48" fmla="*/ 457368 w 1228797"/>
              <a:gd name="connsiteY48" fmla="*/ 104773 h 152590"/>
              <a:gd name="connsiteX49" fmla="*/ 457368 w 1228797"/>
              <a:gd name="connsiteY49" fmla="*/ 104966 h 152590"/>
              <a:gd name="connsiteX50" fmla="*/ 457368 w 1228797"/>
              <a:gd name="connsiteY50" fmla="*/ 140684 h 152590"/>
              <a:gd name="connsiteX51" fmla="*/ 451081 w 1228797"/>
              <a:gd name="connsiteY51" fmla="*/ 146971 h 152590"/>
              <a:gd name="connsiteX52" fmla="*/ 437841 w 1228797"/>
              <a:gd name="connsiteY52" fmla="*/ 146971 h 152590"/>
              <a:gd name="connsiteX53" fmla="*/ 431555 w 1228797"/>
              <a:gd name="connsiteY53" fmla="*/ 140684 h 152590"/>
              <a:gd name="connsiteX54" fmla="*/ 431555 w 1228797"/>
              <a:gd name="connsiteY54" fmla="*/ 9716 h 152590"/>
              <a:gd name="connsiteX55" fmla="*/ 437841 w 1228797"/>
              <a:gd name="connsiteY55" fmla="*/ 3429 h 152590"/>
              <a:gd name="connsiteX56" fmla="*/ 293633 w 1228797"/>
              <a:gd name="connsiteY56" fmla="*/ 3429 h 152590"/>
              <a:gd name="connsiteX57" fmla="*/ 306777 w 1228797"/>
              <a:gd name="connsiteY57" fmla="*/ 3429 h 152590"/>
              <a:gd name="connsiteX58" fmla="*/ 312683 w 1228797"/>
              <a:gd name="connsiteY58" fmla="*/ 9715 h 152590"/>
              <a:gd name="connsiteX59" fmla="*/ 312683 w 1228797"/>
              <a:gd name="connsiteY59" fmla="*/ 80677 h 152590"/>
              <a:gd name="connsiteX60" fmla="*/ 350592 w 1228797"/>
              <a:gd name="connsiteY60" fmla="*/ 123032 h 152590"/>
              <a:gd name="connsiteX61" fmla="*/ 392950 w 1228797"/>
              <a:gd name="connsiteY61" fmla="*/ 85118 h 152590"/>
              <a:gd name="connsiteX62" fmla="*/ 392978 w 1228797"/>
              <a:gd name="connsiteY62" fmla="*/ 81248 h 152590"/>
              <a:gd name="connsiteX63" fmla="*/ 392978 w 1228797"/>
              <a:gd name="connsiteY63" fmla="*/ 9715 h 152590"/>
              <a:gd name="connsiteX64" fmla="*/ 399265 w 1228797"/>
              <a:gd name="connsiteY64" fmla="*/ 3429 h 152590"/>
              <a:gd name="connsiteX65" fmla="*/ 412505 w 1228797"/>
              <a:gd name="connsiteY65" fmla="*/ 3429 h 152590"/>
              <a:gd name="connsiteX66" fmla="*/ 418696 w 1228797"/>
              <a:gd name="connsiteY66" fmla="*/ 9715 h 152590"/>
              <a:gd name="connsiteX67" fmla="*/ 418696 w 1228797"/>
              <a:gd name="connsiteY67" fmla="*/ 81153 h 152590"/>
              <a:gd name="connsiteX68" fmla="*/ 378496 w 1228797"/>
              <a:gd name="connsiteY68" fmla="*/ 141799 h 152590"/>
              <a:gd name="connsiteX69" fmla="*/ 353068 w 1228797"/>
              <a:gd name="connsiteY69" fmla="*/ 146933 h 152590"/>
              <a:gd name="connsiteX70" fmla="*/ 327634 w 1228797"/>
              <a:gd name="connsiteY70" fmla="*/ 141836 h 152590"/>
              <a:gd name="connsiteX71" fmla="*/ 287346 w 1228797"/>
              <a:gd name="connsiteY71" fmla="*/ 81248 h 152590"/>
              <a:gd name="connsiteX72" fmla="*/ 287346 w 1228797"/>
              <a:gd name="connsiteY72" fmla="*/ 81153 h 152590"/>
              <a:gd name="connsiteX73" fmla="*/ 287346 w 1228797"/>
              <a:gd name="connsiteY73" fmla="*/ 9715 h 152590"/>
              <a:gd name="connsiteX74" fmla="*/ 293633 w 1228797"/>
              <a:gd name="connsiteY74" fmla="*/ 3429 h 152590"/>
              <a:gd name="connsiteX75" fmla="*/ 6264 w 1228797"/>
              <a:gd name="connsiteY75" fmla="*/ 3333 h 152590"/>
              <a:gd name="connsiteX76" fmla="*/ 18646 w 1228797"/>
              <a:gd name="connsiteY76" fmla="*/ 3333 h 152590"/>
              <a:gd name="connsiteX77" fmla="*/ 23790 w 1228797"/>
              <a:gd name="connsiteY77" fmla="*/ 6000 h 152590"/>
              <a:gd name="connsiteX78" fmla="*/ 61890 w 1228797"/>
              <a:gd name="connsiteY78" fmla="*/ 59817 h 152590"/>
              <a:gd name="connsiteX79" fmla="*/ 67033 w 1228797"/>
              <a:gd name="connsiteY79" fmla="*/ 62388 h 152590"/>
              <a:gd name="connsiteX80" fmla="*/ 72081 w 1228797"/>
              <a:gd name="connsiteY80" fmla="*/ 59817 h 152590"/>
              <a:gd name="connsiteX81" fmla="*/ 110181 w 1228797"/>
              <a:gd name="connsiteY81" fmla="*/ 6000 h 152590"/>
              <a:gd name="connsiteX82" fmla="*/ 115325 w 1228797"/>
              <a:gd name="connsiteY82" fmla="*/ 3333 h 152590"/>
              <a:gd name="connsiteX83" fmla="*/ 127707 w 1228797"/>
              <a:gd name="connsiteY83" fmla="*/ 3333 h 152590"/>
              <a:gd name="connsiteX84" fmla="*/ 134065 w 1228797"/>
              <a:gd name="connsiteY84" fmla="*/ 9548 h 152590"/>
              <a:gd name="connsiteX85" fmla="*/ 132851 w 1228797"/>
              <a:gd name="connsiteY85" fmla="*/ 13335 h 152590"/>
              <a:gd name="connsiteX86" fmla="*/ 81702 w 1228797"/>
              <a:gd name="connsiteY86" fmla="*/ 83724 h 152590"/>
              <a:gd name="connsiteX87" fmla="*/ 79987 w 1228797"/>
              <a:gd name="connsiteY87" fmla="*/ 89154 h 152590"/>
              <a:gd name="connsiteX88" fmla="*/ 79987 w 1228797"/>
              <a:gd name="connsiteY88" fmla="*/ 140684 h 152590"/>
              <a:gd name="connsiteX89" fmla="*/ 73701 w 1228797"/>
              <a:gd name="connsiteY89" fmla="*/ 146970 h 152590"/>
              <a:gd name="connsiteX90" fmla="*/ 60270 w 1228797"/>
              <a:gd name="connsiteY90" fmla="*/ 146970 h 152590"/>
              <a:gd name="connsiteX91" fmla="*/ 53984 w 1228797"/>
              <a:gd name="connsiteY91" fmla="*/ 140684 h 152590"/>
              <a:gd name="connsiteX92" fmla="*/ 53984 w 1228797"/>
              <a:gd name="connsiteY92" fmla="*/ 89154 h 152590"/>
              <a:gd name="connsiteX93" fmla="*/ 52269 w 1228797"/>
              <a:gd name="connsiteY93" fmla="*/ 83724 h 152590"/>
              <a:gd name="connsiteX94" fmla="*/ 1215 w 1228797"/>
              <a:gd name="connsiteY94" fmla="*/ 13335 h 152590"/>
              <a:gd name="connsiteX95" fmla="*/ 2572 w 1228797"/>
              <a:gd name="connsiteY95" fmla="*/ 4549 h 152590"/>
              <a:gd name="connsiteX96" fmla="*/ 6264 w 1228797"/>
              <a:gd name="connsiteY96" fmla="*/ 3333 h 152590"/>
              <a:gd name="connsiteX97" fmla="*/ 1154026 w 1228797"/>
              <a:gd name="connsiteY97" fmla="*/ 3238 h 152590"/>
              <a:gd name="connsiteX98" fmla="*/ 1228797 w 1228797"/>
              <a:gd name="connsiteY98" fmla="*/ 77819 h 152590"/>
              <a:gd name="connsiteX99" fmla="*/ 1228797 w 1228797"/>
              <a:gd name="connsiteY99" fmla="*/ 77914 h 152590"/>
              <a:gd name="connsiteX100" fmla="*/ 1154216 w 1228797"/>
              <a:gd name="connsiteY100" fmla="*/ 152590 h 152590"/>
              <a:gd name="connsiteX101" fmla="*/ 1079445 w 1228797"/>
              <a:gd name="connsiteY101" fmla="*/ 78009 h 152590"/>
              <a:gd name="connsiteX102" fmla="*/ 1154026 w 1228797"/>
              <a:gd name="connsiteY102" fmla="*/ 3238 h 152590"/>
              <a:gd name="connsiteX103" fmla="*/ 646058 w 1228797"/>
              <a:gd name="connsiteY103" fmla="*/ 2096 h 152590"/>
              <a:gd name="connsiteX104" fmla="*/ 659774 w 1228797"/>
              <a:gd name="connsiteY104" fmla="*/ 2096 h 152590"/>
              <a:gd name="connsiteX105" fmla="*/ 666060 w 1228797"/>
              <a:gd name="connsiteY105" fmla="*/ 8382 h 152590"/>
              <a:gd name="connsiteX106" fmla="*/ 666060 w 1228797"/>
              <a:gd name="connsiteY106" fmla="*/ 116491 h 152590"/>
              <a:gd name="connsiteX107" fmla="*/ 672346 w 1228797"/>
              <a:gd name="connsiteY107" fmla="*/ 122778 h 152590"/>
              <a:gd name="connsiteX108" fmla="*/ 750166 w 1228797"/>
              <a:gd name="connsiteY108" fmla="*/ 122778 h 152590"/>
              <a:gd name="connsiteX109" fmla="*/ 756452 w 1228797"/>
              <a:gd name="connsiteY109" fmla="*/ 129064 h 152590"/>
              <a:gd name="connsiteX110" fmla="*/ 756452 w 1228797"/>
              <a:gd name="connsiteY110" fmla="*/ 141733 h 152590"/>
              <a:gd name="connsiteX111" fmla="*/ 750356 w 1228797"/>
              <a:gd name="connsiteY111" fmla="*/ 148019 h 152590"/>
              <a:gd name="connsiteX112" fmla="*/ 750166 w 1228797"/>
              <a:gd name="connsiteY112" fmla="*/ 148019 h 152590"/>
              <a:gd name="connsiteX113" fmla="*/ 646058 w 1228797"/>
              <a:gd name="connsiteY113" fmla="*/ 148019 h 152590"/>
              <a:gd name="connsiteX114" fmla="*/ 639771 w 1228797"/>
              <a:gd name="connsiteY114" fmla="*/ 141733 h 152590"/>
              <a:gd name="connsiteX115" fmla="*/ 639771 w 1228797"/>
              <a:gd name="connsiteY115" fmla="*/ 8382 h 152590"/>
              <a:gd name="connsiteX116" fmla="*/ 646058 w 1228797"/>
              <a:gd name="connsiteY116" fmla="*/ 2096 h 152590"/>
              <a:gd name="connsiteX117" fmla="*/ 995720 w 1228797"/>
              <a:gd name="connsiteY117" fmla="*/ 191 h 152590"/>
              <a:gd name="connsiteX118" fmla="*/ 1040488 w 1228797"/>
              <a:gd name="connsiteY118" fmla="*/ 15621 h 152590"/>
              <a:gd name="connsiteX119" fmla="*/ 1051060 w 1228797"/>
              <a:gd name="connsiteY119" fmla="*/ 25146 h 152590"/>
              <a:gd name="connsiteX120" fmla="*/ 1051251 w 1228797"/>
              <a:gd name="connsiteY120" fmla="*/ 25418 h 152590"/>
              <a:gd name="connsiteX121" fmla="*/ 1049536 w 1228797"/>
              <a:gd name="connsiteY121" fmla="*/ 34004 h 152590"/>
              <a:gd name="connsiteX122" fmla="*/ 1038964 w 1228797"/>
              <a:gd name="connsiteY122" fmla="*/ 41434 h 152590"/>
              <a:gd name="connsiteX123" fmla="*/ 1030867 w 1228797"/>
              <a:gd name="connsiteY123" fmla="*/ 40767 h 152590"/>
              <a:gd name="connsiteX124" fmla="*/ 1028010 w 1228797"/>
              <a:gd name="connsiteY124" fmla="*/ 38100 h 152590"/>
              <a:gd name="connsiteX125" fmla="*/ 1027343 w 1228797"/>
              <a:gd name="connsiteY125" fmla="*/ 37624 h 152590"/>
              <a:gd name="connsiteX126" fmla="*/ 995911 w 1228797"/>
              <a:gd name="connsiteY126" fmla="*/ 26194 h 152590"/>
              <a:gd name="connsiteX127" fmla="*/ 993815 w 1228797"/>
              <a:gd name="connsiteY127" fmla="*/ 26194 h 152590"/>
              <a:gd name="connsiteX128" fmla="*/ 990386 w 1228797"/>
              <a:gd name="connsiteY128" fmla="*/ 26194 h 152590"/>
              <a:gd name="connsiteX129" fmla="*/ 981623 w 1228797"/>
              <a:gd name="connsiteY129" fmla="*/ 28004 h 152590"/>
              <a:gd name="connsiteX130" fmla="*/ 947638 w 1228797"/>
              <a:gd name="connsiteY130" fmla="*/ 64456 h 152590"/>
              <a:gd name="connsiteX131" fmla="*/ 984957 w 1228797"/>
              <a:gd name="connsiteY131" fmla="*/ 123254 h 152590"/>
              <a:gd name="connsiteX132" fmla="*/ 988957 w 1228797"/>
              <a:gd name="connsiteY132" fmla="*/ 124016 h 152590"/>
              <a:gd name="connsiteX133" fmla="*/ 992291 w 1228797"/>
              <a:gd name="connsiteY133" fmla="*/ 122968 h 152590"/>
              <a:gd name="connsiteX134" fmla="*/ 1001816 w 1228797"/>
              <a:gd name="connsiteY134" fmla="*/ 122968 h 152590"/>
              <a:gd name="connsiteX135" fmla="*/ 1009150 w 1228797"/>
              <a:gd name="connsiteY135" fmla="*/ 121920 h 152590"/>
              <a:gd name="connsiteX136" fmla="*/ 1010484 w 1228797"/>
              <a:gd name="connsiteY136" fmla="*/ 121920 h 152590"/>
              <a:gd name="connsiteX137" fmla="*/ 1011817 w 1228797"/>
              <a:gd name="connsiteY137" fmla="*/ 121920 h 152590"/>
              <a:gd name="connsiteX138" fmla="*/ 1017437 w 1228797"/>
              <a:gd name="connsiteY138" fmla="*/ 119920 h 152590"/>
              <a:gd name="connsiteX139" fmla="*/ 1018580 w 1228797"/>
              <a:gd name="connsiteY139" fmla="*/ 119444 h 152590"/>
              <a:gd name="connsiteX140" fmla="*/ 1019723 w 1228797"/>
              <a:gd name="connsiteY140" fmla="*/ 118967 h 152590"/>
              <a:gd name="connsiteX141" fmla="*/ 1020866 w 1228797"/>
              <a:gd name="connsiteY141" fmla="*/ 118396 h 152590"/>
              <a:gd name="connsiteX142" fmla="*/ 1023438 w 1228797"/>
              <a:gd name="connsiteY142" fmla="*/ 117062 h 152590"/>
              <a:gd name="connsiteX143" fmla="*/ 1024200 w 1228797"/>
              <a:gd name="connsiteY143" fmla="*/ 116491 h 152590"/>
              <a:gd name="connsiteX144" fmla="*/ 1041154 w 1228797"/>
              <a:gd name="connsiteY144" fmla="*/ 95345 h 152590"/>
              <a:gd name="connsiteX145" fmla="*/ 1040202 w 1228797"/>
              <a:gd name="connsiteY145" fmla="*/ 90297 h 152590"/>
              <a:gd name="connsiteX146" fmla="*/ 1036106 w 1228797"/>
              <a:gd name="connsiteY146" fmla="*/ 88583 h 152590"/>
              <a:gd name="connsiteX147" fmla="*/ 1008579 w 1228797"/>
              <a:gd name="connsiteY147" fmla="*/ 88583 h 152590"/>
              <a:gd name="connsiteX148" fmla="*/ 1002292 w 1228797"/>
              <a:gd name="connsiteY148" fmla="*/ 82296 h 152590"/>
              <a:gd name="connsiteX149" fmla="*/ 1002292 w 1228797"/>
              <a:gd name="connsiteY149" fmla="*/ 69437 h 152590"/>
              <a:gd name="connsiteX150" fmla="*/ 1002292 w 1228797"/>
              <a:gd name="connsiteY150" fmla="*/ 69245 h 152590"/>
              <a:gd name="connsiteX151" fmla="*/ 1008579 w 1228797"/>
              <a:gd name="connsiteY151" fmla="*/ 63151 h 152590"/>
              <a:gd name="connsiteX152" fmla="*/ 1065729 w 1228797"/>
              <a:gd name="connsiteY152" fmla="*/ 63151 h 152590"/>
              <a:gd name="connsiteX153" fmla="*/ 1066205 w 1228797"/>
              <a:gd name="connsiteY153" fmla="*/ 63151 h 152590"/>
              <a:gd name="connsiteX154" fmla="*/ 1066777 w 1228797"/>
              <a:gd name="connsiteY154" fmla="*/ 63151 h 152590"/>
              <a:gd name="connsiteX155" fmla="*/ 1068205 w 1228797"/>
              <a:gd name="connsiteY155" fmla="*/ 68771 h 152590"/>
              <a:gd name="connsiteX156" fmla="*/ 1068205 w 1228797"/>
              <a:gd name="connsiteY156" fmla="*/ 80391 h 152590"/>
              <a:gd name="connsiteX157" fmla="*/ 1043155 w 1228797"/>
              <a:gd name="connsiteY157" fmla="*/ 136112 h 152590"/>
              <a:gd name="connsiteX158" fmla="*/ 1040869 w 1228797"/>
              <a:gd name="connsiteY158" fmla="*/ 138113 h 152590"/>
              <a:gd name="connsiteX159" fmla="*/ 1039630 w 1228797"/>
              <a:gd name="connsiteY159" fmla="*/ 139065 h 152590"/>
              <a:gd name="connsiteX160" fmla="*/ 1037249 w 1228797"/>
              <a:gd name="connsiteY160" fmla="*/ 140780 h 152590"/>
              <a:gd name="connsiteX161" fmla="*/ 1036011 w 1228797"/>
              <a:gd name="connsiteY161" fmla="*/ 141637 h 152590"/>
              <a:gd name="connsiteX162" fmla="*/ 1033630 w 1228797"/>
              <a:gd name="connsiteY162" fmla="*/ 143161 h 152590"/>
              <a:gd name="connsiteX163" fmla="*/ 1032391 w 1228797"/>
              <a:gd name="connsiteY163" fmla="*/ 143923 h 152590"/>
              <a:gd name="connsiteX164" fmla="*/ 1029915 w 1228797"/>
              <a:gd name="connsiteY164" fmla="*/ 145352 h 152590"/>
              <a:gd name="connsiteX165" fmla="*/ 1029343 w 1228797"/>
              <a:gd name="connsiteY165" fmla="*/ 145352 h 152590"/>
              <a:gd name="connsiteX166" fmla="*/ 1025343 w 1228797"/>
              <a:gd name="connsiteY166" fmla="*/ 147257 h 152590"/>
              <a:gd name="connsiteX167" fmla="*/ 1024676 w 1228797"/>
              <a:gd name="connsiteY167" fmla="*/ 147257 h 152590"/>
              <a:gd name="connsiteX168" fmla="*/ 1022104 w 1228797"/>
              <a:gd name="connsiteY168" fmla="*/ 148209 h 152590"/>
              <a:gd name="connsiteX169" fmla="*/ 1020866 w 1228797"/>
              <a:gd name="connsiteY169" fmla="*/ 148209 h 152590"/>
              <a:gd name="connsiteX170" fmla="*/ 1020104 w 1228797"/>
              <a:gd name="connsiteY170" fmla="*/ 148209 h 152590"/>
              <a:gd name="connsiteX171" fmla="*/ 1018009 w 1228797"/>
              <a:gd name="connsiteY171" fmla="*/ 148971 h 152590"/>
              <a:gd name="connsiteX172" fmla="*/ 1017151 w 1228797"/>
              <a:gd name="connsiteY172" fmla="*/ 148971 h 152590"/>
              <a:gd name="connsiteX173" fmla="*/ 1015913 w 1228797"/>
              <a:gd name="connsiteY173" fmla="*/ 148971 h 152590"/>
              <a:gd name="connsiteX174" fmla="*/ 1015056 w 1228797"/>
              <a:gd name="connsiteY174" fmla="*/ 148971 h 152590"/>
              <a:gd name="connsiteX175" fmla="*/ 1013151 w 1228797"/>
              <a:gd name="connsiteY175" fmla="*/ 149447 h 152590"/>
              <a:gd name="connsiteX176" fmla="*/ 1012103 w 1228797"/>
              <a:gd name="connsiteY176" fmla="*/ 149447 h 152590"/>
              <a:gd name="connsiteX177" fmla="*/ 1010960 w 1228797"/>
              <a:gd name="connsiteY177" fmla="*/ 149447 h 152590"/>
              <a:gd name="connsiteX178" fmla="*/ 1009912 w 1228797"/>
              <a:gd name="connsiteY178" fmla="*/ 149447 h 152590"/>
              <a:gd name="connsiteX179" fmla="*/ 1008103 w 1228797"/>
              <a:gd name="connsiteY179" fmla="*/ 149447 h 152590"/>
              <a:gd name="connsiteX180" fmla="*/ 1006960 w 1228797"/>
              <a:gd name="connsiteY180" fmla="*/ 149447 h 152590"/>
              <a:gd name="connsiteX181" fmla="*/ 1005817 w 1228797"/>
              <a:gd name="connsiteY181" fmla="*/ 149447 h 152590"/>
              <a:gd name="connsiteX182" fmla="*/ 1004578 w 1228797"/>
              <a:gd name="connsiteY182" fmla="*/ 149447 h 152590"/>
              <a:gd name="connsiteX183" fmla="*/ 1002864 w 1228797"/>
              <a:gd name="connsiteY183" fmla="*/ 149447 h 152590"/>
              <a:gd name="connsiteX184" fmla="*/ 995720 w 1228797"/>
              <a:gd name="connsiteY184" fmla="*/ 149447 h 152590"/>
              <a:gd name="connsiteX185" fmla="*/ 990386 w 1228797"/>
              <a:gd name="connsiteY185" fmla="*/ 149447 h 152590"/>
              <a:gd name="connsiteX186" fmla="*/ 918425 w 1228797"/>
              <a:gd name="connsiteY186" fmla="*/ 72152 h 152590"/>
              <a:gd name="connsiteX187" fmla="*/ 995720 w 1228797"/>
              <a:gd name="connsiteY187" fmla="*/ 191 h 152590"/>
              <a:gd name="connsiteX188" fmla="*/ 836558 w 1228797"/>
              <a:gd name="connsiteY188" fmla="*/ 191 h 152590"/>
              <a:gd name="connsiteX189" fmla="*/ 911234 w 1228797"/>
              <a:gd name="connsiteY189" fmla="*/ 74867 h 152590"/>
              <a:gd name="connsiteX190" fmla="*/ 836558 w 1228797"/>
              <a:gd name="connsiteY190" fmla="*/ 149543 h 152590"/>
              <a:gd name="connsiteX191" fmla="*/ 761882 w 1228797"/>
              <a:gd name="connsiteY191" fmla="*/ 74867 h 152590"/>
              <a:gd name="connsiteX192" fmla="*/ 836558 w 1228797"/>
              <a:gd name="connsiteY192" fmla="*/ 191 h 152590"/>
              <a:gd name="connsiteX193" fmla="*/ 200954 w 1228797"/>
              <a:gd name="connsiteY193" fmla="*/ 0 h 152590"/>
              <a:gd name="connsiteX194" fmla="*/ 275821 w 1228797"/>
              <a:gd name="connsiteY194" fmla="*/ 74867 h 152590"/>
              <a:gd name="connsiteX195" fmla="*/ 200954 w 1228797"/>
              <a:gd name="connsiteY195" fmla="*/ 149733 h 152590"/>
              <a:gd name="connsiteX196" fmla="*/ 126088 w 1228797"/>
              <a:gd name="connsiteY196" fmla="*/ 74867 h 152590"/>
              <a:gd name="connsiteX197" fmla="*/ 200954 w 1228797"/>
              <a:gd name="connsiteY197" fmla="*/ 0 h 152590"/>
            </a:gdLst>
            <a:ahLst/>
            <a:cxnLst/>
            <a:rect l="l" t="t" r="r" b="b"/>
            <a:pathLst>
              <a:path w="1228797" h="152590">
                <a:moveTo>
                  <a:pt x="353068" y="146933"/>
                </a:moveTo>
                <a:lnTo>
                  <a:pt x="353259" y="146971"/>
                </a:lnTo>
                <a:lnTo>
                  <a:pt x="352878" y="146971"/>
                </a:lnTo>
                <a:close/>
                <a:moveTo>
                  <a:pt x="463654" y="28766"/>
                </a:moveTo>
                <a:cubicBezTo>
                  <a:pt x="460187" y="28766"/>
                  <a:pt x="457368" y="31580"/>
                  <a:pt x="457368" y="35052"/>
                </a:cubicBezTo>
                <a:lnTo>
                  <a:pt x="457368" y="66866"/>
                </a:lnTo>
                <a:cubicBezTo>
                  <a:pt x="457311" y="70284"/>
                  <a:pt x="460044" y="73099"/>
                  <a:pt x="463464" y="73152"/>
                </a:cubicBezTo>
                <a:cubicBezTo>
                  <a:pt x="463530" y="73153"/>
                  <a:pt x="463588" y="73153"/>
                  <a:pt x="463654" y="73152"/>
                </a:cubicBezTo>
                <a:lnTo>
                  <a:pt x="502611" y="73152"/>
                </a:lnTo>
                <a:cubicBezTo>
                  <a:pt x="514613" y="73223"/>
                  <a:pt x="524576" y="63892"/>
                  <a:pt x="525281" y="51911"/>
                </a:cubicBezTo>
                <a:cubicBezTo>
                  <a:pt x="525910" y="39775"/>
                  <a:pt x="516585" y="29427"/>
                  <a:pt x="504450" y="28795"/>
                </a:cubicBezTo>
                <a:cubicBezTo>
                  <a:pt x="504031" y="28773"/>
                  <a:pt x="503602" y="28763"/>
                  <a:pt x="503183" y="28766"/>
                </a:cubicBezTo>
                <a:close/>
                <a:moveTo>
                  <a:pt x="1154216" y="28194"/>
                </a:moveTo>
                <a:lnTo>
                  <a:pt x="1154216" y="28765"/>
                </a:lnTo>
                <a:cubicBezTo>
                  <a:pt x="1127022" y="28713"/>
                  <a:pt x="1104934" y="50717"/>
                  <a:pt x="1104877" y="77914"/>
                </a:cubicBezTo>
                <a:cubicBezTo>
                  <a:pt x="1104820" y="105111"/>
                  <a:pt x="1126832" y="127201"/>
                  <a:pt x="1154026" y="127254"/>
                </a:cubicBezTo>
                <a:cubicBezTo>
                  <a:pt x="1181220" y="127306"/>
                  <a:pt x="1203308" y="105301"/>
                  <a:pt x="1203365" y="78105"/>
                </a:cubicBezTo>
                <a:cubicBezTo>
                  <a:pt x="1203365" y="78073"/>
                  <a:pt x="1203365" y="78041"/>
                  <a:pt x="1203365" y="78009"/>
                </a:cubicBezTo>
                <a:cubicBezTo>
                  <a:pt x="1203632" y="50761"/>
                  <a:pt x="1181753" y="28458"/>
                  <a:pt x="1154502" y="28195"/>
                </a:cubicBezTo>
                <a:cubicBezTo>
                  <a:pt x="1154407" y="28195"/>
                  <a:pt x="1154312" y="28194"/>
                  <a:pt x="1154216" y="28194"/>
                </a:cubicBezTo>
                <a:close/>
                <a:moveTo>
                  <a:pt x="836558" y="25718"/>
                </a:moveTo>
                <a:cubicBezTo>
                  <a:pt x="809364" y="25718"/>
                  <a:pt x="787314" y="47766"/>
                  <a:pt x="787314" y="74962"/>
                </a:cubicBezTo>
                <a:cubicBezTo>
                  <a:pt x="787314" y="102159"/>
                  <a:pt x="809364" y="124207"/>
                  <a:pt x="836558" y="124207"/>
                </a:cubicBezTo>
                <a:cubicBezTo>
                  <a:pt x="863752" y="124207"/>
                  <a:pt x="885802" y="102159"/>
                  <a:pt x="885802" y="74962"/>
                </a:cubicBezTo>
                <a:cubicBezTo>
                  <a:pt x="885802" y="74931"/>
                  <a:pt x="885802" y="74898"/>
                  <a:pt x="885802" y="74867"/>
                </a:cubicBezTo>
                <a:cubicBezTo>
                  <a:pt x="885745" y="47707"/>
                  <a:pt x="863714" y="25718"/>
                  <a:pt x="836558" y="25718"/>
                </a:cubicBezTo>
                <a:close/>
                <a:moveTo>
                  <a:pt x="200954" y="25527"/>
                </a:moveTo>
                <a:lnTo>
                  <a:pt x="200954" y="25908"/>
                </a:lnTo>
                <a:cubicBezTo>
                  <a:pt x="173652" y="25856"/>
                  <a:pt x="151477" y="47945"/>
                  <a:pt x="151424" y="75248"/>
                </a:cubicBezTo>
                <a:cubicBezTo>
                  <a:pt x="151372" y="102550"/>
                  <a:pt x="173462" y="124725"/>
                  <a:pt x="200764" y="124778"/>
                </a:cubicBezTo>
                <a:cubicBezTo>
                  <a:pt x="228063" y="124830"/>
                  <a:pt x="250237" y="102740"/>
                  <a:pt x="250294" y="75438"/>
                </a:cubicBezTo>
                <a:cubicBezTo>
                  <a:pt x="250294" y="75374"/>
                  <a:pt x="250294" y="75311"/>
                  <a:pt x="250294" y="75248"/>
                </a:cubicBezTo>
                <a:cubicBezTo>
                  <a:pt x="250456" y="47946"/>
                  <a:pt x="228444" y="25686"/>
                  <a:pt x="201145" y="25528"/>
                </a:cubicBezTo>
                <a:cubicBezTo>
                  <a:pt x="201078" y="25527"/>
                  <a:pt x="201021" y="25527"/>
                  <a:pt x="200954" y="25527"/>
                </a:cubicBezTo>
                <a:close/>
                <a:moveTo>
                  <a:pt x="437841" y="3429"/>
                </a:moveTo>
                <a:lnTo>
                  <a:pt x="502040" y="3429"/>
                </a:lnTo>
                <a:cubicBezTo>
                  <a:pt x="514623" y="3414"/>
                  <a:pt x="526748" y="8180"/>
                  <a:pt x="535949" y="16764"/>
                </a:cubicBezTo>
                <a:cubicBezTo>
                  <a:pt x="545074" y="25190"/>
                  <a:pt x="550427" y="36928"/>
                  <a:pt x="550808" y="49340"/>
                </a:cubicBezTo>
                <a:cubicBezTo>
                  <a:pt x="551303" y="66268"/>
                  <a:pt x="542883" y="82215"/>
                  <a:pt x="528615" y="91345"/>
                </a:cubicBezTo>
                <a:cubicBezTo>
                  <a:pt x="525881" y="92959"/>
                  <a:pt x="524852" y="96397"/>
                  <a:pt x="526233" y="99251"/>
                </a:cubicBezTo>
                <a:lnTo>
                  <a:pt x="544712" y="138017"/>
                </a:lnTo>
                <a:cubicBezTo>
                  <a:pt x="546188" y="141161"/>
                  <a:pt x="544826" y="144904"/>
                  <a:pt x="541683" y="146377"/>
                </a:cubicBezTo>
                <a:cubicBezTo>
                  <a:pt x="540845" y="146772"/>
                  <a:pt x="539930" y="146974"/>
                  <a:pt x="538997" y="146971"/>
                </a:cubicBezTo>
                <a:lnTo>
                  <a:pt x="525567" y="146971"/>
                </a:lnTo>
                <a:cubicBezTo>
                  <a:pt x="523166" y="146983"/>
                  <a:pt x="520976" y="145611"/>
                  <a:pt x="519947" y="143447"/>
                </a:cubicBezTo>
                <a:lnTo>
                  <a:pt x="500230" y="102203"/>
                </a:lnTo>
                <a:cubicBezTo>
                  <a:pt x="499221" y="100023"/>
                  <a:pt x="497011" y="98643"/>
                  <a:pt x="494611" y="98679"/>
                </a:cubicBezTo>
                <a:lnTo>
                  <a:pt x="463654" y="98679"/>
                </a:lnTo>
                <a:cubicBezTo>
                  <a:pt x="460235" y="98626"/>
                  <a:pt x="457425" y="101355"/>
                  <a:pt x="457368" y="104773"/>
                </a:cubicBezTo>
                <a:cubicBezTo>
                  <a:pt x="457368" y="104838"/>
                  <a:pt x="457368" y="104902"/>
                  <a:pt x="457368" y="104966"/>
                </a:cubicBezTo>
                <a:lnTo>
                  <a:pt x="457368" y="140684"/>
                </a:lnTo>
                <a:cubicBezTo>
                  <a:pt x="457368" y="144156"/>
                  <a:pt x="454558" y="146971"/>
                  <a:pt x="451081" y="146971"/>
                </a:cubicBezTo>
                <a:lnTo>
                  <a:pt x="437841" y="146971"/>
                </a:lnTo>
                <a:cubicBezTo>
                  <a:pt x="434365" y="146971"/>
                  <a:pt x="431555" y="144156"/>
                  <a:pt x="431555" y="140684"/>
                </a:cubicBezTo>
                <a:lnTo>
                  <a:pt x="431555" y="9716"/>
                </a:lnTo>
                <a:cubicBezTo>
                  <a:pt x="431603" y="6265"/>
                  <a:pt x="434393" y="3480"/>
                  <a:pt x="437841" y="3429"/>
                </a:cubicBezTo>
                <a:close/>
                <a:moveTo>
                  <a:pt x="293633" y="3429"/>
                </a:moveTo>
                <a:lnTo>
                  <a:pt x="306777" y="3429"/>
                </a:lnTo>
                <a:cubicBezTo>
                  <a:pt x="310101" y="3631"/>
                  <a:pt x="312692" y="6387"/>
                  <a:pt x="312683" y="9715"/>
                </a:cubicBezTo>
                <a:lnTo>
                  <a:pt x="312683" y="80677"/>
                </a:lnTo>
                <a:cubicBezTo>
                  <a:pt x="311454" y="102842"/>
                  <a:pt x="328427" y="121805"/>
                  <a:pt x="350592" y="123032"/>
                </a:cubicBezTo>
                <a:cubicBezTo>
                  <a:pt x="372757" y="124258"/>
                  <a:pt x="391721" y="107284"/>
                  <a:pt x="392950" y="85118"/>
                </a:cubicBezTo>
                <a:cubicBezTo>
                  <a:pt x="393026" y="83830"/>
                  <a:pt x="393035" y="82538"/>
                  <a:pt x="392978" y="81248"/>
                </a:cubicBezTo>
                <a:lnTo>
                  <a:pt x="392978" y="9715"/>
                </a:lnTo>
                <a:cubicBezTo>
                  <a:pt x="393026" y="6265"/>
                  <a:pt x="395817" y="3480"/>
                  <a:pt x="399265" y="3429"/>
                </a:cubicBezTo>
                <a:lnTo>
                  <a:pt x="412505" y="3429"/>
                </a:lnTo>
                <a:cubicBezTo>
                  <a:pt x="415943" y="3481"/>
                  <a:pt x="418696" y="6281"/>
                  <a:pt x="418696" y="9715"/>
                </a:cubicBezTo>
                <a:lnTo>
                  <a:pt x="418696" y="81153"/>
                </a:lnTo>
                <a:cubicBezTo>
                  <a:pt x="418696" y="108416"/>
                  <a:pt x="402119" y="131807"/>
                  <a:pt x="378496" y="141799"/>
                </a:cubicBezTo>
                <a:lnTo>
                  <a:pt x="353068" y="146933"/>
                </a:lnTo>
                <a:lnTo>
                  <a:pt x="327634" y="141836"/>
                </a:lnTo>
                <a:cubicBezTo>
                  <a:pt x="303998" y="131878"/>
                  <a:pt x="287389" y="108511"/>
                  <a:pt x="287346" y="81248"/>
                </a:cubicBezTo>
                <a:cubicBezTo>
                  <a:pt x="287346" y="81217"/>
                  <a:pt x="287346" y="81184"/>
                  <a:pt x="287346" y="81153"/>
                </a:cubicBezTo>
                <a:lnTo>
                  <a:pt x="287346" y="9715"/>
                </a:lnTo>
                <a:cubicBezTo>
                  <a:pt x="287394" y="6265"/>
                  <a:pt x="290184" y="3480"/>
                  <a:pt x="293633" y="3429"/>
                </a:cubicBezTo>
                <a:close/>
                <a:moveTo>
                  <a:pt x="6264" y="3333"/>
                </a:moveTo>
                <a:lnTo>
                  <a:pt x="18646" y="3333"/>
                </a:lnTo>
                <a:cubicBezTo>
                  <a:pt x="20692" y="3332"/>
                  <a:pt x="22611" y="4327"/>
                  <a:pt x="23790" y="6000"/>
                </a:cubicBezTo>
                <a:lnTo>
                  <a:pt x="61890" y="59817"/>
                </a:lnTo>
                <a:cubicBezTo>
                  <a:pt x="63109" y="61430"/>
                  <a:pt x="65011" y="62381"/>
                  <a:pt x="67033" y="62388"/>
                </a:cubicBezTo>
                <a:cubicBezTo>
                  <a:pt x="69032" y="62397"/>
                  <a:pt x="70913" y="61439"/>
                  <a:pt x="72081" y="59817"/>
                </a:cubicBezTo>
                <a:lnTo>
                  <a:pt x="110181" y="6000"/>
                </a:lnTo>
                <a:cubicBezTo>
                  <a:pt x="111360" y="4327"/>
                  <a:pt x="113279" y="3332"/>
                  <a:pt x="115325" y="3333"/>
                </a:cubicBezTo>
                <a:lnTo>
                  <a:pt x="127707" y="3333"/>
                </a:lnTo>
                <a:cubicBezTo>
                  <a:pt x="131179" y="3293"/>
                  <a:pt x="134026" y="6076"/>
                  <a:pt x="134065" y="9548"/>
                </a:cubicBezTo>
                <a:cubicBezTo>
                  <a:pt x="134082" y="10908"/>
                  <a:pt x="133655" y="12237"/>
                  <a:pt x="132851" y="13335"/>
                </a:cubicBezTo>
                <a:lnTo>
                  <a:pt x="81702" y="83724"/>
                </a:lnTo>
                <a:cubicBezTo>
                  <a:pt x="80555" y="85300"/>
                  <a:pt x="79953" y="87206"/>
                  <a:pt x="79987" y="89154"/>
                </a:cubicBezTo>
                <a:lnTo>
                  <a:pt x="79987" y="140684"/>
                </a:lnTo>
                <a:cubicBezTo>
                  <a:pt x="79987" y="144156"/>
                  <a:pt x="77172" y="146970"/>
                  <a:pt x="73701" y="146970"/>
                </a:cubicBezTo>
                <a:lnTo>
                  <a:pt x="60270" y="146970"/>
                </a:lnTo>
                <a:cubicBezTo>
                  <a:pt x="56798" y="146970"/>
                  <a:pt x="53984" y="144156"/>
                  <a:pt x="53984" y="140684"/>
                </a:cubicBezTo>
                <a:lnTo>
                  <a:pt x="53984" y="89154"/>
                </a:lnTo>
                <a:cubicBezTo>
                  <a:pt x="54018" y="87206"/>
                  <a:pt x="53416" y="85300"/>
                  <a:pt x="52269" y="83724"/>
                </a:cubicBezTo>
                <a:lnTo>
                  <a:pt x="1215" y="13335"/>
                </a:lnTo>
                <a:cubicBezTo>
                  <a:pt x="-836" y="10533"/>
                  <a:pt x="-229" y="6600"/>
                  <a:pt x="2572" y="4549"/>
                </a:cubicBezTo>
                <a:cubicBezTo>
                  <a:pt x="3643" y="3764"/>
                  <a:pt x="4936" y="3338"/>
                  <a:pt x="6264" y="3333"/>
                </a:cubicBezTo>
                <a:close/>
                <a:moveTo>
                  <a:pt x="1154026" y="3238"/>
                </a:moveTo>
                <a:cubicBezTo>
                  <a:pt x="1195269" y="3186"/>
                  <a:pt x="1228740" y="36577"/>
                  <a:pt x="1228797" y="77819"/>
                </a:cubicBezTo>
                <a:cubicBezTo>
                  <a:pt x="1228797" y="77850"/>
                  <a:pt x="1228797" y="77883"/>
                  <a:pt x="1228797" y="77914"/>
                </a:cubicBezTo>
                <a:cubicBezTo>
                  <a:pt x="1228740" y="119097"/>
                  <a:pt x="1195402" y="152485"/>
                  <a:pt x="1154216" y="152590"/>
                </a:cubicBezTo>
                <a:cubicBezTo>
                  <a:pt x="1112973" y="152642"/>
                  <a:pt x="1079502" y="119252"/>
                  <a:pt x="1079445" y="78009"/>
                </a:cubicBezTo>
                <a:cubicBezTo>
                  <a:pt x="1079388" y="36767"/>
                  <a:pt x="1112783" y="3290"/>
                  <a:pt x="1154026" y="3238"/>
                </a:cubicBezTo>
                <a:close/>
                <a:moveTo>
                  <a:pt x="646058" y="2096"/>
                </a:moveTo>
                <a:lnTo>
                  <a:pt x="659774" y="2096"/>
                </a:lnTo>
                <a:cubicBezTo>
                  <a:pt x="663250" y="2096"/>
                  <a:pt x="666060" y="4911"/>
                  <a:pt x="666060" y="8382"/>
                </a:cubicBezTo>
                <a:lnTo>
                  <a:pt x="666060" y="116491"/>
                </a:lnTo>
                <a:cubicBezTo>
                  <a:pt x="666060" y="119963"/>
                  <a:pt x="668870" y="122778"/>
                  <a:pt x="672346" y="122778"/>
                </a:cubicBezTo>
                <a:lnTo>
                  <a:pt x="750166" y="122778"/>
                </a:lnTo>
                <a:cubicBezTo>
                  <a:pt x="753633" y="122778"/>
                  <a:pt x="756452" y="125592"/>
                  <a:pt x="756452" y="129064"/>
                </a:cubicBezTo>
                <a:lnTo>
                  <a:pt x="756452" y="141733"/>
                </a:lnTo>
                <a:cubicBezTo>
                  <a:pt x="756509" y="145151"/>
                  <a:pt x="753776" y="147966"/>
                  <a:pt x="750356" y="148019"/>
                </a:cubicBezTo>
                <a:cubicBezTo>
                  <a:pt x="750290" y="148020"/>
                  <a:pt x="750232" y="148020"/>
                  <a:pt x="750166" y="148019"/>
                </a:cubicBezTo>
                <a:lnTo>
                  <a:pt x="646058" y="148019"/>
                </a:lnTo>
                <a:cubicBezTo>
                  <a:pt x="642581" y="148019"/>
                  <a:pt x="639771" y="145204"/>
                  <a:pt x="639771" y="141733"/>
                </a:cubicBezTo>
                <a:lnTo>
                  <a:pt x="639771" y="8382"/>
                </a:lnTo>
                <a:cubicBezTo>
                  <a:pt x="639819" y="4932"/>
                  <a:pt x="642609" y="2147"/>
                  <a:pt x="646058" y="2096"/>
                </a:cubicBezTo>
                <a:close/>
                <a:moveTo>
                  <a:pt x="995720" y="191"/>
                </a:moveTo>
                <a:cubicBezTo>
                  <a:pt x="1011922" y="355"/>
                  <a:pt x="1027629" y="5769"/>
                  <a:pt x="1040488" y="15621"/>
                </a:cubicBezTo>
                <a:cubicBezTo>
                  <a:pt x="1044298" y="18466"/>
                  <a:pt x="1047831" y="21654"/>
                  <a:pt x="1051060" y="25146"/>
                </a:cubicBezTo>
                <a:cubicBezTo>
                  <a:pt x="1051127" y="25235"/>
                  <a:pt x="1051194" y="25326"/>
                  <a:pt x="1051251" y="25418"/>
                </a:cubicBezTo>
                <a:cubicBezTo>
                  <a:pt x="1053146" y="28264"/>
                  <a:pt x="1052384" y="32107"/>
                  <a:pt x="1049536" y="34004"/>
                </a:cubicBezTo>
                <a:lnTo>
                  <a:pt x="1038964" y="41434"/>
                </a:lnTo>
                <a:cubicBezTo>
                  <a:pt x="1036478" y="43261"/>
                  <a:pt x="1033020" y="42976"/>
                  <a:pt x="1030867" y="40767"/>
                </a:cubicBezTo>
                <a:cubicBezTo>
                  <a:pt x="1029962" y="39830"/>
                  <a:pt x="1029010" y="38939"/>
                  <a:pt x="1028010" y="38100"/>
                </a:cubicBezTo>
                <a:cubicBezTo>
                  <a:pt x="1027753" y="37997"/>
                  <a:pt x="1027524" y="37834"/>
                  <a:pt x="1027343" y="37624"/>
                </a:cubicBezTo>
                <a:cubicBezTo>
                  <a:pt x="1018532" y="30242"/>
                  <a:pt x="1007407" y="26196"/>
                  <a:pt x="995911" y="26194"/>
                </a:cubicBezTo>
                <a:lnTo>
                  <a:pt x="993815" y="26194"/>
                </a:lnTo>
                <a:cubicBezTo>
                  <a:pt x="992672" y="26099"/>
                  <a:pt x="991529" y="26099"/>
                  <a:pt x="990386" y="26194"/>
                </a:cubicBezTo>
                <a:cubicBezTo>
                  <a:pt x="987414" y="26512"/>
                  <a:pt x="984481" y="27118"/>
                  <a:pt x="981623" y="28004"/>
                </a:cubicBezTo>
                <a:cubicBezTo>
                  <a:pt x="964526" y="33101"/>
                  <a:pt x="951524" y="47046"/>
                  <a:pt x="947638" y="64456"/>
                </a:cubicBezTo>
                <a:cubicBezTo>
                  <a:pt x="941704" y="90998"/>
                  <a:pt x="958411" y="117323"/>
                  <a:pt x="984957" y="123254"/>
                </a:cubicBezTo>
                <a:lnTo>
                  <a:pt x="988957" y="124016"/>
                </a:lnTo>
                <a:lnTo>
                  <a:pt x="992291" y="122968"/>
                </a:lnTo>
                <a:lnTo>
                  <a:pt x="1001816" y="122968"/>
                </a:lnTo>
                <a:cubicBezTo>
                  <a:pt x="1004274" y="122753"/>
                  <a:pt x="1006731" y="122403"/>
                  <a:pt x="1009150" y="121920"/>
                </a:cubicBezTo>
                <a:lnTo>
                  <a:pt x="1010484" y="121920"/>
                </a:lnTo>
                <a:lnTo>
                  <a:pt x="1011817" y="121920"/>
                </a:lnTo>
                <a:lnTo>
                  <a:pt x="1017437" y="119920"/>
                </a:lnTo>
                <a:lnTo>
                  <a:pt x="1018580" y="119444"/>
                </a:lnTo>
                <a:lnTo>
                  <a:pt x="1019723" y="118967"/>
                </a:lnTo>
                <a:lnTo>
                  <a:pt x="1020866" y="118396"/>
                </a:lnTo>
                <a:lnTo>
                  <a:pt x="1023438" y="117062"/>
                </a:lnTo>
                <a:lnTo>
                  <a:pt x="1024200" y="116491"/>
                </a:lnTo>
                <a:cubicBezTo>
                  <a:pt x="1031496" y="110931"/>
                  <a:pt x="1037316" y="103671"/>
                  <a:pt x="1041154" y="95345"/>
                </a:cubicBezTo>
                <a:cubicBezTo>
                  <a:pt x="1041764" y="93613"/>
                  <a:pt x="1041393" y="91690"/>
                  <a:pt x="1040202" y="90297"/>
                </a:cubicBezTo>
                <a:cubicBezTo>
                  <a:pt x="1039135" y="89178"/>
                  <a:pt x="1037649" y="88556"/>
                  <a:pt x="1036106" y="88583"/>
                </a:cubicBezTo>
                <a:lnTo>
                  <a:pt x="1008579" y="88583"/>
                </a:lnTo>
                <a:cubicBezTo>
                  <a:pt x="1005102" y="88583"/>
                  <a:pt x="1002292" y="85768"/>
                  <a:pt x="1002292" y="82296"/>
                </a:cubicBezTo>
                <a:lnTo>
                  <a:pt x="1002292" y="69437"/>
                </a:lnTo>
                <a:cubicBezTo>
                  <a:pt x="1002292" y="69373"/>
                  <a:pt x="1002292" y="69310"/>
                  <a:pt x="1002292" y="69245"/>
                </a:cubicBezTo>
                <a:cubicBezTo>
                  <a:pt x="1002350" y="65826"/>
                  <a:pt x="1005159" y="63097"/>
                  <a:pt x="1008579" y="63151"/>
                </a:cubicBezTo>
                <a:lnTo>
                  <a:pt x="1065729" y="63151"/>
                </a:lnTo>
                <a:lnTo>
                  <a:pt x="1066205" y="63151"/>
                </a:lnTo>
                <a:lnTo>
                  <a:pt x="1066777" y="63151"/>
                </a:lnTo>
                <a:cubicBezTo>
                  <a:pt x="1068139" y="64680"/>
                  <a:pt x="1068672" y="66776"/>
                  <a:pt x="1068205" y="68771"/>
                </a:cubicBezTo>
                <a:lnTo>
                  <a:pt x="1068205" y="80391"/>
                </a:lnTo>
                <a:cubicBezTo>
                  <a:pt x="1068244" y="101700"/>
                  <a:pt x="1059119" y="121997"/>
                  <a:pt x="1043155" y="136112"/>
                </a:cubicBezTo>
                <a:lnTo>
                  <a:pt x="1040869" y="138113"/>
                </a:lnTo>
                <a:lnTo>
                  <a:pt x="1039630" y="139065"/>
                </a:lnTo>
                <a:cubicBezTo>
                  <a:pt x="1038878" y="139697"/>
                  <a:pt x="1038087" y="140270"/>
                  <a:pt x="1037249" y="140780"/>
                </a:cubicBezTo>
                <a:lnTo>
                  <a:pt x="1036011" y="141637"/>
                </a:lnTo>
                <a:lnTo>
                  <a:pt x="1033630" y="143161"/>
                </a:lnTo>
                <a:lnTo>
                  <a:pt x="1032391" y="143923"/>
                </a:lnTo>
                <a:lnTo>
                  <a:pt x="1029915" y="145352"/>
                </a:lnTo>
                <a:lnTo>
                  <a:pt x="1029343" y="145352"/>
                </a:lnTo>
                <a:lnTo>
                  <a:pt x="1025343" y="147257"/>
                </a:lnTo>
                <a:lnTo>
                  <a:pt x="1024676" y="147257"/>
                </a:lnTo>
                <a:lnTo>
                  <a:pt x="1022104" y="148209"/>
                </a:lnTo>
                <a:lnTo>
                  <a:pt x="1020866" y="148209"/>
                </a:lnTo>
                <a:lnTo>
                  <a:pt x="1020104" y="148209"/>
                </a:lnTo>
                <a:lnTo>
                  <a:pt x="1018009" y="148971"/>
                </a:lnTo>
                <a:lnTo>
                  <a:pt x="1017151" y="148971"/>
                </a:lnTo>
                <a:lnTo>
                  <a:pt x="1015913" y="148971"/>
                </a:lnTo>
                <a:lnTo>
                  <a:pt x="1015056" y="148971"/>
                </a:lnTo>
                <a:lnTo>
                  <a:pt x="1013151" y="149447"/>
                </a:lnTo>
                <a:lnTo>
                  <a:pt x="1012103" y="149447"/>
                </a:lnTo>
                <a:lnTo>
                  <a:pt x="1010960" y="149447"/>
                </a:lnTo>
                <a:lnTo>
                  <a:pt x="1009912" y="149447"/>
                </a:lnTo>
                <a:lnTo>
                  <a:pt x="1008103" y="149447"/>
                </a:lnTo>
                <a:lnTo>
                  <a:pt x="1006960" y="149447"/>
                </a:lnTo>
                <a:lnTo>
                  <a:pt x="1005817" y="149447"/>
                </a:lnTo>
                <a:lnTo>
                  <a:pt x="1004578" y="149447"/>
                </a:lnTo>
                <a:lnTo>
                  <a:pt x="1002864" y="149447"/>
                </a:lnTo>
                <a:lnTo>
                  <a:pt x="995720" y="149447"/>
                </a:lnTo>
                <a:cubicBezTo>
                  <a:pt x="993939" y="149511"/>
                  <a:pt x="992167" y="149511"/>
                  <a:pt x="990386" y="149447"/>
                </a:cubicBezTo>
                <a:cubicBezTo>
                  <a:pt x="949171" y="147975"/>
                  <a:pt x="916948" y="113368"/>
                  <a:pt x="918425" y="72152"/>
                </a:cubicBezTo>
                <a:cubicBezTo>
                  <a:pt x="919901" y="30936"/>
                  <a:pt x="954505" y="-1282"/>
                  <a:pt x="995720" y="191"/>
                </a:cubicBezTo>
                <a:close/>
                <a:moveTo>
                  <a:pt x="836558" y="191"/>
                </a:moveTo>
                <a:cubicBezTo>
                  <a:pt x="877801" y="191"/>
                  <a:pt x="911234" y="33625"/>
                  <a:pt x="911234" y="74867"/>
                </a:cubicBezTo>
                <a:cubicBezTo>
                  <a:pt x="911234" y="116109"/>
                  <a:pt x="877801" y="149543"/>
                  <a:pt x="836558" y="149543"/>
                </a:cubicBezTo>
                <a:cubicBezTo>
                  <a:pt x="795315" y="149543"/>
                  <a:pt x="761882" y="116109"/>
                  <a:pt x="761882" y="74867"/>
                </a:cubicBezTo>
                <a:cubicBezTo>
                  <a:pt x="761882" y="33625"/>
                  <a:pt x="795315" y="191"/>
                  <a:pt x="836558" y="191"/>
                </a:cubicBezTo>
                <a:close/>
                <a:moveTo>
                  <a:pt x="200954" y="0"/>
                </a:moveTo>
                <a:cubicBezTo>
                  <a:pt x="242302" y="0"/>
                  <a:pt x="275821" y="33518"/>
                  <a:pt x="275821" y="74867"/>
                </a:cubicBezTo>
                <a:cubicBezTo>
                  <a:pt x="275821" y="116215"/>
                  <a:pt x="242302" y="149733"/>
                  <a:pt x="200954" y="149733"/>
                </a:cubicBezTo>
                <a:cubicBezTo>
                  <a:pt x="159606" y="149733"/>
                  <a:pt x="126088" y="116215"/>
                  <a:pt x="126088" y="74867"/>
                </a:cubicBezTo>
                <a:cubicBezTo>
                  <a:pt x="126088" y="33518"/>
                  <a:pt x="159606" y="0"/>
                  <a:pt x="200954" y="0"/>
                </a:cubicBezTo>
                <a:close/>
              </a:path>
            </a:pathLst>
          </a:cu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569994" y="4308035"/>
            <a:ext cx="4967206" cy="472641"/>
          </a:xfrm>
          <a:prstGeom prst="roundRect">
            <a:avLst>
              <a:gd name="adj" fmla="val 50000"/>
            </a:avLst>
          </a:prstGeom>
          <a:solidFill>
            <a:schemeClr val="bg1"/>
          </a:solidFill>
          <a:ln w="15240" cap="sq">
            <a:solidFill>
              <a:schemeClr val="accent1">
                <a:alpha val="100000"/>
              </a:schemeClr>
            </a:solidFill>
            <a:miter/>
          </a:ln>
          <a:effectLst>
            <a:outerShdw blurRad="152400" dist="45720" dir="2699995" algn="tl" rotWithShape="0">
              <a:schemeClr val="accent1">
                <a:alpha val="50000"/>
              </a:schemeClr>
            </a:outerShdw>
          </a:effectLst>
        </p:spPr>
        <p:txBody>
          <a:bodyPr vert="horz" wrap="square" lIns="109728" tIns="54864" rIns="109728" bIns="54864" rtlCol="0" anchor="ctr"/>
          <a:lstStyle/>
          <a:p>
            <a:pPr algn="ctr">
              <a:lnSpc>
                <a:spcPct val="110000"/>
              </a:lnSpc>
            </a:pPr>
            <a:endParaRPr kumimoji="1" lang="zh-CN" altLang="en-US"/>
          </a:p>
        </p:txBody>
      </p:sp>
      <p:sp>
        <p:nvSpPr>
          <p:cNvPr id="16" name="标题 1"/>
          <p:cNvSpPr txBox="1"/>
          <p:nvPr/>
        </p:nvSpPr>
        <p:spPr>
          <a:xfrm>
            <a:off x="757667" y="4254077"/>
            <a:ext cx="4576334" cy="579149"/>
          </a:xfrm>
          <a:prstGeom prst="roundRect">
            <a:avLst>
              <a:gd name="adj" fmla="val 50000"/>
            </a:avLst>
          </a:prstGeom>
          <a:gradFill>
            <a:gsLst>
              <a:gs pos="0">
                <a:schemeClr val="accent1">
                  <a:lumMod val="60000"/>
                  <a:lumOff val="40000"/>
                </a:schemeClr>
              </a:gs>
              <a:gs pos="100000">
                <a:schemeClr val="accent1"/>
              </a:gs>
            </a:gsLst>
            <a:lin ang="13500000" scaled="0"/>
          </a:gradFill>
          <a:ln w="7620" cap="sq">
            <a:solidFill>
              <a:schemeClr val="bg1">
                <a:alpha val="100000"/>
              </a:schemeClr>
            </a:solidFill>
            <a:miter/>
          </a:ln>
          <a:effectLst>
            <a:outerShdw blurRad="88900" dist="88900" dir="2700000" algn="tl" rotWithShape="0">
              <a:schemeClr val="accent1">
                <a:lumMod val="50000"/>
                <a:alpha val="44000"/>
              </a:schemeClr>
            </a:outerShdw>
          </a:effectLst>
        </p:spPr>
        <p:txBody>
          <a:bodyPr vert="horz" wrap="square" lIns="109728" tIns="54864" rIns="109728" bIns="54864" rtlCol="0" anchor="ctr"/>
          <a:lstStyle/>
          <a:p>
            <a:pPr algn="ctr">
              <a:lnSpc>
                <a:spcPct val="110000"/>
              </a:lnSpc>
            </a:pPr>
            <a:endParaRPr kumimoji="1" lang="zh-CN" altLang="en-US"/>
          </a:p>
        </p:txBody>
      </p:sp>
      <p:sp>
        <p:nvSpPr>
          <p:cNvPr id="17" name="标题 1"/>
          <p:cNvSpPr txBox="1"/>
          <p:nvPr/>
        </p:nvSpPr>
        <p:spPr>
          <a:xfrm>
            <a:off x="679262" y="4393314"/>
            <a:ext cx="296153" cy="296153"/>
          </a:xfrm>
          <a:prstGeom prst="ellipse">
            <a:avLst/>
          </a:prstGeom>
          <a:gradFill>
            <a:gsLst>
              <a:gs pos="34000">
                <a:schemeClr val="accent3">
                  <a:lumMod val="75000"/>
                </a:schemeClr>
              </a:gs>
              <a:gs pos="100000">
                <a:schemeClr val="accent3"/>
              </a:gs>
            </a:gsLst>
            <a:lin ang="2700000" scaled="0"/>
          </a:gradFill>
          <a:ln w="11430" cap="sq">
            <a:solidFill>
              <a:schemeClr val="bg1"/>
            </a:solidFill>
            <a:miter/>
          </a:ln>
          <a:effectLst>
            <a:outerShdw blurRad="121920" dist="45720" dir="2699995" algn="tl" rotWithShape="0">
              <a:schemeClr val="accent1">
                <a:alpha val="52000"/>
              </a:schemeClr>
            </a:outerShdw>
          </a:effectLst>
        </p:spPr>
        <p:txBody>
          <a:bodyPr vert="horz" wrap="square" lIns="109728" tIns="54864" rIns="109728" bIns="54864" rtlCol="0" anchor="ctr"/>
          <a:lstStyle/>
          <a:p>
            <a:pPr algn="ctr">
              <a:lnSpc>
                <a:spcPct val="110000"/>
              </a:lnSpc>
            </a:pPr>
            <a:endParaRPr kumimoji="1" lang="zh-CN" altLang="en-US"/>
          </a:p>
        </p:txBody>
      </p:sp>
      <p:sp>
        <p:nvSpPr>
          <p:cNvPr id="18" name="标题 1"/>
          <p:cNvSpPr txBox="1"/>
          <p:nvPr/>
        </p:nvSpPr>
        <p:spPr>
          <a:xfrm>
            <a:off x="1221436" y="4405152"/>
            <a:ext cx="1023952" cy="276999"/>
          </a:xfrm>
          <a:prstGeom prst="rect">
            <a:avLst/>
          </a:prstGeom>
          <a:noFill/>
          <a:ln cap="sq">
            <a:noFill/>
          </a:ln>
        </p:spPr>
        <p:txBody>
          <a:bodyPr vert="horz" wrap="square" lIns="0" tIns="0" rIns="0" bIns="0" rtlCol="0" anchor="ctr"/>
          <a:lstStyle/>
          <a:p>
            <a:pPr algn="l">
              <a:lnSpc>
                <a:spcPct val="110000"/>
              </a:lnSpc>
            </a:pPr>
            <a:r>
              <a:rPr kumimoji="1" lang="en-US" altLang="zh-CN" sz="2000">
                <a:ln w="12700">
                  <a:noFill/>
                </a:ln>
                <a:solidFill>
                  <a:srgbClr val="FFFFFF">
                    <a:alpha val="100000"/>
                  </a:srgbClr>
                </a:solidFill>
                <a:latin typeface="OPPOSans R"/>
                <a:ea typeface="OPPOSans R"/>
                <a:cs typeface="OPPOSans R"/>
              </a:rPr>
              <a:t>主讲人：</a:t>
            </a:r>
            <a:endParaRPr kumimoji="1" lang="zh-CN" altLang="en-US"/>
          </a:p>
        </p:txBody>
      </p:sp>
      <p:sp>
        <p:nvSpPr>
          <p:cNvPr id="19" name="标题 1"/>
          <p:cNvSpPr txBox="1"/>
          <p:nvPr/>
        </p:nvSpPr>
        <p:spPr>
          <a:xfrm>
            <a:off x="3234477" y="4405152"/>
            <a:ext cx="887681" cy="276999"/>
          </a:xfrm>
          <a:prstGeom prst="rect">
            <a:avLst/>
          </a:prstGeom>
          <a:noFill/>
          <a:ln cap="sq">
            <a:noFill/>
          </a:ln>
        </p:spPr>
        <p:txBody>
          <a:bodyPr vert="horz" wrap="square" lIns="0" tIns="0" rIns="0" bIns="0" rtlCol="0" anchor="ctr"/>
          <a:lstStyle/>
          <a:p>
            <a:pPr algn="l">
              <a:lnSpc>
                <a:spcPct val="110000"/>
              </a:lnSpc>
            </a:pPr>
            <a:r>
              <a:rPr kumimoji="1" lang="en-US" altLang="zh-CN" sz="2000">
                <a:ln w="12700">
                  <a:noFill/>
                </a:ln>
                <a:solidFill>
                  <a:srgbClr val="FFFFFF">
                    <a:alpha val="100000"/>
                  </a:srgbClr>
                </a:solidFill>
                <a:latin typeface="OPPOSans R"/>
                <a:ea typeface="OPPOSans R"/>
                <a:cs typeface="OPPOSans R"/>
              </a:rPr>
              <a:t>时间：</a:t>
            </a:r>
            <a:endParaRPr kumimoji="1" lang="zh-CN" altLang="en-US"/>
          </a:p>
        </p:txBody>
      </p:sp>
      <p:sp>
        <p:nvSpPr>
          <p:cNvPr id="20" name="标题 1"/>
          <p:cNvSpPr txBox="1"/>
          <p:nvPr/>
        </p:nvSpPr>
        <p:spPr>
          <a:xfrm>
            <a:off x="2152499" y="4411817"/>
            <a:ext cx="801917" cy="268155"/>
          </a:xfrm>
          <a:prstGeom prst="rect">
            <a:avLst/>
          </a:prstGeom>
          <a:noFill/>
          <a:ln cap="sq">
            <a:noFill/>
          </a:ln>
        </p:spPr>
        <p:txBody>
          <a:bodyPr vert="horz" wrap="square" lIns="0" tIns="0" rIns="0" bIns="0" rtlCol="0" anchor="ctr"/>
          <a:lstStyle/>
          <a:p>
            <a:pPr algn="l">
              <a:lnSpc>
                <a:spcPct val="110000"/>
              </a:lnSpc>
            </a:pPr>
            <a:r>
              <a:rPr kumimoji="1" lang="zh-CN" altLang="en-US" dirty="0">
                <a:solidFill>
                  <a:schemeClr val="bg1"/>
                </a:solidFill>
              </a:rPr>
              <a:t>朱清扬</a:t>
            </a:r>
          </a:p>
        </p:txBody>
      </p:sp>
      <p:sp>
        <p:nvSpPr>
          <p:cNvPr id="21" name="标题 1"/>
          <p:cNvSpPr txBox="1"/>
          <p:nvPr/>
        </p:nvSpPr>
        <p:spPr>
          <a:xfrm>
            <a:off x="3935976" y="4417852"/>
            <a:ext cx="1015083" cy="251599"/>
          </a:xfrm>
          <a:prstGeom prst="rect">
            <a:avLst/>
          </a:prstGeom>
          <a:noFill/>
          <a:ln cap="sq">
            <a:noFill/>
          </a:ln>
        </p:spPr>
        <p:txBody>
          <a:bodyPr vert="horz" wrap="square" lIns="0" tIns="0" rIns="0" bIns="0" rtlCol="0" anchor="ctr"/>
          <a:lstStyle/>
          <a:p>
            <a:pPr algn="l">
              <a:lnSpc>
                <a:spcPct val="110000"/>
              </a:lnSpc>
            </a:pPr>
            <a:r>
              <a:rPr kumimoji="1" lang="en-US" altLang="zh-CN" sz="2000">
                <a:ln w="12700">
                  <a:noFill/>
                </a:ln>
                <a:solidFill>
                  <a:srgbClr val="FFFFFF">
                    <a:alpha val="100000"/>
                  </a:srgbClr>
                </a:solidFill>
                <a:latin typeface="OPPOSans R"/>
                <a:ea typeface="OPPOSans R"/>
                <a:cs typeface="OPPOSans R"/>
              </a:rPr>
              <a:t>2025.4</a:t>
            </a:r>
            <a:endParaRPr kumimoji="1" lang="zh-CN" altLang="en-US"/>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17406D"/>
      </a:dk2>
      <a:lt2>
        <a:srgbClr val="DBEFF9"/>
      </a:lt2>
      <a:accent1>
        <a:srgbClr val="1467F7"/>
      </a:accent1>
      <a:accent2>
        <a:srgbClr val="0FE6F1"/>
      </a:accent2>
      <a:accent3>
        <a:srgbClr val="1467F7"/>
      </a:accent3>
      <a:accent4>
        <a:srgbClr val="0FE6F1"/>
      </a:accent4>
      <a:accent5>
        <a:srgbClr val="1467F7"/>
      </a:accent5>
      <a:accent6>
        <a:srgbClr val="0FE6F1"/>
      </a:accent6>
      <a:hlink>
        <a:srgbClr val="000000"/>
      </a:hlink>
      <a:folHlink>
        <a:srgbClr val="0000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TotalTime>
  <Words>1217</Words>
  <Application>Microsoft Office PowerPoint</Application>
  <PresentationFormat>宽屏</PresentationFormat>
  <Paragraphs>279</Paragraphs>
  <Slides>38</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38</vt:i4>
      </vt:variant>
    </vt:vector>
  </HeadingPairs>
  <TitlesOfParts>
    <vt:vector size="47" baseType="lpstr">
      <vt:lpstr>OPPOSans R</vt:lpstr>
      <vt:lpstr>OPPOSans B</vt:lpstr>
      <vt:lpstr>OPPOSans L</vt:lpstr>
      <vt:lpstr>Helvetica Neue</vt:lpstr>
      <vt:lpstr>OPPOSans H</vt:lpstr>
      <vt:lpstr>Arial</vt:lpstr>
      <vt:lpstr>Source Han Sans</vt:lpstr>
      <vt:lpstr>Source Han Sans CN Bold</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QY Z</cp:lastModifiedBy>
  <cp:revision>5</cp:revision>
  <dcterms:modified xsi:type="dcterms:W3CDTF">2025-04-25T07:42:23Z</dcterms:modified>
</cp:coreProperties>
</file>