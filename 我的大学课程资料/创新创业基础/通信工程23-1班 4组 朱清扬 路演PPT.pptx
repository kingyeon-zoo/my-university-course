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1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61" r:id="rId5"/>
    <p:sldId id="258" r:id="rId6"/>
    <p:sldId id="358" r:id="rId7"/>
    <p:sldId id="357" r:id="rId8"/>
    <p:sldId id="348" r:id="rId9"/>
    <p:sldId id="365" r:id="rId10"/>
    <p:sldId id="359" r:id="rId11"/>
    <p:sldId id="361" r:id="rId12"/>
    <p:sldId id="366" r:id="rId13"/>
    <p:sldId id="367" r:id="rId14"/>
    <p:sldId id="362" r:id="rId15"/>
    <p:sldId id="363" r:id="rId16"/>
    <p:sldId id="368" r:id="rId17"/>
    <p:sldId id="364" r:id="rId18"/>
  </p:sldIdLst>
  <p:sldSz cx="12192000" cy="6858000"/>
  <p:notesSz cx="6858000" cy="9144000"/>
  <p:defaultTextStyle>
    <a:defPPr rtl="0">
      <a:defRPr lang="zh-CN"/>
    </a:defPPr>
    <a:lvl1pPr marL="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52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6A3D024-909B-3BC2-1496-FEEAB652808A}" name="Sher Dionisio" initials="" userId="S::Sher.Dionisio@teksystemsgs.com::02daa716-9709-4d47-a153-1943ce1675cb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FD0F851-EC5A-4D38-B0AD-8093EC10F338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6" autoAdjust="0"/>
    <p:restoredTop sz="96807" autoAdjust="0"/>
  </p:normalViewPr>
  <p:slideViewPr>
    <p:cSldViewPr snapToGrid="0">
      <p:cViewPr varScale="1">
        <p:scale>
          <a:sx n="45" d="100"/>
          <a:sy n="45" d="100"/>
        </p:scale>
        <p:origin x="30" y="972"/>
      </p:cViewPr>
      <p:guideLst>
        <p:guide orient="horz" pos="1752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0109"/>
    </p:cViewPr>
  </p:sorterViewPr>
  <p:notesViewPr>
    <p:cSldViewPr snapToGrid="0" showGuides="1">
      <p:cViewPr varScale="1">
        <p:scale>
          <a:sx n="82" d="100"/>
          <a:sy n="82" d="100"/>
        </p:scale>
        <p:origin x="396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B440F78-2C9E-4C7F-818C-B40BB19D3AB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zh-CN" sz="1200"/>
            </a:lvl1pPr>
          </a:lstStyle>
          <a:p>
            <a:pPr rtl="0"/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ED3FB98-80B9-4155-809A-82659D34A01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zh-CN" sz="1200"/>
            </a:lvl1pPr>
          </a:lstStyle>
          <a:p>
            <a:pPr rtl="0"/>
            <a:fld id="{94121200-1F60-48B2-9B06-536D057E9923}" type="datetime1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2024/6/17</a:t>
            </a:fld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8DEF847-3492-4888-9C23-1504238536B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zh-CN" sz="1200"/>
            </a:lvl1pPr>
          </a:lstStyle>
          <a:p>
            <a:pPr rtl="0"/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9E48C54-2332-4748-9C65-6A27E550C1F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zh-CN" sz="1200"/>
            </a:lvl1pPr>
          </a:lstStyle>
          <a:p>
            <a:pPr rtl="0"/>
            <a:fld id="{F7F75FB2-D12E-4669-8522-D3E2C7E6DC97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‹#›</a:t>
            </a:fld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969918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zh-CN"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zh-CN"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90F72679-2497-474C-9AB7-724ACFA257AC}" type="datetime1">
              <a:rPr lang="en-US" altLang="zh-CN" smtClean="0"/>
              <a:pPr/>
              <a:t>6/17/2024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zh-CN"/>
            </a:defPPr>
          </a:lstStyle>
          <a:p>
            <a:pPr rt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zh-CN"/>
            </a:defPPr>
          </a:lstStyle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zh-CN"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zh-CN"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8D18E0B9-48E4-499D-93B2-B07D00395BAC}" type="slidenum">
              <a:rPr lang="en-US" altLang="zh-CN" noProof="0" smtClean="0"/>
              <a:pPr/>
              <a:t>‹#›</a:t>
            </a:fld>
            <a:endPara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4043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zh-CN"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lang="zh-CN"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lang="zh-CN"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lang="zh-CN"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lang="zh-CN"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8D18E0B9-48E4-499D-93B2-B07D00395BAC}" type="slidenum">
              <a:rPr lang="en-US" altLang="zh-CN" smtClean="0"/>
              <a:t>5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27023455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占位符 7">
            <a:extLst>
              <a:ext uri="{FF2B5EF4-FFF2-40B4-BE49-F238E27FC236}">
                <a16:creationId xmlns:a16="http://schemas.microsoft.com/office/drawing/2014/main" id="{FCA39D92-9919-A80E-44FF-6B912E85073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58788" y="457200"/>
            <a:ext cx="11274425" cy="5943600"/>
          </a:xfrm>
        </p:spPr>
        <p:txBody>
          <a:bodyPr rtlCol="0">
            <a:normAutofit/>
          </a:bodyPr>
          <a:lstStyle>
            <a:lvl1pPr marL="0" indent="0">
              <a:buNone/>
              <a:defRPr lang="zh-CN" sz="2000"/>
            </a:lvl1pPr>
          </a:lstStyle>
          <a:p>
            <a:pPr rtl="0"/>
            <a:r>
              <a:rPr lang="zh-CN" dirty="0"/>
              <a:t>单击图标插入图片</a:t>
            </a:r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B62FF34D-C8F8-1796-647D-D17056A27E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1955" y="612475"/>
            <a:ext cx="4701904" cy="3079029"/>
          </a:xfrm>
        </p:spPr>
        <p:txBody>
          <a:bodyPr rtlCol="0" anchor="b">
            <a:normAutofit/>
          </a:bodyPr>
          <a:lstStyle>
            <a:lvl1pPr algn="r">
              <a:defRPr lang="zh-CN" sz="4800">
                <a:solidFill>
                  <a:schemeClr val="tx1"/>
                </a:solidFill>
              </a:defRPr>
            </a:lvl1pPr>
          </a:lstStyle>
          <a:p>
            <a:pPr rtl="0"/>
            <a:r>
              <a:rPr lang="zh-CN" dirty="0"/>
              <a:t>单击此处添加标题</a:t>
            </a:r>
          </a:p>
        </p:txBody>
      </p:sp>
    </p:spTree>
    <p:extLst>
      <p:ext uri="{BB962C8B-B14F-4D97-AF65-F5344CB8AC3E}">
        <p14:creationId xmlns:p14="http://schemas.microsoft.com/office/powerpoint/2010/main" val="907688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议程​​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长方形 1">
            <a:extLst>
              <a:ext uri="{FF2B5EF4-FFF2-40B4-BE49-F238E27FC236}">
                <a16:creationId xmlns:a16="http://schemas.microsoft.com/office/drawing/2014/main" id="{DAC229E2-8757-94D8-A1B6-702189DCC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3249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algn="ctr" rtl="0"/>
            <a:endParaRPr lang="zh-CN" dirty="0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A77143C8-CDFF-B937-C00C-5E7B509399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883920"/>
            <a:ext cx="4114800" cy="5059680"/>
          </a:xfrm>
        </p:spPr>
        <p:txBody>
          <a:bodyPr rtlCol="0">
            <a:normAutofit/>
          </a:bodyPr>
          <a:lstStyle>
            <a:lvl1pPr>
              <a:defRPr lang="zh-CN"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zh-CN" dirty="0"/>
              <a:t>单击此处添加标题</a:t>
            </a:r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F82637A1-1BB4-AF51-24C3-6FE78DD45D9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475413" y="2438400"/>
            <a:ext cx="4799012" cy="3505200"/>
          </a:xfrm>
        </p:spPr>
        <p:txBody>
          <a:bodyPr rtlCol="0">
            <a:normAutofit/>
          </a:bodyPr>
          <a:lstStyle>
            <a:lvl1pPr marL="0" indent="0">
              <a:lnSpc>
                <a:spcPct val="125000"/>
              </a:lnSpc>
              <a:buNone/>
              <a:defRPr lang="zh-CN" sz="1800"/>
            </a:lvl1pPr>
            <a:lvl2pPr marL="457200" indent="0">
              <a:lnSpc>
                <a:spcPct val="125000"/>
              </a:lnSpc>
              <a:buNone/>
              <a:defRPr lang="zh-CN" sz="1600"/>
            </a:lvl2pPr>
            <a:lvl3pPr marL="914400" indent="0">
              <a:lnSpc>
                <a:spcPct val="125000"/>
              </a:lnSpc>
              <a:buNone/>
              <a:defRPr lang="zh-CN" sz="1400"/>
            </a:lvl3pPr>
            <a:lvl4pPr marL="1371600" indent="0">
              <a:lnSpc>
                <a:spcPct val="125000"/>
              </a:lnSpc>
              <a:buNone/>
              <a:defRPr lang="zh-CN" sz="1200"/>
            </a:lvl4pPr>
            <a:lvl5pPr marL="1828800" indent="0">
              <a:lnSpc>
                <a:spcPct val="125000"/>
              </a:lnSpc>
              <a:buNone/>
              <a:defRPr lang="zh-CN" sz="1200"/>
            </a:lvl5pPr>
          </a:lstStyle>
          <a:p>
            <a:pPr lvl="0" rtl="0"/>
            <a:r>
              <a:rPr lang="zh-CN" dirty="0"/>
              <a:t>单击此处添加内容</a:t>
            </a:r>
          </a:p>
          <a:p>
            <a:pPr lvl="1" rtl="0"/>
            <a:r>
              <a:rPr lang="zh-CN" dirty="0"/>
              <a:t>第二级</a:t>
            </a:r>
          </a:p>
          <a:p>
            <a:pPr lvl="2" rtl="0"/>
            <a:r>
              <a:rPr lang="zh-CN" dirty="0"/>
              <a:t>第三级</a:t>
            </a:r>
          </a:p>
          <a:p>
            <a:pPr lvl="3" rtl="0"/>
            <a:r>
              <a:rPr lang="zh-CN" dirty="0"/>
              <a:t>第四级</a:t>
            </a:r>
          </a:p>
          <a:p>
            <a:pPr lvl="4" rtl="0"/>
            <a:r>
              <a:rPr lang="zh-CN" dirty="0"/>
              <a:t>第五级</a:t>
            </a:r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endParaRPr lang="zh-CN" dirty="0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zh-CN" smtClean="0"/>
              <a:pPr/>
              <a:t>‹#›</a:t>
            </a:fld>
            <a:endParaRPr lang="zh-CN" dirty="0"/>
          </a:p>
        </p:txBody>
      </p:sp>
      <p:sp>
        <p:nvSpPr>
          <p:cNvPr id="3" name="边框 2">
            <a:extLst>
              <a:ext uri="{FF2B5EF4-FFF2-40B4-BE49-F238E27FC236}">
                <a16:creationId xmlns:a16="http://schemas.microsoft.com/office/drawing/2014/main" id="{56F59DF2-AB3C-B7B3-826A-636B8CC5AB31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algn="ctr" rtl="0"/>
            <a:endParaRPr lang="zh-C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7687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长方形 1">
            <a:extLst>
              <a:ext uri="{FF2B5EF4-FFF2-40B4-BE49-F238E27FC236}">
                <a16:creationId xmlns:a16="http://schemas.microsoft.com/office/drawing/2014/main" id="{04737016-0B2B-9F81-7A77-63223C486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6316" y="347329"/>
            <a:ext cx="11419368" cy="615270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algn="ctr" rtl="0"/>
            <a:endParaRPr lang="zh-CN" dirty="0"/>
          </a:p>
        </p:txBody>
      </p:sp>
      <p:sp>
        <p:nvSpPr>
          <p:cNvPr id="7" name="标题 6">
            <a:extLst>
              <a:ext uri="{FF2B5EF4-FFF2-40B4-BE49-F238E27FC236}">
                <a16:creationId xmlns:a16="http://schemas.microsoft.com/office/drawing/2014/main" id="{1134E572-08FE-0439-A460-8DFE1183A6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8742" y="914399"/>
            <a:ext cx="4798858" cy="5029199"/>
          </a:xfrm>
        </p:spPr>
        <p:txBody>
          <a:bodyPr rtlCol="0">
            <a:normAutofit/>
          </a:bodyPr>
          <a:lstStyle>
            <a:lvl1pPr>
              <a:defRPr lang="zh-CN" sz="4800"/>
            </a:lvl1pPr>
          </a:lstStyle>
          <a:p>
            <a:pPr rtl="0"/>
            <a:r>
              <a:rPr lang="zh-CN" dirty="0"/>
              <a:t>单击此处添加标题</a:t>
            </a:r>
          </a:p>
        </p:txBody>
      </p:sp>
      <p:sp>
        <p:nvSpPr>
          <p:cNvPr id="9" name="图片占位符 8">
            <a:extLst>
              <a:ext uri="{FF2B5EF4-FFF2-40B4-BE49-F238E27FC236}">
                <a16:creationId xmlns:a16="http://schemas.microsoft.com/office/drawing/2014/main" id="{01EB46EC-087C-B8FF-2363-B99FAE983B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914400"/>
            <a:ext cx="5713413" cy="50292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zh-CN" sz="2000"/>
            </a:lvl1pPr>
          </a:lstStyle>
          <a:p>
            <a:pPr rtl="0"/>
            <a:r>
              <a:rPr lang="zh-CN" altLang="en-US"/>
              <a:t>单击图标添加图片</a:t>
            </a:r>
            <a:endParaRPr lang="zh-CN" dirty="0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endParaRPr lang="zh-CN" dirty="0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zh-CN" smtClean="0"/>
              <a:pPr/>
              <a:t>‹#›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1819926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文本和图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>
            <a:extLst>
              <a:ext uri="{FF2B5EF4-FFF2-40B4-BE49-F238E27FC236}">
                <a16:creationId xmlns:a16="http://schemas.microsoft.com/office/drawing/2014/main" id="{71D49246-C641-C3BA-F07B-89FFC6CDAE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853439"/>
            <a:ext cx="4802373" cy="2833689"/>
          </a:xfrm>
        </p:spPr>
        <p:txBody>
          <a:bodyPr rIns="914400" rtlCol="0" anchor="b"/>
          <a:lstStyle>
            <a:lvl1pPr>
              <a:defRPr lang="zh-CN" sz="4800"/>
            </a:lvl1pPr>
          </a:lstStyle>
          <a:p>
            <a:pPr rtl="0"/>
            <a:r>
              <a:rPr lang="zh-CN" dirty="0"/>
              <a:t>单击此处添加标题</a:t>
            </a:r>
          </a:p>
        </p:txBody>
      </p:sp>
      <p:sp>
        <p:nvSpPr>
          <p:cNvPr id="11" name="内容占位符 10">
            <a:extLst>
              <a:ext uri="{FF2B5EF4-FFF2-40B4-BE49-F238E27FC236}">
                <a16:creationId xmlns:a16="http://schemas.microsoft.com/office/drawing/2014/main" id="{5BE7E1DF-A70C-8F79-9B76-72B2A7B4DC7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14400" y="3931919"/>
            <a:ext cx="4802735" cy="2072641"/>
          </a:xfrm>
        </p:spPr>
        <p:txBody>
          <a:bodyPr rtlCol="0">
            <a:normAutofit/>
          </a:bodyPr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lang="zh-CN" sz="1800"/>
            </a:lvl1pPr>
            <a:lvl2pPr marL="457200" indent="0">
              <a:lnSpc>
                <a:spcPct val="125000"/>
              </a:lnSpc>
              <a:spcBef>
                <a:spcPts val="0"/>
              </a:spcBef>
              <a:buNone/>
              <a:defRPr lang="zh-CN" sz="1600"/>
            </a:lvl2pPr>
            <a:lvl3pPr marL="914400" indent="0">
              <a:lnSpc>
                <a:spcPct val="125000"/>
              </a:lnSpc>
              <a:spcBef>
                <a:spcPts val="0"/>
              </a:spcBef>
              <a:buNone/>
              <a:defRPr lang="zh-CN" sz="1400"/>
            </a:lvl3pPr>
            <a:lvl4pPr marL="1371600" indent="0">
              <a:lnSpc>
                <a:spcPct val="125000"/>
              </a:lnSpc>
              <a:spcBef>
                <a:spcPts val="0"/>
              </a:spcBef>
              <a:buNone/>
              <a:defRPr lang="zh-CN" sz="1200"/>
            </a:lvl4pPr>
            <a:lvl5pPr marL="1828800" indent="0">
              <a:lnSpc>
                <a:spcPct val="125000"/>
              </a:lnSpc>
              <a:spcBef>
                <a:spcPts val="0"/>
              </a:spcBef>
              <a:buNone/>
              <a:defRPr lang="zh-CN" sz="1200"/>
            </a:lvl5pPr>
          </a:lstStyle>
          <a:p>
            <a:pPr lvl="0" rtl="0"/>
            <a:r>
              <a:rPr lang="zh-CN" dirty="0"/>
              <a:t>单击此处添加内容</a:t>
            </a:r>
          </a:p>
          <a:p>
            <a:pPr lvl="1" rtl="0"/>
            <a:r>
              <a:rPr lang="zh-CN" dirty="0"/>
              <a:t>第二级</a:t>
            </a:r>
          </a:p>
          <a:p>
            <a:pPr lvl="2" rtl="0"/>
            <a:r>
              <a:rPr lang="zh-CN" dirty="0"/>
              <a:t>第三级</a:t>
            </a:r>
          </a:p>
          <a:p>
            <a:pPr lvl="3" rtl="0"/>
            <a:r>
              <a:rPr lang="zh-CN" dirty="0"/>
              <a:t>第四级</a:t>
            </a:r>
          </a:p>
          <a:p>
            <a:pPr lvl="4" rtl="0"/>
            <a:r>
              <a:rPr lang="zh-CN" dirty="0"/>
              <a:t>第五级</a:t>
            </a:r>
          </a:p>
        </p:txBody>
      </p:sp>
      <p:sp>
        <p:nvSpPr>
          <p:cNvPr id="12" name="图片占位符 11">
            <a:extLst>
              <a:ext uri="{FF2B5EF4-FFF2-40B4-BE49-F238E27FC236}">
                <a16:creationId xmlns:a16="http://schemas.microsoft.com/office/drawing/2014/main" id="{1CD5F637-DFBF-7FED-7CD5-F46A26E5CD1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78587" y="921230"/>
            <a:ext cx="5713413" cy="5029200"/>
          </a:xfrm>
          <a:custGeom>
            <a:avLst/>
            <a:gdLst>
              <a:gd name="connsiteX0" fmla="*/ 5327097 w 5713413"/>
              <a:gd name="connsiteY0" fmla="*/ 0 h 5029200"/>
              <a:gd name="connsiteX1" fmla="*/ 5713413 w 5713413"/>
              <a:gd name="connsiteY1" fmla="*/ 0 h 5029200"/>
              <a:gd name="connsiteX2" fmla="*/ 5713413 w 5713413"/>
              <a:gd name="connsiteY2" fmla="*/ 5029200 h 5029200"/>
              <a:gd name="connsiteX3" fmla="*/ 5327097 w 5713413"/>
              <a:gd name="connsiteY3" fmla="*/ 5029200 h 5029200"/>
              <a:gd name="connsiteX4" fmla="*/ 0 w 5713413"/>
              <a:gd name="connsiteY4" fmla="*/ 0 h 5029200"/>
              <a:gd name="connsiteX5" fmla="*/ 5313743 w 5713413"/>
              <a:gd name="connsiteY5" fmla="*/ 0 h 5029200"/>
              <a:gd name="connsiteX6" fmla="*/ 5313743 w 5713413"/>
              <a:gd name="connsiteY6" fmla="*/ 5029200 h 5029200"/>
              <a:gd name="connsiteX7" fmla="*/ 0 w 5713413"/>
              <a:gd name="connsiteY7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13413" h="5029200">
                <a:moveTo>
                  <a:pt x="5327097" y="0"/>
                </a:moveTo>
                <a:lnTo>
                  <a:pt x="5713413" y="0"/>
                </a:lnTo>
                <a:lnTo>
                  <a:pt x="5713413" y="5029200"/>
                </a:lnTo>
                <a:lnTo>
                  <a:pt x="5327097" y="5029200"/>
                </a:lnTo>
                <a:close/>
                <a:moveTo>
                  <a:pt x="0" y="0"/>
                </a:moveTo>
                <a:lnTo>
                  <a:pt x="5313743" y="0"/>
                </a:lnTo>
                <a:lnTo>
                  <a:pt x="5313743" y="5029200"/>
                </a:lnTo>
                <a:lnTo>
                  <a:pt x="0" y="5029200"/>
                </a:lnTo>
                <a:close/>
              </a:path>
            </a:pathLst>
          </a:custGeom>
        </p:spPr>
        <p:txBody>
          <a:bodyPr wrap="square" rtlCol="0">
            <a:noAutofit/>
          </a:bodyPr>
          <a:lstStyle>
            <a:lvl1pPr marL="0" indent="0" algn="ctr">
              <a:buNone/>
              <a:defRPr lang="zh-CN" sz="2000"/>
            </a:lvl1pPr>
          </a:lstStyle>
          <a:p>
            <a:pPr rtl="0"/>
            <a:r>
              <a:rPr lang="zh-CN" altLang="en-US"/>
              <a:t>单击图标添加图片</a:t>
            </a:r>
            <a:endParaRPr lang="zh-CN" dirty="0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endParaRPr lang="zh-CN" dirty="0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zh-CN" smtClean="0"/>
              <a:pPr/>
              <a:t>‹#›</a:t>
            </a:fld>
            <a:endParaRPr lang="zh-CN" dirty="0"/>
          </a:p>
        </p:txBody>
      </p:sp>
      <p:sp>
        <p:nvSpPr>
          <p:cNvPr id="13" name="边框 12">
            <a:extLst>
              <a:ext uri="{FF2B5EF4-FFF2-40B4-BE49-F238E27FC236}">
                <a16:creationId xmlns:a16="http://schemas.microsoft.com/office/drawing/2014/main" id="{33E3B934-3E16-21AF-8F5A-9EFD93255705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algn="ctr" rtl="0"/>
            <a:endParaRPr lang="zh-C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8050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FD872928-B479-F7C5-9C83-C448FBA361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20445"/>
            <a:ext cx="4114800" cy="5029200"/>
          </a:xfrm>
        </p:spPr>
        <p:txBody>
          <a:bodyPr rtlCol="0">
            <a:normAutofit/>
          </a:bodyPr>
          <a:lstStyle>
            <a:lvl1pPr>
              <a:defRPr lang="zh-CN" sz="3600"/>
            </a:lvl1pPr>
          </a:lstStyle>
          <a:p>
            <a:pPr rtl="0"/>
            <a:r>
              <a:rPr lang="zh-CN" dirty="0"/>
              <a:t>单击此处添加标题</a:t>
            </a:r>
          </a:p>
        </p:txBody>
      </p:sp>
      <p:sp>
        <p:nvSpPr>
          <p:cNvPr id="9" name="内容占位符 10">
            <a:extLst>
              <a:ext uri="{FF2B5EF4-FFF2-40B4-BE49-F238E27FC236}">
                <a16:creationId xmlns:a16="http://schemas.microsoft.com/office/drawing/2014/main" id="{61E3771A-E1EB-0CBE-828C-2C5E1F2AE6C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475227" y="1020445"/>
            <a:ext cx="4802735" cy="5029200"/>
          </a:xfrm>
        </p:spPr>
        <p:txBody>
          <a:bodyPr rtlCol="0" anchor="ctr">
            <a:normAutofit/>
          </a:bodyPr>
          <a:lstStyle>
            <a:lvl1pPr marL="228600" indent="-2286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zh-CN" sz="1800"/>
            </a:lvl1pPr>
            <a:lvl2pPr marL="411480" indent="-2286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zh-CN" sz="1600"/>
            </a:lvl2pPr>
            <a:lvl3pPr marL="594360" indent="-2286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zh-CN" sz="1400"/>
            </a:lvl3pPr>
            <a:lvl4pPr marL="777240" indent="-2286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zh-CN" sz="1200"/>
            </a:lvl4pPr>
            <a:lvl5pPr marL="960120" indent="-2286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zh-CN" sz="1200"/>
            </a:lvl5pPr>
          </a:lstStyle>
          <a:p>
            <a:pPr lvl="0" rtl="0"/>
            <a:r>
              <a:rPr lang="zh-CN" dirty="0"/>
              <a:t>单击此处添加内容</a:t>
            </a:r>
          </a:p>
          <a:p>
            <a:pPr lvl="1" rtl="0"/>
            <a:r>
              <a:rPr lang="zh-CN" dirty="0"/>
              <a:t>第二级</a:t>
            </a:r>
          </a:p>
          <a:p>
            <a:pPr lvl="2" rtl="0"/>
            <a:r>
              <a:rPr lang="zh-CN" dirty="0"/>
              <a:t>第三级</a:t>
            </a:r>
          </a:p>
          <a:p>
            <a:pPr lvl="3" rtl="0"/>
            <a:r>
              <a:rPr lang="zh-CN" dirty="0"/>
              <a:t>第四级</a:t>
            </a:r>
          </a:p>
          <a:p>
            <a:pPr lvl="4" rtl="0"/>
            <a:r>
              <a:rPr lang="zh-CN" dirty="0"/>
              <a:t>第五级</a:t>
            </a:r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endParaRPr lang="zh-CN" dirty="0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zh-CN" smtClean="0"/>
              <a:pPr/>
              <a:t>‹#›</a:t>
            </a:fld>
            <a:endParaRPr lang="zh-CN" dirty="0"/>
          </a:p>
        </p:txBody>
      </p:sp>
      <p:sp>
        <p:nvSpPr>
          <p:cNvPr id="2" name="长方形 1">
            <a:extLst>
              <a:ext uri="{FF2B5EF4-FFF2-40B4-BE49-F238E27FC236}">
                <a16:creationId xmlns:a16="http://schemas.microsoft.com/office/drawing/2014/main" id="{62A1635D-96F0-769B-4ECB-70502770A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algn="ctr" rtl="0"/>
            <a:endParaRPr lang="zh-CN" dirty="0"/>
          </a:p>
        </p:txBody>
      </p:sp>
      <p:sp>
        <p:nvSpPr>
          <p:cNvPr id="6" name="边框 5">
            <a:extLst>
              <a:ext uri="{FF2B5EF4-FFF2-40B4-BE49-F238E27FC236}">
                <a16:creationId xmlns:a16="http://schemas.microsoft.com/office/drawing/2014/main" id="{4F877767-0342-A344-0462-A0D877FF68F8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algn="ctr" rtl="0"/>
            <a:endParaRPr lang="zh-C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7152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、内容和图像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821F215D-0D9E-64B3-1F66-E90B87932A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00741"/>
            <a:ext cx="4802372" cy="2788919"/>
          </a:xfrm>
        </p:spPr>
        <p:txBody>
          <a:bodyPr rtlCol="0" anchor="b">
            <a:normAutofit/>
          </a:bodyPr>
          <a:lstStyle>
            <a:lvl1pPr>
              <a:defRPr lang="zh-CN" sz="4800"/>
            </a:lvl1pPr>
          </a:lstStyle>
          <a:p>
            <a:pPr rtl="0"/>
            <a:r>
              <a:rPr lang="zh-CN" dirty="0"/>
              <a:t>单击此处添加标题</a:t>
            </a:r>
          </a:p>
        </p:txBody>
      </p:sp>
      <p:sp>
        <p:nvSpPr>
          <p:cNvPr id="9" name="内容占位符 10">
            <a:extLst>
              <a:ext uri="{FF2B5EF4-FFF2-40B4-BE49-F238E27FC236}">
                <a16:creationId xmlns:a16="http://schemas.microsoft.com/office/drawing/2014/main" id="{E86A4459-11C2-44C6-0173-C666D5AADC1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14400" y="3825239"/>
            <a:ext cx="4802735" cy="2072641"/>
          </a:xfrm>
        </p:spPr>
        <p:txBody>
          <a:bodyPr rtlCol="0">
            <a:normAutofit/>
          </a:bodyPr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lang="zh-CN" sz="1800"/>
            </a:lvl1pPr>
            <a:lvl2pPr marL="457200" indent="0">
              <a:lnSpc>
                <a:spcPct val="125000"/>
              </a:lnSpc>
              <a:spcBef>
                <a:spcPts val="0"/>
              </a:spcBef>
              <a:buNone/>
              <a:defRPr lang="zh-CN" sz="1600"/>
            </a:lvl2pPr>
            <a:lvl3pPr marL="914400" indent="0">
              <a:lnSpc>
                <a:spcPct val="125000"/>
              </a:lnSpc>
              <a:spcBef>
                <a:spcPts val="0"/>
              </a:spcBef>
              <a:buNone/>
              <a:defRPr lang="zh-CN" sz="1400"/>
            </a:lvl3pPr>
            <a:lvl4pPr marL="1371600" indent="0">
              <a:lnSpc>
                <a:spcPct val="125000"/>
              </a:lnSpc>
              <a:spcBef>
                <a:spcPts val="0"/>
              </a:spcBef>
              <a:buNone/>
              <a:defRPr lang="zh-CN" sz="1200"/>
            </a:lvl4pPr>
            <a:lvl5pPr marL="1828800" indent="0">
              <a:lnSpc>
                <a:spcPct val="125000"/>
              </a:lnSpc>
              <a:spcBef>
                <a:spcPts val="0"/>
              </a:spcBef>
              <a:buNone/>
              <a:defRPr lang="zh-CN" sz="1200"/>
            </a:lvl5pPr>
          </a:lstStyle>
          <a:p>
            <a:pPr lvl="0" rtl="0"/>
            <a:r>
              <a:rPr lang="zh-CN" dirty="0"/>
              <a:t>单击此处添加内容</a:t>
            </a:r>
          </a:p>
          <a:p>
            <a:pPr lvl="1" rtl="0"/>
            <a:r>
              <a:rPr lang="zh-CN" dirty="0"/>
              <a:t>第二级</a:t>
            </a:r>
          </a:p>
          <a:p>
            <a:pPr lvl="2" rtl="0"/>
            <a:r>
              <a:rPr lang="zh-CN" dirty="0"/>
              <a:t>第三级</a:t>
            </a:r>
          </a:p>
          <a:p>
            <a:pPr lvl="3" rtl="0"/>
            <a:r>
              <a:rPr lang="zh-CN" dirty="0"/>
              <a:t>第四级</a:t>
            </a:r>
          </a:p>
          <a:p>
            <a:pPr lvl="4" rtl="0"/>
            <a:r>
              <a:rPr lang="zh-CN" dirty="0"/>
              <a:t>第五级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284EF14-0982-D931-9DD6-ECFE61D5B0F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78587" y="921230"/>
            <a:ext cx="5713413" cy="5029200"/>
          </a:xfrm>
          <a:custGeom>
            <a:avLst/>
            <a:gdLst>
              <a:gd name="connsiteX0" fmla="*/ 5327097 w 5713413"/>
              <a:gd name="connsiteY0" fmla="*/ 0 h 5029200"/>
              <a:gd name="connsiteX1" fmla="*/ 5713413 w 5713413"/>
              <a:gd name="connsiteY1" fmla="*/ 0 h 5029200"/>
              <a:gd name="connsiteX2" fmla="*/ 5713413 w 5713413"/>
              <a:gd name="connsiteY2" fmla="*/ 5029200 h 5029200"/>
              <a:gd name="connsiteX3" fmla="*/ 5327097 w 5713413"/>
              <a:gd name="connsiteY3" fmla="*/ 5029200 h 5029200"/>
              <a:gd name="connsiteX4" fmla="*/ 0 w 5713413"/>
              <a:gd name="connsiteY4" fmla="*/ 0 h 5029200"/>
              <a:gd name="connsiteX5" fmla="*/ 5313743 w 5713413"/>
              <a:gd name="connsiteY5" fmla="*/ 0 h 5029200"/>
              <a:gd name="connsiteX6" fmla="*/ 5313743 w 5713413"/>
              <a:gd name="connsiteY6" fmla="*/ 5029200 h 5029200"/>
              <a:gd name="connsiteX7" fmla="*/ 0 w 5713413"/>
              <a:gd name="connsiteY7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13413" h="5029200">
                <a:moveTo>
                  <a:pt x="5327097" y="0"/>
                </a:moveTo>
                <a:lnTo>
                  <a:pt x="5713413" y="0"/>
                </a:lnTo>
                <a:lnTo>
                  <a:pt x="5713413" y="5029200"/>
                </a:lnTo>
                <a:lnTo>
                  <a:pt x="5327097" y="5029200"/>
                </a:lnTo>
                <a:close/>
                <a:moveTo>
                  <a:pt x="0" y="0"/>
                </a:moveTo>
                <a:lnTo>
                  <a:pt x="5313743" y="0"/>
                </a:lnTo>
                <a:lnTo>
                  <a:pt x="5313743" y="5029200"/>
                </a:lnTo>
                <a:lnTo>
                  <a:pt x="0" y="5029200"/>
                </a:lnTo>
                <a:close/>
              </a:path>
            </a:pathLst>
          </a:custGeom>
        </p:spPr>
        <p:txBody>
          <a:bodyPr wrap="square" rtlCol="0">
            <a:noAutofit/>
          </a:bodyPr>
          <a:lstStyle>
            <a:lvl1pPr marL="0" indent="0" algn="ctr">
              <a:buNone/>
              <a:defRPr lang="zh-CN" sz="2000"/>
            </a:lvl1pPr>
          </a:lstStyle>
          <a:p>
            <a:pPr rtl="0"/>
            <a:r>
              <a:rPr lang="zh-CN" altLang="en-US"/>
              <a:t>单击图标添加图片</a:t>
            </a:r>
            <a:endParaRPr lang="zh-CN" dirty="0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endParaRPr lang="zh-CN" dirty="0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zh-CN" smtClean="0"/>
              <a:pPr/>
              <a:t>‹#›</a:t>
            </a:fld>
            <a:endParaRPr lang="zh-CN" dirty="0"/>
          </a:p>
        </p:txBody>
      </p:sp>
      <p:sp>
        <p:nvSpPr>
          <p:cNvPr id="6" name="边框 5">
            <a:extLst>
              <a:ext uri="{FF2B5EF4-FFF2-40B4-BE49-F238E27FC236}">
                <a16:creationId xmlns:a16="http://schemas.microsoft.com/office/drawing/2014/main" id="{7D7E927E-4F73-5579-4F1D-E13899DEEA04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algn="ctr" rtl="0"/>
            <a:endParaRPr lang="zh-C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9067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 2 栏布局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>
            <a:extLst>
              <a:ext uri="{FF2B5EF4-FFF2-40B4-BE49-F238E27FC236}">
                <a16:creationId xmlns:a16="http://schemas.microsoft.com/office/drawing/2014/main" id="{F2090F11-94D5-C2A6-0759-3E7541B099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9640" y="485113"/>
            <a:ext cx="10515600" cy="1531525"/>
          </a:xfrm>
        </p:spPr>
        <p:txBody>
          <a:bodyPr rtlCol="0">
            <a:normAutofit/>
          </a:bodyPr>
          <a:lstStyle>
            <a:lvl1pPr>
              <a:defRPr lang="zh-CN" sz="3600"/>
            </a:lvl1pPr>
          </a:lstStyle>
          <a:p>
            <a:pPr rtl="0"/>
            <a:r>
              <a:rPr lang="zh-CN" dirty="0"/>
              <a:t>单击此处添加标题</a:t>
            </a:r>
          </a:p>
        </p:txBody>
      </p:sp>
      <p:sp>
        <p:nvSpPr>
          <p:cNvPr id="7" name="长方形 6">
            <a:extLst>
              <a:ext uri="{FF2B5EF4-FFF2-40B4-BE49-F238E27FC236}">
                <a16:creationId xmlns:a16="http://schemas.microsoft.com/office/drawing/2014/main" id="{10F349F3-2C28-5A44-EDFC-75FD6CA95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algn="ctr" rtl="0"/>
            <a:endParaRPr lang="zh-CN" dirty="0"/>
          </a:p>
        </p:txBody>
      </p:sp>
      <p:sp>
        <p:nvSpPr>
          <p:cNvPr id="12" name="内容占位符 11">
            <a:extLst>
              <a:ext uri="{FF2B5EF4-FFF2-40B4-BE49-F238E27FC236}">
                <a16:creationId xmlns:a16="http://schemas.microsoft.com/office/drawing/2014/main" id="{634FD449-C6E0-CF8A-82B2-52438C952C0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29640" y="2153285"/>
            <a:ext cx="4953001" cy="3500438"/>
          </a:xfrm>
        </p:spPr>
        <p:txBody>
          <a:bodyPr lIns="91440" rtlCol="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lang="zh-CN" sz="1800"/>
            </a:lvl1pPr>
            <a:lvl2pPr>
              <a:spcBef>
                <a:spcPts val="1000"/>
              </a:spcBef>
              <a:spcAft>
                <a:spcPts val="1200"/>
              </a:spcAft>
              <a:defRPr lang="zh-CN" sz="1600"/>
            </a:lvl2pPr>
            <a:lvl3pPr>
              <a:spcBef>
                <a:spcPts val="1000"/>
              </a:spcBef>
              <a:spcAft>
                <a:spcPts val="1200"/>
              </a:spcAft>
              <a:defRPr lang="zh-CN" sz="1400"/>
            </a:lvl3pPr>
            <a:lvl4pPr>
              <a:spcBef>
                <a:spcPts val="1000"/>
              </a:spcBef>
              <a:spcAft>
                <a:spcPts val="1200"/>
              </a:spcAft>
              <a:defRPr lang="zh-CN" sz="1200"/>
            </a:lvl4pPr>
            <a:lvl5pPr>
              <a:spcBef>
                <a:spcPts val="1000"/>
              </a:spcBef>
              <a:spcAft>
                <a:spcPts val="1200"/>
              </a:spcAft>
              <a:defRPr lang="zh-CN" sz="1200"/>
            </a:lvl5pPr>
          </a:lstStyle>
          <a:p>
            <a:pPr lvl="0" rtl="0"/>
            <a:r>
              <a:rPr lang="zh-CN" dirty="0"/>
              <a:t>单击此处添加内容</a:t>
            </a:r>
          </a:p>
          <a:p>
            <a:pPr lvl="1" rtl="0"/>
            <a:r>
              <a:rPr lang="zh-CN" dirty="0"/>
              <a:t>第二级</a:t>
            </a:r>
          </a:p>
          <a:p>
            <a:pPr lvl="2" rtl="0"/>
            <a:r>
              <a:rPr lang="zh-CN" dirty="0"/>
              <a:t>第三级</a:t>
            </a:r>
          </a:p>
          <a:p>
            <a:pPr lvl="3" rtl="0"/>
            <a:r>
              <a:rPr lang="zh-CN" dirty="0"/>
              <a:t>第四级</a:t>
            </a:r>
          </a:p>
          <a:p>
            <a:pPr lvl="4" rtl="0"/>
            <a:r>
              <a:rPr lang="zh-CN" dirty="0"/>
              <a:t>第五级</a:t>
            </a:r>
          </a:p>
        </p:txBody>
      </p:sp>
      <p:sp>
        <p:nvSpPr>
          <p:cNvPr id="13" name="内容占位符 11">
            <a:extLst>
              <a:ext uri="{FF2B5EF4-FFF2-40B4-BE49-F238E27FC236}">
                <a16:creationId xmlns:a16="http://schemas.microsoft.com/office/drawing/2014/main" id="{F971E741-6253-D410-B562-50CA5976207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309360" y="2153285"/>
            <a:ext cx="5135880" cy="3500438"/>
          </a:xfrm>
        </p:spPr>
        <p:txBody>
          <a:bodyPr lIns="91440" rtlCol="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lang="zh-CN" sz="1800"/>
            </a:lvl1pPr>
            <a:lvl2pPr>
              <a:spcBef>
                <a:spcPts val="1000"/>
              </a:spcBef>
              <a:spcAft>
                <a:spcPts val="1200"/>
              </a:spcAft>
              <a:defRPr lang="zh-CN" sz="1600"/>
            </a:lvl2pPr>
            <a:lvl3pPr>
              <a:spcBef>
                <a:spcPts val="1000"/>
              </a:spcBef>
              <a:spcAft>
                <a:spcPts val="1200"/>
              </a:spcAft>
              <a:defRPr lang="zh-CN" sz="1400"/>
            </a:lvl3pPr>
            <a:lvl4pPr>
              <a:spcBef>
                <a:spcPts val="1000"/>
              </a:spcBef>
              <a:spcAft>
                <a:spcPts val="1200"/>
              </a:spcAft>
              <a:defRPr lang="zh-CN" sz="1200"/>
            </a:lvl4pPr>
            <a:lvl5pPr>
              <a:spcBef>
                <a:spcPts val="1000"/>
              </a:spcBef>
              <a:spcAft>
                <a:spcPts val="1200"/>
              </a:spcAft>
              <a:defRPr lang="zh-CN" sz="1200"/>
            </a:lvl5pPr>
          </a:lstStyle>
          <a:p>
            <a:pPr lvl="0" rtl="0"/>
            <a:r>
              <a:rPr lang="zh-CN" dirty="0"/>
              <a:t>单击此处添加内容</a:t>
            </a:r>
          </a:p>
          <a:p>
            <a:pPr lvl="1" rtl="0"/>
            <a:r>
              <a:rPr lang="zh-CN" dirty="0"/>
              <a:t>第二级</a:t>
            </a:r>
          </a:p>
          <a:p>
            <a:pPr lvl="2" rtl="0"/>
            <a:r>
              <a:rPr lang="zh-CN" dirty="0"/>
              <a:t>第三级</a:t>
            </a:r>
          </a:p>
          <a:p>
            <a:pPr lvl="3" rtl="0"/>
            <a:r>
              <a:rPr lang="zh-CN" dirty="0"/>
              <a:t>第四级</a:t>
            </a:r>
          </a:p>
          <a:p>
            <a:pPr lvl="4" rtl="0"/>
            <a:r>
              <a:rPr lang="zh-CN" dirty="0"/>
              <a:t>第五级</a:t>
            </a:r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endParaRPr lang="zh-CN" dirty="0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zh-CN" smtClean="0"/>
              <a:pPr/>
              <a:t>‹#›</a:t>
            </a:fld>
            <a:endParaRPr lang="zh-CN" dirty="0"/>
          </a:p>
        </p:txBody>
      </p:sp>
      <p:sp>
        <p:nvSpPr>
          <p:cNvPr id="2" name="边框 1">
            <a:extLst>
              <a:ext uri="{FF2B5EF4-FFF2-40B4-BE49-F238E27FC236}">
                <a16:creationId xmlns:a16="http://schemas.microsoft.com/office/drawing/2014/main" id="{55D7E8F5-692D-24DD-0F8C-9563BA74AAF4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algn="ctr" rtl="0"/>
            <a:endParaRPr lang="zh-C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9435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 2 栏布局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>
            <a:extLst>
              <a:ext uri="{FF2B5EF4-FFF2-40B4-BE49-F238E27FC236}">
                <a16:creationId xmlns:a16="http://schemas.microsoft.com/office/drawing/2014/main" id="{F2090F11-94D5-C2A6-0759-3E7541B099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9640" y="485113"/>
            <a:ext cx="10515600" cy="1531525"/>
          </a:xfrm>
        </p:spPr>
        <p:txBody>
          <a:bodyPr rtlCol="0">
            <a:normAutofit/>
          </a:bodyPr>
          <a:lstStyle>
            <a:lvl1pPr>
              <a:defRPr lang="zh-CN" sz="3600"/>
            </a:lvl1pPr>
          </a:lstStyle>
          <a:p>
            <a:pPr rtl="0"/>
            <a:r>
              <a:rPr lang="zh-CN" dirty="0"/>
              <a:t>单击此处添加标题</a:t>
            </a:r>
          </a:p>
        </p:txBody>
      </p:sp>
      <p:sp>
        <p:nvSpPr>
          <p:cNvPr id="7" name="长方形 6">
            <a:extLst>
              <a:ext uri="{FF2B5EF4-FFF2-40B4-BE49-F238E27FC236}">
                <a16:creationId xmlns:a16="http://schemas.microsoft.com/office/drawing/2014/main" id="{10F349F3-2C28-5A44-EDFC-75FD6CA95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algn="ctr" rtl="0"/>
            <a:endParaRPr lang="zh-CN" dirty="0"/>
          </a:p>
        </p:txBody>
      </p:sp>
      <p:sp>
        <p:nvSpPr>
          <p:cNvPr id="12" name="内容占位符 11">
            <a:extLst>
              <a:ext uri="{FF2B5EF4-FFF2-40B4-BE49-F238E27FC236}">
                <a16:creationId xmlns:a16="http://schemas.microsoft.com/office/drawing/2014/main" id="{634FD449-C6E0-CF8A-82B2-52438C952C0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29641" y="2153285"/>
            <a:ext cx="3261359" cy="3500438"/>
          </a:xfrm>
        </p:spPr>
        <p:txBody>
          <a:bodyPr lIns="91440" rtlCol="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lang="zh-CN" sz="1800" b="1"/>
            </a:lvl1pPr>
            <a:lvl2pPr>
              <a:spcBef>
                <a:spcPts val="1000"/>
              </a:spcBef>
              <a:spcAft>
                <a:spcPts val="1200"/>
              </a:spcAft>
              <a:defRPr lang="zh-CN" sz="1600" b="1"/>
            </a:lvl2pPr>
            <a:lvl3pPr>
              <a:spcBef>
                <a:spcPts val="1000"/>
              </a:spcBef>
              <a:spcAft>
                <a:spcPts val="1200"/>
              </a:spcAft>
              <a:defRPr lang="zh-CN" sz="1400" b="1"/>
            </a:lvl3pPr>
            <a:lvl4pPr>
              <a:spcBef>
                <a:spcPts val="1000"/>
              </a:spcBef>
              <a:spcAft>
                <a:spcPts val="1200"/>
              </a:spcAft>
              <a:defRPr lang="zh-CN" sz="1200" b="1"/>
            </a:lvl4pPr>
            <a:lvl5pPr>
              <a:spcBef>
                <a:spcPts val="1000"/>
              </a:spcBef>
              <a:spcAft>
                <a:spcPts val="1200"/>
              </a:spcAft>
              <a:defRPr lang="zh-CN" sz="1200" b="1"/>
            </a:lvl5pPr>
          </a:lstStyle>
          <a:p>
            <a:pPr lvl="0" rtl="0"/>
            <a:r>
              <a:rPr lang="zh-CN" dirty="0"/>
              <a:t>单击此处添加内容</a:t>
            </a:r>
          </a:p>
          <a:p>
            <a:pPr lvl="1" rtl="0"/>
            <a:r>
              <a:rPr lang="zh-CN" dirty="0"/>
              <a:t>第二级</a:t>
            </a:r>
          </a:p>
          <a:p>
            <a:pPr lvl="2" rtl="0"/>
            <a:r>
              <a:rPr lang="zh-CN" dirty="0"/>
              <a:t>第三级</a:t>
            </a:r>
          </a:p>
          <a:p>
            <a:pPr lvl="3" rtl="0"/>
            <a:r>
              <a:rPr lang="zh-CN" dirty="0"/>
              <a:t>第四级</a:t>
            </a:r>
          </a:p>
          <a:p>
            <a:pPr lvl="4" rtl="0"/>
            <a:r>
              <a:rPr lang="zh-CN" dirty="0"/>
              <a:t>第五级</a:t>
            </a:r>
          </a:p>
        </p:txBody>
      </p:sp>
      <p:sp>
        <p:nvSpPr>
          <p:cNvPr id="13" name="内容占位符 11">
            <a:extLst>
              <a:ext uri="{FF2B5EF4-FFF2-40B4-BE49-F238E27FC236}">
                <a16:creationId xmlns:a16="http://schemas.microsoft.com/office/drawing/2014/main" id="{F971E741-6253-D410-B562-50CA5976207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480560" y="2153285"/>
            <a:ext cx="6964680" cy="3500438"/>
          </a:xfrm>
        </p:spPr>
        <p:txBody>
          <a:bodyPr lIns="91440" rtlCol="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lang="zh-CN" sz="1800"/>
            </a:lvl1pPr>
            <a:lvl2pPr>
              <a:spcBef>
                <a:spcPts val="1000"/>
              </a:spcBef>
              <a:spcAft>
                <a:spcPts val="1200"/>
              </a:spcAft>
              <a:defRPr lang="zh-CN" sz="1600"/>
            </a:lvl2pPr>
            <a:lvl3pPr>
              <a:spcBef>
                <a:spcPts val="1000"/>
              </a:spcBef>
              <a:spcAft>
                <a:spcPts val="1200"/>
              </a:spcAft>
              <a:defRPr lang="zh-CN" sz="1400"/>
            </a:lvl3pPr>
            <a:lvl4pPr>
              <a:spcBef>
                <a:spcPts val="1000"/>
              </a:spcBef>
              <a:spcAft>
                <a:spcPts val="1200"/>
              </a:spcAft>
              <a:defRPr lang="zh-CN" sz="1200"/>
            </a:lvl4pPr>
            <a:lvl5pPr>
              <a:spcBef>
                <a:spcPts val="1000"/>
              </a:spcBef>
              <a:spcAft>
                <a:spcPts val="1200"/>
              </a:spcAft>
              <a:defRPr lang="zh-CN" sz="1200"/>
            </a:lvl5pPr>
          </a:lstStyle>
          <a:p>
            <a:pPr lvl="0" rtl="0"/>
            <a:r>
              <a:rPr lang="zh-CN" dirty="0"/>
              <a:t>单击此处添加内容</a:t>
            </a:r>
          </a:p>
          <a:p>
            <a:pPr lvl="1" rtl="0"/>
            <a:r>
              <a:rPr lang="zh-CN" dirty="0"/>
              <a:t>第二级</a:t>
            </a:r>
          </a:p>
          <a:p>
            <a:pPr lvl="2" rtl="0"/>
            <a:r>
              <a:rPr lang="zh-CN" dirty="0"/>
              <a:t>第三级</a:t>
            </a:r>
          </a:p>
          <a:p>
            <a:pPr lvl="3" rtl="0"/>
            <a:r>
              <a:rPr lang="zh-CN" dirty="0"/>
              <a:t>第四级</a:t>
            </a:r>
          </a:p>
          <a:p>
            <a:pPr lvl="4" rtl="0"/>
            <a:r>
              <a:rPr lang="zh-CN" dirty="0"/>
              <a:t>第五级</a:t>
            </a:r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endParaRPr lang="zh-CN" dirty="0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zh-CN" smtClean="0"/>
              <a:pPr/>
              <a:t>‹#›</a:t>
            </a:fld>
            <a:endParaRPr lang="zh-CN" dirty="0"/>
          </a:p>
        </p:txBody>
      </p:sp>
      <p:sp>
        <p:nvSpPr>
          <p:cNvPr id="2" name="边框 1">
            <a:extLst>
              <a:ext uri="{FF2B5EF4-FFF2-40B4-BE49-F238E27FC236}">
                <a16:creationId xmlns:a16="http://schemas.microsoft.com/office/drawing/2014/main" id="{5C0F1533-3810-C210-9B67-D2F4A1846C23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algn="ctr" rtl="0"/>
            <a:endParaRPr lang="zh-C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8165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、照片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>
            <a:extLst>
              <a:ext uri="{FF2B5EF4-FFF2-40B4-BE49-F238E27FC236}">
                <a16:creationId xmlns:a16="http://schemas.microsoft.com/office/drawing/2014/main" id="{E9C70371-D147-2B29-EAEB-B10A799D09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169" y="614812"/>
            <a:ext cx="10359659" cy="1325563"/>
          </a:xfrm>
        </p:spPr>
        <p:txBody>
          <a:bodyPr rtlCol="0">
            <a:normAutofit/>
          </a:bodyPr>
          <a:lstStyle>
            <a:lvl1pPr>
              <a:defRPr lang="zh-CN" sz="3600"/>
            </a:lvl1pPr>
          </a:lstStyle>
          <a:p>
            <a:pPr rtl="0"/>
            <a:r>
              <a:rPr lang="zh-CN" dirty="0"/>
              <a:t>单击此处添加标题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C5AE226-98C6-70F4-8DED-59E8FE30401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367" y="2177378"/>
            <a:ext cx="5713413" cy="4669987"/>
          </a:xfrm>
          <a:custGeom>
            <a:avLst/>
            <a:gdLst>
              <a:gd name="connsiteX0" fmla="*/ 400038 w 5713413"/>
              <a:gd name="connsiteY0" fmla="*/ 0 h 4669987"/>
              <a:gd name="connsiteX1" fmla="*/ 5713413 w 5713413"/>
              <a:gd name="connsiteY1" fmla="*/ 0 h 4669987"/>
              <a:gd name="connsiteX2" fmla="*/ 5713413 w 5713413"/>
              <a:gd name="connsiteY2" fmla="*/ 4315224 h 4669987"/>
              <a:gd name="connsiteX3" fmla="*/ 400038 w 5713413"/>
              <a:gd name="connsiteY3" fmla="*/ 4315224 h 4669987"/>
              <a:gd name="connsiteX4" fmla="*/ 0 w 5713413"/>
              <a:gd name="connsiteY4" fmla="*/ 0 h 4669987"/>
              <a:gd name="connsiteX5" fmla="*/ 386684 w 5713413"/>
              <a:gd name="connsiteY5" fmla="*/ 0 h 4669987"/>
              <a:gd name="connsiteX6" fmla="*/ 386684 w 5713413"/>
              <a:gd name="connsiteY6" fmla="*/ 4328578 h 4669987"/>
              <a:gd name="connsiteX7" fmla="*/ 5713413 w 5713413"/>
              <a:gd name="connsiteY7" fmla="*/ 4328578 h 4669987"/>
              <a:gd name="connsiteX8" fmla="*/ 5713413 w 5713413"/>
              <a:gd name="connsiteY8" fmla="*/ 4669987 h 4669987"/>
              <a:gd name="connsiteX9" fmla="*/ 0 w 5713413"/>
              <a:gd name="connsiteY9" fmla="*/ 4669987 h 4669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713413" h="4669987">
                <a:moveTo>
                  <a:pt x="400038" y="0"/>
                </a:moveTo>
                <a:lnTo>
                  <a:pt x="5713413" y="0"/>
                </a:lnTo>
                <a:lnTo>
                  <a:pt x="5713413" y="4315224"/>
                </a:lnTo>
                <a:lnTo>
                  <a:pt x="400038" y="4315224"/>
                </a:lnTo>
                <a:close/>
                <a:moveTo>
                  <a:pt x="0" y="0"/>
                </a:moveTo>
                <a:lnTo>
                  <a:pt x="386684" y="0"/>
                </a:lnTo>
                <a:lnTo>
                  <a:pt x="386684" y="4328578"/>
                </a:lnTo>
                <a:lnTo>
                  <a:pt x="5713413" y="4328578"/>
                </a:lnTo>
                <a:lnTo>
                  <a:pt x="5713413" y="4669987"/>
                </a:lnTo>
                <a:lnTo>
                  <a:pt x="0" y="4669987"/>
                </a:lnTo>
                <a:close/>
              </a:path>
            </a:pathLst>
          </a:custGeom>
        </p:spPr>
        <p:txBody>
          <a:bodyPr wrap="square" rtlCol="0">
            <a:noAutofit/>
          </a:bodyPr>
          <a:lstStyle>
            <a:lvl1pPr marL="0" indent="0" algn="ctr">
              <a:buNone/>
              <a:defRPr lang="zh-CN" sz="2000"/>
            </a:lvl1pPr>
          </a:lstStyle>
          <a:p>
            <a:pPr rtl="0"/>
            <a:r>
              <a:rPr lang="zh-CN" altLang="en-US"/>
              <a:t>单击图标添加图片</a:t>
            </a:r>
            <a:endParaRPr lang="zh-CN" dirty="0"/>
          </a:p>
        </p:txBody>
      </p:sp>
      <p:sp>
        <p:nvSpPr>
          <p:cNvPr id="12" name="内容占位符 11">
            <a:extLst>
              <a:ext uri="{FF2B5EF4-FFF2-40B4-BE49-F238E27FC236}">
                <a16:creationId xmlns:a16="http://schemas.microsoft.com/office/drawing/2014/main" id="{8EEA9034-22FD-3C2F-6A27-63638969802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475413" y="2153285"/>
            <a:ext cx="4799012" cy="3790315"/>
          </a:xfrm>
        </p:spPr>
        <p:txBody>
          <a:bodyPr rtlCol="0">
            <a:normAutofit/>
          </a:bodyPr>
          <a:lstStyle>
            <a:lvl1pPr>
              <a:lnSpc>
                <a:spcPct val="95000"/>
              </a:lnSpc>
              <a:spcBef>
                <a:spcPts val="1000"/>
              </a:spcBef>
              <a:spcAft>
                <a:spcPts val="1200"/>
              </a:spcAft>
              <a:defRPr lang="zh-CN" sz="2000"/>
            </a:lvl1pPr>
            <a:lvl2pPr>
              <a:lnSpc>
                <a:spcPct val="95000"/>
              </a:lnSpc>
              <a:spcBef>
                <a:spcPts val="1000"/>
              </a:spcBef>
              <a:spcAft>
                <a:spcPts val="1200"/>
              </a:spcAft>
              <a:defRPr lang="zh-CN" sz="1800"/>
            </a:lvl2pPr>
            <a:lvl3pPr>
              <a:lnSpc>
                <a:spcPct val="95000"/>
              </a:lnSpc>
              <a:spcBef>
                <a:spcPts val="1000"/>
              </a:spcBef>
              <a:spcAft>
                <a:spcPts val="1200"/>
              </a:spcAft>
              <a:defRPr lang="zh-CN" sz="1600"/>
            </a:lvl3pPr>
            <a:lvl4pPr>
              <a:lnSpc>
                <a:spcPct val="95000"/>
              </a:lnSpc>
              <a:spcBef>
                <a:spcPts val="1000"/>
              </a:spcBef>
              <a:spcAft>
                <a:spcPts val="1200"/>
              </a:spcAft>
              <a:defRPr lang="zh-CN" sz="1400"/>
            </a:lvl4pPr>
            <a:lvl5pPr>
              <a:lnSpc>
                <a:spcPct val="95000"/>
              </a:lnSpc>
              <a:spcBef>
                <a:spcPts val="1000"/>
              </a:spcBef>
              <a:spcAft>
                <a:spcPts val="1200"/>
              </a:spcAft>
              <a:defRPr lang="zh-CN" sz="1400"/>
            </a:lvl5pPr>
          </a:lstStyle>
          <a:p>
            <a:pPr lvl="0" rtl="0"/>
            <a:r>
              <a:rPr lang="zh-CN"/>
              <a:t>单击此处添加内容</a:t>
            </a:r>
          </a:p>
          <a:p>
            <a:pPr lvl="1" rtl="0"/>
            <a:r>
              <a:rPr lang="zh-CN"/>
              <a:t>第二级</a:t>
            </a:r>
          </a:p>
          <a:p>
            <a:pPr lvl="2" rtl="0"/>
            <a:r>
              <a:rPr lang="zh-CN"/>
              <a:t>第三级</a:t>
            </a:r>
          </a:p>
          <a:p>
            <a:pPr lvl="3" rtl="0"/>
            <a:r>
              <a:rPr lang="zh-CN"/>
              <a:t>第四级</a:t>
            </a:r>
          </a:p>
          <a:p>
            <a:pPr lvl="4" rtl="0"/>
            <a:r>
              <a:rPr lang="zh-CN"/>
              <a:t>第五级</a:t>
            </a:r>
          </a:p>
        </p:txBody>
      </p:sp>
      <p:sp>
        <p:nvSpPr>
          <p:cNvPr id="6" name="长方形 5">
            <a:extLst>
              <a:ext uri="{FF2B5EF4-FFF2-40B4-BE49-F238E27FC236}">
                <a16:creationId xmlns:a16="http://schemas.microsoft.com/office/drawing/2014/main" id="{0C72AFED-AF5A-A2E9-0D36-388733BBE9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algn="ctr" rtl="0"/>
            <a:endParaRPr lang="zh-CN" dirty="0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endParaRPr lang="zh-CN" dirty="0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zh-CN" smtClean="0"/>
              <a:pPr/>
              <a:t>‹#›</a:t>
            </a:fld>
            <a:endParaRPr lang="zh-CN" dirty="0"/>
          </a:p>
        </p:txBody>
      </p:sp>
      <p:sp>
        <p:nvSpPr>
          <p:cNvPr id="7" name="边框 6">
            <a:extLst>
              <a:ext uri="{FF2B5EF4-FFF2-40B4-BE49-F238E27FC236}">
                <a16:creationId xmlns:a16="http://schemas.microsoft.com/office/drawing/2014/main" id="{7A42E613-3DCC-07A2-BA9B-74B13F28E591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algn="ctr" rtl="0"/>
            <a:endParaRPr lang="zh-C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3901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内容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>
            <a:extLst>
              <a:ext uri="{FF2B5EF4-FFF2-40B4-BE49-F238E27FC236}">
                <a16:creationId xmlns:a16="http://schemas.microsoft.com/office/drawing/2014/main" id="{830338E2-B50A-8F3E-2CA7-A75753E7ED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2629" y="598947"/>
            <a:ext cx="10515600" cy="1325563"/>
          </a:xfrm>
        </p:spPr>
        <p:txBody>
          <a:bodyPr rtlCol="0">
            <a:normAutofit/>
          </a:bodyPr>
          <a:lstStyle>
            <a:lvl1pPr>
              <a:defRPr lang="zh-CN" sz="3600"/>
            </a:lvl1pPr>
          </a:lstStyle>
          <a:p>
            <a:pPr rtl="0"/>
            <a:r>
              <a:rPr lang="zh-CN" dirty="0"/>
              <a:t>单击此处添加标题</a:t>
            </a:r>
          </a:p>
        </p:txBody>
      </p:sp>
      <p:sp>
        <p:nvSpPr>
          <p:cNvPr id="12" name="内容占位符 11">
            <a:extLst>
              <a:ext uri="{FF2B5EF4-FFF2-40B4-BE49-F238E27FC236}">
                <a16:creationId xmlns:a16="http://schemas.microsoft.com/office/drawing/2014/main" id="{CC8DD029-A673-92B9-0343-3B35BE46D2F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29641" y="2153285"/>
            <a:ext cx="3032759" cy="3790310"/>
          </a:xfrm>
        </p:spPr>
        <p:txBody>
          <a:bodyPr lIns="91440" rtlCol="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lang="zh-CN" sz="1800"/>
            </a:lvl1pPr>
            <a:lvl2pPr>
              <a:spcBef>
                <a:spcPts val="1000"/>
              </a:spcBef>
              <a:spcAft>
                <a:spcPts val="1200"/>
              </a:spcAft>
              <a:defRPr lang="zh-CN" sz="1600"/>
            </a:lvl2pPr>
            <a:lvl3pPr>
              <a:spcBef>
                <a:spcPts val="1000"/>
              </a:spcBef>
              <a:spcAft>
                <a:spcPts val="1200"/>
              </a:spcAft>
              <a:defRPr lang="zh-CN" sz="1400"/>
            </a:lvl3pPr>
            <a:lvl4pPr>
              <a:spcBef>
                <a:spcPts val="1000"/>
              </a:spcBef>
              <a:spcAft>
                <a:spcPts val="1200"/>
              </a:spcAft>
              <a:defRPr lang="zh-CN" sz="1200"/>
            </a:lvl4pPr>
            <a:lvl5pPr>
              <a:spcBef>
                <a:spcPts val="1000"/>
              </a:spcBef>
              <a:spcAft>
                <a:spcPts val="1200"/>
              </a:spcAft>
              <a:defRPr lang="zh-CN" sz="1200"/>
            </a:lvl5pPr>
          </a:lstStyle>
          <a:p>
            <a:pPr lvl="0" rtl="0"/>
            <a:r>
              <a:rPr lang="zh-CN" dirty="0"/>
              <a:t>单击此处添加内容</a:t>
            </a:r>
          </a:p>
          <a:p>
            <a:pPr lvl="1" rtl="0"/>
            <a:r>
              <a:rPr lang="zh-CN" dirty="0"/>
              <a:t>第二级</a:t>
            </a:r>
          </a:p>
          <a:p>
            <a:pPr lvl="2" rtl="0"/>
            <a:r>
              <a:rPr lang="zh-CN" dirty="0"/>
              <a:t>第三级</a:t>
            </a:r>
          </a:p>
          <a:p>
            <a:pPr lvl="3" rtl="0"/>
            <a:r>
              <a:rPr lang="zh-CN" dirty="0"/>
              <a:t>第四级</a:t>
            </a:r>
          </a:p>
          <a:p>
            <a:pPr lvl="4" rtl="0"/>
            <a:r>
              <a:rPr lang="zh-CN" dirty="0"/>
              <a:t>第五级</a:t>
            </a:r>
          </a:p>
        </p:txBody>
      </p:sp>
      <p:sp>
        <p:nvSpPr>
          <p:cNvPr id="11" name="表格​​占位符 10">
            <a:extLst>
              <a:ext uri="{FF2B5EF4-FFF2-40B4-BE49-F238E27FC236}">
                <a16:creationId xmlns:a16="http://schemas.microsoft.com/office/drawing/2014/main" id="{6E658BA3-0202-C705-7A02-8B70B7884420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4724400" y="2170621"/>
            <a:ext cx="6553200" cy="3772974"/>
          </a:xfrm>
        </p:spPr>
        <p:txBody>
          <a:bodyPr rtlCol="0">
            <a:normAutofit/>
          </a:bodyPr>
          <a:lstStyle>
            <a:lvl1pPr>
              <a:defRPr lang="zh-CN" sz="2000"/>
            </a:lvl1pPr>
          </a:lstStyle>
          <a:p>
            <a:pPr rtl="0"/>
            <a:r>
              <a:rPr lang="zh-CN" altLang="en-US"/>
              <a:t>单击图标添加表格</a:t>
            </a:r>
            <a:endParaRPr lang="zh-CN" dirty="0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endParaRPr lang="zh-CN" dirty="0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zh-CN" smtClean="0"/>
              <a:pPr/>
              <a:t>‹#›</a:t>
            </a:fld>
            <a:endParaRPr lang="zh-CN" dirty="0"/>
          </a:p>
        </p:txBody>
      </p:sp>
      <p:sp>
        <p:nvSpPr>
          <p:cNvPr id="2" name="边框 1">
            <a:extLst>
              <a:ext uri="{FF2B5EF4-FFF2-40B4-BE49-F238E27FC236}">
                <a16:creationId xmlns:a16="http://schemas.microsoft.com/office/drawing/2014/main" id="{BD761E53-47C7-492A-D5B5-A8C2740B5157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algn="ctr" rtl="0"/>
            <a:endParaRPr lang="zh-C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2953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 2 栏布局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>
            <a:extLst>
              <a:ext uri="{FF2B5EF4-FFF2-40B4-BE49-F238E27FC236}">
                <a16:creationId xmlns:a16="http://schemas.microsoft.com/office/drawing/2014/main" id="{F2090F11-94D5-C2A6-0759-3E7541B099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9640" y="485113"/>
            <a:ext cx="10515600" cy="1531525"/>
          </a:xfrm>
        </p:spPr>
        <p:txBody>
          <a:bodyPr rtlCol="0">
            <a:normAutofit/>
          </a:bodyPr>
          <a:lstStyle>
            <a:lvl1pPr>
              <a:defRPr lang="zh-CN" sz="3600"/>
            </a:lvl1pPr>
          </a:lstStyle>
          <a:p>
            <a:pPr rtl="0"/>
            <a:r>
              <a:rPr lang="zh-CN" dirty="0"/>
              <a:t>单击此处添加标题</a:t>
            </a:r>
          </a:p>
        </p:txBody>
      </p:sp>
      <p:sp>
        <p:nvSpPr>
          <p:cNvPr id="7" name="长方形 6">
            <a:extLst>
              <a:ext uri="{FF2B5EF4-FFF2-40B4-BE49-F238E27FC236}">
                <a16:creationId xmlns:a16="http://schemas.microsoft.com/office/drawing/2014/main" id="{10F349F3-2C28-5A44-EDFC-75FD6CA95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algn="ctr" rtl="0"/>
            <a:endParaRPr lang="zh-CN" dirty="0"/>
          </a:p>
        </p:txBody>
      </p:sp>
      <p:sp>
        <p:nvSpPr>
          <p:cNvPr id="12" name="内容占位符 11">
            <a:extLst>
              <a:ext uri="{FF2B5EF4-FFF2-40B4-BE49-F238E27FC236}">
                <a16:creationId xmlns:a16="http://schemas.microsoft.com/office/drawing/2014/main" id="{634FD449-C6E0-CF8A-82B2-52438C952C0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29642" y="2153285"/>
            <a:ext cx="6925660" cy="3500438"/>
          </a:xfrm>
        </p:spPr>
        <p:txBody>
          <a:bodyPr lIns="91440" rtlCol="0">
            <a:normAutofit/>
          </a:bodyPr>
          <a:lstStyle>
            <a:lvl1pPr marL="0" indent="0">
              <a:spcBef>
                <a:spcPts val="1000"/>
              </a:spcBef>
              <a:spcAft>
                <a:spcPts val="1200"/>
              </a:spcAft>
              <a:buNone/>
              <a:defRPr lang="zh-CN" sz="1800" b="0"/>
            </a:lvl1pPr>
            <a:lvl2pPr marL="228600">
              <a:spcBef>
                <a:spcPts val="1000"/>
              </a:spcBef>
              <a:spcAft>
                <a:spcPts val="1200"/>
              </a:spcAft>
              <a:defRPr lang="zh-CN" sz="1800" b="0"/>
            </a:lvl2pPr>
            <a:lvl3pPr marL="685800">
              <a:spcBef>
                <a:spcPts val="1000"/>
              </a:spcBef>
              <a:spcAft>
                <a:spcPts val="1200"/>
              </a:spcAft>
              <a:defRPr lang="zh-CN" sz="1800" b="0"/>
            </a:lvl3pPr>
            <a:lvl4pPr marL="868680">
              <a:spcBef>
                <a:spcPts val="1000"/>
              </a:spcBef>
              <a:spcAft>
                <a:spcPts val="1200"/>
              </a:spcAft>
              <a:defRPr lang="zh-CN" sz="1800" b="0"/>
            </a:lvl4pPr>
            <a:lvl5pPr marL="1143000">
              <a:spcBef>
                <a:spcPts val="1000"/>
              </a:spcBef>
              <a:spcAft>
                <a:spcPts val="1200"/>
              </a:spcAft>
              <a:defRPr lang="zh-CN" sz="1800" b="0"/>
            </a:lvl5pPr>
          </a:lstStyle>
          <a:p>
            <a:pPr lvl="0" rtl="0"/>
            <a:r>
              <a:rPr lang="zh-CN" dirty="0"/>
              <a:t>单击此处添加内容</a:t>
            </a:r>
          </a:p>
          <a:p>
            <a:pPr lvl="1" rtl="0"/>
            <a:r>
              <a:rPr lang="zh-CN" dirty="0"/>
              <a:t>第二级</a:t>
            </a:r>
          </a:p>
          <a:p>
            <a:pPr lvl="2" rtl="0"/>
            <a:r>
              <a:rPr lang="zh-CN" dirty="0"/>
              <a:t>第三级</a:t>
            </a:r>
          </a:p>
          <a:p>
            <a:pPr lvl="3" rtl="0"/>
            <a:r>
              <a:rPr lang="zh-CN" dirty="0"/>
              <a:t>第四级</a:t>
            </a:r>
          </a:p>
          <a:p>
            <a:pPr lvl="4" rtl="0"/>
            <a:r>
              <a:rPr lang="zh-CN" dirty="0"/>
              <a:t>第五级</a:t>
            </a:r>
          </a:p>
        </p:txBody>
      </p:sp>
      <p:sp>
        <p:nvSpPr>
          <p:cNvPr id="13" name="内容占位符 11">
            <a:extLst>
              <a:ext uri="{FF2B5EF4-FFF2-40B4-BE49-F238E27FC236}">
                <a16:creationId xmlns:a16="http://schemas.microsoft.com/office/drawing/2014/main" id="{F971E741-6253-D410-B562-50CA5976207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215745" y="2153285"/>
            <a:ext cx="3229495" cy="3500438"/>
          </a:xfrm>
        </p:spPr>
        <p:txBody>
          <a:bodyPr lIns="91440" rtlCol="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lang="zh-CN" sz="1800" b="1"/>
            </a:lvl1pPr>
            <a:lvl2pPr>
              <a:spcBef>
                <a:spcPts val="1000"/>
              </a:spcBef>
              <a:spcAft>
                <a:spcPts val="1200"/>
              </a:spcAft>
              <a:defRPr lang="zh-CN" sz="1600" b="1"/>
            </a:lvl2pPr>
            <a:lvl3pPr>
              <a:spcBef>
                <a:spcPts val="1000"/>
              </a:spcBef>
              <a:spcAft>
                <a:spcPts val="1200"/>
              </a:spcAft>
              <a:defRPr lang="zh-CN" sz="1400" b="1"/>
            </a:lvl3pPr>
            <a:lvl4pPr>
              <a:spcBef>
                <a:spcPts val="1000"/>
              </a:spcBef>
              <a:spcAft>
                <a:spcPts val="1200"/>
              </a:spcAft>
              <a:defRPr lang="zh-CN" sz="1200" b="1"/>
            </a:lvl4pPr>
            <a:lvl5pPr>
              <a:spcBef>
                <a:spcPts val="1000"/>
              </a:spcBef>
              <a:spcAft>
                <a:spcPts val="1200"/>
              </a:spcAft>
              <a:defRPr lang="zh-CN" sz="1200" b="1"/>
            </a:lvl5pPr>
          </a:lstStyle>
          <a:p>
            <a:pPr lvl="0" rtl="0"/>
            <a:r>
              <a:rPr lang="zh-CN" dirty="0"/>
              <a:t>单击此处添加内容</a:t>
            </a:r>
          </a:p>
          <a:p>
            <a:pPr lvl="1" rtl="0"/>
            <a:r>
              <a:rPr lang="zh-CN" dirty="0"/>
              <a:t>第二级</a:t>
            </a:r>
          </a:p>
          <a:p>
            <a:pPr lvl="2" rtl="0"/>
            <a:r>
              <a:rPr lang="zh-CN" dirty="0"/>
              <a:t>第三级</a:t>
            </a:r>
          </a:p>
          <a:p>
            <a:pPr lvl="3" rtl="0"/>
            <a:r>
              <a:rPr lang="zh-CN" dirty="0"/>
              <a:t>第四级</a:t>
            </a:r>
          </a:p>
          <a:p>
            <a:pPr lvl="4" rtl="0"/>
            <a:r>
              <a:rPr lang="zh-CN" dirty="0"/>
              <a:t>第五级</a:t>
            </a:r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endParaRPr lang="zh-CN" dirty="0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zh-CN" smtClean="0"/>
              <a:pPr/>
              <a:t>‹#›</a:t>
            </a:fld>
            <a:endParaRPr lang="zh-CN" dirty="0"/>
          </a:p>
        </p:txBody>
      </p:sp>
      <p:sp>
        <p:nvSpPr>
          <p:cNvPr id="2" name="边框 1">
            <a:extLst>
              <a:ext uri="{FF2B5EF4-FFF2-40B4-BE49-F238E27FC236}">
                <a16:creationId xmlns:a16="http://schemas.microsoft.com/office/drawing/2014/main" id="{C9F70CF1-DCAD-AE71-6B34-7BFB25EE530B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algn="ctr" rtl="0"/>
            <a:endParaRPr lang="zh-C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42352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>
            <a:extLst>
              <a:ext uri="{FF2B5EF4-FFF2-40B4-BE49-F238E27FC236}">
                <a16:creationId xmlns:a16="http://schemas.microsoft.com/office/drawing/2014/main" id="{F2090F11-94D5-C2A6-0759-3E7541B099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9640" y="485113"/>
            <a:ext cx="10331450" cy="1531525"/>
          </a:xfrm>
        </p:spPr>
        <p:txBody>
          <a:bodyPr rtlCol="0">
            <a:normAutofit/>
          </a:bodyPr>
          <a:lstStyle>
            <a:lvl1pPr>
              <a:defRPr lang="zh-CN" sz="3600"/>
            </a:lvl1pPr>
          </a:lstStyle>
          <a:p>
            <a:pPr rtl="0"/>
            <a:r>
              <a:rPr lang="zh-CN" dirty="0"/>
              <a:t>单击此处添加标题</a:t>
            </a:r>
          </a:p>
        </p:txBody>
      </p:sp>
      <p:sp>
        <p:nvSpPr>
          <p:cNvPr id="9" name="图表占位符 8">
            <a:extLst>
              <a:ext uri="{FF2B5EF4-FFF2-40B4-BE49-F238E27FC236}">
                <a16:creationId xmlns:a16="http://schemas.microsoft.com/office/drawing/2014/main" id="{0CF90928-AB48-3554-E2B9-417A00F286AD}"/>
              </a:ext>
            </a:extLst>
          </p:cNvPr>
          <p:cNvSpPr>
            <a:spLocks noGrp="1"/>
          </p:cNvSpPr>
          <p:nvPr>
            <p:ph type="tbl" sz="quarter" idx="10" hasCustomPrompt="1"/>
          </p:nvPr>
        </p:nvSpPr>
        <p:spPr>
          <a:xfrm>
            <a:off x="930275" y="2168526"/>
            <a:ext cx="10331450" cy="3939068"/>
          </a:xfrm>
        </p:spPr>
        <p:txBody>
          <a:bodyPr rtlCol="0">
            <a:normAutofit/>
          </a:bodyPr>
          <a:lstStyle>
            <a:lvl1pPr>
              <a:defRPr lang="zh-CN" sz="2400"/>
            </a:lvl1pPr>
          </a:lstStyle>
          <a:p>
            <a:pPr rtl="0"/>
            <a:r>
              <a:rPr lang="zh-CN" dirty="0"/>
              <a:t>单击图标插入表格</a:t>
            </a:r>
          </a:p>
        </p:txBody>
      </p:sp>
      <p:sp>
        <p:nvSpPr>
          <p:cNvPr id="8" name="长方形 7">
            <a:extLst>
              <a:ext uri="{FF2B5EF4-FFF2-40B4-BE49-F238E27FC236}">
                <a16:creationId xmlns:a16="http://schemas.microsoft.com/office/drawing/2014/main" id="{67D6C0A7-887A-66E2-A954-5E0592B9F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6316" y="347329"/>
            <a:ext cx="11419368" cy="6152707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algn="ctr" rtl="0"/>
            <a:endParaRPr lang="zh-CN" dirty="0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endParaRPr lang="zh-CN" dirty="0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zh-CN" smtClean="0"/>
              <a:pPr/>
              <a:t>‹#›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29636886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长方形 1">
            <a:extLst>
              <a:ext uri="{FF2B5EF4-FFF2-40B4-BE49-F238E27FC236}">
                <a16:creationId xmlns:a16="http://schemas.microsoft.com/office/drawing/2014/main" id="{9CBB1E76-5845-01C9-1D0D-03CFFE6F0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6316" y="347329"/>
            <a:ext cx="11419368" cy="615270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algn="ctr" rtl="0"/>
            <a:endParaRPr lang="zh-CN" dirty="0"/>
          </a:p>
        </p:txBody>
      </p:sp>
      <p:sp>
        <p:nvSpPr>
          <p:cNvPr id="7" name="标题 6">
            <a:extLst>
              <a:ext uri="{FF2B5EF4-FFF2-40B4-BE49-F238E27FC236}">
                <a16:creationId xmlns:a16="http://schemas.microsoft.com/office/drawing/2014/main" id="{096C21AF-4286-DECE-37A1-E8980687A1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655320"/>
            <a:ext cx="4572000" cy="5486400"/>
          </a:xfrm>
        </p:spPr>
        <p:txBody>
          <a:bodyPr rtlCol="0">
            <a:normAutofit/>
          </a:bodyPr>
          <a:lstStyle>
            <a:lvl1pPr>
              <a:defRPr lang="zh-CN" sz="4800"/>
            </a:lvl1pPr>
          </a:lstStyle>
          <a:p>
            <a:pPr rtl="0"/>
            <a:r>
              <a:rPr lang="zh-CN" dirty="0"/>
              <a:t>单击此处添加标题</a:t>
            </a:r>
          </a:p>
        </p:txBody>
      </p:sp>
      <p:sp>
        <p:nvSpPr>
          <p:cNvPr id="9" name="内容占位符 8">
            <a:extLst>
              <a:ext uri="{FF2B5EF4-FFF2-40B4-BE49-F238E27FC236}">
                <a16:creationId xmlns:a16="http://schemas.microsoft.com/office/drawing/2014/main" id="{B8E1D6B3-3EC8-6AC4-BE2B-5C732C85679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475413" y="2773680"/>
            <a:ext cx="4572000" cy="336804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lang="zh-CN" sz="1800"/>
            </a:lvl1pPr>
            <a:lvl2pPr marL="457200" indent="0">
              <a:spcBef>
                <a:spcPts val="1000"/>
              </a:spcBef>
              <a:buNone/>
              <a:defRPr lang="zh-CN" sz="1600"/>
            </a:lvl2pPr>
            <a:lvl3pPr marL="914400" indent="0">
              <a:spcBef>
                <a:spcPts val="1000"/>
              </a:spcBef>
              <a:buNone/>
              <a:defRPr lang="zh-CN" sz="1400"/>
            </a:lvl3pPr>
            <a:lvl4pPr marL="1371600" indent="0">
              <a:spcBef>
                <a:spcPts val="1000"/>
              </a:spcBef>
              <a:buNone/>
              <a:defRPr lang="zh-CN" sz="1200"/>
            </a:lvl4pPr>
            <a:lvl5pPr marL="1828800" indent="0">
              <a:spcBef>
                <a:spcPts val="1000"/>
              </a:spcBef>
              <a:buNone/>
              <a:defRPr lang="zh-CN" sz="1200"/>
            </a:lvl5pPr>
          </a:lstStyle>
          <a:p>
            <a:pPr lvl="0" rtl="0"/>
            <a:r>
              <a:rPr lang="zh-CN" dirty="0"/>
              <a:t>单击此处添加内容</a:t>
            </a:r>
          </a:p>
          <a:p>
            <a:pPr lvl="1" rtl="0"/>
            <a:r>
              <a:rPr lang="zh-CN" dirty="0"/>
              <a:t>第二级</a:t>
            </a:r>
          </a:p>
          <a:p>
            <a:pPr lvl="2" rtl="0"/>
            <a:r>
              <a:rPr lang="zh-CN" dirty="0"/>
              <a:t>第三级</a:t>
            </a:r>
          </a:p>
          <a:p>
            <a:pPr lvl="3" rtl="0"/>
            <a:r>
              <a:rPr lang="zh-CN" dirty="0"/>
              <a:t>第四级</a:t>
            </a:r>
          </a:p>
          <a:p>
            <a:pPr lvl="4" rtl="0"/>
            <a:r>
              <a:rPr lang="zh-CN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3911393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2024/6/17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5628834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2024/6/17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1144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</a:lstStyle>
          <a:p>
            <a:pPr rtl="0"/>
            <a:r>
              <a:rPr lang="zh-CN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zh-CN"/>
            </a:defPPr>
          </a:lstStyle>
          <a:p>
            <a:pPr lvl="0" rtl="0"/>
            <a:r>
              <a:rPr lang="zh-CN" dirty="0"/>
              <a:t>单击此处编辑母版文本样式</a:t>
            </a:r>
          </a:p>
          <a:p>
            <a:pPr lvl="1" rtl="0"/>
            <a:r>
              <a:rPr lang="zh-CN" dirty="0"/>
              <a:t>第二级</a:t>
            </a:r>
          </a:p>
          <a:p>
            <a:pPr lvl="2" rtl="0"/>
            <a:r>
              <a:rPr lang="zh-CN" dirty="0"/>
              <a:t>第三级</a:t>
            </a:r>
          </a:p>
          <a:p>
            <a:pPr lvl="3" rtl="0"/>
            <a:r>
              <a:rPr lang="zh-CN" dirty="0"/>
              <a:t>第四级</a:t>
            </a:r>
          </a:p>
          <a:p>
            <a:pPr lvl="4" rtl="0"/>
            <a:r>
              <a:rPr lang="zh-CN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endParaRPr lang="zh-CN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endParaRPr 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zh-CN" smtClean="0"/>
              <a:pPr/>
              <a:t>‹#›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  <p:sldLayoutId id="2147483713" r:id="rId14"/>
    <p:sldLayoutId id="2147483714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sz="4400" kern="1200">
          <a:solidFill>
            <a:schemeClr val="tx1">
              <a:lumMod val="75000"/>
              <a:lumOff val="25000"/>
            </a:schemeClr>
          </a:solidFill>
          <a:latin typeface="+mj-cs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zh-CN" sz="2800" kern="1200">
          <a:solidFill>
            <a:schemeClr val="tx1">
              <a:lumMod val="65000"/>
              <a:lumOff val="35000"/>
            </a:schemeClr>
          </a:solidFill>
          <a:latin typeface="+mn-cs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2400" kern="1200">
          <a:solidFill>
            <a:schemeClr val="tx1">
              <a:lumMod val="65000"/>
              <a:lumOff val="35000"/>
            </a:schemeClr>
          </a:solidFill>
          <a:latin typeface="+mn-cs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2000" kern="1200">
          <a:solidFill>
            <a:schemeClr val="tx1">
              <a:lumMod val="65000"/>
              <a:lumOff val="35000"/>
            </a:schemeClr>
          </a:solidFill>
          <a:latin typeface="+mn-cs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kern="1200">
          <a:solidFill>
            <a:schemeClr val="tx1">
              <a:lumMod val="65000"/>
              <a:lumOff val="35000"/>
            </a:schemeClr>
          </a:solidFill>
          <a:latin typeface="+mn-cs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kern="1200">
          <a:solidFill>
            <a:schemeClr val="tx1">
              <a:lumMod val="65000"/>
              <a:lumOff val="35000"/>
            </a:schemeClr>
          </a:solidFill>
          <a:latin typeface="+mn-cs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cs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cs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cs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cs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lang="zh-CN" sz="1800" kern="1200">
          <a:solidFill>
            <a:schemeClr val="tx1"/>
          </a:solidFill>
          <a:latin typeface="+mn-cs"/>
          <a:ea typeface="+mn-ea"/>
          <a:cs typeface="+mn-cs"/>
        </a:defRPr>
      </a:lvl1pPr>
      <a:lvl2pPr marL="457200" algn="l" defTabSz="914400" rtl="0" eaLnBrk="1" latinLnBrk="0" hangingPunct="1">
        <a:defRPr lang="zh-CN" sz="1800" kern="1200">
          <a:solidFill>
            <a:schemeClr val="tx1"/>
          </a:solidFill>
          <a:latin typeface="+mn-cs"/>
          <a:ea typeface="+mn-ea"/>
          <a:cs typeface="+mn-cs"/>
        </a:defRPr>
      </a:lvl2pPr>
      <a:lvl3pPr marL="914400" algn="l" defTabSz="914400" rtl="0" eaLnBrk="1" latinLnBrk="0" hangingPunct="1">
        <a:defRPr lang="zh-CN" sz="1800" kern="1200">
          <a:solidFill>
            <a:schemeClr val="tx1"/>
          </a:solidFill>
          <a:latin typeface="+mn-cs"/>
          <a:ea typeface="+mn-ea"/>
          <a:cs typeface="+mn-cs"/>
        </a:defRPr>
      </a:lvl3pPr>
      <a:lvl4pPr marL="1371600" algn="l" defTabSz="914400" rtl="0" eaLnBrk="1" latinLnBrk="0" hangingPunct="1">
        <a:defRPr lang="zh-CN" sz="1800" kern="1200">
          <a:solidFill>
            <a:schemeClr val="tx1"/>
          </a:solidFill>
          <a:latin typeface="+mn-cs"/>
          <a:ea typeface="+mn-ea"/>
          <a:cs typeface="+mn-cs"/>
        </a:defRPr>
      </a:lvl4pPr>
      <a:lvl5pPr marL="1828800" algn="l" defTabSz="914400" rtl="0" eaLnBrk="1" latinLnBrk="0" hangingPunct="1">
        <a:defRPr lang="zh-CN" sz="1800" kern="1200">
          <a:solidFill>
            <a:schemeClr val="tx1"/>
          </a:solidFill>
          <a:latin typeface="+mn-cs"/>
          <a:ea typeface="+mn-ea"/>
          <a:cs typeface="+mn-cs"/>
        </a:defRPr>
      </a:lvl5pPr>
      <a:lvl6pPr marL="2286000" algn="l" defTabSz="914400" rtl="0" eaLnBrk="1" latinLnBrk="0" hangingPunct="1">
        <a:defRPr lang="zh-CN" sz="1800" kern="1200">
          <a:solidFill>
            <a:schemeClr val="tx1"/>
          </a:solidFill>
          <a:latin typeface="+mn-cs"/>
          <a:ea typeface="+mn-ea"/>
          <a:cs typeface="+mn-cs"/>
        </a:defRPr>
      </a:lvl6pPr>
      <a:lvl7pPr marL="2743200" algn="l" defTabSz="914400" rtl="0" eaLnBrk="1" latinLnBrk="0" hangingPunct="1">
        <a:defRPr lang="zh-CN" sz="1800" kern="1200">
          <a:solidFill>
            <a:schemeClr val="tx1"/>
          </a:solidFill>
          <a:latin typeface="+mn-cs"/>
          <a:ea typeface="+mn-ea"/>
          <a:cs typeface="+mn-cs"/>
        </a:defRPr>
      </a:lvl7pPr>
      <a:lvl8pPr marL="3200400" algn="l" defTabSz="914400" rtl="0" eaLnBrk="1" latinLnBrk="0" hangingPunct="1">
        <a:defRPr lang="zh-CN" sz="1800" kern="1200">
          <a:solidFill>
            <a:schemeClr val="tx1"/>
          </a:solidFill>
          <a:latin typeface="+mn-cs"/>
          <a:ea typeface="+mn-ea"/>
          <a:cs typeface="+mn-cs"/>
        </a:defRPr>
      </a:lvl8pPr>
      <a:lvl9pPr marL="3657600" algn="l" defTabSz="914400" rtl="0" eaLnBrk="1" latinLnBrk="0" hangingPunct="1">
        <a:defRPr lang="zh-CN" sz="1800" kern="1200">
          <a:solidFill>
            <a:schemeClr val="tx1"/>
          </a:solidFill>
          <a:latin typeface="+mn-cs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  <p15:guide id="3" pos="1920" userDrawn="1">
          <p15:clr>
            <a:srgbClr val="F26B43"/>
          </p15:clr>
        </p15:guide>
        <p15:guide id="4" pos="5760" userDrawn="1">
          <p15:clr>
            <a:srgbClr val="F26B43"/>
          </p15:clr>
        </p15:guide>
        <p15:guide id="5" pos="7248" userDrawn="1">
          <p15:clr>
            <a:srgbClr val="F26B43"/>
          </p15:clr>
        </p15:guide>
        <p15:guide id="6" pos="43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1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21.xml"/><Relationship Id="rId3" Type="http://schemas.openxmlformats.org/officeDocument/2006/relationships/tags" Target="../tags/tag16.xml"/><Relationship Id="rId7" Type="http://schemas.openxmlformats.org/officeDocument/2006/relationships/tags" Target="../tags/tag20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11" Type="http://schemas.openxmlformats.org/officeDocument/2006/relationships/slideLayout" Target="../slideLayouts/slideLayout5.xml"/><Relationship Id="rId5" Type="http://schemas.openxmlformats.org/officeDocument/2006/relationships/tags" Target="../tags/tag18.xml"/><Relationship Id="rId10" Type="http://schemas.openxmlformats.org/officeDocument/2006/relationships/tags" Target="../tags/tag23.xml"/><Relationship Id="rId4" Type="http://schemas.openxmlformats.org/officeDocument/2006/relationships/tags" Target="../tags/tag17.xml"/><Relationship Id="rId9" Type="http://schemas.openxmlformats.org/officeDocument/2006/relationships/tags" Target="../tags/tag2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31.xml"/><Relationship Id="rId13" Type="http://schemas.openxmlformats.org/officeDocument/2006/relationships/image" Target="../media/image15.jpeg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12" Type="http://schemas.openxmlformats.org/officeDocument/2006/relationships/image" Target="../media/image14.jpeg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11" Type="http://schemas.openxmlformats.org/officeDocument/2006/relationships/slideLayout" Target="../slideLayouts/slideLayout5.xml"/><Relationship Id="rId5" Type="http://schemas.openxmlformats.org/officeDocument/2006/relationships/tags" Target="../tags/tag28.xml"/><Relationship Id="rId10" Type="http://schemas.openxmlformats.org/officeDocument/2006/relationships/tags" Target="../tags/tag33.xml"/><Relationship Id="rId4" Type="http://schemas.openxmlformats.org/officeDocument/2006/relationships/tags" Target="../tags/tag27.xml"/><Relationship Id="rId9" Type="http://schemas.openxmlformats.org/officeDocument/2006/relationships/tags" Target="../tags/tag32.xml"/><Relationship Id="rId14" Type="http://schemas.openxmlformats.org/officeDocument/2006/relationships/image" Target="../media/image16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41.xml"/><Relationship Id="rId3" Type="http://schemas.openxmlformats.org/officeDocument/2006/relationships/tags" Target="../tags/tag36.xml"/><Relationship Id="rId7" Type="http://schemas.openxmlformats.org/officeDocument/2006/relationships/tags" Target="../tags/tag40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10" Type="http://schemas.openxmlformats.org/officeDocument/2006/relationships/image" Target="../media/image17.jpeg"/><Relationship Id="rId4" Type="http://schemas.openxmlformats.org/officeDocument/2006/relationships/tags" Target="../tags/tag37.xml"/><Relationship Id="rId9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占位符 5" descr="2"/>
          <p:cNvPicPr>
            <a:picLocks noGrp="1" noChangeAspect="1"/>
          </p:cNvPicPr>
          <p:nvPr>
            <p:ph type="pic" idx="1"/>
          </p:nvPr>
        </p:nvPicPr>
        <p:blipFill>
          <a:blip r:embed="rId3"/>
          <a:stretch>
            <a:fillRect/>
          </a:stretch>
        </p:blipFill>
        <p:spPr>
          <a:xfrm>
            <a:off x="608330" y="1734820"/>
            <a:ext cx="3655060" cy="4247515"/>
          </a:xfrm>
          <a:prstGeom prst="rect">
            <a:avLst/>
          </a:prstGeom>
        </p:spPr>
      </p:pic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264025" y="1555115"/>
            <a:ext cx="7313930" cy="46081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>
                <a:sym typeface="+mn-ea"/>
              </a:rPr>
              <a:t>团队：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ym typeface="+mn-ea"/>
              </a:rPr>
              <a:t>本硕毕业于西北工业大学、博士毕业于德国慕尼黑工业大学的罗剑，带领“先进流动测试微系统技术创新”团队立足我国传感器产业发展需求，在高性能微传感器等领域取得重要技术突破，先后获得国家和省部级技术发明奖，授权发明专利30余项。为促进技术研究成果的转化以及批量生产，在秦创原的精准招引下，罗剑于2022年2月在秦创原总窗口成立西安砺芯慧感科技有限公司。</a:t>
            </a:r>
          </a:p>
          <a:p>
            <a:pPr marL="0" indent="0">
              <a:buFont typeface="Arial" panose="020B0604020202020204" pitchFamily="34" charset="0"/>
            </a:pPr>
            <a:endParaRPr lang="zh-CN" altLang="en-US"/>
          </a:p>
          <a:p>
            <a:pPr marL="0" indent="0">
              <a:buNone/>
            </a:pPr>
            <a:r>
              <a:rPr lang="zh-CN" altLang="en-US">
                <a:sym typeface="+mn-ea"/>
              </a:rPr>
              <a:t>背景：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ym typeface="+mn-ea"/>
              </a:rPr>
              <a:t>高精度传感器被外国公司控制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ym typeface="+mn-ea"/>
              </a:rPr>
              <a:t>每年薄膜铂电阻温度传感芯片的国内市场需求达 3 亿支，国际需求约 10 亿支。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ym typeface="+mn-ea"/>
              </a:rPr>
              <a:t>陕西的政策支持，如“职务科技成果单列管理”等。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/>
              <a:t>案例概述</a:t>
            </a:r>
            <a:br>
              <a:rPr lang="zh-CN" altLang="en-US" sz="2000"/>
            </a:br>
            <a:r>
              <a:rPr lang="en-US" altLang="zh-CN" sz="2000"/>
              <a:t>                                   </a:t>
            </a:r>
            <a:r>
              <a:rPr lang="zh-CN" altLang="en-US" sz="2000" b="1"/>
              <a:t>破局“卡脖子”困境的小小独角兽：砺芯慧感突破性创新之路</a:t>
            </a:r>
            <a:br>
              <a:rPr lang="zh-CN" altLang="en-US" b="1"/>
            </a:br>
            <a:endParaRPr lang="en-US" altLang="zh-CN" b="1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/>
              <a:t>案例概述</a:t>
            </a:r>
            <a:br>
              <a:rPr lang="zh-CN" altLang="en-US"/>
            </a:br>
            <a:r>
              <a:rPr lang="en-US" altLang="zh-CN"/>
              <a:t>                       </a:t>
            </a:r>
            <a:r>
              <a:rPr lang="zh-CN" altLang="en-US" sz="2000" b="1" dirty="0">
                <a:sym typeface="+mn-ea"/>
              </a:rPr>
              <a:t>破局“卡脖子”困境的小小独角兽：砺芯慧感突破性创新之路</a:t>
            </a:r>
            <a:endParaRPr lang="en-US" altLang="zh-CN" sz="200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主要成果：</a:t>
            </a:r>
          </a:p>
          <a:p>
            <a:r>
              <a:rPr lang="zh-CN" altLang="en-US" sz="2000" dirty="0"/>
              <a:t>专注于研发和生产高精度薄膜温度传感器，他们通过自身对于该领域知识积累与深入研究，成功研发出国内首条覆盖常温、超低温、超高温薄膜温度敏感芯片的自动化生产线，解决了技术“卡脖子”的问题，打破了国外对该类产品近 30 年的垄断。</a:t>
            </a:r>
          </a:p>
          <a:p>
            <a:r>
              <a:rPr lang="zh-CN" altLang="en-US" sz="2000" dirty="0"/>
              <a:t>砺芯慧感是国内唯一能生产出达到国际标准的该类产品的企业。从原材料到生产设备再到全套工艺实现了100%国产化，从而实现国产化的完全替代，生产成本与国外产品相比降低了20%。企业先后获得国家高新技术企业认证、通过欧盟RoHS认证、CE认证。</a:t>
            </a:r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2" name="图片 1" descr="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940" y="4473575"/>
            <a:ext cx="3648710" cy="1986915"/>
          </a:xfrm>
          <a:prstGeom prst="rect">
            <a:avLst/>
          </a:prstGeom>
        </p:spPr>
      </p:pic>
      <p:pic>
        <p:nvPicPr>
          <p:cNvPr id="6" name="图片 5" descr="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7525" y="4473575"/>
            <a:ext cx="3434080" cy="1974850"/>
          </a:xfrm>
          <a:prstGeom prst="rect">
            <a:avLst/>
          </a:prstGeom>
        </p:spPr>
      </p:pic>
      <p:pic>
        <p:nvPicPr>
          <p:cNvPr id="7" name="图片 6" descr="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835" y="4403725"/>
            <a:ext cx="3064510" cy="205676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E4B18A-E81D-4223-7868-ED4D1618B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3176" y="2045808"/>
            <a:ext cx="4514610" cy="1719944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为什么能成为‘’独角兽‘’突破瓶颈？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FAAC749-80D2-A453-1190-DCED80CE55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n-US" altLang="zh-CN" smtClean="0"/>
              <a:pPr rtl="0"/>
              <a:t>3</a:t>
            </a:fld>
            <a:endParaRPr lang="zh-CN" dirty="0"/>
          </a:p>
        </p:txBody>
      </p:sp>
      <p:pic>
        <p:nvPicPr>
          <p:cNvPr id="1030" name="Picture 6" descr="独角兽企业图片素材-正版创意图片500894443-摄图网">
            <a:extLst>
              <a:ext uri="{FF2B5EF4-FFF2-40B4-BE49-F238E27FC236}">
                <a16:creationId xmlns:a16="http://schemas.microsoft.com/office/drawing/2014/main" id="{95EBAE37-6DD9-466A-DBC6-D1829F9540CD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66" r="17166"/>
          <a:stretch>
            <a:fillRect/>
          </a:stretch>
        </p:blipFill>
        <p:spPr bwMode="auto">
          <a:xfrm>
            <a:off x="6302829" y="1974325"/>
            <a:ext cx="3880757" cy="3099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11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EBEB8E-556F-6E91-1BF7-BEE6813C1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7418" y="810935"/>
            <a:ext cx="7429871" cy="1692730"/>
          </a:xfrm>
        </p:spPr>
        <p:txBody>
          <a:bodyPr>
            <a:normAutofit/>
          </a:bodyPr>
          <a:lstStyle/>
          <a:p>
            <a:r>
              <a:rPr lang="zh-CN" altLang="en-US" sz="44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一</a:t>
            </a:r>
            <a:r>
              <a:rPr lang="en-US" altLang="zh-CN" sz="44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en-US" sz="4400" dirty="0"/>
              <a:t>创新驱动把握机遇</a:t>
            </a:r>
            <a:br>
              <a:rPr lang="en-US" altLang="zh-CN" sz="44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4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 ——</a:t>
            </a:r>
            <a:r>
              <a:rPr lang="zh-CN" altLang="en-US" sz="27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科</a:t>
            </a:r>
            <a:r>
              <a:rPr lang="zh-CN" altLang="zh-CN" sz="2700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技</a:t>
            </a:r>
            <a:r>
              <a:rPr lang="zh-CN" altLang="en-US" sz="2700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创</a:t>
            </a:r>
            <a:r>
              <a:rPr lang="zh-CN" altLang="zh-CN" sz="2700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新引领发展</a:t>
            </a:r>
            <a:endParaRPr lang="zh-CN" altLang="en-US" sz="27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902415B-6925-8C6E-B2C6-12FC8881F0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n-US" altLang="zh-CN" smtClean="0"/>
              <a:pPr rtl="0"/>
              <a:t>4</a:t>
            </a:fld>
            <a:endParaRPr lang="zh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861AC65-3613-B7EC-41C4-4E2106E666F5}"/>
              </a:ext>
            </a:extLst>
          </p:cNvPr>
          <p:cNvSpPr txBox="1"/>
          <p:nvPr/>
        </p:nvSpPr>
        <p:spPr>
          <a:xfrm>
            <a:off x="2624174" y="2932018"/>
            <a:ext cx="59381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800" kern="1800" spc="4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习近平总书记在党的二十大报告中指出，科技是第一生产力、人才是第一资源、创新是第一动力。</a:t>
            </a:r>
            <a:r>
              <a:rPr lang="zh-CN" altLang="zh-CN" sz="1800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在全球化和快速科技发展的今天，创业机会往往源自对市场需求敏锐的察觉和对技术创新的深刻理解。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D78E5D2-9387-D212-90CE-16828BC7C230}"/>
              </a:ext>
            </a:extLst>
          </p:cNvPr>
          <p:cNvSpPr txBox="1"/>
          <p:nvPr/>
        </p:nvSpPr>
        <p:spPr>
          <a:xfrm>
            <a:off x="681073" y="3058215"/>
            <a:ext cx="47889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中国卡脖子的技术</a:t>
            </a:r>
            <a:r>
              <a:rPr lang="en-US" altLang="zh-CN" sz="2800" dirty="0"/>
              <a:t>—</a:t>
            </a:r>
            <a:r>
              <a:rPr lang="zh-CN" altLang="en-US" sz="2800" dirty="0"/>
              <a:t>传感器</a:t>
            </a:r>
          </a:p>
        </p:txBody>
      </p:sp>
      <p:pic>
        <p:nvPicPr>
          <p:cNvPr id="10" name="Picture 2" descr="查看源图像">
            <a:extLst>
              <a:ext uri="{FF2B5EF4-FFF2-40B4-BE49-F238E27FC236}">
                <a16:creationId xmlns:a16="http://schemas.microsoft.com/office/drawing/2014/main" id="{556B7E3F-D450-B766-6B4E-292120483F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9967" y="2677256"/>
            <a:ext cx="5998072" cy="3369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2660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2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797FE613-D427-4A53-DFAC-2239E9EB53B0}"/>
              </a:ext>
            </a:extLst>
          </p:cNvPr>
          <p:cNvSpPr txBox="1"/>
          <p:nvPr/>
        </p:nvSpPr>
        <p:spPr>
          <a:xfrm>
            <a:off x="1260022" y="1023511"/>
            <a:ext cx="917665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latin typeface="宋体" panose="02010600030101010101" pitchFamily="2" charset="-122"/>
                <a:ea typeface="宋体" panose="02010600030101010101" pitchFamily="2" charset="-122"/>
              </a:rPr>
              <a:t>市场需求的分析</a:t>
            </a:r>
            <a:endParaRPr lang="zh-CN" altLang="en-US" sz="3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识别出航空航天和军工领域对高精度传感器的大量需求，以此为起点，确立了公司的发展方向。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EF39984-31F2-1ED3-9491-C6EDEECB95E6}"/>
              </a:ext>
            </a:extLst>
          </p:cNvPr>
          <p:cNvSpPr txBox="1"/>
          <p:nvPr/>
        </p:nvSpPr>
        <p:spPr>
          <a:xfrm>
            <a:off x="7343618" y="3295333"/>
            <a:ext cx="401910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3200" b="1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需求细分</a:t>
            </a:r>
            <a:endParaRPr lang="en-US" altLang="zh-CN" sz="3200" b="1" kern="0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dirty="0"/>
              <a:t>	</a:t>
            </a:r>
            <a:r>
              <a:rPr lang="zh-CN" altLang="zh-CN" sz="2400" dirty="0"/>
              <a:t>航空航天领域</a:t>
            </a:r>
            <a:endParaRPr lang="en-US" altLang="zh-CN" sz="2400" dirty="0"/>
          </a:p>
          <a:p>
            <a:r>
              <a:rPr lang="en-US" altLang="zh-CN" sz="2400" dirty="0"/>
              <a:t>	</a:t>
            </a:r>
            <a:r>
              <a:rPr lang="zh-CN" altLang="zh-CN" sz="2400" dirty="0"/>
              <a:t>军工领域</a:t>
            </a:r>
            <a:endParaRPr lang="en-US" altLang="zh-CN" sz="2400" dirty="0"/>
          </a:p>
          <a:p>
            <a:r>
              <a:rPr lang="zh-CN" altLang="zh-CN" sz="3200" b="1" dirty="0"/>
              <a:t>需求预测</a:t>
            </a:r>
            <a:endParaRPr lang="zh-CN" altLang="en-US" sz="3200" dirty="0"/>
          </a:p>
        </p:txBody>
      </p:sp>
      <p:pic>
        <p:nvPicPr>
          <p:cNvPr id="1026" name="Picture 2" descr="需求分析与需求优先级排列模型 | 人人都是产品经理">
            <a:extLst>
              <a:ext uri="{FF2B5EF4-FFF2-40B4-BE49-F238E27FC236}">
                <a16:creationId xmlns:a16="http://schemas.microsoft.com/office/drawing/2014/main" id="{EAB780BD-4B4C-D7DF-BD87-3A978222C6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801"/>
          <a:stretch/>
        </p:blipFill>
        <p:spPr bwMode="auto">
          <a:xfrm>
            <a:off x="1350271" y="3006757"/>
            <a:ext cx="5668062" cy="2923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2554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BB7C88A-2A75-076D-4201-9AD43E34DA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n-US" altLang="zh-CN" smtClean="0"/>
              <a:pPr rtl="0"/>
              <a:t>6</a:t>
            </a:fld>
            <a:endParaRPr lang="zh-CN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A565D26-1FE9-9CEF-85A1-3FC11F5FDBBF}"/>
              </a:ext>
            </a:extLst>
          </p:cNvPr>
          <p:cNvSpPr txBox="1"/>
          <p:nvPr/>
        </p:nvSpPr>
        <p:spPr>
          <a:xfrm>
            <a:off x="941046" y="958819"/>
            <a:ext cx="9595756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latin typeface="宋体" panose="02010600030101010101" pitchFamily="2" charset="-122"/>
                <a:ea typeface="宋体" panose="02010600030101010101" pitchFamily="2" charset="-122"/>
              </a:rPr>
              <a:t>技术创新与市场结合</a:t>
            </a:r>
            <a:endParaRPr lang="zh-CN" altLang="en-US" sz="3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成功将市场需求与技术能力相结合，及时把握创业机遇。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zh-CN" dirty="0">
              <a:latin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A588065-0719-CEB6-A0E8-8FE6504194DE}"/>
              </a:ext>
            </a:extLst>
          </p:cNvPr>
          <p:cNvSpPr txBox="1"/>
          <p:nvPr/>
        </p:nvSpPr>
        <p:spPr>
          <a:xfrm>
            <a:off x="1371599" y="2632126"/>
            <a:ext cx="8601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800" b="1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技术研发过程</a:t>
            </a:r>
            <a:r>
              <a:rPr lang="zh-CN" altLang="en-US" sz="2800" b="1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zh-CN" altLang="zh-CN" sz="2800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广泛的市场调研和技术可行性分析</a:t>
            </a:r>
            <a:endParaRPr lang="zh-CN" altLang="en-US" sz="28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5D7A20C-A209-2B0E-DD3C-B02AC5E0F4E3}"/>
              </a:ext>
            </a:extLst>
          </p:cNvPr>
          <p:cNvSpPr txBox="1"/>
          <p:nvPr/>
        </p:nvSpPr>
        <p:spPr>
          <a:xfrm>
            <a:off x="1371599" y="3540642"/>
            <a:ext cx="805947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800" b="1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市场结合策略</a:t>
            </a:r>
            <a:r>
              <a:rPr lang="zh-CN" altLang="en-US" sz="2800" b="1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zh-CN" altLang="zh-CN" sz="2800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与客户的紧密合作，深入了解他们的需求和痛点，从而开发出更具竞争力的产品</a:t>
            </a:r>
            <a:endParaRPr lang="zh-CN" altLang="en-US" sz="28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CB22D61-6FB5-3FA1-1081-8CD70A2145A6}"/>
              </a:ext>
            </a:extLst>
          </p:cNvPr>
          <p:cNvSpPr txBox="1"/>
          <p:nvPr/>
        </p:nvSpPr>
        <p:spPr>
          <a:xfrm>
            <a:off x="1371599" y="4781849"/>
            <a:ext cx="821896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800" b="1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技术与市场的双轮驱动</a:t>
            </a:r>
            <a:r>
              <a:rPr lang="zh-CN" altLang="en-US" sz="2800" b="1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zh-CN" altLang="zh-CN" sz="2800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技术创新和市场结合，实现了技术与市场的双轮驱动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876534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C89B49-BBE6-18E6-CAAD-18C6CE892C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n-US" altLang="zh-CN" smtClean="0"/>
              <a:pPr rtl="0"/>
              <a:t>7</a:t>
            </a:fld>
            <a:endParaRPr lang="zh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935FA77-D975-CAAD-EE5F-60219C538EAF}"/>
              </a:ext>
            </a:extLst>
          </p:cNvPr>
          <p:cNvSpPr txBox="1"/>
          <p:nvPr/>
        </p:nvSpPr>
        <p:spPr>
          <a:xfrm>
            <a:off x="2602562" y="975395"/>
            <a:ext cx="788125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>
                <a:latin typeface="宋体" panose="02010600030101010101" pitchFamily="2" charset="-122"/>
                <a:ea typeface="宋体" panose="02010600030101010101" pitchFamily="2" charset="-122"/>
              </a:rPr>
              <a:t>二</a:t>
            </a:r>
            <a:r>
              <a:rPr lang="en-US" altLang="zh-CN" sz="3600" b="1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lang="zh-CN" altLang="en-US" sz="4000" b="1" dirty="0">
                <a:latin typeface="宋体" panose="02010600030101010101" pitchFamily="2" charset="-122"/>
                <a:ea typeface="宋体" panose="02010600030101010101" pitchFamily="2" charset="-122"/>
              </a:rPr>
              <a:t>自主创新提升产业技术水平 </a:t>
            </a:r>
            <a:r>
              <a:rPr lang="zh-CN" altLang="en-US" sz="4000" b="1" dirty="0"/>
              <a:t> </a:t>
            </a:r>
          </a:p>
        </p:txBody>
      </p:sp>
      <p:pic>
        <p:nvPicPr>
          <p:cNvPr id="5122" name="Picture 2" descr="推动创新创造 中国创新挑战赛（青岛）在高新区启动凤凰网青岛_凤凰网">
            <a:extLst>
              <a:ext uri="{FF2B5EF4-FFF2-40B4-BE49-F238E27FC236}">
                <a16:creationId xmlns:a16="http://schemas.microsoft.com/office/drawing/2014/main" id="{8F5799B6-07BE-83C2-DE9E-722809FDEA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6114" y="1986419"/>
            <a:ext cx="6727372" cy="4484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00245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5D68B4-E702-29CB-FE96-6652ACC616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n-US" altLang="zh-CN" smtClean="0"/>
              <a:pPr rtl="0"/>
              <a:t>8</a:t>
            </a:fld>
            <a:endParaRPr lang="zh-CN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C26A8D9-8B1E-0A3C-A6AB-FCFA045DD483}"/>
              </a:ext>
            </a:extLst>
          </p:cNvPr>
          <p:cNvSpPr txBox="1"/>
          <p:nvPr/>
        </p:nvSpPr>
        <p:spPr>
          <a:xfrm>
            <a:off x="546905" y="785831"/>
            <a:ext cx="1148096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3600" b="1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技术积累与突破</a:t>
            </a:r>
            <a:endParaRPr lang="en-US" altLang="zh-CN" sz="3600" b="1" dirty="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      </a:t>
            </a:r>
            <a:r>
              <a:rPr lang="en-US" altLang="zh-CN" sz="2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——</a:t>
            </a:r>
            <a:r>
              <a:rPr lang="zh-CN" altLang="zh-CN" sz="28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短时间内突破微机电系统和微纳米功能结构制造技术瓶颈</a:t>
            </a:r>
            <a:endParaRPr lang="zh-CN" altLang="en-US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9676E60-DF6C-38CC-3906-9EF6E729AF83}"/>
              </a:ext>
            </a:extLst>
          </p:cNvPr>
          <p:cNvSpPr txBox="1"/>
          <p:nvPr/>
        </p:nvSpPr>
        <p:spPr>
          <a:xfrm>
            <a:off x="7456682" y="2570652"/>
            <a:ext cx="847414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800" b="1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材料优化</a:t>
            </a:r>
            <a:endParaRPr lang="en-US" altLang="zh-CN" sz="2800" b="1" kern="0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zh-CN" sz="2800" b="1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工艺改进</a:t>
            </a:r>
            <a:endParaRPr lang="en-US" altLang="zh-CN" sz="2800" b="1" kern="0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zh-CN" sz="2800" b="1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设备技术</a:t>
            </a:r>
            <a:r>
              <a:rPr lang="zh-CN" altLang="en-US" sz="2800" b="1" kern="0" dirty="0">
                <a:ea typeface="宋体" panose="02010600030101010101" pitchFamily="2" charset="-122"/>
                <a:cs typeface="宋体" panose="02010600030101010101" pitchFamily="2" charset="-122"/>
              </a:rPr>
              <a:t>改进</a:t>
            </a:r>
            <a:endParaRPr lang="zh-CN" altLang="en-US" sz="2800" dirty="0"/>
          </a:p>
          <a:p>
            <a:endParaRPr lang="zh-CN" altLang="en-US" sz="28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968ED75-1A97-A0A8-A48A-5038EFCED866}"/>
              </a:ext>
            </a:extLst>
          </p:cNvPr>
          <p:cNvSpPr txBox="1"/>
          <p:nvPr/>
        </p:nvSpPr>
        <p:spPr>
          <a:xfrm>
            <a:off x="7382254" y="4235016"/>
            <a:ext cx="854857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800" b="1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创新研发团队</a:t>
            </a:r>
            <a:endParaRPr lang="en-US" altLang="zh-CN" sz="2800" b="1" kern="0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zh-CN" sz="2800" b="1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研发投入</a:t>
            </a:r>
            <a:endParaRPr lang="en-US" altLang="zh-CN" sz="2800" b="1" kern="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zh-CN" sz="2800" b="1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合作研发</a:t>
            </a:r>
            <a:endParaRPr lang="zh-CN" altLang="en-US" sz="2800" dirty="0"/>
          </a:p>
        </p:txBody>
      </p:sp>
      <p:pic>
        <p:nvPicPr>
          <p:cNvPr id="2050" name="Picture 2" descr="科技创新海报模板素材-正版图片400373199-摄图网">
            <a:extLst>
              <a:ext uri="{FF2B5EF4-FFF2-40B4-BE49-F238E27FC236}">
                <a16:creationId xmlns:a16="http://schemas.microsoft.com/office/drawing/2014/main" id="{47B2F68C-2E51-B023-6579-6741165211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43" t="19535" r="16903" b="33798"/>
          <a:stretch/>
        </p:blipFill>
        <p:spPr bwMode="auto">
          <a:xfrm>
            <a:off x="1885508" y="2234775"/>
            <a:ext cx="4210492" cy="3852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4724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4A31506-3B9B-3756-05FF-12C30D1BB8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n-US" altLang="zh-CN" smtClean="0"/>
              <a:pPr rtl="0"/>
              <a:t>9</a:t>
            </a:fld>
            <a:endParaRPr lang="zh-CN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A98A33B-49A8-7B0A-811B-41D70ACE289B}"/>
              </a:ext>
            </a:extLst>
          </p:cNvPr>
          <p:cNvSpPr txBox="1"/>
          <p:nvPr/>
        </p:nvSpPr>
        <p:spPr>
          <a:xfrm>
            <a:off x="2732567" y="762326"/>
            <a:ext cx="745342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b="1" kern="0" dirty="0">
                <a:effectLst/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100%</a:t>
            </a:r>
            <a:r>
              <a:rPr lang="zh-CN" altLang="zh-CN" sz="4400" b="1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国产化的实现</a:t>
            </a:r>
            <a:endParaRPr lang="zh-CN" altLang="zh-CN" sz="4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sz="44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3930822-988A-C05A-CA2A-4884658D95DD}"/>
              </a:ext>
            </a:extLst>
          </p:cNvPr>
          <p:cNvSpPr txBox="1"/>
          <p:nvPr/>
        </p:nvSpPr>
        <p:spPr>
          <a:xfrm>
            <a:off x="3306724" y="4683668"/>
            <a:ext cx="452946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800" b="1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原材料国产化</a:t>
            </a:r>
            <a:endParaRPr lang="en-US" altLang="zh-CN" sz="2800" b="1" kern="0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zh-CN" sz="2800" b="1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生产设备国产化</a:t>
            </a:r>
            <a:endParaRPr lang="en-US" altLang="zh-CN" sz="2800" b="1" kern="0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zh-CN" sz="2800" b="1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工艺流程国产化</a:t>
            </a:r>
            <a:endParaRPr lang="en-US" altLang="zh-CN" sz="2800" b="1" kern="0" dirty="0"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2747C38-DE99-A346-B49A-1462A42A76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8690" y="1849156"/>
            <a:ext cx="8478433" cy="2695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6780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F49F312-7156-B3B4-DBDF-84108383F3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n-US" altLang="zh-CN" smtClean="0"/>
              <a:pPr rtl="0"/>
              <a:t>10</a:t>
            </a:fld>
            <a:endParaRPr lang="zh-CN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033B7AB-A6E5-A8DB-0FB1-2D4545322D64}"/>
              </a:ext>
            </a:extLst>
          </p:cNvPr>
          <p:cNvSpPr txBox="1"/>
          <p:nvPr/>
        </p:nvSpPr>
        <p:spPr>
          <a:xfrm>
            <a:off x="2869018" y="1050953"/>
            <a:ext cx="645396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zh-CN" sz="4400" b="1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认证与标准的突破</a:t>
            </a:r>
            <a:endParaRPr lang="zh-CN" altLang="zh-CN" sz="4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80E4CC3-7673-B12B-477D-FF46555C4724}"/>
              </a:ext>
            </a:extLst>
          </p:cNvPr>
          <p:cNvSpPr txBox="1"/>
          <p:nvPr/>
        </p:nvSpPr>
        <p:spPr>
          <a:xfrm>
            <a:off x="6914706" y="2239060"/>
            <a:ext cx="481654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l">
              <a:buFont typeface="+mj-lt"/>
              <a:buAutoNum type="arabicPeriod"/>
              <a:tabLst>
                <a:tab pos="457200" algn="l"/>
              </a:tabLst>
            </a:pPr>
            <a:r>
              <a:rPr lang="en-US" altLang="zh-CN" sz="1800" b="1" kern="0" dirty="0">
                <a:effectLst/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RoHS</a:t>
            </a:r>
            <a:r>
              <a:rPr lang="zh-CN" altLang="zh-CN" sz="1800" b="1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认证：</a:t>
            </a:r>
            <a:r>
              <a:rPr lang="zh-CN" altLang="zh-CN" sz="18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公司在产品开发过程中，严格按照</a:t>
            </a:r>
            <a:r>
              <a:rPr lang="en-US" altLang="zh-CN" sz="18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RoHS</a:t>
            </a:r>
            <a:r>
              <a:rPr lang="zh-CN" altLang="zh-CN" sz="18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标准进行材料选择和生产工艺设计，确保产品不含有害物质。通过多次测试和验证，公司成功通过了</a:t>
            </a:r>
            <a:r>
              <a:rPr lang="en-US" altLang="zh-CN" sz="18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RoHS</a:t>
            </a:r>
            <a:r>
              <a:rPr lang="zh-CN" altLang="zh-CN" sz="18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认证。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>
              <a:buFont typeface="+mj-lt"/>
              <a:buAutoNum type="arabicPeriod"/>
              <a:tabLst>
                <a:tab pos="457200" algn="l"/>
              </a:tabLst>
            </a:pPr>
            <a:r>
              <a:rPr lang="en-US" altLang="zh-CN" sz="1800" b="1" kern="0" dirty="0">
                <a:effectLst/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CE</a:t>
            </a:r>
            <a:r>
              <a:rPr lang="zh-CN" altLang="zh-CN" sz="1800" b="1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认证：</a:t>
            </a:r>
            <a:r>
              <a:rPr lang="zh-CN" altLang="zh-CN" sz="18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为确保产品符合欧洲市场的安全和健康要求，公司在产品设计和生产过程中，严格遵守</a:t>
            </a:r>
            <a:r>
              <a:rPr lang="en-US" altLang="zh-CN" sz="18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CE</a:t>
            </a:r>
            <a:r>
              <a:rPr lang="zh-CN" altLang="zh-CN" sz="18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认证标准。通过严格的测试和审核，公司成功获得了</a:t>
            </a:r>
            <a:r>
              <a:rPr lang="en-US" altLang="zh-CN" sz="18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CE</a:t>
            </a:r>
            <a:r>
              <a:rPr lang="zh-CN" altLang="zh-CN" sz="18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认证，为产品进入欧洲市场铺平了道路。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>
              <a:buFont typeface="+mj-lt"/>
              <a:buAutoNum type="arabicPeriod"/>
              <a:tabLst>
                <a:tab pos="457200" algn="l"/>
              </a:tabLst>
            </a:pPr>
            <a:r>
              <a:rPr lang="zh-CN" altLang="zh-CN" sz="1800" b="1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其他认证：</a:t>
            </a:r>
            <a:r>
              <a:rPr lang="zh-CN" altLang="zh-CN" sz="18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除了</a:t>
            </a:r>
            <a:r>
              <a:rPr lang="en-US" altLang="zh-CN" sz="18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RoHS</a:t>
            </a:r>
            <a:r>
              <a:rPr lang="zh-CN" altLang="zh-CN" sz="18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lang="en-US" altLang="zh-CN" sz="18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CE</a:t>
            </a:r>
            <a:r>
              <a:rPr lang="zh-CN" altLang="zh-CN" sz="18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认证，公司还积极申请并通过了多项国家和国际认证，如国家高新技术企业认证。这些认证不仅提升了公司的技术水平和市场竞争力，还为公司拓展国际市场提供了有力支持。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pic>
        <p:nvPicPr>
          <p:cNvPr id="3074" name="Picture 2" descr="ROHS认证标志图片素材免费下载 - 觅知网">
            <a:extLst>
              <a:ext uri="{FF2B5EF4-FFF2-40B4-BE49-F238E27FC236}">
                <a16:creationId xmlns:a16="http://schemas.microsoft.com/office/drawing/2014/main" id="{548677FE-4679-7404-1B36-E8F1F3F508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020" y="2647507"/>
            <a:ext cx="2937180" cy="2937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欧盟CE认证logo-快图网-免费PNG图片免抠PNG高清背景素材库kuaipng.com">
            <a:extLst>
              <a:ext uri="{FF2B5EF4-FFF2-40B4-BE49-F238E27FC236}">
                <a16:creationId xmlns:a16="http://schemas.microsoft.com/office/drawing/2014/main" id="{FF0C1471-AE12-9129-3D89-E259C41DFF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6142" y="2647507"/>
            <a:ext cx="2937180" cy="2937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25549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CFA65F3-65D9-A264-6834-9EDAE58E7F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n-US" altLang="zh-CN" smtClean="0"/>
              <a:pPr rtl="0"/>
              <a:t>11</a:t>
            </a:fld>
            <a:endParaRPr lang="zh-CN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7ED8127-F21D-CCD4-D977-661FED75406E}"/>
              </a:ext>
            </a:extLst>
          </p:cNvPr>
          <p:cNvSpPr txBox="1"/>
          <p:nvPr/>
        </p:nvSpPr>
        <p:spPr>
          <a:xfrm>
            <a:off x="3564193" y="1061883"/>
            <a:ext cx="61648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40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三</a:t>
            </a:r>
            <a:r>
              <a:rPr lang="en-US" altLang="zh-CN" sz="40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sz="40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三链融合激发动能</a:t>
            </a:r>
          </a:p>
        </p:txBody>
      </p:sp>
      <p:pic>
        <p:nvPicPr>
          <p:cNvPr id="6146" name="Picture 2" descr="河南省高等教育教学成果奖-“双创”背景下地方综合性大学创新创业教育 与专业教育融合研究与实践">
            <a:extLst>
              <a:ext uri="{FF2B5EF4-FFF2-40B4-BE49-F238E27FC236}">
                <a16:creationId xmlns:a16="http://schemas.microsoft.com/office/drawing/2014/main" id="{DB2F369F-CC9F-B38A-4287-8B0A427A17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1482" y="1969293"/>
            <a:ext cx="6967537" cy="4395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80506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17E26A4-530D-03D6-93B0-9FB6CD4BFB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n-US" altLang="zh-CN" smtClean="0"/>
              <a:pPr rtl="0"/>
              <a:t>12</a:t>
            </a:fld>
            <a:endParaRPr lang="zh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E979C39-50A9-01BA-1E5C-65863DC6F8A8}"/>
              </a:ext>
            </a:extLst>
          </p:cNvPr>
          <p:cNvSpPr txBox="1"/>
          <p:nvPr/>
        </p:nvSpPr>
        <p:spPr>
          <a:xfrm>
            <a:off x="1574569" y="851421"/>
            <a:ext cx="888786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>
                <a:latin typeface="宋体" panose="02010600030101010101" pitchFamily="2" charset="-122"/>
                <a:ea typeface="宋体" panose="02010600030101010101" pitchFamily="2" charset="-122"/>
              </a:rPr>
              <a:t>政策支持保驾护航</a:t>
            </a:r>
            <a:endParaRPr lang="en-US" altLang="zh-CN" sz="3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     整合了来自高校、政府和创新平台的三条资源链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E0593E1E-9357-1103-FEA6-7F9A8C98254B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820660" y="2187130"/>
            <a:ext cx="7774598" cy="4332683"/>
            <a:chOff x="950252" y="1770946"/>
            <a:chExt cx="5320396" cy="5104375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B37B47FC-B1EC-18AC-1785-F74C9D8D4F5A}"/>
                </a:ext>
              </a:extLst>
            </p:cNvPr>
            <p:cNvGrpSpPr/>
            <p:nvPr/>
          </p:nvGrpSpPr>
          <p:grpSpPr>
            <a:xfrm>
              <a:off x="950252" y="1770946"/>
              <a:ext cx="1543865" cy="4787834"/>
              <a:chOff x="950252" y="1770946"/>
              <a:chExt cx="1543865" cy="4787834"/>
            </a:xfrm>
          </p:grpSpPr>
          <p:sp>
            <p:nvSpPr>
              <p:cNvPr id="20" name="1">
                <a:extLst>
                  <a:ext uri="{FF2B5EF4-FFF2-40B4-BE49-F238E27FC236}">
                    <a16:creationId xmlns:a16="http://schemas.microsoft.com/office/drawing/2014/main" id="{E2684F25-900D-0310-29AF-6C3055F56CFC}"/>
                  </a:ext>
                </a:extLst>
              </p:cNvPr>
              <p:cNvSpPr/>
              <p:nvPr>
                <p:custDataLst>
                  <p:tags r:id="rId8"/>
                </p:custDataLst>
              </p:nvPr>
            </p:nvSpPr>
            <p:spPr>
              <a:xfrm>
                <a:off x="950253" y="2510591"/>
                <a:ext cx="1543862" cy="4048189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25000"/>
                  <a:lumOff val="75000"/>
                  <a:alpha val="20000"/>
                </a:schemeClr>
              </a:solidFill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354"/>
                <a:endParaRPr lang="zh-CN" altLang="en-US" sz="2000" b="1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21" name="Title-1">
                <a:extLst>
                  <a:ext uri="{FF2B5EF4-FFF2-40B4-BE49-F238E27FC236}">
                    <a16:creationId xmlns:a16="http://schemas.microsoft.com/office/drawing/2014/main" id="{9B959B5E-B484-D17A-4174-F8BB8BFB2636}"/>
                  </a:ext>
                </a:extLst>
              </p:cNvPr>
              <p:cNvSpPr/>
              <p:nvPr>
                <p:custDataLst>
                  <p:tags r:id="rId9"/>
                </p:custDataLst>
              </p:nvPr>
            </p:nvSpPr>
            <p:spPr>
              <a:xfrm>
                <a:off x="950252" y="1770946"/>
                <a:ext cx="1543862" cy="435114"/>
              </a:xfrm>
              <a:prstGeom prst="roundRect">
                <a:avLst>
                  <a:gd name="adj" fmla="val 0"/>
                </a:avLst>
              </a:prstGeom>
              <a:solidFill>
                <a:schemeClr val="accent1"/>
              </a:solidFill>
              <a:ln w="12700" cap="rnd">
                <a:noFill/>
                <a:prstDash val="solid"/>
                <a:round/>
                <a:headEnd/>
                <a:tailEnd/>
              </a:ln>
              <a:effectLst>
                <a:outerShdw blurRad="254000" dist="127000" algn="ctr" rotWithShape="0">
                  <a:schemeClr val="accent1">
                    <a:alpha val="3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3765"/>
                <a:r>
                  <a:rPr lang="zh-CN" altLang="en-US" b="1" dirty="0">
                    <a:solidFill>
                      <a:schemeClr val="bg1"/>
                    </a:solidFill>
                    <a:latin typeface="+mn-ea"/>
                  </a:rPr>
                  <a:t>高校合作</a:t>
                </a:r>
              </a:p>
            </p:txBody>
          </p:sp>
          <p:sp>
            <p:nvSpPr>
              <p:cNvPr id="22" name="Body-1">
                <a:extLst>
                  <a:ext uri="{FF2B5EF4-FFF2-40B4-BE49-F238E27FC236}">
                    <a16:creationId xmlns:a16="http://schemas.microsoft.com/office/drawing/2014/main" id="{B9067EC5-BCCB-E474-E942-A0707BDD07C3}"/>
                  </a:ext>
                </a:extLst>
              </p:cNvPr>
              <p:cNvSpPr/>
              <p:nvPr>
                <p:custDataLst>
                  <p:tags r:id="rId10"/>
                </p:custDataLst>
              </p:nvPr>
            </p:nvSpPr>
            <p:spPr>
              <a:xfrm flipH="1">
                <a:off x="950254" y="2572688"/>
                <a:ext cx="1543863" cy="3704810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>
                <a:spAutoFit/>
              </a:bodyPr>
              <a:lstStyle/>
              <a:p>
                <a:pPr algn="ctr">
                  <a:lnSpc>
                    <a:spcPct val="130000"/>
                  </a:lnSpc>
                </a:pPr>
                <a:r>
                  <a:rPr lang="zh-CN" altLang="en-US" sz="1400" dirty="0">
                    <a:latin typeface="+mn-ea"/>
                  </a:rPr>
                  <a:t>砺芯慧感公司与西北工业大学等高校建立了紧密的合作关系。高校不仅为公司提供了先进的技术支持，还为公司培养了大量优秀的人才。通过与高校的合作，公司在技术研发和人才储备方面得到了极大的支持。</a:t>
                </a:r>
              </a:p>
            </p:txBody>
          </p:sp>
        </p:grp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3F7F8A9D-60C6-FADE-9F9E-5BCB031086C4}"/>
                </a:ext>
              </a:extLst>
            </p:cNvPr>
            <p:cNvGrpSpPr/>
            <p:nvPr/>
          </p:nvGrpSpPr>
          <p:grpSpPr>
            <a:xfrm>
              <a:off x="2702104" y="1828897"/>
              <a:ext cx="1823568" cy="5046424"/>
              <a:chOff x="2702104" y="1828897"/>
              <a:chExt cx="1823568" cy="5046424"/>
            </a:xfrm>
          </p:grpSpPr>
          <p:sp>
            <p:nvSpPr>
              <p:cNvPr id="15" name="2">
                <a:extLst>
                  <a:ext uri="{FF2B5EF4-FFF2-40B4-BE49-F238E27FC236}">
                    <a16:creationId xmlns:a16="http://schemas.microsoft.com/office/drawing/2014/main" id="{6162F825-AE0C-AFC6-09EF-72ECADAC8224}"/>
                  </a:ext>
                </a:extLst>
              </p:cNvPr>
              <p:cNvSpPr/>
              <p:nvPr>
                <p:custDataLst>
                  <p:tags r:id="rId5"/>
                </p:custDataLst>
              </p:nvPr>
            </p:nvSpPr>
            <p:spPr>
              <a:xfrm>
                <a:off x="2702105" y="2510591"/>
                <a:ext cx="1744975" cy="4025913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25000"/>
                  <a:lumOff val="75000"/>
                  <a:alpha val="20000"/>
                </a:schemeClr>
              </a:solidFill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354"/>
                <a:endParaRPr lang="zh-CN" altLang="en-US" sz="2000" b="1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16" name="Title-2">
                <a:extLst>
                  <a:ext uri="{FF2B5EF4-FFF2-40B4-BE49-F238E27FC236}">
                    <a16:creationId xmlns:a16="http://schemas.microsoft.com/office/drawing/2014/main" id="{37036B0B-C03D-AB09-054D-F87CB2B15379}"/>
                  </a:ext>
                </a:extLst>
              </p:cNvPr>
              <p:cNvSpPr/>
              <p:nvPr>
                <p:custDataLst>
                  <p:tags r:id="rId6"/>
                </p:custDataLst>
              </p:nvPr>
            </p:nvSpPr>
            <p:spPr>
              <a:xfrm>
                <a:off x="2702105" y="1828897"/>
                <a:ext cx="1744975" cy="435114"/>
              </a:xfrm>
              <a:prstGeom prst="roundRect">
                <a:avLst>
                  <a:gd name="adj" fmla="val 0"/>
                </a:avLst>
              </a:prstGeom>
              <a:solidFill>
                <a:schemeClr val="accent2"/>
              </a:solidFill>
              <a:ln w="12700" cap="rnd">
                <a:noFill/>
                <a:prstDash val="solid"/>
                <a:round/>
                <a:headEnd/>
                <a:tailEnd/>
              </a:ln>
              <a:effectLst>
                <a:outerShdw blurRad="254000" dist="127000" algn="ctr" rotWithShape="0">
                  <a:schemeClr val="accent2">
                    <a:alpha val="3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3765"/>
                <a:r>
                  <a:rPr lang="zh-CN" altLang="en-US" sz="1800" dirty="0">
                    <a:latin typeface="+mn-ea"/>
                  </a:rPr>
                  <a:t>政府政策支持</a:t>
                </a:r>
                <a:endParaRPr lang="zh-CN" altLang="en-US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17" name="Body-2">
                <a:extLst>
                  <a:ext uri="{FF2B5EF4-FFF2-40B4-BE49-F238E27FC236}">
                    <a16:creationId xmlns:a16="http://schemas.microsoft.com/office/drawing/2014/main" id="{51F06C92-2180-E8EE-0C1C-73829141C9EC}"/>
                  </a:ext>
                </a:extLst>
              </p:cNvPr>
              <p:cNvSpPr/>
              <p:nvPr>
                <p:custDataLst>
                  <p:tags r:id="rId7"/>
                </p:custDataLst>
              </p:nvPr>
            </p:nvSpPr>
            <p:spPr>
              <a:xfrm flipH="1">
                <a:off x="2702104" y="2510590"/>
                <a:ext cx="1823568" cy="4364731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>
                <a:spAutoFit/>
              </a:bodyPr>
              <a:lstStyle/>
              <a:p>
                <a:pPr algn="ctr">
                  <a:lnSpc>
                    <a:spcPct val="130000"/>
                  </a:lnSpc>
                </a:pPr>
                <a:r>
                  <a:rPr lang="zh-CN" altLang="en-US" sz="1400" dirty="0">
                    <a:latin typeface="+mn-ea"/>
                  </a:rPr>
                  <a:t>陕西省政府的政策扶持和资金支持，为公司的发展提供了重要保障。陕西省的“职务科技成果单列管理”政策，加速了砺芯慧感公司的科技成果转化进程，使其能够快速实现从实验室到生产线的转化。仅用一个月时间，砺芯慧感公司就完成了审批、评估、专利出资到位等流程，成功落户西安西咸新区沣东创智云谷。</a:t>
                </a:r>
              </a:p>
            </p:txBody>
          </p: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4F370A54-7586-4A6C-C9CA-69F068A37CE9}"/>
                </a:ext>
              </a:extLst>
            </p:cNvPr>
            <p:cNvGrpSpPr/>
            <p:nvPr/>
          </p:nvGrpSpPr>
          <p:grpSpPr>
            <a:xfrm>
              <a:off x="4726785" y="1840672"/>
              <a:ext cx="1543863" cy="4157955"/>
              <a:chOff x="4726785" y="1840672"/>
              <a:chExt cx="1543863" cy="4157955"/>
            </a:xfrm>
          </p:grpSpPr>
          <p:sp>
            <p:nvSpPr>
              <p:cNvPr id="10" name="3">
                <a:extLst>
                  <a:ext uri="{FF2B5EF4-FFF2-40B4-BE49-F238E27FC236}">
                    <a16:creationId xmlns:a16="http://schemas.microsoft.com/office/drawing/2014/main" id="{9CAF2C5C-25C0-74A5-4ED0-350EF6BB07CE}"/>
                  </a:ext>
                </a:extLst>
              </p:cNvPr>
              <p:cNvSpPr/>
              <p:nvPr>
                <p:custDataLst>
                  <p:tags r:id="rId2"/>
                </p:custDataLst>
              </p:nvPr>
            </p:nvSpPr>
            <p:spPr>
              <a:xfrm>
                <a:off x="4726786" y="2572689"/>
                <a:ext cx="1543862" cy="2892022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25000"/>
                  <a:lumOff val="75000"/>
                  <a:alpha val="20000"/>
                </a:schemeClr>
              </a:solidFill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354"/>
                <a:endParaRPr lang="zh-CN" altLang="en-US" sz="20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11" name="Title-3">
                <a:extLst>
                  <a:ext uri="{FF2B5EF4-FFF2-40B4-BE49-F238E27FC236}">
                    <a16:creationId xmlns:a16="http://schemas.microsoft.com/office/drawing/2014/main" id="{FCF17AC6-C574-4362-68B0-632933DFEB47}"/>
                  </a:ext>
                </a:extLst>
              </p:cNvPr>
              <p:cNvSpPr/>
              <p:nvPr>
                <p:custDataLst>
                  <p:tags r:id="rId3"/>
                </p:custDataLst>
              </p:nvPr>
            </p:nvSpPr>
            <p:spPr>
              <a:xfrm>
                <a:off x="4726785" y="1840672"/>
                <a:ext cx="1543862" cy="435113"/>
              </a:xfrm>
              <a:prstGeom prst="roundRect">
                <a:avLst>
                  <a:gd name="adj" fmla="val 0"/>
                </a:avLst>
              </a:prstGeom>
              <a:solidFill>
                <a:schemeClr val="accent3"/>
              </a:solidFill>
              <a:ln w="12700" cap="rnd">
                <a:noFill/>
                <a:prstDash val="solid"/>
                <a:round/>
                <a:headEnd/>
                <a:tailEnd/>
              </a:ln>
              <a:effectLst>
                <a:outerShdw blurRad="254000" dist="127000" algn="ctr" rotWithShape="0">
                  <a:schemeClr val="accent3">
                    <a:alpha val="3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3765"/>
                <a:r>
                  <a:rPr lang="zh-CN" altLang="en-US" sz="1800" dirty="0">
                    <a:latin typeface="+mn-ea"/>
                  </a:rPr>
                  <a:t>创新平台</a:t>
                </a:r>
                <a:endParaRPr lang="zh-CN" altLang="en-US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12" name="Body-3">
                <a:extLst>
                  <a:ext uri="{FF2B5EF4-FFF2-40B4-BE49-F238E27FC236}">
                    <a16:creationId xmlns:a16="http://schemas.microsoft.com/office/drawing/2014/main" id="{470A91DC-B279-DF65-3E45-79E65C825F1D}"/>
                  </a:ext>
                </a:extLst>
              </p:cNvPr>
              <p:cNvSpPr/>
              <p:nvPr>
                <p:custDataLst>
                  <p:tags r:id="rId4"/>
                </p:custDataLst>
              </p:nvPr>
            </p:nvSpPr>
            <p:spPr>
              <a:xfrm flipH="1">
                <a:off x="4726785" y="2572689"/>
                <a:ext cx="1543863" cy="3425938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>
                <a:spAutoFit/>
              </a:bodyPr>
              <a:lstStyle/>
              <a:p>
                <a:pPr algn="ctr">
                  <a:lnSpc>
                    <a:spcPct val="130000"/>
                  </a:lnSpc>
                </a:pPr>
                <a:r>
                  <a:rPr lang="zh-CN" altLang="en-US" sz="1400" dirty="0">
                    <a:latin typeface="+mn-ea"/>
                  </a:rPr>
                  <a:t>创新平台： 通过秦创原创新促进中心等平台的资源共享，公司得以在产业链中形成有利的竞争地位。创新平台为公司提供了丰富的资源和合作机会，促进了公司的技术创新和市场拓展。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177017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862F957-E0CB-0C4B-A113-6240F393B5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n-US" altLang="zh-CN" smtClean="0"/>
              <a:pPr rtl="0"/>
              <a:t>13</a:t>
            </a:fld>
            <a:endParaRPr lang="zh-CN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5A583AD-0494-333E-63C4-CD184A7BDDC6}"/>
              </a:ext>
            </a:extLst>
          </p:cNvPr>
          <p:cNvSpPr txBox="1"/>
          <p:nvPr/>
        </p:nvSpPr>
        <p:spPr>
          <a:xfrm>
            <a:off x="1818168" y="912433"/>
            <a:ext cx="9803218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3200" b="1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内外平衡实现持续发展</a:t>
            </a:r>
            <a:endParaRPr lang="en-US" altLang="zh-CN" sz="3200" b="1" kern="0" dirty="0">
              <a:effectLst/>
              <a:latin typeface="等线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800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           </a:t>
            </a:r>
            <a:r>
              <a:rPr lang="zh-CN" altLang="zh-CN" sz="2800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自主创新提升核心技术水平，避免过度依赖外部资源</a:t>
            </a:r>
            <a:endParaRPr lang="zh-CN" altLang="zh-CN" sz="2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202C55D7-6F16-2622-6697-0EF21D87E436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2616719" y="2316338"/>
            <a:ext cx="6958562" cy="3676925"/>
            <a:chOff x="666751" y="1990847"/>
            <a:chExt cx="5361460" cy="3676925"/>
          </a:xfrm>
        </p:grpSpPr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980B38E7-3EB4-C141-8163-69E35A4DC8F7}"/>
                </a:ext>
              </a:extLst>
            </p:cNvPr>
            <p:cNvGrpSpPr/>
            <p:nvPr/>
          </p:nvGrpSpPr>
          <p:grpSpPr>
            <a:xfrm>
              <a:off x="666751" y="1990847"/>
              <a:ext cx="1732179" cy="3676925"/>
              <a:chOff x="666751" y="1990847"/>
              <a:chExt cx="1732179" cy="3676925"/>
            </a:xfrm>
          </p:grpSpPr>
          <p:sp>
            <p:nvSpPr>
              <p:cNvPr id="18" name="Body-1">
                <a:extLst>
                  <a:ext uri="{FF2B5EF4-FFF2-40B4-BE49-F238E27FC236}">
                    <a16:creationId xmlns:a16="http://schemas.microsoft.com/office/drawing/2014/main" id="{B3430C5B-BCAC-B35E-2D97-F11A0BAEE9BC}"/>
                  </a:ext>
                </a:extLst>
              </p:cNvPr>
              <p:cNvSpPr/>
              <p:nvPr>
                <p:custDataLst>
                  <p:tags r:id="rId8"/>
                </p:custDataLst>
              </p:nvPr>
            </p:nvSpPr>
            <p:spPr>
              <a:xfrm>
                <a:off x="666751" y="3923448"/>
                <a:ext cx="1696768" cy="1744324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 anchorCtr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kumimoji="0" lang="zh-CN" altLang="en-US" sz="140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ea"/>
                  </a:rPr>
                  <a:t>公司通过不断的技术研发和创新，提升了核心技术水平和产品质量。通过自主创新，公司不仅提高了市场竞争力，还增强了应对市场变化的能力。</a:t>
                </a:r>
                <a:endParaRPr kumimoji="1" lang="en-US" altLang="zh-CN" sz="1400" dirty="0">
                  <a:solidFill>
                    <a:schemeClr val="tx1"/>
                  </a:solidFill>
                  <a:latin typeface="Arial" panose="020B0604020202020204" pitchFamily="34" charset="0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19" name="Title-1">
                <a:extLst>
                  <a:ext uri="{FF2B5EF4-FFF2-40B4-BE49-F238E27FC236}">
                    <a16:creationId xmlns:a16="http://schemas.microsoft.com/office/drawing/2014/main" id="{C215537C-097E-8086-B879-DCAF0EF25893}"/>
                  </a:ext>
                </a:extLst>
              </p:cNvPr>
              <p:cNvSpPr/>
              <p:nvPr>
                <p:custDataLst>
                  <p:tags r:id="rId9"/>
                </p:custDataLst>
              </p:nvPr>
            </p:nvSpPr>
            <p:spPr>
              <a:xfrm>
                <a:off x="702163" y="2946128"/>
                <a:ext cx="1696767" cy="873148"/>
              </a:xfrm>
              <a:prstGeom prst="roundRect">
                <a:avLst/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60000">
                    <a:schemeClr val="accent1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b" anchorCtr="0" forceAA="0" compatLnSpc="1">
                <a:noAutofit/>
              </a:bodyPr>
              <a:lstStyle/>
              <a:p>
                <a:pPr algn="ctr"/>
                <a:r>
                  <a:rPr kumimoji="0" lang="zh-CN" altLang="en-US" sz="180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ea"/>
                  </a:rPr>
                  <a:t>自主创新</a:t>
                </a:r>
                <a:endParaRPr kumimoji="1" lang="zh-CN" altLang="en-US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20" name="1">
                <a:extLst>
                  <a:ext uri="{FF2B5EF4-FFF2-40B4-BE49-F238E27FC236}">
                    <a16:creationId xmlns:a16="http://schemas.microsoft.com/office/drawing/2014/main" id="{DFB652CD-0385-E549-64BF-719EAB34487F}"/>
                  </a:ext>
                </a:extLst>
              </p:cNvPr>
              <p:cNvSpPr/>
              <p:nvPr>
                <p:custDataLst>
                  <p:tags r:id="rId10"/>
                </p:custDataLst>
              </p:nvPr>
            </p:nvSpPr>
            <p:spPr>
              <a:xfrm>
                <a:off x="731507" y="1990847"/>
                <a:ext cx="1567256" cy="1362892"/>
              </a:xfrm>
              <a:prstGeom prst="roundRect">
                <a:avLst>
                  <a:gd name="adj" fmla="val 5765"/>
                </a:avLst>
              </a:prstGeom>
              <a:blipFill>
                <a:blip r:embed="rId12"/>
                <a:stretch>
                  <a:fillRect l="-160704" t="-69631" r="-160704" b="-69631"/>
                </a:stretch>
              </a:blipFill>
              <a:ln w="762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endParaRPr lang="en-GB" sz="2000"/>
              </a:p>
            </p:txBody>
          </p: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EC823098-8EBC-0FF8-C5C1-3A00412490AD}"/>
                </a:ext>
              </a:extLst>
            </p:cNvPr>
            <p:cNvGrpSpPr/>
            <p:nvPr/>
          </p:nvGrpSpPr>
          <p:grpSpPr>
            <a:xfrm>
              <a:off x="2499097" y="1990847"/>
              <a:ext cx="1696768" cy="3676925"/>
              <a:chOff x="2499097" y="1990847"/>
              <a:chExt cx="1696768" cy="3676925"/>
            </a:xfrm>
          </p:grpSpPr>
          <p:sp>
            <p:nvSpPr>
              <p:cNvPr id="15" name="Body-2">
                <a:extLst>
                  <a:ext uri="{FF2B5EF4-FFF2-40B4-BE49-F238E27FC236}">
                    <a16:creationId xmlns:a16="http://schemas.microsoft.com/office/drawing/2014/main" id="{2D524E4D-3D35-D8E4-23AE-6DEFC0C6B95A}"/>
                  </a:ext>
                </a:extLst>
              </p:cNvPr>
              <p:cNvSpPr/>
              <p:nvPr>
                <p:custDataLst>
                  <p:tags r:id="rId5"/>
                </p:custDataLst>
              </p:nvPr>
            </p:nvSpPr>
            <p:spPr>
              <a:xfrm>
                <a:off x="2499097" y="3923448"/>
                <a:ext cx="1696768" cy="1744324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 anchorCtr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kumimoji="0" lang="zh-CN" altLang="en-US" sz="140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ea"/>
                  </a:rPr>
                  <a:t> 公司通过与高校和政府的紧密合作，获得了先进的技术支持和政策保障。通过外部合作，公司不仅提升了技术水平，还拓展了市场渠道。</a:t>
                </a:r>
                <a:endParaRPr kumimoji="1" lang="en-US" altLang="zh-CN" sz="1400" dirty="0">
                  <a:solidFill>
                    <a:schemeClr val="tx1"/>
                  </a:solidFill>
                  <a:latin typeface="Arial" panose="020B0604020202020204" pitchFamily="34" charset="0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16" name="Title-2">
                <a:extLst>
                  <a:ext uri="{FF2B5EF4-FFF2-40B4-BE49-F238E27FC236}">
                    <a16:creationId xmlns:a16="http://schemas.microsoft.com/office/drawing/2014/main" id="{04E9986F-466F-780E-2D3B-CDFDE8290C8A}"/>
                  </a:ext>
                </a:extLst>
              </p:cNvPr>
              <p:cNvSpPr/>
              <p:nvPr>
                <p:custDataLst>
                  <p:tags r:id="rId6"/>
                </p:custDataLst>
              </p:nvPr>
            </p:nvSpPr>
            <p:spPr>
              <a:xfrm>
                <a:off x="2499097" y="2946128"/>
                <a:ext cx="1696767" cy="873148"/>
              </a:xfrm>
              <a:prstGeom prst="roundRect">
                <a:avLst/>
              </a:prstGeom>
              <a:gradFill>
                <a:gsLst>
                  <a:gs pos="0">
                    <a:schemeClr val="accent3">
                      <a:lumMod val="60000"/>
                      <a:lumOff val="40000"/>
                    </a:schemeClr>
                  </a:gs>
                  <a:gs pos="60000">
                    <a:schemeClr val="accent3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3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b" anchorCtr="0" forceAA="0" compatLnSpc="1">
                <a:noAutofit/>
              </a:bodyPr>
              <a:lstStyle/>
              <a:p>
                <a:pPr algn="ctr"/>
                <a:r>
                  <a:rPr kumimoji="0" lang="zh-CN" altLang="en-US" sz="180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ea"/>
                  </a:rPr>
                  <a:t>外部合作</a:t>
                </a:r>
                <a:endParaRPr kumimoji="1" lang="zh-CN" altLang="en-US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17" name="2">
                <a:extLst>
                  <a:ext uri="{FF2B5EF4-FFF2-40B4-BE49-F238E27FC236}">
                    <a16:creationId xmlns:a16="http://schemas.microsoft.com/office/drawing/2014/main" id="{6EC640F6-2EAD-5A08-03B0-9B90257B57B5}"/>
                  </a:ext>
                </a:extLst>
              </p:cNvPr>
              <p:cNvSpPr/>
              <p:nvPr>
                <p:custDataLst>
                  <p:tags r:id="rId7"/>
                </p:custDataLst>
              </p:nvPr>
            </p:nvSpPr>
            <p:spPr>
              <a:xfrm>
                <a:off x="2563853" y="1990847"/>
                <a:ext cx="1567256" cy="1362892"/>
              </a:xfrm>
              <a:prstGeom prst="roundRect">
                <a:avLst>
                  <a:gd name="adj" fmla="val 5765"/>
                </a:avLst>
              </a:prstGeom>
              <a:blipFill>
                <a:blip r:embed="rId13"/>
                <a:stretch>
                  <a:fillRect l="-132262" t="-82318" r="-189146" b="-56944"/>
                </a:stretch>
              </a:blipFill>
              <a:ln w="762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endParaRPr lang="en-GB" sz="2000"/>
              </a:p>
            </p:txBody>
          </p:sp>
        </p:grp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0D8CA391-1DC5-A843-D860-4C10E83BDCD9}"/>
                </a:ext>
              </a:extLst>
            </p:cNvPr>
            <p:cNvGrpSpPr/>
            <p:nvPr/>
          </p:nvGrpSpPr>
          <p:grpSpPr>
            <a:xfrm>
              <a:off x="4331443" y="1990847"/>
              <a:ext cx="1696768" cy="3676925"/>
              <a:chOff x="4331443" y="1990847"/>
              <a:chExt cx="1696768" cy="3676925"/>
            </a:xfrm>
          </p:grpSpPr>
          <p:sp>
            <p:nvSpPr>
              <p:cNvPr id="12" name="Body-3">
                <a:extLst>
                  <a:ext uri="{FF2B5EF4-FFF2-40B4-BE49-F238E27FC236}">
                    <a16:creationId xmlns:a16="http://schemas.microsoft.com/office/drawing/2014/main" id="{0BCD652D-F13F-871B-906F-AEA96CCF2DA8}"/>
                  </a:ext>
                </a:extLst>
              </p:cNvPr>
              <p:cNvSpPr/>
              <p:nvPr>
                <p:custDataLst>
                  <p:tags r:id="rId2"/>
                </p:custDataLst>
              </p:nvPr>
            </p:nvSpPr>
            <p:spPr>
              <a:xfrm>
                <a:off x="4331443" y="3923448"/>
                <a:ext cx="1696768" cy="1744324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 anchorCtr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kumimoji="0" lang="zh-CN" altLang="en-US" sz="140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ea"/>
                  </a:rPr>
                  <a:t>公司通过有效的资源管理，减少了资源浪费，降低了运营成本。通过科学的管理，公司在技术研发和市场拓展方面取得了显著成果。</a:t>
                </a:r>
                <a:endParaRPr kumimoji="1" lang="en-US" altLang="zh-CN" sz="1400" dirty="0">
                  <a:solidFill>
                    <a:schemeClr val="tx1"/>
                  </a:solidFill>
                  <a:latin typeface="Arial" panose="020B0604020202020204" pitchFamily="34" charset="0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13" name="Title-3">
                <a:extLst>
                  <a:ext uri="{FF2B5EF4-FFF2-40B4-BE49-F238E27FC236}">
                    <a16:creationId xmlns:a16="http://schemas.microsoft.com/office/drawing/2014/main" id="{BEFE6A88-55EA-6B7F-E789-1647F7B11D20}"/>
                  </a:ext>
                </a:extLst>
              </p:cNvPr>
              <p:cNvSpPr/>
              <p:nvPr>
                <p:custDataLst>
                  <p:tags r:id="rId3"/>
                </p:custDataLst>
              </p:nvPr>
            </p:nvSpPr>
            <p:spPr>
              <a:xfrm>
                <a:off x="4331443" y="2946128"/>
                <a:ext cx="1696767" cy="873148"/>
              </a:xfrm>
              <a:prstGeom prst="roundRect">
                <a:avLst/>
              </a:pr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60000">
                    <a:schemeClr val="accent2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2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b" anchorCtr="0" forceAA="0" compatLnSpc="1">
                <a:noAutofit/>
              </a:bodyPr>
              <a:lstStyle/>
              <a:p>
                <a:pPr algn="ctr"/>
                <a:r>
                  <a:rPr kumimoji="0" lang="zh-CN" altLang="en-US" sz="180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ea"/>
                  </a:rPr>
                  <a:t>资源管理</a:t>
                </a:r>
                <a:endParaRPr kumimoji="1" lang="zh-CN" altLang="en-US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14" name="3">
                <a:extLst>
                  <a:ext uri="{FF2B5EF4-FFF2-40B4-BE49-F238E27FC236}">
                    <a16:creationId xmlns:a16="http://schemas.microsoft.com/office/drawing/2014/main" id="{0C001D29-EC08-8A31-D55E-9EE32A068E24}"/>
                  </a:ext>
                </a:extLst>
              </p:cNvPr>
              <p:cNvSpPr/>
              <p:nvPr>
                <p:custDataLst>
                  <p:tags r:id="rId4"/>
                </p:custDataLst>
              </p:nvPr>
            </p:nvSpPr>
            <p:spPr>
              <a:xfrm>
                <a:off x="4396199" y="1990847"/>
                <a:ext cx="1567256" cy="1362892"/>
              </a:xfrm>
              <a:prstGeom prst="roundRect">
                <a:avLst>
                  <a:gd name="adj" fmla="val 5765"/>
                </a:avLst>
              </a:prstGeom>
              <a:blipFill>
                <a:blip r:embed="rId14"/>
                <a:stretch>
                  <a:fillRect l="-47437" t="-9039" r="-273971" b="-130223"/>
                </a:stretch>
              </a:blipFill>
              <a:ln w="762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endParaRPr lang="en-GB" sz="20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760007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FAAC749-80D2-A453-1190-DCED80CE55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n-US" altLang="zh-CN" smtClean="0"/>
              <a:pPr rtl="0"/>
              <a:t>14</a:t>
            </a:fld>
            <a:endParaRPr lang="zh-CN" dirty="0"/>
          </a:p>
        </p:txBody>
      </p:sp>
      <p:pic>
        <p:nvPicPr>
          <p:cNvPr id="7" name="图片占位符 6" descr="C:/Users/nan13/Desktop/1.jpg1">
            <a:extLst>
              <a:ext uri="{FF2B5EF4-FFF2-40B4-BE49-F238E27FC236}">
                <a16:creationId xmlns:a16="http://schemas.microsoft.com/office/drawing/2014/main" id="{306A5E46-079C-1E4D-C344-F979149C3A2E}"/>
              </a:ext>
            </a:extLst>
          </p:cNvPr>
          <p:cNvPicPr>
            <a:picLocks noGrp="1" noChangeAspect="1"/>
          </p:cNvPicPr>
          <p:nvPr>
            <p:ph type="pic" sz="quarter" idx="10"/>
            <p:custDataLst>
              <p:tags r:id="rId1"/>
            </p:custDataLst>
          </p:nvPr>
        </p:nvPicPr>
        <p:blipFill>
          <a:blip r:embed="rId10"/>
          <a:srcRect l="21599" r="21599"/>
          <a:stretch>
            <a:fillRect/>
          </a:stretch>
        </p:blipFill>
        <p:spPr>
          <a:xfrm>
            <a:off x="6447239" y="1196975"/>
            <a:ext cx="5071375" cy="446405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491" h="7637">
                <a:moveTo>
                  <a:pt x="5849" y="5842"/>
                </a:moveTo>
                <a:cubicBezTo>
                  <a:pt x="5889" y="5842"/>
                  <a:pt x="5928" y="5852"/>
                  <a:pt x="5964" y="5872"/>
                </a:cubicBezTo>
                <a:lnTo>
                  <a:pt x="6544" y="6207"/>
                </a:lnTo>
                <a:cubicBezTo>
                  <a:pt x="6615" y="6247"/>
                  <a:pt x="6659" y="6323"/>
                  <a:pt x="6659" y="6405"/>
                </a:cubicBezTo>
                <a:lnTo>
                  <a:pt x="6659" y="7074"/>
                </a:lnTo>
                <a:cubicBezTo>
                  <a:pt x="6658" y="7155"/>
                  <a:pt x="6615" y="7231"/>
                  <a:pt x="6544" y="7272"/>
                </a:cubicBezTo>
                <a:lnTo>
                  <a:pt x="5964" y="7606"/>
                </a:lnTo>
                <a:cubicBezTo>
                  <a:pt x="5893" y="7647"/>
                  <a:pt x="5806" y="7647"/>
                  <a:pt x="5735" y="7606"/>
                </a:cubicBezTo>
                <a:lnTo>
                  <a:pt x="5156" y="7272"/>
                </a:lnTo>
                <a:cubicBezTo>
                  <a:pt x="5085" y="7231"/>
                  <a:pt x="5042" y="7155"/>
                  <a:pt x="5042" y="7074"/>
                </a:cubicBezTo>
                <a:lnTo>
                  <a:pt x="5042" y="6405"/>
                </a:lnTo>
                <a:cubicBezTo>
                  <a:pt x="5042" y="6323"/>
                  <a:pt x="5085" y="6248"/>
                  <a:pt x="5156" y="6207"/>
                </a:cubicBezTo>
                <a:lnTo>
                  <a:pt x="5735" y="5872"/>
                </a:lnTo>
                <a:cubicBezTo>
                  <a:pt x="5770" y="5852"/>
                  <a:pt x="5810" y="5842"/>
                  <a:pt x="5849" y="5842"/>
                </a:cubicBezTo>
                <a:close/>
                <a:moveTo>
                  <a:pt x="4169" y="5842"/>
                </a:moveTo>
                <a:cubicBezTo>
                  <a:pt x="4208" y="5842"/>
                  <a:pt x="4248" y="5852"/>
                  <a:pt x="4283" y="5872"/>
                </a:cubicBezTo>
                <a:lnTo>
                  <a:pt x="4863" y="6207"/>
                </a:lnTo>
                <a:cubicBezTo>
                  <a:pt x="4933" y="6247"/>
                  <a:pt x="4977" y="6323"/>
                  <a:pt x="4977" y="6405"/>
                </a:cubicBezTo>
                <a:lnTo>
                  <a:pt x="4977" y="7074"/>
                </a:lnTo>
                <a:cubicBezTo>
                  <a:pt x="4977" y="7155"/>
                  <a:pt x="4933" y="7231"/>
                  <a:pt x="4863" y="7272"/>
                </a:cubicBezTo>
                <a:lnTo>
                  <a:pt x="4283" y="7606"/>
                </a:lnTo>
                <a:cubicBezTo>
                  <a:pt x="4213" y="7647"/>
                  <a:pt x="4125" y="7647"/>
                  <a:pt x="4055" y="7606"/>
                </a:cubicBezTo>
                <a:lnTo>
                  <a:pt x="3475" y="7272"/>
                </a:lnTo>
                <a:cubicBezTo>
                  <a:pt x="3405" y="7231"/>
                  <a:pt x="3361" y="7155"/>
                  <a:pt x="3361" y="7074"/>
                </a:cubicBezTo>
                <a:lnTo>
                  <a:pt x="3361" y="6405"/>
                </a:lnTo>
                <a:cubicBezTo>
                  <a:pt x="3361" y="6323"/>
                  <a:pt x="3405" y="6248"/>
                  <a:pt x="3475" y="6207"/>
                </a:cubicBezTo>
                <a:lnTo>
                  <a:pt x="4055" y="5872"/>
                </a:lnTo>
                <a:cubicBezTo>
                  <a:pt x="4090" y="5852"/>
                  <a:pt x="4129" y="5842"/>
                  <a:pt x="4169" y="5842"/>
                </a:cubicBezTo>
                <a:close/>
                <a:moveTo>
                  <a:pt x="2488" y="5842"/>
                </a:moveTo>
                <a:cubicBezTo>
                  <a:pt x="2528" y="5842"/>
                  <a:pt x="2567" y="5852"/>
                  <a:pt x="2603" y="5872"/>
                </a:cubicBezTo>
                <a:lnTo>
                  <a:pt x="3182" y="6207"/>
                </a:lnTo>
                <a:cubicBezTo>
                  <a:pt x="3253" y="6248"/>
                  <a:pt x="3296" y="6323"/>
                  <a:pt x="3296" y="6405"/>
                </a:cubicBezTo>
                <a:lnTo>
                  <a:pt x="3296" y="7074"/>
                </a:lnTo>
                <a:cubicBezTo>
                  <a:pt x="3296" y="7155"/>
                  <a:pt x="3253" y="7231"/>
                  <a:pt x="3182" y="7272"/>
                </a:cubicBezTo>
                <a:lnTo>
                  <a:pt x="2603" y="7606"/>
                </a:lnTo>
                <a:cubicBezTo>
                  <a:pt x="2532" y="7647"/>
                  <a:pt x="2445" y="7647"/>
                  <a:pt x="2374" y="7606"/>
                </a:cubicBezTo>
                <a:lnTo>
                  <a:pt x="1795" y="7272"/>
                </a:lnTo>
                <a:cubicBezTo>
                  <a:pt x="1724" y="7231"/>
                  <a:pt x="1681" y="7155"/>
                  <a:pt x="1681" y="7074"/>
                </a:cubicBezTo>
                <a:lnTo>
                  <a:pt x="1681" y="6405"/>
                </a:lnTo>
                <a:cubicBezTo>
                  <a:pt x="1681" y="6323"/>
                  <a:pt x="1724" y="6248"/>
                  <a:pt x="1795" y="6207"/>
                </a:cubicBezTo>
                <a:lnTo>
                  <a:pt x="2374" y="5872"/>
                </a:lnTo>
                <a:cubicBezTo>
                  <a:pt x="2409" y="5852"/>
                  <a:pt x="2449" y="5842"/>
                  <a:pt x="2488" y="5842"/>
                </a:cubicBezTo>
                <a:close/>
                <a:moveTo>
                  <a:pt x="808" y="5842"/>
                </a:moveTo>
                <a:cubicBezTo>
                  <a:pt x="848" y="5842"/>
                  <a:pt x="887" y="5852"/>
                  <a:pt x="922" y="5872"/>
                </a:cubicBezTo>
                <a:lnTo>
                  <a:pt x="1502" y="6207"/>
                </a:lnTo>
                <a:cubicBezTo>
                  <a:pt x="1572" y="6248"/>
                  <a:pt x="1616" y="6323"/>
                  <a:pt x="1616" y="6405"/>
                </a:cubicBezTo>
                <a:lnTo>
                  <a:pt x="1616" y="7074"/>
                </a:lnTo>
                <a:cubicBezTo>
                  <a:pt x="1616" y="7155"/>
                  <a:pt x="1572" y="7231"/>
                  <a:pt x="1502" y="7272"/>
                </a:cubicBezTo>
                <a:lnTo>
                  <a:pt x="922" y="7606"/>
                </a:lnTo>
                <a:cubicBezTo>
                  <a:pt x="851" y="7647"/>
                  <a:pt x="764" y="7647"/>
                  <a:pt x="693" y="7606"/>
                </a:cubicBezTo>
                <a:lnTo>
                  <a:pt x="114" y="7272"/>
                </a:lnTo>
                <a:cubicBezTo>
                  <a:pt x="44" y="7231"/>
                  <a:pt x="0" y="7155"/>
                  <a:pt x="0" y="7074"/>
                </a:cubicBezTo>
                <a:lnTo>
                  <a:pt x="0" y="6405"/>
                </a:lnTo>
                <a:cubicBezTo>
                  <a:pt x="0" y="6323"/>
                  <a:pt x="44" y="6248"/>
                  <a:pt x="114" y="6207"/>
                </a:cubicBezTo>
                <a:lnTo>
                  <a:pt x="694" y="5872"/>
                </a:lnTo>
                <a:cubicBezTo>
                  <a:pt x="729" y="5852"/>
                  <a:pt x="769" y="5842"/>
                  <a:pt x="808" y="5842"/>
                </a:cubicBezTo>
                <a:close/>
                <a:moveTo>
                  <a:pt x="6690" y="4381"/>
                </a:moveTo>
                <a:cubicBezTo>
                  <a:pt x="6729" y="4381"/>
                  <a:pt x="6769" y="4391"/>
                  <a:pt x="6804" y="4412"/>
                </a:cubicBezTo>
                <a:lnTo>
                  <a:pt x="7384" y="4746"/>
                </a:lnTo>
                <a:cubicBezTo>
                  <a:pt x="7437" y="4777"/>
                  <a:pt x="7475" y="4827"/>
                  <a:pt x="7490" y="4885"/>
                </a:cubicBezTo>
                <a:lnTo>
                  <a:pt x="7491" y="4888"/>
                </a:lnTo>
                <a:lnTo>
                  <a:pt x="7491" y="5669"/>
                </a:lnTo>
                <a:lnTo>
                  <a:pt x="7490" y="5673"/>
                </a:lnTo>
                <a:cubicBezTo>
                  <a:pt x="7474" y="5731"/>
                  <a:pt x="7437" y="5781"/>
                  <a:pt x="7384" y="5811"/>
                </a:cubicBezTo>
                <a:lnTo>
                  <a:pt x="6804" y="6146"/>
                </a:lnTo>
                <a:cubicBezTo>
                  <a:pt x="6734" y="6187"/>
                  <a:pt x="6646" y="6187"/>
                  <a:pt x="6576" y="6146"/>
                </a:cubicBezTo>
                <a:lnTo>
                  <a:pt x="5996" y="5811"/>
                </a:lnTo>
                <a:cubicBezTo>
                  <a:pt x="5926" y="5771"/>
                  <a:pt x="5882" y="5695"/>
                  <a:pt x="5882" y="5613"/>
                </a:cubicBezTo>
                <a:lnTo>
                  <a:pt x="5882" y="4944"/>
                </a:lnTo>
                <a:cubicBezTo>
                  <a:pt x="5882" y="4863"/>
                  <a:pt x="5926" y="4787"/>
                  <a:pt x="5996" y="4746"/>
                </a:cubicBezTo>
                <a:lnTo>
                  <a:pt x="6576" y="4412"/>
                </a:lnTo>
                <a:cubicBezTo>
                  <a:pt x="6611" y="4391"/>
                  <a:pt x="6650" y="4381"/>
                  <a:pt x="6690" y="4381"/>
                </a:cubicBezTo>
                <a:close/>
                <a:moveTo>
                  <a:pt x="5008" y="4381"/>
                </a:moveTo>
                <a:cubicBezTo>
                  <a:pt x="5048" y="4381"/>
                  <a:pt x="5087" y="4391"/>
                  <a:pt x="5123" y="4412"/>
                </a:cubicBezTo>
                <a:lnTo>
                  <a:pt x="5703" y="4746"/>
                </a:lnTo>
                <a:cubicBezTo>
                  <a:pt x="5774" y="4787"/>
                  <a:pt x="5817" y="4863"/>
                  <a:pt x="5817" y="4944"/>
                </a:cubicBezTo>
                <a:lnTo>
                  <a:pt x="5817" y="5613"/>
                </a:lnTo>
                <a:cubicBezTo>
                  <a:pt x="5817" y="5695"/>
                  <a:pt x="5774" y="5771"/>
                  <a:pt x="5703" y="5811"/>
                </a:cubicBezTo>
                <a:lnTo>
                  <a:pt x="5124" y="6146"/>
                </a:lnTo>
                <a:cubicBezTo>
                  <a:pt x="5053" y="6187"/>
                  <a:pt x="4966" y="6187"/>
                  <a:pt x="4895" y="6146"/>
                </a:cubicBezTo>
                <a:lnTo>
                  <a:pt x="4316" y="5811"/>
                </a:lnTo>
                <a:cubicBezTo>
                  <a:pt x="4245" y="5771"/>
                  <a:pt x="4201" y="5695"/>
                  <a:pt x="4201" y="5613"/>
                </a:cubicBezTo>
                <a:lnTo>
                  <a:pt x="4201" y="4944"/>
                </a:lnTo>
                <a:cubicBezTo>
                  <a:pt x="4201" y="4863"/>
                  <a:pt x="4244" y="4787"/>
                  <a:pt x="4315" y="4746"/>
                </a:cubicBezTo>
                <a:lnTo>
                  <a:pt x="4894" y="4412"/>
                </a:lnTo>
                <a:cubicBezTo>
                  <a:pt x="4929" y="4391"/>
                  <a:pt x="4969" y="4381"/>
                  <a:pt x="5008" y="4381"/>
                </a:cubicBezTo>
                <a:close/>
                <a:moveTo>
                  <a:pt x="3329" y="4381"/>
                </a:moveTo>
                <a:cubicBezTo>
                  <a:pt x="3369" y="4381"/>
                  <a:pt x="3408" y="4391"/>
                  <a:pt x="3444" y="4412"/>
                </a:cubicBezTo>
                <a:lnTo>
                  <a:pt x="4023" y="4746"/>
                </a:lnTo>
                <a:cubicBezTo>
                  <a:pt x="4094" y="4787"/>
                  <a:pt x="4137" y="4863"/>
                  <a:pt x="4137" y="4944"/>
                </a:cubicBezTo>
                <a:lnTo>
                  <a:pt x="4137" y="5613"/>
                </a:lnTo>
                <a:cubicBezTo>
                  <a:pt x="4137" y="5695"/>
                  <a:pt x="4094" y="5771"/>
                  <a:pt x="4023" y="5811"/>
                </a:cubicBezTo>
                <a:lnTo>
                  <a:pt x="3444" y="6146"/>
                </a:lnTo>
                <a:cubicBezTo>
                  <a:pt x="3373" y="6187"/>
                  <a:pt x="3286" y="6187"/>
                  <a:pt x="3215" y="6146"/>
                </a:cubicBezTo>
                <a:lnTo>
                  <a:pt x="2635" y="5811"/>
                </a:lnTo>
                <a:cubicBezTo>
                  <a:pt x="2564" y="5771"/>
                  <a:pt x="2521" y="5695"/>
                  <a:pt x="2521" y="5613"/>
                </a:cubicBezTo>
                <a:lnTo>
                  <a:pt x="2521" y="4944"/>
                </a:lnTo>
                <a:cubicBezTo>
                  <a:pt x="2521" y="4863"/>
                  <a:pt x="2565" y="4787"/>
                  <a:pt x="2636" y="4746"/>
                </a:cubicBezTo>
                <a:lnTo>
                  <a:pt x="3215" y="4412"/>
                </a:lnTo>
                <a:cubicBezTo>
                  <a:pt x="3250" y="4391"/>
                  <a:pt x="3290" y="4381"/>
                  <a:pt x="3329" y="4381"/>
                </a:cubicBezTo>
                <a:close/>
                <a:moveTo>
                  <a:pt x="1648" y="4381"/>
                </a:moveTo>
                <a:cubicBezTo>
                  <a:pt x="1688" y="4381"/>
                  <a:pt x="1727" y="4391"/>
                  <a:pt x="1763" y="4412"/>
                </a:cubicBezTo>
                <a:lnTo>
                  <a:pt x="2341" y="4746"/>
                </a:lnTo>
                <a:cubicBezTo>
                  <a:pt x="2412" y="4787"/>
                  <a:pt x="2456" y="4863"/>
                  <a:pt x="2456" y="4944"/>
                </a:cubicBezTo>
                <a:lnTo>
                  <a:pt x="2456" y="5613"/>
                </a:lnTo>
                <a:cubicBezTo>
                  <a:pt x="2456" y="5695"/>
                  <a:pt x="2412" y="5771"/>
                  <a:pt x="2341" y="5811"/>
                </a:cubicBezTo>
                <a:lnTo>
                  <a:pt x="1762" y="6146"/>
                </a:lnTo>
                <a:cubicBezTo>
                  <a:pt x="1691" y="6187"/>
                  <a:pt x="1604" y="6187"/>
                  <a:pt x="1533" y="6146"/>
                </a:cubicBezTo>
                <a:lnTo>
                  <a:pt x="954" y="5811"/>
                </a:lnTo>
                <a:cubicBezTo>
                  <a:pt x="883" y="5771"/>
                  <a:pt x="840" y="5695"/>
                  <a:pt x="840" y="5613"/>
                </a:cubicBezTo>
                <a:lnTo>
                  <a:pt x="840" y="4944"/>
                </a:lnTo>
                <a:cubicBezTo>
                  <a:pt x="840" y="4863"/>
                  <a:pt x="884" y="4787"/>
                  <a:pt x="955" y="4746"/>
                </a:cubicBezTo>
                <a:lnTo>
                  <a:pt x="1534" y="4412"/>
                </a:lnTo>
                <a:cubicBezTo>
                  <a:pt x="1569" y="4391"/>
                  <a:pt x="1609" y="4381"/>
                  <a:pt x="1648" y="4381"/>
                </a:cubicBezTo>
                <a:close/>
                <a:moveTo>
                  <a:pt x="5849" y="2921"/>
                </a:moveTo>
                <a:cubicBezTo>
                  <a:pt x="5889" y="2921"/>
                  <a:pt x="5928" y="2931"/>
                  <a:pt x="5964" y="2951"/>
                </a:cubicBezTo>
                <a:lnTo>
                  <a:pt x="6544" y="3286"/>
                </a:lnTo>
                <a:cubicBezTo>
                  <a:pt x="6615" y="3327"/>
                  <a:pt x="6659" y="3402"/>
                  <a:pt x="6659" y="3484"/>
                </a:cubicBezTo>
                <a:lnTo>
                  <a:pt x="6659" y="4153"/>
                </a:lnTo>
                <a:cubicBezTo>
                  <a:pt x="6658" y="4235"/>
                  <a:pt x="6615" y="4310"/>
                  <a:pt x="6544" y="4351"/>
                </a:cubicBezTo>
                <a:lnTo>
                  <a:pt x="5964" y="4686"/>
                </a:lnTo>
                <a:cubicBezTo>
                  <a:pt x="5893" y="4726"/>
                  <a:pt x="5806" y="4726"/>
                  <a:pt x="5735" y="4686"/>
                </a:cubicBezTo>
                <a:lnTo>
                  <a:pt x="5156" y="4351"/>
                </a:lnTo>
                <a:cubicBezTo>
                  <a:pt x="5085" y="4310"/>
                  <a:pt x="5042" y="4235"/>
                  <a:pt x="5042" y="4153"/>
                </a:cubicBezTo>
                <a:lnTo>
                  <a:pt x="5042" y="3484"/>
                </a:lnTo>
                <a:cubicBezTo>
                  <a:pt x="5042" y="3402"/>
                  <a:pt x="5085" y="3327"/>
                  <a:pt x="5156" y="3286"/>
                </a:cubicBezTo>
                <a:lnTo>
                  <a:pt x="5735" y="2951"/>
                </a:lnTo>
                <a:cubicBezTo>
                  <a:pt x="5770" y="2931"/>
                  <a:pt x="5810" y="2921"/>
                  <a:pt x="5849" y="2921"/>
                </a:cubicBezTo>
                <a:close/>
                <a:moveTo>
                  <a:pt x="4169" y="2921"/>
                </a:moveTo>
                <a:cubicBezTo>
                  <a:pt x="4208" y="2921"/>
                  <a:pt x="4248" y="2931"/>
                  <a:pt x="4283" y="2951"/>
                </a:cubicBezTo>
                <a:lnTo>
                  <a:pt x="4863" y="3286"/>
                </a:lnTo>
                <a:cubicBezTo>
                  <a:pt x="4933" y="3327"/>
                  <a:pt x="4977" y="3402"/>
                  <a:pt x="4977" y="3484"/>
                </a:cubicBezTo>
                <a:lnTo>
                  <a:pt x="4977" y="4153"/>
                </a:lnTo>
                <a:cubicBezTo>
                  <a:pt x="4977" y="4235"/>
                  <a:pt x="4933" y="4310"/>
                  <a:pt x="4863" y="4351"/>
                </a:cubicBezTo>
                <a:lnTo>
                  <a:pt x="4283" y="4686"/>
                </a:lnTo>
                <a:cubicBezTo>
                  <a:pt x="4213" y="4726"/>
                  <a:pt x="4125" y="4726"/>
                  <a:pt x="4055" y="4686"/>
                </a:cubicBezTo>
                <a:lnTo>
                  <a:pt x="3475" y="4351"/>
                </a:lnTo>
                <a:cubicBezTo>
                  <a:pt x="3405" y="4310"/>
                  <a:pt x="3361" y="4235"/>
                  <a:pt x="3361" y="4153"/>
                </a:cubicBezTo>
                <a:lnTo>
                  <a:pt x="3361" y="3484"/>
                </a:lnTo>
                <a:cubicBezTo>
                  <a:pt x="3361" y="3402"/>
                  <a:pt x="3405" y="3327"/>
                  <a:pt x="3475" y="3286"/>
                </a:cubicBezTo>
                <a:lnTo>
                  <a:pt x="4055" y="2951"/>
                </a:lnTo>
                <a:cubicBezTo>
                  <a:pt x="4090" y="2931"/>
                  <a:pt x="4129" y="2921"/>
                  <a:pt x="4169" y="2921"/>
                </a:cubicBezTo>
                <a:close/>
                <a:moveTo>
                  <a:pt x="2488" y="2921"/>
                </a:moveTo>
                <a:cubicBezTo>
                  <a:pt x="2528" y="2921"/>
                  <a:pt x="2567" y="2931"/>
                  <a:pt x="2603" y="2951"/>
                </a:cubicBezTo>
                <a:lnTo>
                  <a:pt x="3182" y="3286"/>
                </a:lnTo>
                <a:cubicBezTo>
                  <a:pt x="3253" y="3327"/>
                  <a:pt x="3296" y="3402"/>
                  <a:pt x="3296" y="3484"/>
                </a:cubicBezTo>
                <a:lnTo>
                  <a:pt x="3296" y="4153"/>
                </a:lnTo>
                <a:cubicBezTo>
                  <a:pt x="3296" y="4235"/>
                  <a:pt x="3253" y="4310"/>
                  <a:pt x="3182" y="4351"/>
                </a:cubicBezTo>
                <a:lnTo>
                  <a:pt x="2603" y="4686"/>
                </a:lnTo>
                <a:cubicBezTo>
                  <a:pt x="2532" y="4726"/>
                  <a:pt x="2445" y="4726"/>
                  <a:pt x="2374" y="4686"/>
                </a:cubicBezTo>
                <a:lnTo>
                  <a:pt x="1795" y="4351"/>
                </a:lnTo>
                <a:cubicBezTo>
                  <a:pt x="1724" y="4310"/>
                  <a:pt x="1681" y="4235"/>
                  <a:pt x="1681" y="4153"/>
                </a:cubicBezTo>
                <a:lnTo>
                  <a:pt x="1681" y="3484"/>
                </a:lnTo>
                <a:cubicBezTo>
                  <a:pt x="1681" y="3402"/>
                  <a:pt x="1724" y="3327"/>
                  <a:pt x="1795" y="3286"/>
                </a:cubicBezTo>
                <a:lnTo>
                  <a:pt x="2374" y="2951"/>
                </a:lnTo>
                <a:cubicBezTo>
                  <a:pt x="2409" y="2931"/>
                  <a:pt x="2449" y="2921"/>
                  <a:pt x="2488" y="2921"/>
                </a:cubicBezTo>
                <a:close/>
                <a:moveTo>
                  <a:pt x="808" y="2921"/>
                </a:moveTo>
                <a:cubicBezTo>
                  <a:pt x="848" y="2921"/>
                  <a:pt x="887" y="2931"/>
                  <a:pt x="922" y="2951"/>
                </a:cubicBezTo>
                <a:lnTo>
                  <a:pt x="1502" y="3286"/>
                </a:lnTo>
                <a:cubicBezTo>
                  <a:pt x="1572" y="3327"/>
                  <a:pt x="1616" y="3402"/>
                  <a:pt x="1616" y="3484"/>
                </a:cubicBezTo>
                <a:lnTo>
                  <a:pt x="1616" y="4153"/>
                </a:lnTo>
                <a:cubicBezTo>
                  <a:pt x="1616" y="4235"/>
                  <a:pt x="1572" y="4310"/>
                  <a:pt x="1502" y="4351"/>
                </a:cubicBezTo>
                <a:lnTo>
                  <a:pt x="922" y="4686"/>
                </a:lnTo>
                <a:cubicBezTo>
                  <a:pt x="851" y="4726"/>
                  <a:pt x="764" y="4726"/>
                  <a:pt x="693" y="4686"/>
                </a:cubicBezTo>
                <a:lnTo>
                  <a:pt x="114" y="4351"/>
                </a:lnTo>
                <a:cubicBezTo>
                  <a:pt x="44" y="4310"/>
                  <a:pt x="0" y="4235"/>
                  <a:pt x="0" y="4153"/>
                </a:cubicBezTo>
                <a:lnTo>
                  <a:pt x="0" y="3484"/>
                </a:lnTo>
                <a:cubicBezTo>
                  <a:pt x="0" y="3402"/>
                  <a:pt x="44" y="3327"/>
                  <a:pt x="114" y="3286"/>
                </a:cubicBezTo>
                <a:lnTo>
                  <a:pt x="694" y="2951"/>
                </a:lnTo>
                <a:cubicBezTo>
                  <a:pt x="729" y="2931"/>
                  <a:pt x="769" y="2921"/>
                  <a:pt x="808" y="2921"/>
                </a:cubicBezTo>
                <a:close/>
                <a:moveTo>
                  <a:pt x="6690" y="1460"/>
                </a:moveTo>
                <a:cubicBezTo>
                  <a:pt x="6729" y="1460"/>
                  <a:pt x="6769" y="1471"/>
                  <a:pt x="6804" y="1491"/>
                </a:cubicBezTo>
                <a:lnTo>
                  <a:pt x="7384" y="1826"/>
                </a:lnTo>
                <a:cubicBezTo>
                  <a:pt x="7437" y="1856"/>
                  <a:pt x="7475" y="1906"/>
                  <a:pt x="7490" y="1964"/>
                </a:cubicBezTo>
                <a:lnTo>
                  <a:pt x="7491" y="1968"/>
                </a:lnTo>
                <a:lnTo>
                  <a:pt x="7491" y="2748"/>
                </a:lnTo>
                <a:lnTo>
                  <a:pt x="7490" y="2752"/>
                </a:lnTo>
                <a:cubicBezTo>
                  <a:pt x="7474" y="2810"/>
                  <a:pt x="7437" y="2860"/>
                  <a:pt x="7384" y="2891"/>
                </a:cubicBezTo>
                <a:lnTo>
                  <a:pt x="6804" y="3225"/>
                </a:lnTo>
                <a:cubicBezTo>
                  <a:pt x="6734" y="3266"/>
                  <a:pt x="6646" y="3266"/>
                  <a:pt x="6576" y="3225"/>
                </a:cubicBezTo>
                <a:lnTo>
                  <a:pt x="5996" y="2891"/>
                </a:lnTo>
                <a:cubicBezTo>
                  <a:pt x="5926" y="2850"/>
                  <a:pt x="5882" y="2774"/>
                  <a:pt x="5882" y="2692"/>
                </a:cubicBezTo>
                <a:lnTo>
                  <a:pt x="5882" y="2024"/>
                </a:lnTo>
                <a:cubicBezTo>
                  <a:pt x="5882" y="1942"/>
                  <a:pt x="5926" y="1866"/>
                  <a:pt x="5996" y="1826"/>
                </a:cubicBezTo>
                <a:lnTo>
                  <a:pt x="6576" y="1491"/>
                </a:lnTo>
                <a:cubicBezTo>
                  <a:pt x="6611" y="1471"/>
                  <a:pt x="6650" y="1460"/>
                  <a:pt x="6690" y="1460"/>
                </a:cubicBezTo>
                <a:close/>
                <a:moveTo>
                  <a:pt x="5008" y="1460"/>
                </a:moveTo>
                <a:cubicBezTo>
                  <a:pt x="5048" y="1460"/>
                  <a:pt x="5087" y="1471"/>
                  <a:pt x="5123" y="1491"/>
                </a:cubicBezTo>
                <a:lnTo>
                  <a:pt x="5703" y="1826"/>
                </a:lnTo>
                <a:cubicBezTo>
                  <a:pt x="5774" y="1866"/>
                  <a:pt x="5817" y="1942"/>
                  <a:pt x="5817" y="2024"/>
                </a:cubicBezTo>
                <a:lnTo>
                  <a:pt x="5817" y="2692"/>
                </a:lnTo>
                <a:cubicBezTo>
                  <a:pt x="5817" y="2774"/>
                  <a:pt x="5774" y="2850"/>
                  <a:pt x="5703" y="2891"/>
                </a:cubicBezTo>
                <a:lnTo>
                  <a:pt x="5124" y="3225"/>
                </a:lnTo>
                <a:cubicBezTo>
                  <a:pt x="5053" y="3266"/>
                  <a:pt x="4966" y="3266"/>
                  <a:pt x="4895" y="3225"/>
                </a:cubicBezTo>
                <a:lnTo>
                  <a:pt x="4316" y="2891"/>
                </a:lnTo>
                <a:cubicBezTo>
                  <a:pt x="4245" y="2850"/>
                  <a:pt x="4201" y="2774"/>
                  <a:pt x="4201" y="2692"/>
                </a:cubicBezTo>
                <a:lnTo>
                  <a:pt x="4201" y="2024"/>
                </a:lnTo>
                <a:cubicBezTo>
                  <a:pt x="4201" y="1942"/>
                  <a:pt x="4244" y="1867"/>
                  <a:pt x="4315" y="1826"/>
                </a:cubicBezTo>
                <a:lnTo>
                  <a:pt x="4894" y="1491"/>
                </a:lnTo>
                <a:cubicBezTo>
                  <a:pt x="4929" y="1471"/>
                  <a:pt x="4969" y="1460"/>
                  <a:pt x="5008" y="1460"/>
                </a:cubicBezTo>
                <a:close/>
                <a:moveTo>
                  <a:pt x="3329" y="1460"/>
                </a:moveTo>
                <a:cubicBezTo>
                  <a:pt x="3369" y="1460"/>
                  <a:pt x="3408" y="1471"/>
                  <a:pt x="3444" y="1491"/>
                </a:cubicBezTo>
                <a:lnTo>
                  <a:pt x="4023" y="1826"/>
                </a:lnTo>
                <a:cubicBezTo>
                  <a:pt x="4094" y="1866"/>
                  <a:pt x="4137" y="1942"/>
                  <a:pt x="4137" y="2024"/>
                </a:cubicBezTo>
                <a:lnTo>
                  <a:pt x="4137" y="2692"/>
                </a:lnTo>
                <a:cubicBezTo>
                  <a:pt x="4137" y="2774"/>
                  <a:pt x="4094" y="2850"/>
                  <a:pt x="4023" y="2891"/>
                </a:cubicBezTo>
                <a:lnTo>
                  <a:pt x="3444" y="3225"/>
                </a:lnTo>
                <a:cubicBezTo>
                  <a:pt x="3373" y="3266"/>
                  <a:pt x="3286" y="3266"/>
                  <a:pt x="3215" y="3225"/>
                </a:cubicBezTo>
                <a:lnTo>
                  <a:pt x="2635" y="2891"/>
                </a:lnTo>
                <a:cubicBezTo>
                  <a:pt x="2564" y="2850"/>
                  <a:pt x="2521" y="2774"/>
                  <a:pt x="2521" y="2692"/>
                </a:cubicBezTo>
                <a:lnTo>
                  <a:pt x="2521" y="2024"/>
                </a:lnTo>
                <a:cubicBezTo>
                  <a:pt x="2521" y="1942"/>
                  <a:pt x="2565" y="1866"/>
                  <a:pt x="2636" y="1826"/>
                </a:cubicBezTo>
                <a:lnTo>
                  <a:pt x="3215" y="1491"/>
                </a:lnTo>
                <a:cubicBezTo>
                  <a:pt x="3250" y="1471"/>
                  <a:pt x="3290" y="1460"/>
                  <a:pt x="3329" y="1460"/>
                </a:cubicBezTo>
                <a:close/>
                <a:moveTo>
                  <a:pt x="1648" y="1460"/>
                </a:moveTo>
                <a:cubicBezTo>
                  <a:pt x="1688" y="1460"/>
                  <a:pt x="1727" y="1471"/>
                  <a:pt x="1763" y="1491"/>
                </a:cubicBezTo>
                <a:lnTo>
                  <a:pt x="2341" y="1826"/>
                </a:lnTo>
                <a:cubicBezTo>
                  <a:pt x="2412" y="1866"/>
                  <a:pt x="2456" y="1942"/>
                  <a:pt x="2456" y="2024"/>
                </a:cubicBezTo>
                <a:lnTo>
                  <a:pt x="2456" y="2692"/>
                </a:lnTo>
                <a:cubicBezTo>
                  <a:pt x="2456" y="2774"/>
                  <a:pt x="2412" y="2850"/>
                  <a:pt x="2341" y="2891"/>
                </a:cubicBezTo>
                <a:lnTo>
                  <a:pt x="1762" y="3225"/>
                </a:lnTo>
                <a:cubicBezTo>
                  <a:pt x="1691" y="3266"/>
                  <a:pt x="1604" y="3266"/>
                  <a:pt x="1533" y="3225"/>
                </a:cubicBezTo>
                <a:lnTo>
                  <a:pt x="954" y="2891"/>
                </a:lnTo>
                <a:cubicBezTo>
                  <a:pt x="883" y="2850"/>
                  <a:pt x="840" y="2774"/>
                  <a:pt x="840" y="2692"/>
                </a:cubicBezTo>
                <a:lnTo>
                  <a:pt x="840" y="2024"/>
                </a:lnTo>
                <a:cubicBezTo>
                  <a:pt x="840" y="1942"/>
                  <a:pt x="884" y="1866"/>
                  <a:pt x="955" y="1826"/>
                </a:cubicBezTo>
                <a:lnTo>
                  <a:pt x="1534" y="1491"/>
                </a:lnTo>
                <a:cubicBezTo>
                  <a:pt x="1569" y="1471"/>
                  <a:pt x="1609" y="1460"/>
                  <a:pt x="1648" y="1460"/>
                </a:cubicBezTo>
                <a:close/>
                <a:moveTo>
                  <a:pt x="5849" y="0"/>
                </a:moveTo>
                <a:cubicBezTo>
                  <a:pt x="5889" y="0"/>
                  <a:pt x="5928" y="10"/>
                  <a:pt x="5964" y="31"/>
                </a:cubicBezTo>
                <a:lnTo>
                  <a:pt x="6544" y="365"/>
                </a:lnTo>
                <a:cubicBezTo>
                  <a:pt x="6615" y="406"/>
                  <a:pt x="6659" y="481"/>
                  <a:pt x="6659" y="563"/>
                </a:cubicBezTo>
                <a:lnTo>
                  <a:pt x="6659" y="1232"/>
                </a:lnTo>
                <a:cubicBezTo>
                  <a:pt x="6658" y="1314"/>
                  <a:pt x="6615" y="1389"/>
                  <a:pt x="6544" y="1430"/>
                </a:cubicBezTo>
                <a:lnTo>
                  <a:pt x="5964" y="1765"/>
                </a:lnTo>
                <a:cubicBezTo>
                  <a:pt x="5893" y="1806"/>
                  <a:pt x="5806" y="1806"/>
                  <a:pt x="5735" y="1765"/>
                </a:cubicBezTo>
                <a:lnTo>
                  <a:pt x="5156" y="1430"/>
                </a:lnTo>
                <a:cubicBezTo>
                  <a:pt x="5085" y="1389"/>
                  <a:pt x="5042" y="1314"/>
                  <a:pt x="5042" y="1232"/>
                </a:cubicBezTo>
                <a:lnTo>
                  <a:pt x="5042" y="563"/>
                </a:lnTo>
                <a:cubicBezTo>
                  <a:pt x="5042" y="482"/>
                  <a:pt x="5085" y="406"/>
                  <a:pt x="5156" y="365"/>
                </a:cubicBezTo>
                <a:lnTo>
                  <a:pt x="5735" y="31"/>
                </a:lnTo>
                <a:cubicBezTo>
                  <a:pt x="5770" y="10"/>
                  <a:pt x="5810" y="0"/>
                  <a:pt x="5849" y="0"/>
                </a:cubicBezTo>
                <a:close/>
                <a:moveTo>
                  <a:pt x="4169" y="0"/>
                </a:moveTo>
                <a:cubicBezTo>
                  <a:pt x="4208" y="0"/>
                  <a:pt x="4248" y="10"/>
                  <a:pt x="4283" y="31"/>
                </a:cubicBezTo>
                <a:lnTo>
                  <a:pt x="4863" y="365"/>
                </a:lnTo>
                <a:cubicBezTo>
                  <a:pt x="4933" y="406"/>
                  <a:pt x="4977" y="481"/>
                  <a:pt x="4977" y="563"/>
                </a:cubicBezTo>
                <a:lnTo>
                  <a:pt x="4977" y="1232"/>
                </a:lnTo>
                <a:cubicBezTo>
                  <a:pt x="4977" y="1314"/>
                  <a:pt x="4933" y="1389"/>
                  <a:pt x="4863" y="1430"/>
                </a:cubicBezTo>
                <a:lnTo>
                  <a:pt x="4283" y="1765"/>
                </a:lnTo>
                <a:cubicBezTo>
                  <a:pt x="4213" y="1806"/>
                  <a:pt x="4125" y="1806"/>
                  <a:pt x="4055" y="1765"/>
                </a:cubicBezTo>
                <a:lnTo>
                  <a:pt x="3475" y="1430"/>
                </a:lnTo>
                <a:cubicBezTo>
                  <a:pt x="3405" y="1389"/>
                  <a:pt x="3361" y="1314"/>
                  <a:pt x="3361" y="1232"/>
                </a:cubicBezTo>
                <a:lnTo>
                  <a:pt x="3361" y="563"/>
                </a:lnTo>
                <a:cubicBezTo>
                  <a:pt x="3361" y="482"/>
                  <a:pt x="3405" y="406"/>
                  <a:pt x="3475" y="365"/>
                </a:cubicBezTo>
                <a:lnTo>
                  <a:pt x="4055" y="31"/>
                </a:lnTo>
                <a:cubicBezTo>
                  <a:pt x="4090" y="10"/>
                  <a:pt x="4129" y="0"/>
                  <a:pt x="4169" y="0"/>
                </a:cubicBezTo>
                <a:close/>
                <a:moveTo>
                  <a:pt x="2488" y="0"/>
                </a:moveTo>
                <a:cubicBezTo>
                  <a:pt x="2528" y="0"/>
                  <a:pt x="2567" y="10"/>
                  <a:pt x="2603" y="31"/>
                </a:cubicBezTo>
                <a:lnTo>
                  <a:pt x="3182" y="365"/>
                </a:lnTo>
                <a:cubicBezTo>
                  <a:pt x="3253" y="406"/>
                  <a:pt x="3296" y="482"/>
                  <a:pt x="3296" y="563"/>
                </a:cubicBezTo>
                <a:lnTo>
                  <a:pt x="3296" y="1232"/>
                </a:lnTo>
                <a:cubicBezTo>
                  <a:pt x="3296" y="1314"/>
                  <a:pt x="3253" y="1389"/>
                  <a:pt x="3182" y="1430"/>
                </a:cubicBezTo>
                <a:lnTo>
                  <a:pt x="2603" y="1765"/>
                </a:lnTo>
                <a:cubicBezTo>
                  <a:pt x="2532" y="1806"/>
                  <a:pt x="2445" y="1806"/>
                  <a:pt x="2374" y="1765"/>
                </a:cubicBezTo>
                <a:lnTo>
                  <a:pt x="1795" y="1430"/>
                </a:lnTo>
                <a:cubicBezTo>
                  <a:pt x="1724" y="1389"/>
                  <a:pt x="1681" y="1314"/>
                  <a:pt x="1681" y="1232"/>
                </a:cubicBezTo>
                <a:lnTo>
                  <a:pt x="1681" y="563"/>
                </a:lnTo>
                <a:cubicBezTo>
                  <a:pt x="1681" y="482"/>
                  <a:pt x="1724" y="406"/>
                  <a:pt x="1795" y="365"/>
                </a:cubicBezTo>
                <a:lnTo>
                  <a:pt x="2374" y="31"/>
                </a:lnTo>
                <a:cubicBezTo>
                  <a:pt x="2409" y="10"/>
                  <a:pt x="2449" y="0"/>
                  <a:pt x="2488" y="0"/>
                </a:cubicBezTo>
                <a:close/>
                <a:moveTo>
                  <a:pt x="808" y="0"/>
                </a:moveTo>
                <a:cubicBezTo>
                  <a:pt x="848" y="0"/>
                  <a:pt x="887" y="10"/>
                  <a:pt x="922" y="31"/>
                </a:cubicBezTo>
                <a:lnTo>
                  <a:pt x="1502" y="365"/>
                </a:lnTo>
                <a:cubicBezTo>
                  <a:pt x="1572" y="406"/>
                  <a:pt x="1616" y="482"/>
                  <a:pt x="1616" y="563"/>
                </a:cubicBezTo>
                <a:lnTo>
                  <a:pt x="1616" y="1232"/>
                </a:lnTo>
                <a:cubicBezTo>
                  <a:pt x="1616" y="1314"/>
                  <a:pt x="1572" y="1389"/>
                  <a:pt x="1502" y="1430"/>
                </a:cubicBezTo>
                <a:lnTo>
                  <a:pt x="922" y="1765"/>
                </a:lnTo>
                <a:cubicBezTo>
                  <a:pt x="851" y="1806"/>
                  <a:pt x="764" y="1806"/>
                  <a:pt x="693" y="1765"/>
                </a:cubicBezTo>
                <a:lnTo>
                  <a:pt x="114" y="1430"/>
                </a:lnTo>
                <a:cubicBezTo>
                  <a:pt x="44" y="1389"/>
                  <a:pt x="0" y="1314"/>
                  <a:pt x="0" y="1232"/>
                </a:cubicBezTo>
                <a:lnTo>
                  <a:pt x="0" y="563"/>
                </a:lnTo>
                <a:cubicBezTo>
                  <a:pt x="0" y="481"/>
                  <a:pt x="44" y="406"/>
                  <a:pt x="114" y="365"/>
                </a:cubicBezTo>
                <a:lnTo>
                  <a:pt x="694" y="31"/>
                </a:lnTo>
                <a:cubicBezTo>
                  <a:pt x="729" y="10"/>
                  <a:pt x="769" y="0"/>
                  <a:pt x="808" y="0"/>
                </a:cubicBezTo>
                <a:close/>
              </a:path>
            </a:pathLst>
          </a:custGeom>
          <a:ln>
            <a:solidFill>
              <a:schemeClr val="accent1">
                <a:lumMod val="20000"/>
                <a:lumOff val="80000"/>
              </a:schemeClr>
            </a:solidFill>
          </a:ln>
        </p:spPr>
      </p:pic>
      <p:sp>
        <p:nvSpPr>
          <p:cNvPr id="10" name="标题 18">
            <a:extLst>
              <a:ext uri="{FF2B5EF4-FFF2-40B4-BE49-F238E27FC236}">
                <a16:creationId xmlns:a16="http://schemas.microsoft.com/office/drawing/2014/main" id="{2D6FFCA5-6B81-FC09-224A-4244C3F8B5F9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599000" y="614062"/>
            <a:ext cx="10969200" cy="705600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反思与启发</a:t>
            </a:r>
          </a:p>
        </p:txBody>
      </p:sp>
      <p:sp>
        <p:nvSpPr>
          <p:cNvPr id="11" name="任意多边形: 形状 103">
            <a:extLst>
              <a:ext uri="{FF2B5EF4-FFF2-40B4-BE49-F238E27FC236}">
                <a16:creationId xmlns:a16="http://schemas.microsoft.com/office/drawing/2014/main" id="{4F3922AF-593C-A040-ED15-22D21A43F30D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839472" y="1987003"/>
            <a:ext cx="668735" cy="742404"/>
          </a:xfrm>
          <a:custGeom>
            <a:avLst/>
            <a:gdLst>
              <a:gd name="connsiteX0" fmla="*/ -154 w 791051"/>
              <a:gd name="connsiteY0" fmla="*/ 275204 h 878219"/>
              <a:gd name="connsiteX1" fmla="*/ -154 w 791051"/>
              <a:gd name="connsiteY1" fmla="*/ 602388 h 878219"/>
              <a:gd name="connsiteX2" fmla="*/ 55758 w 791051"/>
              <a:gd name="connsiteY2" fmla="*/ 699257 h 878219"/>
              <a:gd name="connsiteX3" fmla="*/ 339127 w 791051"/>
              <a:gd name="connsiteY3" fmla="*/ 862896 h 878219"/>
              <a:gd name="connsiteX4" fmla="*/ 451046 w 791051"/>
              <a:gd name="connsiteY4" fmla="*/ 862896 h 878219"/>
              <a:gd name="connsiteX5" fmla="*/ 734891 w 791051"/>
              <a:gd name="connsiteY5" fmla="*/ 699257 h 878219"/>
              <a:gd name="connsiteX6" fmla="*/ 790898 w 791051"/>
              <a:gd name="connsiteY6" fmla="*/ 602388 h 878219"/>
              <a:gd name="connsiteX7" fmla="*/ 790898 w 791051"/>
              <a:gd name="connsiteY7" fmla="*/ 275204 h 878219"/>
              <a:gd name="connsiteX8" fmla="*/ 734891 w 791051"/>
              <a:gd name="connsiteY8" fmla="*/ 178239 h 878219"/>
              <a:gd name="connsiteX9" fmla="*/ 451046 w 791051"/>
              <a:gd name="connsiteY9" fmla="*/ 14695 h 878219"/>
              <a:gd name="connsiteX10" fmla="*/ 339127 w 791051"/>
              <a:gd name="connsiteY10" fmla="*/ 14695 h 878219"/>
              <a:gd name="connsiteX11" fmla="*/ 55758 w 791051"/>
              <a:gd name="connsiteY11" fmla="*/ 178239 h 878219"/>
              <a:gd name="connsiteX12" fmla="*/ -154 w 791051"/>
              <a:gd name="connsiteY12" fmla="*/ 275204 h 878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91051" h="878219">
                <a:moveTo>
                  <a:pt x="-154" y="275204"/>
                </a:moveTo>
                <a:lnTo>
                  <a:pt x="-154" y="602388"/>
                </a:lnTo>
                <a:cubicBezTo>
                  <a:pt x="-125" y="642335"/>
                  <a:pt x="21182" y="679245"/>
                  <a:pt x="55758" y="699257"/>
                </a:cubicBezTo>
                <a:lnTo>
                  <a:pt x="339127" y="862896"/>
                </a:lnTo>
                <a:cubicBezTo>
                  <a:pt x="373750" y="882908"/>
                  <a:pt x="416422" y="882908"/>
                  <a:pt x="451046" y="862896"/>
                </a:cubicBezTo>
                <a:lnTo>
                  <a:pt x="734891" y="699257"/>
                </a:lnTo>
                <a:cubicBezTo>
                  <a:pt x="769523" y="679283"/>
                  <a:pt x="790869" y="642364"/>
                  <a:pt x="790898" y="602388"/>
                </a:cubicBezTo>
                <a:lnTo>
                  <a:pt x="790898" y="275204"/>
                </a:lnTo>
                <a:cubicBezTo>
                  <a:pt x="790898" y="235199"/>
                  <a:pt x="769552" y="198223"/>
                  <a:pt x="734891" y="178239"/>
                </a:cubicBezTo>
                <a:lnTo>
                  <a:pt x="451046" y="14695"/>
                </a:lnTo>
                <a:cubicBezTo>
                  <a:pt x="416422" y="-5317"/>
                  <a:pt x="373750" y="-5317"/>
                  <a:pt x="339127" y="14695"/>
                </a:cubicBezTo>
                <a:lnTo>
                  <a:pt x="55758" y="178239"/>
                </a:lnTo>
                <a:cubicBezTo>
                  <a:pt x="21154" y="198261"/>
                  <a:pt x="-154" y="235218"/>
                  <a:pt x="-154" y="275204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indent="0" algn="ctr" fontAlgn="auto">
              <a:lnSpc>
                <a:spcPct val="100000"/>
              </a:lnSpc>
              <a:buClrTx/>
              <a:buSzTx/>
              <a:buFontTx/>
            </a:pPr>
            <a:r>
              <a:rPr lang="en-US" altLang="zh-CN" sz="2000" b="1">
                <a:solidFill>
                  <a:srgbClr val="FFFFFF"/>
                </a:solidFill>
                <a:uFillTx/>
                <a:sym typeface="+mn-ea"/>
              </a:rPr>
              <a:t>01</a:t>
            </a:r>
          </a:p>
        </p:txBody>
      </p:sp>
      <p:sp>
        <p:nvSpPr>
          <p:cNvPr id="12" name="任意多边形: 形状 103">
            <a:extLst>
              <a:ext uri="{FF2B5EF4-FFF2-40B4-BE49-F238E27FC236}">
                <a16:creationId xmlns:a16="http://schemas.microsoft.com/office/drawing/2014/main" id="{D91D11D7-9577-EA0D-3968-16D2E430F12C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839472" y="3523252"/>
            <a:ext cx="668735" cy="742404"/>
          </a:xfrm>
          <a:custGeom>
            <a:avLst/>
            <a:gdLst>
              <a:gd name="connsiteX0" fmla="*/ -154 w 791051"/>
              <a:gd name="connsiteY0" fmla="*/ 275204 h 878219"/>
              <a:gd name="connsiteX1" fmla="*/ -154 w 791051"/>
              <a:gd name="connsiteY1" fmla="*/ 602388 h 878219"/>
              <a:gd name="connsiteX2" fmla="*/ 55758 w 791051"/>
              <a:gd name="connsiteY2" fmla="*/ 699257 h 878219"/>
              <a:gd name="connsiteX3" fmla="*/ 339127 w 791051"/>
              <a:gd name="connsiteY3" fmla="*/ 862896 h 878219"/>
              <a:gd name="connsiteX4" fmla="*/ 451046 w 791051"/>
              <a:gd name="connsiteY4" fmla="*/ 862896 h 878219"/>
              <a:gd name="connsiteX5" fmla="*/ 734891 w 791051"/>
              <a:gd name="connsiteY5" fmla="*/ 699257 h 878219"/>
              <a:gd name="connsiteX6" fmla="*/ 790898 w 791051"/>
              <a:gd name="connsiteY6" fmla="*/ 602388 h 878219"/>
              <a:gd name="connsiteX7" fmla="*/ 790898 w 791051"/>
              <a:gd name="connsiteY7" fmla="*/ 275204 h 878219"/>
              <a:gd name="connsiteX8" fmla="*/ 734891 w 791051"/>
              <a:gd name="connsiteY8" fmla="*/ 178239 h 878219"/>
              <a:gd name="connsiteX9" fmla="*/ 451046 w 791051"/>
              <a:gd name="connsiteY9" fmla="*/ 14695 h 878219"/>
              <a:gd name="connsiteX10" fmla="*/ 339127 w 791051"/>
              <a:gd name="connsiteY10" fmla="*/ 14695 h 878219"/>
              <a:gd name="connsiteX11" fmla="*/ 55758 w 791051"/>
              <a:gd name="connsiteY11" fmla="*/ 178239 h 878219"/>
              <a:gd name="connsiteX12" fmla="*/ -154 w 791051"/>
              <a:gd name="connsiteY12" fmla="*/ 275204 h 878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91051" h="878219">
                <a:moveTo>
                  <a:pt x="-154" y="275204"/>
                </a:moveTo>
                <a:lnTo>
                  <a:pt x="-154" y="602388"/>
                </a:lnTo>
                <a:cubicBezTo>
                  <a:pt x="-125" y="642335"/>
                  <a:pt x="21182" y="679245"/>
                  <a:pt x="55758" y="699257"/>
                </a:cubicBezTo>
                <a:lnTo>
                  <a:pt x="339127" y="862896"/>
                </a:lnTo>
                <a:cubicBezTo>
                  <a:pt x="373750" y="882908"/>
                  <a:pt x="416422" y="882908"/>
                  <a:pt x="451046" y="862896"/>
                </a:cubicBezTo>
                <a:lnTo>
                  <a:pt x="734891" y="699257"/>
                </a:lnTo>
                <a:cubicBezTo>
                  <a:pt x="769523" y="679283"/>
                  <a:pt x="790869" y="642364"/>
                  <a:pt x="790898" y="602388"/>
                </a:cubicBezTo>
                <a:lnTo>
                  <a:pt x="790898" y="275204"/>
                </a:lnTo>
                <a:cubicBezTo>
                  <a:pt x="790898" y="235199"/>
                  <a:pt x="769552" y="198223"/>
                  <a:pt x="734891" y="178239"/>
                </a:cubicBezTo>
                <a:lnTo>
                  <a:pt x="451046" y="14695"/>
                </a:lnTo>
                <a:cubicBezTo>
                  <a:pt x="416422" y="-5317"/>
                  <a:pt x="373750" y="-5317"/>
                  <a:pt x="339127" y="14695"/>
                </a:cubicBezTo>
                <a:lnTo>
                  <a:pt x="55758" y="178239"/>
                </a:lnTo>
                <a:cubicBezTo>
                  <a:pt x="21154" y="198261"/>
                  <a:pt x="-154" y="235218"/>
                  <a:pt x="-154" y="275204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indent="0" algn="ctr" fontAlgn="auto">
              <a:lnSpc>
                <a:spcPct val="100000"/>
              </a:lnSpc>
              <a:buClrTx/>
              <a:buSzTx/>
              <a:buFontTx/>
            </a:pPr>
            <a:r>
              <a:rPr lang="en-US" altLang="zh-CN" sz="2000" b="1">
                <a:solidFill>
                  <a:srgbClr val="FFFFFF"/>
                </a:solidFill>
                <a:uFillTx/>
                <a:sym typeface="+mn-ea"/>
              </a:rPr>
              <a:t>02</a:t>
            </a:r>
          </a:p>
        </p:txBody>
      </p:sp>
      <p:sp>
        <p:nvSpPr>
          <p:cNvPr id="13" name="任意多边形: 形状 103">
            <a:extLst>
              <a:ext uri="{FF2B5EF4-FFF2-40B4-BE49-F238E27FC236}">
                <a16:creationId xmlns:a16="http://schemas.microsoft.com/office/drawing/2014/main" id="{EBE78CC2-1191-146D-A8E1-729330A51B9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826135" y="5059502"/>
            <a:ext cx="668735" cy="742404"/>
          </a:xfrm>
          <a:custGeom>
            <a:avLst/>
            <a:gdLst>
              <a:gd name="connsiteX0" fmla="*/ -154 w 791051"/>
              <a:gd name="connsiteY0" fmla="*/ 275204 h 878219"/>
              <a:gd name="connsiteX1" fmla="*/ -154 w 791051"/>
              <a:gd name="connsiteY1" fmla="*/ 602388 h 878219"/>
              <a:gd name="connsiteX2" fmla="*/ 55758 w 791051"/>
              <a:gd name="connsiteY2" fmla="*/ 699257 h 878219"/>
              <a:gd name="connsiteX3" fmla="*/ 339127 w 791051"/>
              <a:gd name="connsiteY3" fmla="*/ 862896 h 878219"/>
              <a:gd name="connsiteX4" fmla="*/ 451046 w 791051"/>
              <a:gd name="connsiteY4" fmla="*/ 862896 h 878219"/>
              <a:gd name="connsiteX5" fmla="*/ 734891 w 791051"/>
              <a:gd name="connsiteY5" fmla="*/ 699257 h 878219"/>
              <a:gd name="connsiteX6" fmla="*/ 790898 w 791051"/>
              <a:gd name="connsiteY6" fmla="*/ 602388 h 878219"/>
              <a:gd name="connsiteX7" fmla="*/ 790898 w 791051"/>
              <a:gd name="connsiteY7" fmla="*/ 275204 h 878219"/>
              <a:gd name="connsiteX8" fmla="*/ 734891 w 791051"/>
              <a:gd name="connsiteY8" fmla="*/ 178239 h 878219"/>
              <a:gd name="connsiteX9" fmla="*/ 451046 w 791051"/>
              <a:gd name="connsiteY9" fmla="*/ 14695 h 878219"/>
              <a:gd name="connsiteX10" fmla="*/ 339127 w 791051"/>
              <a:gd name="connsiteY10" fmla="*/ 14695 h 878219"/>
              <a:gd name="connsiteX11" fmla="*/ 55758 w 791051"/>
              <a:gd name="connsiteY11" fmla="*/ 178239 h 878219"/>
              <a:gd name="connsiteX12" fmla="*/ -154 w 791051"/>
              <a:gd name="connsiteY12" fmla="*/ 275204 h 878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91051" h="878219">
                <a:moveTo>
                  <a:pt x="-154" y="275204"/>
                </a:moveTo>
                <a:lnTo>
                  <a:pt x="-154" y="602388"/>
                </a:lnTo>
                <a:cubicBezTo>
                  <a:pt x="-125" y="642335"/>
                  <a:pt x="21182" y="679245"/>
                  <a:pt x="55758" y="699257"/>
                </a:cubicBezTo>
                <a:lnTo>
                  <a:pt x="339127" y="862896"/>
                </a:lnTo>
                <a:cubicBezTo>
                  <a:pt x="373750" y="882908"/>
                  <a:pt x="416422" y="882908"/>
                  <a:pt x="451046" y="862896"/>
                </a:cubicBezTo>
                <a:lnTo>
                  <a:pt x="734891" y="699257"/>
                </a:lnTo>
                <a:cubicBezTo>
                  <a:pt x="769523" y="679283"/>
                  <a:pt x="790869" y="642364"/>
                  <a:pt x="790898" y="602388"/>
                </a:cubicBezTo>
                <a:lnTo>
                  <a:pt x="790898" y="275204"/>
                </a:lnTo>
                <a:cubicBezTo>
                  <a:pt x="790898" y="235199"/>
                  <a:pt x="769552" y="198223"/>
                  <a:pt x="734891" y="178239"/>
                </a:cubicBezTo>
                <a:lnTo>
                  <a:pt x="451046" y="14695"/>
                </a:lnTo>
                <a:cubicBezTo>
                  <a:pt x="416422" y="-5317"/>
                  <a:pt x="373750" y="-5317"/>
                  <a:pt x="339127" y="14695"/>
                </a:cubicBezTo>
                <a:lnTo>
                  <a:pt x="55758" y="178239"/>
                </a:lnTo>
                <a:cubicBezTo>
                  <a:pt x="21154" y="198261"/>
                  <a:pt x="-154" y="235218"/>
                  <a:pt x="-154" y="275204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indent="0" algn="ctr" fontAlgn="auto">
              <a:lnSpc>
                <a:spcPct val="100000"/>
              </a:lnSpc>
              <a:buClrTx/>
              <a:buSzTx/>
              <a:buFontTx/>
            </a:pPr>
            <a:r>
              <a:rPr lang="en-US" altLang="zh-CN" sz="2000" b="1">
                <a:solidFill>
                  <a:srgbClr val="FFFFFF"/>
                </a:solidFill>
                <a:uFillTx/>
                <a:sym typeface="+mn-ea"/>
              </a:rPr>
              <a:t>03</a:t>
            </a:r>
          </a:p>
        </p:txBody>
      </p:sp>
      <p:sp>
        <p:nvSpPr>
          <p:cNvPr id="16" name="正文">
            <a:extLst>
              <a:ext uri="{FF2B5EF4-FFF2-40B4-BE49-F238E27FC236}">
                <a16:creationId xmlns:a16="http://schemas.microsoft.com/office/drawing/2014/main" id="{44B08841-F4BE-0AC4-86DF-451B964860D7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826380" y="1707570"/>
            <a:ext cx="4269617" cy="130254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indent="0" algn="l" fontAlgn="auto">
              <a:lnSpc>
                <a:spcPct val="130000"/>
              </a:lnSpc>
            </a:pP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+中文正文" charset="0"/>
              <a:sym typeface="+mn-ea"/>
            </a:endParaRPr>
          </a:p>
          <a:p>
            <a:pPr indent="0" algn="l" fontAlgn="auto">
              <a:lnSpc>
                <a:spcPct val="130000"/>
              </a:lnSpc>
            </a:pP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+中文正文" charset="0"/>
              <a:sym typeface="+mn-ea"/>
            </a:endParaRPr>
          </a:p>
          <a:p>
            <a:pPr indent="0" algn="l" fontAlgn="auto">
              <a:lnSpc>
                <a:spcPct val="13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中文正文" charset="0"/>
                <a:sym typeface="+mn-ea"/>
              </a:rPr>
              <a:t>技术创新与市场需求间的结合不仅关键，更是一种艺术。作为创业者，应时刻警醒于市场的变化，并能够在其中捕捉到那些未被满足的需求，将之与技术发展的可能性对接。</a:t>
            </a:r>
            <a:r>
              <a:rPr lang="zh-CN" altLang="en-US" sz="1400" dirty="0">
                <a:sym typeface="+mn-ea"/>
              </a:rPr>
              <a:t>迭代更新不仅仅是技术的要求，更是对市场变化的敏感反应。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+中文正文" charset="0"/>
              <a:sym typeface="+mn-ea"/>
            </a:endParaRPr>
          </a:p>
          <a:p>
            <a:pPr indent="0" algn="l" fontAlgn="auto">
              <a:lnSpc>
                <a:spcPct val="130000"/>
              </a:lnSpc>
            </a:pP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+中文正文" charset="0"/>
              <a:sym typeface="+mn-ea"/>
            </a:endParaRPr>
          </a:p>
          <a:p>
            <a:pPr indent="0" algn="l" fontAlgn="auto">
              <a:lnSpc>
                <a:spcPct val="130000"/>
              </a:lnSpc>
            </a:pP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+中文正文" charset="0"/>
              <a:sym typeface="+mn-ea"/>
            </a:endParaRPr>
          </a:p>
        </p:txBody>
      </p:sp>
      <p:sp>
        <p:nvSpPr>
          <p:cNvPr id="17" name="正文">
            <a:extLst>
              <a:ext uri="{FF2B5EF4-FFF2-40B4-BE49-F238E27FC236}">
                <a16:creationId xmlns:a16="http://schemas.microsoft.com/office/drawing/2014/main" id="{E3F2DE88-44E2-A871-C428-1005C849987E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826380" y="3263322"/>
            <a:ext cx="4269617" cy="130254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indent="0" algn="l" fontAlgn="auto">
              <a:lnSpc>
                <a:spcPct val="13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中文正文" charset="0"/>
                <a:sym typeface="+mn-ea"/>
              </a:rPr>
              <a:t>在资源整合上，合作与自主的研发之间的平衡显得尤为重要。高校和研究机构不仅是技术的源泉，更是人才培养的摇篮，与之建立合作关系可以加速技术的商业化进程，同时吸引和培养更多有才华的人才。</a:t>
            </a:r>
          </a:p>
        </p:txBody>
      </p:sp>
      <p:sp>
        <p:nvSpPr>
          <p:cNvPr id="18" name="正文">
            <a:extLst>
              <a:ext uri="{FF2B5EF4-FFF2-40B4-BE49-F238E27FC236}">
                <a16:creationId xmlns:a16="http://schemas.microsoft.com/office/drawing/2014/main" id="{16A6CB36-B359-4D6F-4F73-B818C9F3D05F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1826380" y="4787054"/>
            <a:ext cx="4269617" cy="130254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indent="0" algn="l" fontAlgn="auto">
              <a:lnSpc>
                <a:spcPct val="130000"/>
              </a:lnSpc>
            </a:pPr>
            <a:r>
              <a:rPr lang="zh-CN" altLang="en-US" sz="1400" dirty="0">
                <a:sym typeface="+mn-ea"/>
              </a:rPr>
              <a:t>政府的支持往往能为初创企业提供关键的助力，要具备政治智慧和策略眼光。</a:t>
            </a:r>
            <a:endParaRPr lang="zh-CN" altLang="en-US" sz="1400" dirty="0"/>
          </a:p>
          <a:p>
            <a:pPr indent="0" algn="l" fontAlgn="auto">
              <a:lnSpc>
                <a:spcPct val="130000"/>
              </a:lnSpc>
            </a:pP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+中文正文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7264575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1709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TA_TYPE" val="OfficePlusSmartComponent"/>
  <p:tag name="OP_SCP_TAG_VERSION" val="1.0"/>
  <p:tag name="OP_SCP_CHANGE_COLOR" val="N"/>
  <p:tag name="OP_SCP_COMPONENT_TYPE" val="Relation"/>
  <p:tag name="OP_SCP_CONTENT_ID" val="MatlComponentContent-53"/>
  <p:tag name="OP_SCP_COMPONENT_INFO" val="{&quot;title&quot;:&quot;渐变阴影3项列表PPT组件&quot;,&quot;description&quot;:&quot;渐变阴影3项列表PPT组件&quot;,&quot;keywords&quot;:[&quot;渐变&quot;,&quot;阴影&quot;,&quot;3项&quot;,&quot;列表&quot;,&quot;PPT组件&quot;],&quot;labels&quot;:[]}"/>
  <p:tag name="OP_SCP_GROUP_ID" val="4e0a05e2-5735-67a8-5e4f-b68a6483770e"/>
  <p:tag name="OP_SCP_ITEM_COUNT" val="3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ITEM_INDEX" val="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3"/>
  <p:tag name="OP_SCP_DEFAULT_TEXT" val="添加标题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3"/>
  <p:tag name="OP_SCP_DEFAULT_TEXT" val="单击此处添加文本，单击此处添加文本，单击此处添加文本。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ITEM_INDEX" val="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2"/>
  <p:tag name="OP_SCP_DEFAULT_TEXT" val="添加标题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2"/>
  <p:tag name="OP_SCP_DEFAULT_TEXT" val="单击此处添加文本，单击此处添加文本，单击此处添加文本。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ITEM_INDEX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1"/>
  <p:tag name="OP_SCP_DEFAULT_TEXT" val="添加标题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1"/>
  <p:tag name="OP_SCP_DEFAULT_TEXT" val="单击此处添加文本，单击此处添加文本，单击此处添加文本。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TA_TYPE" val="OfficePlusSmartComponent"/>
  <p:tag name="OP_SCP_TAG_VERSION" val="1.0"/>
  <p:tag name="OP_SCP_CHANGE_COLOR" val="N"/>
  <p:tag name="OP_SCP_COMPONENT_TYPE" val="Relation"/>
  <p:tag name="OP_SCP_CONTENT_ID" val="MatlComponentContent-125"/>
  <p:tag name="OP_SCP_COMPONENT_INFO" val="{&quot;title&quot;:&quot;渐变阴影3项图文PPT组件&quot;,&quot;description&quot;:&quot;渐变阴影3项图文PPT组件&quot;,&quot;keywords&quot;:[&quot;渐变&quot;,&quot;阴影&quot;,&quot;3项&quot;,&quot;图文&quot;,&quot;PPT组件&quot;],&quot;labels&quot;:[]}"/>
  <p:tag name="OP_SCP_GROUP_ID" val="a0a428dd-fe6f-cebb-3055-71dde71b1510"/>
  <p:tag name="OP_SCP_ITEM_COUNT" val="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3"/>
  <p:tag name="OP_SCP_DEFAULT_TEXT" val="单击此处添加文本，单击此处添加文本。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3"/>
  <p:tag name="OP_SCP_DEFAULT_TEXT" val="添加标题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ITEM_INDEX" val="3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2"/>
  <p:tag name="OP_SCP_DEFAULT_TEXT" val="单击此处添加文本，单击此处添加文本。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2"/>
  <p:tag name="OP_SCP_DEFAULT_TEXT" val="添加标题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ITEM_INDEX" val="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1"/>
  <p:tag name="OP_SCP_DEFAULT_TEXT" val="单击此处添加文本，单击此处添加文本。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1"/>
  <p:tag name="OP_SCP_DEFAULT_TEXT" val="添加标题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ITEM_INDEX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VALUE" val="1346*132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d"/>
  <p:tag name="KSO_WM_UNIT_INDEX" val="1"/>
  <p:tag name="KSO_WM_UNIT_ID" val="custom20233633_1*d*1"/>
  <p:tag name="KSO_WM_TEMPLATE_CATEGORY" val="custom"/>
  <p:tag name="KSO_WM_TEMPLATE_INDEX" val="20233633"/>
  <p:tag name="KSO_WM_UNIT_LAYERLEVEL" val="1"/>
  <p:tag name="KSO_WM_TAG_VERSION" val="3.0"/>
  <p:tag name="KSO_WM_BEAUTIFY_FLAG" val="#wm#"/>
  <p:tag name="KSO_WM_UNIT_LINE_FORE_SCHEMECOLOR_INDEX" val="5"/>
  <p:tag name="KSO_WM_UNIT_LINE_FILL_TYPE" val="2"/>
  <p:tag name="KSO_WM_UNIT_USESOURCEFORMAT_APPLY" val="1"/>
  <p:tag name="KSO_WM_UNIT_PLACING_PICTURE_USER_VIEWPORT" val="{&quot;height&quot;:7637,&quot;width&quot;:7491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TEMPLATE_INDEX" val="20233633"/>
  <p:tag name="KSO_WM_UNIT_ID" val="custom20233633_1*a*1"/>
  <p:tag name="KSO_WM_UNIT_PRESET_TEXT" val="单击此处添加标题"/>
  <p:tag name="KSO_WM_UNIT_TEXT_FILL_FORE_SCHEMECOLOR_INDEX" val="13"/>
  <p:tag name="KSO_WM_UNIT_TEXT_FILL_TYPE" val="1"/>
  <p:tag name="KSO_WM_UNIT_USESOURCEFORMAT_APPLY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3564_1*l_h_i*1_1_1"/>
  <p:tag name="KSO_WM_TEMPLATE_CATEGORY" val="diagram"/>
  <p:tag name="KSO_WM_TEMPLATE_INDEX" val="20233564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VIRTUALLY_FRAME" val="{&quot;height&quot;:371.59133858267717,&quot;left&quot;:65.05,&quot;top&quot;:134.45433070866142,&quot;width&quot;:416.9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1"/>
  <p:tag name="KSO_WM_UNIT_FILL_TYPE" val="1"/>
  <p:tag name="KSO_WM_UNIT_FILL_FORE_SCHEMECOLOR_INDEX" val="5"/>
  <p:tag name="KSO_WM_UNIT_FILL_FORE_SCHEMECOLOR_INDEX_BRIGHTNESS" val="0"/>
  <p:tag name="KSO_WM_UNIT_USESOURCEFORMAT_APPLY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3564_1*l_h_i*1_2_1"/>
  <p:tag name="KSO_WM_TEMPLATE_CATEGORY" val="diagram"/>
  <p:tag name="KSO_WM_TEMPLATE_INDEX" val="20233564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VIRTUALLY_FRAME" val="{&quot;height&quot;:371.59133858267717,&quot;left&quot;:65.05,&quot;top&quot;:134.45433070866142,&quot;width&quot;:416.9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2"/>
  <p:tag name="KSO_WM_UNIT_FILL_TYPE" val="1"/>
  <p:tag name="KSO_WM_UNIT_FILL_FORE_SCHEMECOLOR_INDEX" val="5"/>
  <p:tag name="KSO_WM_UNIT_FILL_FORE_SCHEMECOLOR_INDEX_BRIGHTNESS" val="0"/>
  <p:tag name="KSO_WM_UNIT_USESOURCEFORMAT_APPLY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3564_1*l_h_i*1_3_1"/>
  <p:tag name="KSO_WM_TEMPLATE_CATEGORY" val="diagram"/>
  <p:tag name="KSO_WM_TEMPLATE_INDEX" val="20233564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VIRTUALLY_FRAME" val="{&quot;height&quot;:371.59133858267717,&quot;left&quot;:65.05,&quot;top&quot;:134.45433070866142,&quot;width&quot;:416.9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3"/>
  <p:tag name="KSO_WM_UNIT_FILL_TYPE" val="1"/>
  <p:tag name="KSO_WM_UNIT_FILL_FORE_SCHEMECOLOR_INDEX" val="5"/>
  <p:tag name="KSO_WM_UNIT_FILL_FORE_SCHEMECOLOR_INDEX_BRIGHTNESS" val="0"/>
  <p:tag name="KSO_WM_UNIT_USESOURCEFORMAT_APPLY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3564_1*l_h_f*1_1_1"/>
  <p:tag name="KSO_WM_TEMPLATE_CATEGORY" val="diagram"/>
  <p:tag name="KSO_WM_TEMPLATE_INDEX" val="20233564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VIRTUALLY_FRAME" val="{&quot;height&quot;:371.59133858267717,&quot;left&quot;:65.05,&quot;top&quot;:134.45433070866142,&quot;width&quot;:416.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您的项正文，文字是思想的提炼，请尽量言简意赅的阐述观点。单击此处输入您的项正文，文字是思想的提炼，请尽量言简意赅的阐述观点。单击此处输入您的项正文，文字是思想的提炼"/>
  <p:tag name="KSO_WM_UNIT_TEXT_FILL_FORE_SCHEMECOLOR_INDEX" val="1"/>
  <p:tag name="KSO_WM_UNIT_TEXT_FILL_TYPE" val="1"/>
  <p:tag name="KSO_WM_UNIT_USESOURCEFORMAT_APPLY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3564_1*l_h_f*1_2_1"/>
  <p:tag name="KSO_WM_TEMPLATE_CATEGORY" val="diagram"/>
  <p:tag name="KSO_WM_TEMPLATE_INDEX" val="20233564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VIRTUALLY_FRAME" val="{&quot;height&quot;:371.59133858267717,&quot;left&quot;:65.05,&quot;top&quot;:134.45433070866142,&quot;width&quot;:416.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您的项正文，文字是思想的提炼，请尽量言简意赅的阐述观点。单击此处输入您的项正文，文字是思想的提炼，请尽量言简意赅的阐述观点。单击此处输入您的项正文，文字是思想的提炼"/>
  <p:tag name="KSO_WM_UNIT_TEXT_FILL_FORE_SCHEMECOLOR_INDEX" val="1"/>
  <p:tag name="KSO_WM_UNIT_TEXT_FILL_TYPE" val="1"/>
  <p:tag name="KSO_WM_UNIT_USESOURCEFORMAT_APPLY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3564_1*l_h_f*1_3_1"/>
  <p:tag name="KSO_WM_TEMPLATE_CATEGORY" val="diagram"/>
  <p:tag name="KSO_WM_TEMPLATE_INDEX" val="20233564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VIRTUALLY_FRAME" val="{&quot;height&quot;:371.59133858267717,&quot;left&quot;:65.05,&quot;top&quot;:134.45433070866142,&quot;width&quot;:416.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您的项正文，文字是思想的提炼，请尽量言简意赅的阐述观点。单击此处输入您的项正文，文字是思想的提炼，请尽量言简意赅的阐述观点。单击此处输入您的项正文，文字是思想的提炼"/>
  <p:tag name="KSO_WM_UNIT_TEXT_FILL_FORE_SCHEMECOLOR_INDEX" val="1"/>
  <p:tag name="KSO_WM_UNIT_TEXT_FILL_TYPE" val="1"/>
  <p:tag name="KSO_WM_UNIT_USESOURCEFORMAT_APPLY" val="1"/>
</p:tagLst>
</file>

<file path=ppt/theme/theme1.xml><?xml version="1.0" encoding="utf-8"?>
<a:theme xmlns:a="http://schemas.openxmlformats.org/drawingml/2006/main" name="自定义">
  <a:themeElements>
    <a:clrScheme name="Custom 7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FB09D"/>
      </a:accent1>
      <a:accent2>
        <a:srgbClr val="FFD7C7"/>
      </a:accent2>
      <a:accent3>
        <a:srgbClr val="FFE9E0"/>
      </a:accent3>
      <a:accent4>
        <a:srgbClr val="55736D"/>
      </a:accent4>
      <a:accent5>
        <a:srgbClr val="88A88E"/>
      </a:accent5>
      <a:accent6>
        <a:srgbClr val="E6FFFB"/>
      </a:accent6>
      <a:hlink>
        <a:srgbClr val="0563C1"/>
      </a:hlink>
      <a:folHlink>
        <a:srgbClr val="954F72"/>
      </a:folHlink>
    </a:clrScheme>
    <a:fontScheme name="Custom 116">
      <a:majorFont>
        <a:latin typeface="Microsoft YaHei UI"/>
        <a:ea typeface=""/>
        <a:cs typeface="Microsoft YaHei UI"/>
      </a:majorFont>
      <a:minorFont>
        <a:latin typeface="Microsoft YaHei UI Light"/>
        <a:ea typeface=""/>
        <a:cs typeface="Microsoft YaHei UI Light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3135285_TF66722518_Win32.potx" id="{59AAD4CA-E788-44F6-96A2-EE58A0CAEBB5}" vid="{FEA311AF-01ED-4F82-963D-F669BB4E7EC4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2E4FA29-61E2-42A6-9537-732ED628B68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37CDA33-9251-49D0-A51A-7888AA3E063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3F796806-D3A7-49C6-9335-B8A0B9307F8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为什么能成为‘’独角兽‘’突破瓶颈</Template>
  <TotalTime>46</TotalTime>
  <Words>1235</Words>
  <Application>Microsoft Office PowerPoint</Application>
  <PresentationFormat>宽屏</PresentationFormat>
  <Paragraphs>82</Paragraphs>
  <Slides>14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+中文正文</vt:lpstr>
      <vt:lpstr>Microsoft YaHei UI</vt:lpstr>
      <vt:lpstr>Microsoft YaHei UI Light</vt:lpstr>
      <vt:lpstr>等线</vt:lpstr>
      <vt:lpstr>宋体</vt:lpstr>
      <vt:lpstr>Arial</vt:lpstr>
      <vt:lpstr>Calibri</vt:lpstr>
      <vt:lpstr>自定义</vt:lpstr>
      <vt:lpstr>案例概述                                    破局“卡脖子”困境的小小独角兽：砺芯慧感突破性创新之路 </vt:lpstr>
      <vt:lpstr>案例概述                        破局“卡脖子”困境的小小独角兽：砺芯慧感突破性创新之路</vt:lpstr>
      <vt:lpstr>为什么能成为‘’独角兽‘’突破瓶颈？</vt:lpstr>
      <vt:lpstr>一.创新驱动把握机遇                         ——科技创新引领发展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反思与启发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QY Z</dc:creator>
  <cp:lastModifiedBy>QY Z</cp:lastModifiedBy>
  <cp:revision>3</cp:revision>
  <dcterms:created xsi:type="dcterms:W3CDTF">2024-06-15T12:46:47Z</dcterms:created>
  <dcterms:modified xsi:type="dcterms:W3CDTF">2024-06-17T03:21:11Z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