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09" r:id="rId2"/>
    <p:sldId id="445" r:id="rId3"/>
    <p:sldId id="414" r:id="rId4"/>
    <p:sldId id="415" r:id="rId5"/>
    <p:sldId id="416" r:id="rId6"/>
    <p:sldId id="422" r:id="rId7"/>
    <p:sldId id="424" r:id="rId8"/>
    <p:sldId id="419" r:id="rId9"/>
    <p:sldId id="425" r:id="rId10"/>
    <p:sldId id="428" r:id="rId11"/>
    <p:sldId id="429" r:id="rId12"/>
    <p:sldId id="431" r:id="rId13"/>
    <p:sldId id="435" r:id="rId14"/>
    <p:sldId id="438" r:id="rId15"/>
    <p:sldId id="439" r:id="rId16"/>
    <p:sldId id="440" r:id="rId17"/>
    <p:sldId id="443" r:id="rId18"/>
    <p:sldId id="441" r:id="rId19"/>
    <p:sldId id="442" r:id="rId20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E4BA"/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11" autoAdjust="0"/>
    <p:restoredTop sz="96711" autoAdjust="0"/>
  </p:normalViewPr>
  <p:slideViewPr>
    <p:cSldViewPr>
      <p:cViewPr varScale="1">
        <p:scale>
          <a:sx n="95" d="100"/>
          <a:sy n="95" d="100"/>
        </p:scale>
        <p:origin x="990" y="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4.w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9.bin"/><Relationship Id="rId5" Type="http://schemas.openxmlformats.org/officeDocument/2006/relationships/image" Target="../media/image5.wmf"/><Relationship Id="rId10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11" Type="http://schemas.openxmlformats.org/officeDocument/2006/relationships/oleObject" Target="../embeddings/oleObject15.bin"/><Relationship Id="rId5" Type="http://schemas.openxmlformats.org/officeDocument/2006/relationships/image" Target="../media/image5.wmf"/><Relationship Id="rId10" Type="http://schemas.openxmlformats.org/officeDocument/2006/relationships/image" Target="../media/image10.wmf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4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17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18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5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33.bin"/><Relationship Id="rId2" Type="http://schemas.openxmlformats.org/officeDocument/2006/relationships/image" Target="../media/image12.png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34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一次翻转现象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5"/>
          <p:cNvSpPr>
            <a:spLocks noChangeArrowheads="1"/>
          </p:cNvSpPr>
          <p:nvPr/>
        </p:nvSpPr>
        <p:spPr bwMode="auto">
          <a:xfrm>
            <a:off x="1539875" y="1425179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3734594" y="2429272"/>
            <a:ext cx="400050" cy="687388"/>
            <a:chOff x="792" y="2183"/>
            <a:chExt cx="336" cy="433"/>
          </a:xfrm>
        </p:grpSpPr>
        <p:sp>
          <p:nvSpPr>
            <p:cNvPr id="118906" name="AutoShape 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7" name="Oval 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790" name="Line 9"/>
          <p:cNvSpPr>
            <a:spLocks noChangeShapeType="1"/>
          </p:cNvSpPr>
          <p:nvPr/>
        </p:nvSpPr>
        <p:spPr bwMode="auto">
          <a:xfrm rot="5400000" flipV="1">
            <a:off x="4432300" y="17466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1" name="Line 10"/>
          <p:cNvSpPr>
            <a:spLocks noChangeShapeType="1"/>
          </p:cNvSpPr>
          <p:nvPr/>
        </p:nvSpPr>
        <p:spPr bwMode="auto">
          <a:xfrm rot="5400000">
            <a:off x="4318000" y="20895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2" name="Line 11"/>
          <p:cNvSpPr>
            <a:spLocks noChangeShapeType="1"/>
          </p:cNvSpPr>
          <p:nvPr/>
        </p:nvSpPr>
        <p:spPr bwMode="auto">
          <a:xfrm rot="5400000">
            <a:off x="4318000" y="26610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3" name="Line 12"/>
          <p:cNvSpPr>
            <a:spLocks noChangeShapeType="1"/>
          </p:cNvSpPr>
          <p:nvPr/>
        </p:nvSpPr>
        <p:spPr bwMode="auto">
          <a:xfrm rot="5400000">
            <a:off x="4470400" y="25848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4" name="Line 13"/>
          <p:cNvSpPr>
            <a:spLocks noChangeShapeType="1"/>
          </p:cNvSpPr>
          <p:nvPr/>
        </p:nvSpPr>
        <p:spPr bwMode="auto">
          <a:xfrm rot="5400000" flipH="1">
            <a:off x="36893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5" name="Line 14"/>
          <p:cNvSpPr>
            <a:spLocks noChangeShapeType="1"/>
          </p:cNvSpPr>
          <p:nvPr/>
        </p:nvSpPr>
        <p:spPr bwMode="auto">
          <a:xfrm rot="5400000">
            <a:off x="36893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6" name="Line 15"/>
          <p:cNvSpPr>
            <a:spLocks noChangeShapeType="1"/>
          </p:cNvSpPr>
          <p:nvPr/>
        </p:nvSpPr>
        <p:spPr bwMode="auto">
          <a:xfrm rot="5400000">
            <a:off x="3232150" y="26038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7" name="Line 16"/>
          <p:cNvSpPr>
            <a:spLocks noChangeShapeType="1"/>
          </p:cNvSpPr>
          <p:nvPr/>
        </p:nvSpPr>
        <p:spPr bwMode="auto">
          <a:xfrm rot="5400000" flipV="1">
            <a:off x="3441700" y="25086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8" name="Line 17"/>
          <p:cNvSpPr>
            <a:spLocks noChangeShapeType="1"/>
          </p:cNvSpPr>
          <p:nvPr/>
        </p:nvSpPr>
        <p:spPr bwMode="auto">
          <a:xfrm rot="5400000" flipH="1">
            <a:off x="3232150" y="21466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9" name="Line 18"/>
          <p:cNvSpPr>
            <a:spLocks noChangeShapeType="1"/>
          </p:cNvSpPr>
          <p:nvPr/>
        </p:nvSpPr>
        <p:spPr bwMode="auto">
          <a:xfrm rot="5400000" flipV="1">
            <a:off x="3441700" y="19371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0" name="Line 19"/>
          <p:cNvSpPr>
            <a:spLocks noChangeShapeType="1"/>
          </p:cNvSpPr>
          <p:nvPr/>
        </p:nvSpPr>
        <p:spPr bwMode="auto">
          <a:xfrm rot="5400000">
            <a:off x="3365500" y="16323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1" name="Line 20"/>
          <p:cNvSpPr>
            <a:spLocks noChangeShapeType="1"/>
          </p:cNvSpPr>
          <p:nvPr/>
        </p:nvSpPr>
        <p:spPr bwMode="auto">
          <a:xfrm rot="5400000">
            <a:off x="3365500" y="26610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5400000">
            <a:off x="3698082" y="1631554"/>
            <a:ext cx="400050" cy="687387"/>
            <a:chOff x="792" y="2183"/>
            <a:chExt cx="336" cy="433"/>
          </a:xfrm>
        </p:grpSpPr>
        <p:sp>
          <p:nvSpPr>
            <p:cNvPr id="118904" name="AutoShape 2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5" name="Oval 2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03" name="Text Box 24"/>
          <p:cNvSpPr txBox="1">
            <a:spLocks noChangeArrowheads="1"/>
          </p:cNvSpPr>
          <p:nvPr/>
        </p:nvSpPr>
        <p:spPr bwMode="auto">
          <a:xfrm rot="5400000">
            <a:off x="4299893" y="25960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04" name="Text Box 25"/>
          <p:cNvSpPr txBox="1">
            <a:spLocks noChangeArrowheads="1"/>
          </p:cNvSpPr>
          <p:nvPr/>
        </p:nvSpPr>
        <p:spPr bwMode="auto">
          <a:xfrm rot="5400000">
            <a:off x="4299893" y="18030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5400000">
            <a:off x="2667794" y="1513681"/>
            <a:ext cx="400050" cy="687388"/>
            <a:chOff x="792" y="2183"/>
            <a:chExt cx="336" cy="433"/>
          </a:xfrm>
        </p:grpSpPr>
        <p:sp>
          <p:nvSpPr>
            <p:cNvPr id="118902" name="AutoShape 2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3" name="Oval 2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 rot="5400000">
            <a:off x="2667794" y="2547144"/>
            <a:ext cx="400050" cy="687388"/>
            <a:chOff x="792" y="2183"/>
            <a:chExt cx="336" cy="433"/>
          </a:xfrm>
        </p:grpSpPr>
        <p:sp>
          <p:nvSpPr>
            <p:cNvPr id="118900" name="AutoShape 3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1" name="Oval 3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07" name="Line 32"/>
          <p:cNvSpPr>
            <a:spLocks noChangeShapeType="1"/>
          </p:cNvSpPr>
          <p:nvPr/>
        </p:nvSpPr>
        <p:spPr bwMode="auto">
          <a:xfrm rot="5400000">
            <a:off x="2413000" y="26610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8" name="Line 33"/>
          <p:cNvSpPr>
            <a:spLocks noChangeShapeType="1"/>
          </p:cNvSpPr>
          <p:nvPr/>
        </p:nvSpPr>
        <p:spPr bwMode="auto">
          <a:xfrm rot="5400000">
            <a:off x="2260600" y="159424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9" name="Line 34"/>
          <p:cNvSpPr>
            <a:spLocks noChangeShapeType="1"/>
          </p:cNvSpPr>
          <p:nvPr/>
        </p:nvSpPr>
        <p:spPr bwMode="auto">
          <a:xfrm rot="5400000">
            <a:off x="2222500" y="2584847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0" name="Text Box 35"/>
          <p:cNvSpPr txBox="1">
            <a:spLocks noChangeArrowheads="1"/>
          </p:cNvSpPr>
          <p:nvPr/>
        </p:nvSpPr>
        <p:spPr bwMode="auto">
          <a:xfrm rot="5400000">
            <a:off x="2166293" y="22531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11" name="Text Box 36"/>
          <p:cNvSpPr txBox="1">
            <a:spLocks noChangeArrowheads="1"/>
          </p:cNvSpPr>
          <p:nvPr/>
        </p:nvSpPr>
        <p:spPr bwMode="auto">
          <a:xfrm rot="5400000">
            <a:off x="7620942" y="264247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12" name="Line 37"/>
          <p:cNvSpPr>
            <a:spLocks noChangeShapeType="1"/>
          </p:cNvSpPr>
          <p:nvPr/>
        </p:nvSpPr>
        <p:spPr bwMode="auto">
          <a:xfrm rot="5400000" flipH="1">
            <a:off x="7079853" y="2181226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3" name="Line 38"/>
          <p:cNvSpPr>
            <a:spLocks noChangeShapeType="1"/>
          </p:cNvSpPr>
          <p:nvPr/>
        </p:nvSpPr>
        <p:spPr bwMode="auto">
          <a:xfrm rot="5400000">
            <a:off x="5024438" y="-1207690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4" name="Line 39"/>
          <p:cNvSpPr>
            <a:spLocks noChangeShapeType="1"/>
          </p:cNvSpPr>
          <p:nvPr/>
        </p:nvSpPr>
        <p:spPr bwMode="auto">
          <a:xfrm rot="5400000">
            <a:off x="2184400" y="16323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5" name="Line 40"/>
          <p:cNvSpPr>
            <a:spLocks noChangeShapeType="1"/>
          </p:cNvSpPr>
          <p:nvPr/>
        </p:nvSpPr>
        <p:spPr bwMode="auto">
          <a:xfrm rot="5400000" flipV="1">
            <a:off x="2413000" y="16323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6" name="Line 41"/>
          <p:cNvSpPr>
            <a:spLocks noChangeShapeType="1"/>
          </p:cNvSpPr>
          <p:nvPr/>
        </p:nvSpPr>
        <p:spPr bwMode="auto">
          <a:xfrm rot="5400000">
            <a:off x="7429699" y="2639021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7" name="Line 42"/>
          <p:cNvSpPr>
            <a:spLocks noChangeShapeType="1"/>
          </p:cNvSpPr>
          <p:nvPr/>
        </p:nvSpPr>
        <p:spPr bwMode="auto">
          <a:xfrm rot="5400000">
            <a:off x="5168107" y="372666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8" name="Line 43"/>
          <p:cNvSpPr>
            <a:spLocks noChangeShapeType="1"/>
          </p:cNvSpPr>
          <p:nvPr/>
        </p:nvSpPr>
        <p:spPr bwMode="auto">
          <a:xfrm rot="5400000">
            <a:off x="2177256" y="3125391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9" name="Line 44"/>
          <p:cNvSpPr>
            <a:spLocks noChangeShapeType="1"/>
          </p:cNvSpPr>
          <p:nvPr/>
        </p:nvSpPr>
        <p:spPr bwMode="auto">
          <a:xfrm rot="5400000">
            <a:off x="2413000" y="28896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0" name="Text Box 45"/>
          <p:cNvSpPr txBox="1">
            <a:spLocks noChangeArrowheads="1"/>
          </p:cNvSpPr>
          <p:nvPr/>
        </p:nvSpPr>
        <p:spPr bwMode="auto">
          <a:xfrm rot="5400000">
            <a:off x="7905106" y="18411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21" name="Text Box 46"/>
          <p:cNvSpPr txBox="1">
            <a:spLocks noChangeArrowheads="1"/>
          </p:cNvSpPr>
          <p:nvPr/>
        </p:nvSpPr>
        <p:spPr bwMode="auto">
          <a:xfrm>
            <a:off x="1557338" y="170735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118822" name="Text Box 47"/>
          <p:cNvSpPr txBox="1">
            <a:spLocks noChangeArrowheads="1"/>
          </p:cNvSpPr>
          <p:nvPr/>
        </p:nvSpPr>
        <p:spPr bwMode="auto">
          <a:xfrm>
            <a:off x="1484313" y="2733675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 rot="5400000">
            <a:off x="6766719" y="2479278"/>
            <a:ext cx="400050" cy="687388"/>
            <a:chOff x="792" y="2183"/>
            <a:chExt cx="336" cy="433"/>
          </a:xfrm>
        </p:grpSpPr>
        <p:sp>
          <p:nvSpPr>
            <p:cNvPr id="118898" name="AutoShape 4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9" name="Oval 5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24" name="Line 51"/>
          <p:cNvSpPr>
            <a:spLocks noChangeShapeType="1"/>
          </p:cNvSpPr>
          <p:nvPr/>
        </p:nvSpPr>
        <p:spPr bwMode="auto">
          <a:xfrm rot="5400000" flipV="1">
            <a:off x="7781132" y="1479947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5" name="Line 52"/>
          <p:cNvSpPr>
            <a:spLocks noChangeShapeType="1"/>
          </p:cNvSpPr>
          <p:nvPr/>
        </p:nvSpPr>
        <p:spPr bwMode="auto">
          <a:xfrm rot="5400000">
            <a:off x="7350125" y="21395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6" name="Line 53"/>
          <p:cNvSpPr>
            <a:spLocks noChangeShapeType="1"/>
          </p:cNvSpPr>
          <p:nvPr/>
        </p:nvSpPr>
        <p:spPr bwMode="auto">
          <a:xfrm rot="5400000">
            <a:off x="7350125" y="27110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7" name="Line 54"/>
          <p:cNvSpPr>
            <a:spLocks noChangeShapeType="1"/>
          </p:cNvSpPr>
          <p:nvPr/>
        </p:nvSpPr>
        <p:spPr bwMode="auto">
          <a:xfrm rot="5400000">
            <a:off x="7854950" y="2282429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8" name="Line 55"/>
          <p:cNvSpPr>
            <a:spLocks noChangeShapeType="1"/>
          </p:cNvSpPr>
          <p:nvPr/>
        </p:nvSpPr>
        <p:spPr bwMode="auto">
          <a:xfrm rot="5400000" flipH="1">
            <a:off x="67214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9" name="Line 56"/>
          <p:cNvSpPr>
            <a:spLocks noChangeShapeType="1"/>
          </p:cNvSpPr>
          <p:nvPr/>
        </p:nvSpPr>
        <p:spPr bwMode="auto">
          <a:xfrm rot="5400000">
            <a:off x="67214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0" name="Line 57"/>
          <p:cNvSpPr>
            <a:spLocks noChangeShapeType="1"/>
          </p:cNvSpPr>
          <p:nvPr/>
        </p:nvSpPr>
        <p:spPr bwMode="auto">
          <a:xfrm rot="5400000">
            <a:off x="6264275" y="26539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1" name="Line 58"/>
          <p:cNvSpPr>
            <a:spLocks noChangeShapeType="1"/>
          </p:cNvSpPr>
          <p:nvPr/>
        </p:nvSpPr>
        <p:spPr bwMode="auto">
          <a:xfrm rot="5400000" flipV="1">
            <a:off x="6473825" y="25586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2" name="Line 59"/>
          <p:cNvSpPr>
            <a:spLocks noChangeShapeType="1"/>
          </p:cNvSpPr>
          <p:nvPr/>
        </p:nvSpPr>
        <p:spPr bwMode="auto">
          <a:xfrm rot="5400000" flipH="1">
            <a:off x="6264275" y="21967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3" name="Line 60"/>
          <p:cNvSpPr>
            <a:spLocks noChangeShapeType="1"/>
          </p:cNvSpPr>
          <p:nvPr/>
        </p:nvSpPr>
        <p:spPr bwMode="auto">
          <a:xfrm rot="5400000" flipV="1">
            <a:off x="6473825" y="19871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4" name="Line 61"/>
          <p:cNvSpPr>
            <a:spLocks noChangeShapeType="1"/>
          </p:cNvSpPr>
          <p:nvPr/>
        </p:nvSpPr>
        <p:spPr bwMode="auto">
          <a:xfrm rot="5400000">
            <a:off x="6397625" y="16823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5" name="Line 62"/>
          <p:cNvSpPr>
            <a:spLocks noChangeShapeType="1"/>
          </p:cNvSpPr>
          <p:nvPr/>
        </p:nvSpPr>
        <p:spPr bwMode="auto">
          <a:xfrm rot="5400000">
            <a:off x="6397625" y="27110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 rot="5400000">
            <a:off x="6730207" y="1681560"/>
            <a:ext cx="400050" cy="687387"/>
            <a:chOff x="792" y="2183"/>
            <a:chExt cx="336" cy="433"/>
          </a:xfrm>
        </p:grpSpPr>
        <p:sp>
          <p:nvSpPr>
            <p:cNvPr id="118896" name="AutoShape 64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7" name="Oval 65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37" name="Text Box 66"/>
          <p:cNvSpPr txBox="1">
            <a:spLocks noChangeArrowheads="1"/>
          </p:cNvSpPr>
          <p:nvPr/>
        </p:nvSpPr>
        <p:spPr bwMode="auto">
          <a:xfrm rot="5400000">
            <a:off x="7365008" y="2644855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38" name="Text Box 67"/>
          <p:cNvSpPr txBox="1">
            <a:spLocks noChangeArrowheads="1"/>
          </p:cNvSpPr>
          <p:nvPr/>
        </p:nvSpPr>
        <p:spPr bwMode="auto">
          <a:xfrm rot="5400000">
            <a:off x="7332018" y="185308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 rot="5400000">
            <a:off x="5699919" y="1563687"/>
            <a:ext cx="400050" cy="687388"/>
            <a:chOff x="792" y="2183"/>
            <a:chExt cx="336" cy="433"/>
          </a:xfrm>
        </p:grpSpPr>
        <p:sp>
          <p:nvSpPr>
            <p:cNvPr id="118894" name="AutoShape 6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5" name="Oval 7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 rot="5400000">
            <a:off x="5699919" y="2597150"/>
            <a:ext cx="400050" cy="687388"/>
            <a:chOff x="792" y="2183"/>
            <a:chExt cx="336" cy="433"/>
          </a:xfrm>
        </p:grpSpPr>
        <p:sp>
          <p:nvSpPr>
            <p:cNvPr id="118892" name="AutoShape 7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3" name="Oval 7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41" name="Line 74"/>
          <p:cNvSpPr>
            <a:spLocks noChangeShapeType="1"/>
          </p:cNvSpPr>
          <p:nvPr/>
        </p:nvSpPr>
        <p:spPr bwMode="auto">
          <a:xfrm rot="5400000">
            <a:off x="5280025" y="149780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2" name="Text Box 75"/>
          <p:cNvSpPr txBox="1">
            <a:spLocks noChangeArrowheads="1"/>
          </p:cNvSpPr>
          <p:nvPr/>
        </p:nvSpPr>
        <p:spPr bwMode="auto">
          <a:xfrm rot="5400000">
            <a:off x="5198418" y="230314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43" name="Line 76"/>
          <p:cNvSpPr>
            <a:spLocks noChangeShapeType="1"/>
          </p:cNvSpPr>
          <p:nvPr/>
        </p:nvSpPr>
        <p:spPr bwMode="auto">
          <a:xfrm rot="5400000">
            <a:off x="5445125" y="2939654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4" name="Line 77"/>
          <p:cNvSpPr>
            <a:spLocks noChangeShapeType="1"/>
          </p:cNvSpPr>
          <p:nvPr/>
        </p:nvSpPr>
        <p:spPr bwMode="auto">
          <a:xfrm>
            <a:off x="5022850" y="1762125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5" name="Line 78"/>
          <p:cNvSpPr>
            <a:spLocks noChangeShapeType="1"/>
          </p:cNvSpPr>
          <p:nvPr/>
        </p:nvSpPr>
        <p:spPr bwMode="auto">
          <a:xfrm rot="5400000">
            <a:off x="4797425" y="1761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6" name="Line 79"/>
          <p:cNvSpPr>
            <a:spLocks noChangeShapeType="1"/>
          </p:cNvSpPr>
          <p:nvPr/>
        </p:nvSpPr>
        <p:spPr bwMode="auto">
          <a:xfrm>
            <a:off x="4652963" y="2777728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7" name="Line 80"/>
          <p:cNvSpPr>
            <a:spLocks noChangeShapeType="1"/>
          </p:cNvSpPr>
          <p:nvPr/>
        </p:nvSpPr>
        <p:spPr bwMode="auto">
          <a:xfrm rot="5400000">
            <a:off x="4995863" y="2714625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1"/>
          <p:cNvGrpSpPr>
            <a:grpSpLocks noChangeAspect="1"/>
          </p:cNvGrpSpPr>
          <p:nvPr/>
        </p:nvGrpSpPr>
        <p:grpSpPr bwMode="auto">
          <a:xfrm>
            <a:off x="4429125" y="1580974"/>
            <a:ext cx="617538" cy="383561"/>
            <a:chOff x="2362" y="2883"/>
            <a:chExt cx="846" cy="701"/>
          </a:xfrm>
        </p:grpSpPr>
        <p:sp>
          <p:nvSpPr>
            <p:cNvPr id="118889" name="AutoShape 82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0" name="Text Box 83"/>
            <p:cNvSpPr txBox="1">
              <a:spLocks noChangeArrowheads="1"/>
            </p:cNvSpPr>
            <p:nvPr/>
          </p:nvSpPr>
          <p:spPr bwMode="auto">
            <a:xfrm>
              <a:off x="2362" y="2883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主</a:t>
              </a:r>
              <a:endParaRPr lang="zh-CN" altLang="en-US" b="1" dirty="0"/>
            </a:p>
          </p:txBody>
        </p:sp>
        <p:sp>
          <p:nvSpPr>
            <p:cNvPr id="118891" name="Line 84"/>
            <p:cNvSpPr>
              <a:spLocks noChangeShapeType="1"/>
            </p:cNvSpPr>
            <p:nvPr/>
          </p:nvSpPr>
          <p:spPr bwMode="auto">
            <a:xfrm>
              <a:off x="2559" y="3005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49" name="AutoShape 85"/>
          <p:cNvSpPr>
            <a:spLocks noChangeAspect="1" noChangeArrowheads="1"/>
          </p:cNvSpPr>
          <p:nvPr/>
        </p:nvSpPr>
        <p:spPr bwMode="auto">
          <a:xfrm>
            <a:off x="46116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850" name="Text Box 86"/>
          <p:cNvSpPr txBox="1">
            <a:spLocks noChangeArrowheads="1"/>
          </p:cNvSpPr>
          <p:nvPr/>
        </p:nvSpPr>
        <p:spPr bwMode="auto">
          <a:xfrm>
            <a:off x="4611689" y="2647950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</a:rPr>
              <a:t>Q</a:t>
            </a:r>
            <a:r>
              <a:rPr lang="zh-CN" altLang="en-US" sz="2000" b="1" baseline="-25000" dirty="0">
                <a:solidFill>
                  <a:srgbClr val="000000"/>
                </a:solidFill>
              </a:rPr>
              <a:t>主</a:t>
            </a:r>
            <a:endParaRPr lang="zh-CN" altLang="en-US" b="1" dirty="0"/>
          </a:p>
        </p:txBody>
      </p:sp>
      <p:sp>
        <p:nvSpPr>
          <p:cNvPr id="118851" name="Text Box 87"/>
          <p:cNvSpPr txBox="1">
            <a:spLocks noChangeArrowheads="1"/>
          </p:cNvSpPr>
          <p:nvPr/>
        </p:nvSpPr>
        <p:spPr bwMode="auto">
          <a:xfrm rot="5400000">
            <a:off x="1148705" y="225433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52" name="Line 88"/>
          <p:cNvSpPr>
            <a:spLocks noChangeShapeType="1"/>
          </p:cNvSpPr>
          <p:nvPr/>
        </p:nvSpPr>
        <p:spPr bwMode="auto">
          <a:xfrm rot="5400000">
            <a:off x="2413000" y="18609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3" name="Line 89"/>
          <p:cNvSpPr>
            <a:spLocks noChangeShapeType="1"/>
          </p:cNvSpPr>
          <p:nvPr/>
        </p:nvSpPr>
        <p:spPr bwMode="auto">
          <a:xfrm rot="5400000">
            <a:off x="1898650" y="2375297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4" name="Line 90"/>
          <p:cNvSpPr>
            <a:spLocks noChangeShapeType="1"/>
          </p:cNvSpPr>
          <p:nvPr/>
        </p:nvSpPr>
        <p:spPr bwMode="auto">
          <a:xfrm rot="5400000">
            <a:off x="1604169" y="1737916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5" name="Line 91"/>
          <p:cNvSpPr>
            <a:spLocks noChangeShapeType="1"/>
          </p:cNvSpPr>
          <p:nvPr/>
        </p:nvSpPr>
        <p:spPr bwMode="auto">
          <a:xfrm rot="5400000">
            <a:off x="5445125" y="19109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6" name="Line 92"/>
          <p:cNvSpPr>
            <a:spLocks noChangeShapeType="1"/>
          </p:cNvSpPr>
          <p:nvPr/>
        </p:nvSpPr>
        <p:spPr bwMode="auto">
          <a:xfrm rot="5400000">
            <a:off x="5445125" y="27110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7" name="Line 93"/>
          <p:cNvSpPr>
            <a:spLocks noChangeShapeType="1"/>
          </p:cNvSpPr>
          <p:nvPr/>
        </p:nvSpPr>
        <p:spPr bwMode="auto">
          <a:xfrm rot="5400000">
            <a:off x="4930775" y="2425304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8" name="Line 94"/>
          <p:cNvSpPr>
            <a:spLocks noChangeShapeType="1"/>
          </p:cNvSpPr>
          <p:nvPr/>
        </p:nvSpPr>
        <p:spPr bwMode="auto">
          <a:xfrm rot="5400000">
            <a:off x="632619" y="3070622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9" name="Line 95"/>
          <p:cNvSpPr>
            <a:spLocks noChangeShapeType="1"/>
          </p:cNvSpPr>
          <p:nvPr/>
        </p:nvSpPr>
        <p:spPr bwMode="auto">
          <a:xfrm rot="5400000">
            <a:off x="5199063" y="2377679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0" name="Line 96"/>
          <p:cNvSpPr>
            <a:spLocks noChangeShapeType="1"/>
          </p:cNvSpPr>
          <p:nvPr/>
        </p:nvSpPr>
        <p:spPr bwMode="auto">
          <a:xfrm rot="5400000">
            <a:off x="4489054" y="3098007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1" name="Text Box 97"/>
          <p:cNvSpPr txBox="1">
            <a:spLocks noChangeArrowheads="1"/>
          </p:cNvSpPr>
          <p:nvPr/>
        </p:nvSpPr>
        <p:spPr bwMode="auto">
          <a:xfrm rot="5400000">
            <a:off x="1145531" y="350329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8"/>
          <p:cNvGrpSpPr>
            <a:grpSpLocks/>
          </p:cNvGrpSpPr>
          <p:nvPr/>
        </p:nvGrpSpPr>
        <p:grpSpPr bwMode="auto">
          <a:xfrm rot="5730025">
            <a:off x="3508375" y="3506391"/>
            <a:ext cx="171450" cy="381000"/>
            <a:chOff x="912" y="3552"/>
            <a:chExt cx="144" cy="240"/>
          </a:xfrm>
        </p:grpSpPr>
        <p:sp>
          <p:nvSpPr>
            <p:cNvPr id="118887" name="AutoShape 99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88" name="Oval 100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63" name="Line 101"/>
          <p:cNvSpPr>
            <a:spLocks noChangeShapeType="1"/>
          </p:cNvSpPr>
          <p:nvPr/>
        </p:nvSpPr>
        <p:spPr bwMode="auto">
          <a:xfrm rot="5400000">
            <a:off x="4448176" y="3047604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4" name="Line 102"/>
          <p:cNvSpPr>
            <a:spLocks noChangeShapeType="1"/>
          </p:cNvSpPr>
          <p:nvPr/>
        </p:nvSpPr>
        <p:spPr bwMode="auto">
          <a:xfrm rot="5400000">
            <a:off x="2336007" y="2622154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5" name="Text Box 103"/>
          <p:cNvSpPr txBox="1">
            <a:spLocks noChangeArrowheads="1"/>
          </p:cNvSpPr>
          <p:nvPr/>
        </p:nvSpPr>
        <p:spPr bwMode="auto">
          <a:xfrm>
            <a:off x="76200" y="22669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3025776" y="1496617"/>
            <a:ext cx="969963" cy="297656"/>
            <a:chOff x="2042" y="957"/>
            <a:chExt cx="611" cy="250"/>
          </a:xfrm>
        </p:grpSpPr>
        <p:sp>
          <p:nvSpPr>
            <p:cNvPr id="118884" name="AutoShape 105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5" name="Text Box 106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18886" name="Line 107"/>
            <p:cNvSpPr>
              <a:spLocks noChangeShapeType="1"/>
            </p:cNvSpPr>
            <p:nvPr/>
          </p:nvSpPr>
          <p:spPr bwMode="auto">
            <a:xfrm>
              <a:off x="2104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3097213" y="2900363"/>
            <a:ext cx="969962" cy="297656"/>
            <a:chOff x="2042" y="957"/>
            <a:chExt cx="611" cy="250"/>
          </a:xfrm>
        </p:grpSpPr>
        <p:sp>
          <p:nvSpPr>
            <p:cNvPr id="118881" name="AutoShape 109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2" name="Text Box 110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18883" name="Line 111"/>
            <p:cNvSpPr>
              <a:spLocks noChangeShapeType="1"/>
            </p:cNvSpPr>
            <p:nvPr/>
          </p:nvSpPr>
          <p:spPr bwMode="auto">
            <a:xfrm>
              <a:off x="2107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6046788" y="1512096"/>
            <a:ext cx="969962" cy="339328"/>
            <a:chOff x="2042" y="922"/>
            <a:chExt cx="611" cy="285"/>
          </a:xfrm>
        </p:grpSpPr>
        <p:sp>
          <p:nvSpPr>
            <p:cNvPr id="118878" name="AutoShape 113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9" name="Text Box 114"/>
            <p:cNvSpPr txBox="1">
              <a:spLocks noChangeArrowheads="1"/>
            </p:cNvSpPr>
            <p:nvPr/>
          </p:nvSpPr>
          <p:spPr bwMode="auto">
            <a:xfrm>
              <a:off x="2042" y="922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从</a:t>
              </a:r>
              <a:endParaRPr lang="zh-CN" altLang="en-US" b="1" dirty="0"/>
            </a:p>
          </p:txBody>
        </p:sp>
        <p:sp>
          <p:nvSpPr>
            <p:cNvPr id="118880" name="Line 115"/>
            <p:cNvSpPr>
              <a:spLocks noChangeShapeType="1"/>
            </p:cNvSpPr>
            <p:nvPr/>
          </p:nvSpPr>
          <p:spPr bwMode="auto">
            <a:xfrm>
              <a:off x="2121" y="970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6113463" y="2944417"/>
            <a:ext cx="969962" cy="297656"/>
            <a:chOff x="2042" y="957"/>
            <a:chExt cx="611" cy="250"/>
          </a:xfrm>
        </p:grpSpPr>
        <p:sp>
          <p:nvSpPr>
            <p:cNvPr id="118875" name="AutoShape 117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6" name="Text Box 118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18877" name="Line 119"/>
            <p:cNvSpPr>
              <a:spLocks noChangeShapeType="1"/>
            </p:cNvSpPr>
            <p:nvPr/>
          </p:nvSpPr>
          <p:spPr bwMode="auto">
            <a:xfrm>
              <a:off x="2127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0"/>
          <p:cNvGrpSpPr>
            <a:grpSpLocks/>
          </p:cNvGrpSpPr>
          <p:nvPr/>
        </p:nvGrpSpPr>
        <p:grpSpPr bwMode="auto">
          <a:xfrm>
            <a:off x="8431213" y="1838327"/>
            <a:ext cx="384174" cy="400050"/>
            <a:chOff x="672" y="1824"/>
            <a:chExt cx="242" cy="336"/>
          </a:xfrm>
        </p:grpSpPr>
        <p:sp>
          <p:nvSpPr>
            <p:cNvPr id="118873" name="Text Box 121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18874" name="Line 122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8871" name="Text Box 123"/>
          <p:cNvSpPr txBox="1">
            <a:spLocks noChangeArrowheads="1"/>
          </p:cNvSpPr>
          <p:nvPr/>
        </p:nvSpPr>
        <p:spPr bwMode="auto">
          <a:xfrm>
            <a:off x="8305800" y="2680098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Q=0</a:t>
            </a:r>
          </a:p>
        </p:txBody>
      </p:sp>
      <p:sp>
        <p:nvSpPr>
          <p:cNvPr id="118872" name="Text Box 124"/>
          <p:cNvSpPr txBox="1">
            <a:spLocks noChangeArrowheads="1"/>
          </p:cNvSpPr>
          <p:nvPr/>
        </p:nvSpPr>
        <p:spPr bwMode="auto">
          <a:xfrm>
            <a:off x="3448050" y="1472804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19400" y="401955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sp>
        <p:nvSpPr>
          <p:cNvPr id="127" name="Text Box 125"/>
          <p:cNvSpPr txBox="1">
            <a:spLocks noChangeArrowheads="1"/>
          </p:cNvSpPr>
          <p:nvPr/>
        </p:nvSpPr>
        <p:spPr bwMode="auto">
          <a:xfrm>
            <a:off x="4343400" y="2800350"/>
            <a:ext cx="1439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8" name="矩形 127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8" name="Rectangle 5"/>
          <p:cNvSpPr>
            <a:spLocks noChangeArrowheads="1"/>
          </p:cNvSpPr>
          <p:nvPr/>
        </p:nvSpPr>
        <p:spPr bwMode="auto">
          <a:xfrm>
            <a:off x="1539875" y="1425179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3734594" y="2429272"/>
            <a:ext cx="400050" cy="687388"/>
            <a:chOff x="792" y="2183"/>
            <a:chExt cx="336" cy="433"/>
          </a:xfrm>
        </p:grpSpPr>
        <p:sp>
          <p:nvSpPr>
            <p:cNvPr id="118906" name="AutoShape 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7" name="Oval 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790" name="Line 9"/>
          <p:cNvSpPr>
            <a:spLocks noChangeShapeType="1"/>
          </p:cNvSpPr>
          <p:nvPr/>
        </p:nvSpPr>
        <p:spPr bwMode="auto">
          <a:xfrm rot="5400000" flipV="1">
            <a:off x="4432300" y="17466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1" name="Line 10"/>
          <p:cNvSpPr>
            <a:spLocks noChangeShapeType="1"/>
          </p:cNvSpPr>
          <p:nvPr/>
        </p:nvSpPr>
        <p:spPr bwMode="auto">
          <a:xfrm rot="5400000">
            <a:off x="4318000" y="20895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2" name="Line 11"/>
          <p:cNvSpPr>
            <a:spLocks noChangeShapeType="1"/>
          </p:cNvSpPr>
          <p:nvPr/>
        </p:nvSpPr>
        <p:spPr bwMode="auto">
          <a:xfrm rot="5400000">
            <a:off x="4318000" y="26610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3" name="Line 12"/>
          <p:cNvSpPr>
            <a:spLocks noChangeShapeType="1"/>
          </p:cNvSpPr>
          <p:nvPr/>
        </p:nvSpPr>
        <p:spPr bwMode="auto">
          <a:xfrm rot="5400000">
            <a:off x="4470400" y="25848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4" name="Line 13"/>
          <p:cNvSpPr>
            <a:spLocks noChangeShapeType="1"/>
          </p:cNvSpPr>
          <p:nvPr/>
        </p:nvSpPr>
        <p:spPr bwMode="auto">
          <a:xfrm rot="5400000" flipH="1">
            <a:off x="36893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5" name="Line 14"/>
          <p:cNvSpPr>
            <a:spLocks noChangeShapeType="1"/>
          </p:cNvSpPr>
          <p:nvPr/>
        </p:nvSpPr>
        <p:spPr bwMode="auto">
          <a:xfrm rot="5400000">
            <a:off x="36893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6" name="Line 15"/>
          <p:cNvSpPr>
            <a:spLocks noChangeShapeType="1"/>
          </p:cNvSpPr>
          <p:nvPr/>
        </p:nvSpPr>
        <p:spPr bwMode="auto">
          <a:xfrm rot="5400000">
            <a:off x="3232150" y="26038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7" name="Line 16"/>
          <p:cNvSpPr>
            <a:spLocks noChangeShapeType="1"/>
          </p:cNvSpPr>
          <p:nvPr/>
        </p:nvSpPr>
        <p:spPr bwMode="auto">
          <a:xfrm rot="5400000" flipV="1">
            <a:off x="3441700" y="25086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8" name="Line 17"/>
          <p:cNvSpPr>
            <a:spLocks noChangeShapeType="1"/>
          </p:cNvSpPr>
          <p:nvPr/>
        </p:nvSpPr>
        <p:spPr bwMode="auto">
          <a:xfrm rot="5400000" flipH="1">
            <a:off x="3232150" y="21466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799" name="Line 18"/>
          <p:cNvSpPr>
            <a:spLocks noChangeShapeType="1"/>
          </p:cNvSpPr>
          <p:nvPr/>
        </p:nvSpPr>
        <p:spPr bwMode="auto">
          <a:xfrm rot="5400000" flipV="1">
            <a:off x="3441700" y="19371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0" name="Line 19"/>
          <p:cNvSpPr>
            <a:spLocks noChangeShapeType="1"/>
          </p:cNvSpPr>
          <p:nvPr/>
        </p:nvSpPr>
        <p:spPr bwMode="auto">
          <a:xfrm rot="5400000">
            <a:off x="3365500" y="16323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1" name="Line 20"/>
          <p:cNvSpPr>
            <a:spLocks noChangeShapeType="1"/>
          </p:cNvSpPr>
          <p:nvPr/>
        </p:nvSpPr>
        <p:spPr bwMode="auto">
          <a:xfrm rot="5400000">
            <a:off x="3365500" y="26610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5400000">
            <a:off x="3698082" y="1631554"/>
            <a:ext cx="400050" cy="687387"/>
            <a:chOff x="792" y="2183"/>
            <a:chExt cx="336" cy="433"/>
          </a:xfrm>
        </p:grpSpPr>
        <p:sp>
          <p:nvSpPr>
            <p:cNvPr id="118904" name="AutoShape 2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5" name="Oval 2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03" name="Text Box 24"/>
          <p:cNvSpPr txBox="1">
            <a:spLocks noChangeArrowheads="1"/>
          </p:cNvSpPr>
          <p:nvPr/>
        </p:nvSpPr>
        <p:spPr bwMode="auto">
          <a:xfrm rot="5400000">
            <a:off x="4299893" y="25960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04" name="Text Box 25"/>
          <p:cNvSpPr txBox="1">
            <a:spLocks noChangeArrowheads="1"/>
          </p:cNvSpPr>
          <p:nvPr/>
        </p:nvSpPr>
        <p:spPr bwMode="auto">
          <a:xfrm rot="5400000">
            <a:off x="4299893" y="18030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5400000">
            <a:off x="2667794" y="1513681"/>
            <a:ext cx="400050" cy="687388"/>
            <a:chOff x="792" y="2183"/>
            <a:chExt cx="336" cy="433"/>
          </a:xfrm>
        </p:grpSpPr>
        <p:sp>
          <p:nvSpPr>
            <p:cNvPr id="118902" name="AutoShape 2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3" name="Oval 2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 rot="5400000">
            <a:off x="2667794" y="2547144"/>
            <a:ext cx="400050" cy="687388"/>
            <a:chOff x="792" y="2183"/>
            <a:chExt cx="336" cy="433"/>
          </a:xfrm>
        </p:grpSpPr>
        <p:sp>
          <p:nvSpPr>
            <p:cNvPr id="118900" name="AutoShape 3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901" name="Oval 3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07" name="Line 32"/>
          <p:cNvSpPr>
            <a:spLocks noChangeShapeType="1"/>
          </p:cNvSpPr>
          <p:nvPr/>
        </p:nvSpPr>
        <p:spPr bwMode="auto">
          <a:xfrm rot="5400000">
            <a:off x="2413000" y="26610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8" name="Line 33"/>
          <p:cNvSpPr>
            <a:spLocks noChangeShapeType="1"/>
          </p:cNvSpPr>
          <p:nvPr/>
        </p:nvSpPr>
        <p:spPr bwMode="auto">
          <a:xfrm rot="5400000">
            <a:off x="2260600" y="159424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09" name="Line 34"/>
          <p:cNvSpPr>
            <a:spLocks noChangeShapeType="1"/>
          </p:cNvSpPr>
          <p:nvPr/>
        </p:nvSpPr>
        <p:spPr bwMode="auto">
          <a:xfrm rot="5400000">
            <a:off x="2222500" y="2584847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0" name="Text Box 35"/>
          <p:cNvSpPr txBox="1">
            <a:spLocks noChangeArrowheads="1"/>
          </p:cNvSpPr>
          <p:nvPr/>
        </p:nvSpPr>
        <p:spPr bwMode="auto">
          <a:xfrm rot="5400000">
            <a:off x="2166293" y="22531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11" name="Text Box 36"/>
          <p:cNvSpPr txBox="1">
            <a:spLocks noChangeArrowheads="1"/>
          </p:cNvSpPr>
          <p:nvPr/>
        </p:nvSpPr>
        <p:spPr bwMode="auto">
          <a:xfrm rot="5400000">
            <a:off x="7620942" y="264247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12" name="Line 37"/>
          <p:cNvSpPr>
            <a:spLocks noChangeShapeType="1"/>
          </p:cNvSpPr>
          <p:nvPr/>
        </p:nvSpPr>
        <p:spPr bwMode="auto">
          <a:xfrm rot="5400000" flipH="1">
            <a:off x="7079853" y="2181226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3" name="Line 38"/>
          <p:cNvSpPr>
            <a:spLocks noChangeShapeType="1"/>
          </p:cNvSpPr>
          <p:nvPr/>
        </p:nvSpPr>
        <p:spPr bwMode="auto">
          <a:xfrm rot="5400000">
            <a:off x="5024438" y="-1207690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4" name="Line 39"/>
          <p:cNvSpPr>
            <a:spLocks noChangeShapeType="1"/>
          </p:cNvSpPr>
          <p:nvPr/>
        </p:nvSpPr>
        <p:spPr bwMode="auto">
          <a:xfrm rot="5400000">
            <a:off x="2184400" y="16323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5" name="Line 40"/>
          <p:cNvSpPr>
            <a:spLocks noChangeShapeType="1"/>
          </p:cNvSpPr>
          <p:nvPr/>
        </p:nvSpPr>
        <p:spPr bwMode="auto">
          <a:xfrm rot="5400000" flipV="1">
            <a:off x="2413000" y="16323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6" name="Line 41"/>
          <p:cNvSpPr>
            <a:spLocks noChangeShapeType="1"/>
          </p:cNvSpPr>
          <p:nvPr/>
        </p:nvSpPr>
        <p:spPr bwMode="auto">
          <a:xfrm rot="5400000">
            <a:off x="7429699" y="2639021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7" name="Line 42"/>
          <p:cNvSpPr>
            <a:spLocks noChangeShapeType="1"/>
          </p:cNvSpPr>
          <p:nvPr/>
        </p:nvSpPr>
        <p:spPr bwMode="auto">
          <a:xfrm rot="5400000">
            <a:off x="5168107" y="372666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8" name="Line 43"/>
          <p:cNvSpPr>
            <a:spLocks noChangeShapeType="1"/>
          </p:cNvSpPr>
          <p:nvPr/>
        </p:nvSpPr>
        <p:spPr bwMode="auto">
          <a:xfrm rot="5400000">
            <a:off x="2177256" y="3125391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19" name="Line 44"/>
          <p:cNvSpPr>
            <a:spLocks noChangeShapeType="1"/>
          </p:cNvSpPr>
          <p:nvPr/>
        </p:nvSpPr>
        <p:spPr bwMode="auto">
          <a:xfrm rot="5400000">
            <a:off x="2413000" y="28896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0" name="Text Box 45"/>
          <p:cNvSpPr txBox="1">
            <a:spLocks noChangeArrowheads="1"/>
          </p:cNvSpPr>
          <p:nvPr/>
        </p:nvSpPr>
        <p:spPr bwMode="auto">
          <a:xfrm rot="5400000">
            <a:off x="7905106" y="18411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21" name="Text Box 46"/>
          <p:cNvSpPr txBox="1">
            <a:spLocks noChangeArrowheads="1"/>
          </p:cNvSpPr>
          <p:nvPr/>
        </p:nvSpPr>
        <p:spPr bwMode="auto">
          <a:xfrm>
            <a:off x="1557338" y="170735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118822" name="Text Box 47"/>
          <p:cNvSpPr txBox="1">
            <a:spLocks noChangeArrowheads="1"/>
          </p:cNvSpPr>
          <p:nvPr/>
        </p:nvSpPr>
        <p:spPr bwMode="auto">
          <a:xfrm>
            <a:off x="1484313" y="2733675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 rot="5400000">
            <a:off x="6766719" y="2479278"/>
            <a:ext cx="400050" cy="687388"/>
            <a:chOff x="792" y="2183"/>
            <a:chExt cx="336" cy="433"/>
          </a:xfrm>
        </p:grpSpPr>
        <p:sp>
          <p:nvSpPr>
            <p:cNvPr id="118898" name="AutoShape 4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9" name="Oval 5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24" name="Line 51"/>
          <p:cNvSpPr>
            <a:spLocks noChangeShapeType="1"/>
          </p:cNvSpPr>
          <p:nvPr/>
        </p:nvSpPr>
        <p:spPr bwMode="auto">
          <a:xfrm rot="5400000" flipV="1">
            <a:off x="7781132" y="1479947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5" name="Line 52"/>
          <p:cNvSpPr>
            <a:spLocks noChangeShapeType="1"/>
          </p:cNvSpPr>
          <p:nvPr/>
        </p:nvSpPr>
        <p:spPr bwMode="auto">
          <a:xfrm rot="5400000">
            <a:off x="7350125" y="21395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6" name="Line 53"/>
          <p:cNvSpPr>
            <a:spLocks noChangeShapeType="1"/>
          </p:cNvSpPr>
          <p:nvPr/>
        </p:nvSpPr>
        <p:spPr bwMode="auto">
          <a:xfrm rot="5400000">
            <a:off x="7350125" y="27110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7" name="Line 54"/>
          <p:cNvSpPr>
            <a:spLocks noChangeShapeType="1"/>
          </p:cNvSpPr>
          <p:nvPr/>
        </p:nvSpPr>
        <p:spPr bwMode="auto">
          <a:xfrm rot="5400000">
            <a:off x="7854950" y="2282429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8" name="Line 55"/>
          <p:cNvSpPr>
            <a:spLocks noChangeShapeType="1"/>
          </p:cNvSpPr>
          <p:nvPr/>
        </p:nvSpPr>
        <p:spPr bwMode="auto">
          <a:xfrm rot="5400000" flipH="1">
            <a:off x="67214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29" name="Line 56"/>
          <p:cNvSpPr>
            <a:spLocks noChangeShapeType="1"/>
          </p:cNvSpPr>
          <p:nvPr/>
        </p:nvSpPr>
        <p:spPr bwMode="auto">
          <a:xfrm rot="5400000">
            <a:off x="67214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0" name="Line 57"/>
          <p:cNvSpPr>
            <a:spLocks noChangeShapeType="1"/>
          </p:cNvSpPr>
          <p:nvPr/>
        </p:nvSpPr>
        <p:spPr bwMode="auto">
          <a:xfrm rot="5400000">
            <a:off x="6264275" y="26539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1" name="Line 58"/>
          <p:cNvSpPr>
            <a:spLocks noChangeShapeType="1"/>
          </p:cNvSpPr>
          <p:nvPr/>
        </p:nvSpPr>
        <p:spPr bwMode="auto">
          <a:xfrm rot="5400000" flipV="1">
            <a:off x="6473825" y="25586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2" name="Line 59"/>
          <p:cNvSpPr>
            <a:spLocks noChangeShapeType="1"/>
          </p:cNvSpPr>
          <p:nvPr/>
        </p:nvSpPr>
        <p:spPr bwMode="auto">
          <a:xfrm rot="5400000" flipH="1">
            <a:off x="6264275" y="21967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3" name="Line 60"/>
          <p:cNvSpPr>
            <a:spLocks noChangeShapeType="1"/>
          </p:cNvSpPr>
          <p:nvPr/>
        </p:nvSpPr>
        <p:spPr bwMode="auto">
          <a:xfrm rot="5400000" flipV="1">
            <a:off x="6473825" y="19871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4" name="Line 61"/>
          <p:cNvSpPr>
            <a:spLocks noChangeShapeType="1"/>
          </p:cNvSpPr>
          <p:nvPr/>
        </p:nvSpPr>
        <p:spPr bwMode="auto">
          <a:xfrm rot="5400000">
            <a:off x="6397625" y="16823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35" name="Line 62"/>
          <p:cNvSpPr>
            <a:spLocks noChangeShapeType="1"/>
          </p:cNvSpPr>
          <p:nvPr/>
        </p:nvSpPr>
        <p:spPr bwMode="auto">
          <a:xfrm rot="5400000">
            <a:off x="6397625" y="27110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 rot="5400000">
            <a:off x="6730207" y="1681560"/>
            <a:ext cx="400050" cy="687387"/>
            <a:chOff x="792" y="2183"/>
            <a:chExt cx="336" cy="433"/>
          </a:xfrm>
        </p:grpSpPr>
        <p:sp>
          <p:nvSpPr>
            <p:cNvPr id="118896" name="AutoShape 64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7" name="Oval 65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37" name="Text Box 66"/>
          <p:cNvSpPr txBox="1">
            <a:spLocks noChangeArrowheads="1"/>
          </p:cNvSpPr>
          <p:nvPr/>
        </p:nvSpPr>
        <p:spPr bwMode="auto">
          <a:xfrm rot="5400000">
            <a:off x="7365008" y="2644855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8838" name="Text Box 67"/>
          <p:cNvSpPr txBox="1">
            <a:spLocks noChangeArrowheads="1"/>
          </p:cNvSpPr>
          <p:nvPr/>
        </p:nvSpPr>
        <p:spPr bwMode="auto">
          <a:xfrm rot="5400000">
            <a:off x="7332018" y="185308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 rot="5400000">
            <a:off x="5699919" y="1563687"/>
            <a:ext cx="400050" cy="687388"/>
            <a:chOff x="792" y="2183"/>
            <a:chExt cx="336" cy="433"/>
          </a:xfrm>
        </p:grpSpPr>
        <p:sp>
          <p:nvSpPr>
            <p:cNvPr id="118894" name="AutoShape 6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5" name="Oval 7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 rot="5400000">
            <a:off x="5699919" y="2597150"/>
            <a:ext cx="400050" cy="687388"/>
            <a:chOff x="792" y="2183"/>
            <a:chExt cx="336" cy="433"/>
          </a:xfrm>
        </p:grpSpPr>
        <p:sp>
          <p:nvSpPr>
            <p:cNvPr id="118892" name="AutoShape 7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93" name="Oval 7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41" name="Line 74"/>
          <p:cNvSpPr>
            <a:spLocks noChangeShapeType="1"/>
          </p:cNvSpPr>
          <p:nvPr/>
        </p:nvSpPr>
        <p:spPr bwMode="auto">
          <a:xfrm rot="5400000">
            <a:off x="5280025" y="149780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2" name="Text Box 75"/>
          <p:cNvSpPr txBox="1">
            <a:spLocks noChangeArrowheads="1"/>
          </p:cNvSpPr>
          <p:nvPr/>
        </p:nvSpPr>
        <p:spPr bwMode="auto">
          <a:xfrm rot="5400000">
            <a:off x="5198418" y="230314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43" name="Line 76"/>
          <p:cNvSpPr>
            <a:spLocks noChangeShapeType="1"/>
          </p:cNvSpPr>
          <p:nvPr/>
        </p:nvSpPr>
        <p:spPr bwMode="auto">
          <a:xfrm rot="5400000">
            <a:off x="5445125" y="2939654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4" name="Line 77"/>
          <p:cNvSpPr>
            <a:spLocks noChangeShapeType="1"/>
          </p:cNvSpPr>
          <p:nvPr/>
        </p:nvSpPr>
        <p:spPr bwMode="auto">
          <a:xfrm>
            <a:off x="5022850" y="1762125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5" name="Line 78"/>
          <p:cNvSpPr>
            <a:spLocks noChangeShapeType="1"/>
          </p:cNvSpPr>
          <p:nvPr/>
        </p:nvSpPr>
        <p:spPr bwMode="auto">
          <a:xfrm rot="5400000">
            <a:off x="4797425" y="1761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6" name="Line 79"/>
          <p:cNvSpPr>
            <a:spLocks noChangeShapeType="1"/>
          </p:cNvSpPr>
          <p:nvPr/>
        </p:nvSpPr>
        <p:spPr bwMode="auto">
          <a:xfrm>
            <a:off x="4652963" y="2777728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47" name="Line 80"/>
          <p:cNvSpPr>
            <a:spLocks noChangeShapeType="1"/>
          </p:cNvSpPr>
          <p:nvPr/>
        </p:nvSpPr>
        <p:spPr bwMode="auto">
          <a:xfrm rot="5400000">
            <a:off x="4995863" y="2714625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1"/>
          <p:cNvGrpSpPr>
            <a:grpSpLocks noChangeAspect="1"/>
          </p:cNvGrpSpPr>
          <p:nvPr/>
        </p:nvGrpSpPr>
        <p:grpSpPr bwMode="auto">
          <a:xfrm>
            <a:off x="4429125" y="1580974"/>
            <a:ext cx="617538" cy="383561"/>
            <a:chOff x="2362" y="2883"/>
            <a:chExt cx="846" cy="701"/>
          </a:xfrm>
        </p:grpSpPr>
        <p:sp>
          <p:nvSpPr>
            <p:cNvPr id="118889" name="AutoShape 82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90" name="Text Box 83"/>
            <p:cNvSpPr txBox="1">
              <a:spLocks noChangeArrowheads="1"/>
            </p:cNvSpPr>
            <p:nvPr/>
          </p:nvSpPr>
          <p:spPr bwMode="auto">
            <a:xfrm>
              <a:off x="2362" y="2883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主</a:t>
              </a:r>
              <a:endParaRPr lang="zh-CN" altLang="en-US" b="1" dirty="0"/>
            </a:p>
          </p:txBody>
        </p:sp>
        <p:sp>
          <p:nvSpPr>
            <p:cNvPr id="118891" name="Line 84"/>
            <p:cNvSpPr>
              <a:spLocks noChangeShapeType="1"/>
            </p:cNvSpPr>
            <p:nvPr/>
          </p:nvSpPr>
          <p:spPr bwMode="auto">
            <a:xfrm>
              <a:off x="2559" y="3005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49" name="AutoShape 85"/>
          <p:cNvSpPr>
            <a:spLocks noChangeAspect="1" noChangeArrowheads="1"/>
          </p:cNvSpPr>
          <p:nvPr/>
        </p:nvSpPr>
        <p:spPr bwMode="auto">
          <a:xfrm>
            <a:off x="46116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850" name="Text Box 86"/>
          <p:cNvSpPr txBox="1">
            <a:spLocks noChangeArrowheads="1"/>
          </p:cNvSpPr>
          <p:nvPr/>
        </p:nvSpPr>
        <p:spPr bwMode="auto">
          <a:xfrm>
            <a:off x="4611689" y="2647950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</a:rPr>
              <a:t>Q</a:t>
            </a:r>
            <a:r>
              <a:rPr lang="zh-CN" altLang="en-US" sz="2000" b="1" baseline="-25000" dirty="0">
                <a:solidFill>
                  <a:srgbClr val="000000"/>
                </a:solidFill>
              </a:rPr>
              <a:t>主</a:t>
            </a:r>
            <a:endParaRPr lang="zh-CN" altLang="en-US" b="1" dirty="0"/>
          </a:p>
        </p:txBody>
      </p:sp>
      <p:sp>
        <p:nvSpPr>
          <p:cNvPr id="118851" name="Text Box 87"/>
          <p:cNvSpPr txBox="1">
            <a:spLocks noChangeArrowheads="1"/>
          </p:cNvSpPr>
          <p:nvPr/>
        </p:nvSpPr>
        <p:spPr bwMode="auto">
          <a:xfrm rot="5400000">
            <a:off x="1148705" y="225433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8852" name="Line 88"/>
          <p:cNvSpPr>
            <a:spLocks noChangeShapeType="1"/>
          </p:cNvSpPr>
          <p:nvPr/>
        </p:nvSpPr>
        <p:spPr bwMode="auto">
          <a:xfrm rot="5400000">
            <a:off x="2413000" y="18609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3" name="Line 89"/>
          <p:cNvSpPr>
            <a:spLocks noChangeShapeType="1"/>
          </p:cNvSpPr>
          <p:nvPr/>
        </p:nvSpPr>
        <p:spPr bwMode="auto">
          <a:xfrm rot="5400000">
            <a:off x="1898650" y="2375297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4" name="Line 90"/>
          <p:cNvSpPr>
            <a:spLocks noChangeShapeType="1"/>
          </p:cNvSpPr>
          <p:nvPr/>
        </p:nvSpPr>
        <p:spPr bwMode="auto">
          <a:xfrm rot="5400000">
            <a:off x="1604169" y="1737916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5" name="Line 91"/>
          <p:cNvSpPr>
            <a:spLocks noChangeShapeType="1"/>
          </p:cNvSpPr>
          <p:nvPr/>
        </p:nvSpPr>
        <p:spPr bwMode="auto">
          <a:xfrm rot="5400000">
            <a:off x="5445125" y="19109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6" name="Line 92"/>
          <p:cNvSpPr>
            <a:spLocks noChangeShapeType="1"/>
          </p:cNvSpPr>
          <p:nvPr/>
        </p:nvSpPr>
        <p:spPr bwMode="auto">
          <a:xfrm rot="5400000">
            <a:off x="5445125" y="27110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7" name="Line 93"/>
          <p:cNvSpPr>
            <a:spLocks noChangeShapeType="1"/>
          </p:cNvSpPr>
          <p:nvPr/>
        </p:nvSpPr>
        <p:spPr bwMode="auto">
          <a:xfrm rot="5400000">
            <a:off x="4930775" y="2425304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8" name="Line 94"/>
          <p:cNvSpPr>
            <a:spLocks noChangeShapeType="1"/>
          </p:cNvSpPr>
          <p:nvPr/>
        </p:nvSpPr>
        <p:spPr bwMode="auto">
          <a:xfrm rot="5400000">
            <a:off x="632619" y="3070622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59" name="Line 95"/>
          <p:cNvSpPr>
            <a:spLocks noChangeShapeType="1"/>
          </p:cNvSpPr>
          <p:nvPr/>
        </p:nvSpPr>
        <p:spPr bwMode="auto">
          <a:xfrm rot="5400000">
            <a:off x="5199063" y="2377679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0" name="Line 96"/>
          <p:cNvSpPr>
            <a:spLocks noChangeShapeType="1"/>
          </p:cNvSpPr>
          <p:nvPr/>
        </p:nvSpPr>
        <p:spPr bwMode="auto">
          <a:xfrm rot="5400000">
            <a:off x="4489054" y="3098007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1" name="Text Box 97"/>
          <p:cNvSpPr txBox="1">
            <a:spLocks noChangeArrowheads="1"/>
          </p:cNvSpPr>
          <p:nvPr/>
        </p:nvSpPr>
        <p:spPr bwMode="auto">
          <a:xfrm rot="5400000">
            <a:off x="1145531" y="350329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8"/>
          <p:cNvGrpSpPr>
            <a:grpSpLocks/>
          </p:cNvGrpSpPr>
          <p:nvPr/>
        </p:nvGrpSpPr>
        <p:grpSpPr bwMode="auto">
          <a:xfrm rot="5730025">
            <a:off x="3508375" y="3506391"/>
            <a:ext cx="171450" cy="381000"/>
            <a:chOff x="912" y="3552"/>
            <a:chExt cx="144" cy="240"/>
          </a:xfrm>
        </p:grpSpPr>
        <p:sp>
          <p:nvSpPr>
            <p:cNvPr id="118887" name="AutoShape 99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8888" name="Oval 100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8863" name="Line 101"/>
          <p:cNvSpPr>
            <a:spLocks noChangeShapeType="1"/>
          </p:cNvSpPr>
          <p:nvPr/>
        </p:nvSpPr>
        <p:spPr bwMode="auto">
          <a:xfrm rot="5400000">
            <a:off x="4448176" y="3047604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4" name="Line 102"/>
          <p:cNvSpPr>
            <a:spLocks noChangeShapeType="1"/>
          </p:cNvSpPr>
          <p:nvPr/>
        </p:nvSpPr>
        <p:spPr bwMode="auto">
          <a:xfrm rot="5400000">
            <a:off x="2336007" y="2622154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8865" name="Text Box 103"/>
          <p:cNvSpPr txBox="1">
            <a:spLocks noChangeArrowheads="1"/>
          </p:cNvSpPr>
          <p:nvPr/>
        </p:nvSpPr>
        <p:spPr bwMode="auto">
          <a:xfrm>
            <a:off x="76200" y="22669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3025776" y="1496617"/>
            <a:ext cx="969963" cy="297656"/>
            <a:chOff x="2042" y="957"/>
            <a:chExt cx="611" cy="250"/>
          </a:xfrm>
        </p:grpSpPr>
        <p:sp>
          <p:nvSpPr>
            <p:cNvPr id="118884" name="AutoShape 105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5" name="Text Box 106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主</a:t>
              </a:r>
              <a:endParaRPr lang="zh-CN" altLang="en-US" b="1" dirty="0"/>
            </a:p>
          </p:txBody>
        </p:sp>
        <p:sp>
          <p:nvSpPr>
            <p:cNvPr id="118886" name="Line 107"/>
            <p:cNvSpPr>
              <a:spLocks noChangeShapeType="1"/>
            </p:cNvSpPr>
            <p:nvPr/>
          </p:nvSpPr>
          <p:spPr bwMode="auto">
            <a:xfrm>
              <a:off x="2104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3097213" y="2900363"/>
            <a:ext cx="969962" cy="297656"/>
            <a:chOff x="2042" y="957"/>
            <a:chExt cx="611" cy="250"/>
          </a:xfrm>
        </p:grpSpPr>
        <p:sp>
          <p:nvSpPr>
            <p:cNvPr id="118881" name="AutoShape 109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82" name="Text Box 110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18883" name="Line 111"/>
            <p:cNvSpPr>
              <a:spLocks noChangeShapeType="1"/>
            </p:cNvSpPr>
            <p:nvPr/>
          </p:nvSpPr>
          <p:spPr bwMode="auto">
            <a:xfrm>
              <a:off x="2107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6046788" y="1512096"/>
            <a:ext cx="969962" cy="339328"/>
            <a:chOff x="2042" y="922"/>
            <a:chExt cx="611" cy="285"/>
          </a:xfrm>
        </p:grpSpPr>
        <p:sp>
          <p:nvSpPr>
            <p:cNvPr id="118878" name="AutoShape 113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9" name="Text Box 114"/>
            <p:cNvSpPr txBox="1">
              <a:spLocks noChangeArrowheads="1"/>
            </p:cNvSpPr>
            <p:nvPr/>
          </p:nvSpPr>
          <p:spPr bwMode="auto">
            <a:xfrm>
              <a:off x="2042" y="922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从</a:t>
              </a:r>
              <a:endParaRPr lang="zh-CN" altLang="en-US" b="1" dirty="0"/>
            </a:p>
          </p:txBody>
        </p:sp>
        <p:sp>
          <p:nvSpPr>
            <p:cNvPr id="118880" name="Line 115"/>
            <p:cNvSpPr>
              <a:spLocks noChangeShapeType="1"/>
            </p:cNvSpPr>
            <p:nvPr/>
          </p:nvSpPr>
          <p:spPr bwMode="auto">
            <a:xfrm>
              <a:off x="2121" y="970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6113463" y="2944417"/>
            <a:ext cx="969962" cy="297656"/>
            <a:chOff x="2042" y="957"/>
            <a:chExt cx="611" cy="250"/>
          </a:xfrm>
        </p:grpSpPr>
        <p:sp>
          <p:nvSpPr>
            <p:cNvPr id="118875" name="AutoShape 117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76" name="Text Box 118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18877" name="Line 119"/>
            <p:cNvSpPr>
              <a:spLocks noChangeShapeType="1"/>
            </p:cNvSpPr>
            <p:nvPr/>
          </p:nvSpPr>
          <p:spPr bwMode="auto">
            <a:xfrm>
              <a:off x="2127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0"/>
          <p:cNvGrpSpPr>
            <a:grpSpLocks/>
          </p:cNvGrpSpPr>
          <p:nvPr/>
        </p:nvGrpSpPr>
        <p:grpSpPr bwMode="auto">
          <a:xfrm>
            <a:off x="8431213" y="1838327"/>
            <a:ext cx="384174" cy="400050"/>
            <a:chOff x="672" y="1824"/>
            <a:chExt cx="242" cy="336"/>
          </a:xfrm>
        </p:grpSpPr>
        <p:sp>
          <p:nvSpPr>
            <p:cNvPr id="118873" name="Text Box 121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18874" name="Line 122"/>
            <p:cNvSpPr>
              <a:spLocks noChangeShapeType="1"/>
            </p:cNvSpPr>
            <p:nvPr/>
          </p:nvSpPr>
          <p:spPr bwMode="auto">
            <a:xfrm>
              <a:off x="737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8871" name="Text Box 123"/>
          <p:cNvSpPr txBox="1">
            <a:spLocks noChangeArrowheads="1"/>
          </p:cNvSpPr>
          <p:nvPr/>
        </p:nvSpPr>
        <p:spPr bwMode="auto">
          <a:xfrm>
            <a:off x="8305800" y="2680098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Q=0</a:t>
            </a:r>
          </a:p>
        </p:txBody>
      </p:sp>
      <p:sp>
        <p:nvSpPr>
          <p:cNvPr id="118872" name="Text Box 124"/>
          <p:cNvSpPr txBox="1">
            <a:spLocks noChangeArrowheads="1"/>
          </p:cNvSpPr>
          <p:nvPr/>
        </p:nvSpPr>
        <p:spPr bwMode="auto">
          <a:xfrm>
            <a:off x="3448050" y="1472804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819400" y="401955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sp>
        <p:nvSpPr>
          <p:cNvPr id="127" name="Text Box 125"/>
          <p:cNvSpPr txBox="1">
            <a:spLocks noChangeArrowheads="1"/>
          </p:cNvSpPr>
          <p:nvPr/>
        </p:nvSpPr>
        <p:spPr bwMode="auto">
          <a:xfrm>
            <a:off x="4343400" y="2800350"/>
            <a:ext cx="1439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8" name="矩形 127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2" name="Rectangle 4"/>
          <p:cNvSpPr>
            <a:spLocks noChangeArrowheads="1"/>
          </p:cNvSpPr>
          <p:nvPr/>
        </p:nvSpPr>
        <p:spPr bwMode="auto">
          <a:xfrm>
            <a:off x="1550490" y="1425179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 rot="5400000">
            <a:off x="3745209" y="2429272"/>
            <a:ext cx="400050" cy="687388"/>
            <a:chOff x="792" y="2183"/>
            <a:chExt cx="336" cy="433"/>
          </a:xfrm>
        </p:grpSpPr>
        <p:sp>
          <p:nvSpPr>
            <p:cNvPr id="119932" name="AutoShape 6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33" name="Oval 7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14" name="Line 8"/>
          <p:cNvSpPr>
            <a:spLocks noChangeShapeType="1"/>
          </p:cNvSpPr>
          <p:nvPr/>
        </p:nvSpPr>
        <p:spPr bwMode="auto">
          <a:xfrm rot="5400000" flipV="1">
            <a:off x="4442915" y="17466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15" name="Line 9"/>
          <p:cNvSpPr>
            <a:spLocks noChangeShapeType="1"/>
          </p:cNvSpPr>
          <p:nvPr/>
        </p:nvSpPr>
        <p:spPr bwMode="auto">
          <a:xfrm rot="5400000">
            <a:off x="4328615" y="20895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16" name="Line 10"/>
          <p:cNvSpPr>
            <a:spLocks noChangeShapeType="1"/>
          </p:cNvSpPr>
          <p:nvPr/>
        </p:nvSpPr>
        <p:spPr bwMode="auto">
          <a:xfrm rot="5400000">
            <a:off x="4328615" y="26610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17" name="Line 11"/>
          <p:cNvSpPr>
            <a:spLocks noChangeShapeType="1"/>
          </p:cNvSpPr>
          <p:nvPr/>
        </p:nvSpPr>
        <p:spPr bwMode="auto">
          <a:xfrm rot="5400000">
            <a:off x="4481015" y="25848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18" name="Line 12"/>
          <p:cNvSpPr>
            <a:spLocks noChangeShapeType="1"/>
          </p:cNvSpPr>
          <p:nvPr/>
        </p:nvSpPr>
        <p:spPr bwMode="auto">
          <a:xfrm rot="5400000" flipH="1">
            <a:off x="3699965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19" name="Line 13"/>
          <p:cNvSpPr>
            <a:spLocks noChangeShapeType="1"/>
          </p:cNvSpPr>
          <p:nvPr/>
        </p:nvSpPr>
        <p:spPr bwMode="auto">
          <a:xfrm rot="5400000">
            <a:off x="3699965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0" name="Line 14"/>
          <p:cNvSpPr>
            <a:spLocks noChangeShapeType="1"/>
          </p:cNvSpPr>
          <p:nvPr/>
        </p:nvSpPr>
        <p:spPr bwMode="auto">
          <a:xfrm rot="5400000">
            <a:off x="3242765" y="26038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1" name="Line 15"/>
          <p:cNvSpPr>
            <a:spLocks noChangeShapeType="1"/>
          </p:cNvSpPr>
          <p:nvPr/>
        </p:nvSpPr>
        <p:spPr bwMode="auto">
          <a:xfrm rot="5400000" flipV="1">
            <a:off x="3452315" y="25086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2" name="Line 16"/>
          <p:cNvSpPr>
            <a:spLocks noChangeShapeType="1"/>
          </p:cNvSpPr>
          <p:nvPr/>
        </p:nvSpPr>
        <p:spPr bwMode="auto">
          <a:xfrm rot="5400000" flipH="1">
            <a:off x="3242765" y="21466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3" name="Line 17"/>
          <p:cNvSpPr>
            <a:spLocks noChangeShapeType="1"/>
          </p:cNvSpPr>
          <p:nvPr/>
        </p:nvSpPr>
        <p:spPr bwMode="auto">
          <a:xfrm rot="5400000" flipV="1">
            <a:off x="3452315" y="19371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4" name="Line 18"/>
          <p:cNvSpPr>
            <a:spLocks noChangeShapeType="1"/>
          </p:cNvSpPr>
          <p:nvPr/>
        </p:nvSpPr>
        <p:spPr bwMode="auto">
          <a:xfrm rot="5400000">
            <a:off x="3376115" y="16323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25" name="Line 19"/>
          <p:cNvSpPr>
            <a:spLocks noChangeShapeType="1"/>
          </p:cNvSpPr>
          <p:nvPr/>
        </p:nvSpPr>
        <p:spPr bwMode="auto">
          <a:xfrm rot="5400000">
            <a:off x="3376115" y="26610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 rot="5400000">
            <a:off x="3708697" y="1631554"/>
            <a:ext cx="400050" cy="687387"/>
            <a:chOff x="792" y="2183"/>
            <a:chExt cx="336" cy="433"/>
          </a:xfrm>
        </p:grpSpPr>
        <p:sp>
          <p:nvSpPr>
            <p:cNvPr id="119930" name="AutoShape 21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31" name="Oval 22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27" name="Text Box 23"/>
          <p:cNvSpPr txBox="1">
            <a:spLocks noChangeArrowheads="1"/>
          </p:cNvSpPr>
          <p:nvPr/>
        </p:nvSpPr>
        <p:spPr bwMode="auto">
          <a:xfrm rot="5400000">
            <a:off x="4310508" y="25960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9828" name="Text Box 24"/>
          <p:cNvSpPr txBox="1">
            <a:spLocks noChangeArrowheads="1"/>
          </p:cNvSpPr>
          <p:nvPr/>
        </p:nvSpPr>
        <p:spPr bwMode="auto">
          <a:xfrm rot="5400000">
            <a:off x="4310508" y="18030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 rot="5400000">
            <a:off x="2678409" y="1513681"/>
            <a:ext cx="400050" cy="687388"/>
            <a:chOff x="792" y="2183"/>
            <a:chExt cx="336" cy="433"/>
          </a:xfrm>
        </p:grpSpPr>
        <p:sp>
          <p:nvSpPr>
            <p:cNvPr id="119928" name="AutoShape 26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29" name="Oval 27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 rot="5400000">
            <a:off x="2678409" y="2547144"/>
            <a:ext cx="400050" cy="687388"/>
            <a:chOff x="792" y="2183"/>
            <a:chExt cx="336" cy="433"/>
          </a:xfrm>
        </p:grpSpPr>
        <p:sp>
          <p:nvSpPr>
            <p:cNvPr id="119926" name="AutoShape 2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27" name="Oval 3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31" name="Line 31"/>
          <p:cNvSpPr>
            <a:spLocks noChangeShapeType="1"/>
          </p:cNvSpPr>
          <p:nvPr/>
        </p:nvSpPr>
        <p:spPr bwMode="auto">
          <a:xfrm rot="5400000">
            <a:off x="2423615" y="26610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2" name="Line 32"/>
          <p:cNvSpPr>
            <a:spLocks noChangeShapeType="1"/>
          </p:cNvSpPr>
          <p:nvPr/>
        </p:nvSpPr>
        <p:spPr bwMode="auto">
          <a:xfrm rot="5400000">
            <a:off x="2271215" y="159424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3" name="Line 33"/>
          <p:cNvSpPr>
            <a:spLocks noChangeShapeType="1"/>
          </p:cNvSpPr>
          <p:nvPr/>
        </p:nvSpPr>
        <p:spPr bwMode="auto">
          <a:xfrm rot="5400000">
            <a:off x="2233115" y="2584847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4" name="Text Box 34"/>
          <p:cNvSpPr txBox="1">
            <a:spLocks noChangeArrowheads="1"/>
          </p:cNvSpPr>
          <p:nvPr/>
        </p:nvSpPr>
        <p:spPr bwMode="auto">
          <a:xfrm rot="5400000">
            <a:off x="2176908" y="22531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9835" name="Text Box 35"/>
          <p:cNvSpPr txBox="1">
            <a:spLocks noChangeArrowheads="1"/>
          </p:cNvSpPr>
          <p:nvPr/>
        </p:nvSpPr>
        <p:spPr bwMode="auto">
          <a:xfrm rot="5400000">
            <a:off x="7631557" y="264247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9836" name="Line 36"/>
          <p:cNvSpPr>
            <a:spLocks noChangeShapeType="1"/>
          </p:cNvSpPr>
          <p:nvPr/>
        </p:nvSpPr>
        <p:spPr bwMode="auto">
          <a:xfrm rot="5400000" flipH="1">
            <a:off x="7090468" y="2181226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7" name="Line 37"/>
          <p:cNvSpPr>
            <a:spLocks noChangeShapeType="1"/>
          </p:cNvSpPr>
          <p:nvPr/>
        </p:nvSpPr>
        <p:spPr bwMode="auto">
          <a:xfrm rot="5400000">
            <a:off x="5035053" y="-1207690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8" name="Line 38"/>
          <p:cNvSpPr>
            <a:spLocks noChangeShapeType="1"/>
          </p:cNvSpPr>
          <p:nvPr/>
        </p:nvSpPr>
        <p:spPr bwMode="auto">
          <a:xfrm rot="5400000">
            <a:off x="2195015" y="16323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39" name="Line 39"/>
          <p:cNvSpPr>
            <a:spLocks noChangeShapeType="1"/>
          </p:cNvSpPr>
          <p:nvPr/>
        </p:nvSpPr>
        <p:spPr bwMode="auto">
          <a:xfrm rot="5400000" flipV="1">
            <a:off x="2423615" y="16323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0" name="Line 40"/>
          <p:cNvSpPr>
            <a:spLocks noChangeShapeType="1"/>
          </p:cNvSpPr>
          <p:nvPr/>
        </p:nvSpPr>
        <p:spPr bwMode="auto">
          <a:xfrm rot="5400000">
            <a:off x="7440314" y="2639021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1" name="Line 41"/>
          <p:cNvSpPr>
            <a:spLocks noChangeShapeType="1"/>
          </p:cNvSpPr>
          <p:nvPr/>
        </p:nvSpPr>
        <p:spPr bwMode="auto">
          <a:xfrm rot="5400000">
            <a:off x="5178722" y="372666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2" name="Line 42"/>
          <p:cNvSpPr>
            <a:spLocks noChangeShapeType="1"/>
          </p:cNvSpPr>
          <p:nvPr/>
        </p:nvSpPr>
        <p:spPr bwMode="auto">
          <a:xfrm rot="5400000">
            <a:off x="2187871" y="3125391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3" name="Line 43"/>
          <p:cNvSpPr>
            <a:spLocks noChangeShapeType="1"/>
          </p:cNvSpPr>
          <p:nvPr/>
        </p:nvSpPr>
        <p:spPr bwMode="auto">
          <a:xfrm rot="5400000">
            <a:off x="2423615" y="28896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4" name="Text Box 44"/>
          <p:cNvSpPr txBox="1">
            <a:spLocks noChangeArrowheads="1"/>
          </p:cNvSpPr>
          <p:nvPr/>
        </p:nvSpPr>
        <p:spPr bwMode="auto">
          <a:xfrm rot="5400000">
            <a:off x="7915721" y="18411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9845" name="Text Box 45"/>
          <p:cNvSpPr txBox="1">
            <a:spLocks noChangeArrowheads="1"/>
          </p:cNvSpPr>
          <p:nvPr/>
        </p:nvSpPr>
        <p:spPr bwMode="auto">
          <a:xfrm>
            <a:off x="1567953" y="170735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119846" name="Text Box 46"/>
          <p:cNvSpPr txBox="1">
            <a:spLocks noChangeArrowheads="1"/>
          </p:cNvSpPr>
          <p:nvPr/>
        </p:nvSpPr>
        <p:spPr bwMode="auto">
          <a:xfrm>
            <a:off x="1494928" y="2733675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7"/>
          <p:cNvGrpSpPr>
            <a:grpSpLocks/>
          </p:cNvGrpSpPr>
          <p:nvPr/>
        </p:nvGrpSpPr>
        <p:grpSpPr bwMode="auto">
          <a:xfrm rot="5400000">
            <a:off x="6777334" y="2479278"/>
            <a:ext cx="400050" cy="687388"/>
            <a:chOff x="792" y="2183"/>
            <a:chExt cx="336" cy="433"/>
          </a:xfrm>
        </p:grpSpPr>
        <p:sp>
          <p:nvSpPr>
            <p:cNvPr id="119924" name="AutoShape 48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25" name="Oval 49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48" name="Line 50"/>
          <p:cNvSpPr>
            <a:spLocks noChangeShapeType="1"/>
          </p:cNvSpPr>
          <p:nvPr/>
        </p:nvSpPr>
        <p:spPr bwMode="auto">
          <a:xfrm rot="5400000" flipV="1">
            <a:off x="7791747" y="1479947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49" name="Line 51"/>
          <p:cNvSpPr>
            <a:spLocks noChangeShapeType="1"/>
          </p:cNvSpPr>
          <p:nvPr/>
        </p:nvSpPr>
        <p:spPr bwMode="auto">
          <a:xfrm rot="5400000">
            <a:off x="7360740" y="21395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0" name="Line 52"/>
          <p:cNvSpPr>
            <a:spLocks noChangeShapeType="1"/>
          </p:cNvSpPr>
          <p:nvPr/>
        </p:nvSpPr>
        <p:spPr bwMode="auto">
          <a:xfrm rot="5400000">
            <a:off x="7360740" y="27110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1" name="Line 53"/>
          <p:cNvSpPr>
            <a:spLocks noChangeShapeType="1"/>
          </p:cNvSpPr>
          <p:nvPr/>
        </p:nvSpPr>
        <p:spPr bwMode="auto">
          <a:xfrm rot="5400000">
            <a:off x="7865565" y="2282429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2" name="Line 54"/>
          <p:cNvSpPr>
            <a:spLocks noChangeShapeType="1"/>
          </p:cNvSpPr>
          <p:nvPr/>
        </p:nvSpPr>
        <p:spPr bwMode="auto">
          <a:xfrm rot="5400000" flipH="1">
            <a:off x="6732090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3" name="Line 55"/>
          <p:cNvSpPr>
            <a:spLocks noChangeShapeType="1"/>
          </p:cNvSpPr>
          <p:nvPr/>
        </p:nvSpPr>
        <p:spPr bwMode="auto">
          <a:xfrm rot="5400000">
            <a:off x="6732090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4" name="Line 56"/>
          <p:cNvSpPr>
            <a:spLocks noChangeShapeType="1"/>
          </p:cNvSpPr>
          <p:nvPr/>
        </p:nvSpPr>
        <p:spPr bwMode="auto">
          <a:xfrm rot="5400000">
            <a:off x="6274890" y="26539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5" name="Line 57"/>
          <p:cNvSpPr>
            <a:spLocks noChangeShapeType="1"/>
          </p:cNvSpPr>
          <p:nvPr/>
        </p:nvSpPr>
        <p:spPr bwMode="auto">
          <a:xfrm rot="5400000" flipV="1">
            <a:off x="6484440" y="25586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6" name="Line 58"/>
          <p:cNvSpPr>
            <a:spLocks noChangeShapeType="1"/>
          </p:cNvSpPr>
          <p:nvPr/>
        </p:nvSpPr>
        <p:spPr bwMode="auto">
          <a:xfrm rot="5400000" flipH="1">
            <a:off x="6274890" y="21967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7" name="Line 59"/>
          <p:cNvSpPr>
            <a:spLocks noChangeShapeType="1"/>
          </p:cNvSpPr>
          <p:nvPr/>
        </p:nvSpPr>
        <p:spPr bwMode="auto">
          <a:xfrm rot="5400000" flipV="1">
            <a:off x="6484440" y="19871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8" name="Line 60"/>
          <p:cNvSpPr>
            <a:spLocks noChangeShapeType="1"/>
          </p:cNvSpPr>
          <p:nvPr/>
        </p:nvSpPr>
        <p:spPr bwMode="auto">
          <a:xfrm rot="5400000">
            <a:off x="6408240" y="16823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59" name="Line 61"/>
          <p:cNvSpPr>
            <a:spLocks noChangeShapeType="1"/>
          </p:cNvSpPr>
          <p:nvPr/>
        </p:nvSpPr>
        <p:spPr bwMode="auto">
          <a:xfrm rot="5400000">
            <a:off x="6408240" y="27110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2"/>
          <p:cNvGrpSpPr>
            <a:grpSpLocks/>
          </p:cNvGrpSpPr>
          <p:nvPr/>
        </p:nvGrpSpPr>
        <p:grpSpPr bwMode="auto">
          <a:xfrm rot="5400000">
            <a:off x="6740822" y="1681560"/>
            <a:ext cx="400050" cy="687387"/>
            <a:chOff x="792" y="2183"/>
            <a:chExt cx="336" cy="433"/>
          </a:xfrm>
        </p:grpSpPr>
        <p:sp>
          <p:nvSpPr>
            <p:cNvPr id="119922" name="AutoShape 63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23" name="Oval 64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61" name="Text Box 65"/>
          <p:cNvSpPr txBox="1">
            <a:spLocks noChangeArrowheads="1"/>
          </p:cNvSpPr>
          <p:nvPr/>
        </p:nvSpPr>
        <p:spPr bwMode="auto">
          <a:xfrm rot="5400000">
            <a:off x="7375623" y="2644855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19862" name="Text Box 66"/>
          <p:cNvSpPr txBox="1">
            <a:spLocks noChangeArrowheads="1"/>
          </p:cNvSpPr>
          <p:nvPr/>
        </p:nvSpPr>
        <p:spPr bwMode="auto">
          <a:xfrm rot="5400000">
            <a:off x="7342633" y="185308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7"/>
          <p:cNvGrpSpPr>
            <a:grpSpLocks/>
          </p:cNvGrpSpPr>
          <p:nvPr/>
        </p:nvGrpSpPr>
        <p:grpSpPr bwMode="auto">
          <a:xfrm rot="5400000">
            <a:off x="5710534" y="1563687"/>
            <a:ext cx="400050" cy="687388"/>
            <a:chOff x="792" y="2183"/>
            <a:chExt cx="336" cy="433"/>
          </a:xfrm>
        </p:grpSpPr>
        <p:sp>
          <p:nvSpPr>
            <p:cNvPr id="119920" name="AutoShape 68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21" name="Oval 69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0"/>
          <p:cNvGrpSpPr>
            <a:grpSpLocks/>
          </p:cNvGrpSpPr>
          <p:nvPr/>
        </p:nvGrpSpPr>
        <p:grpSpPr bwMode="auto">
          <a:xfrm rot="5400000">
            <a:off x="5710534" y="2597150"/>
            <a:ext cx="400050" cy="687388"/>
            <a:chOff x="792" y="2183"/>
            <a:chExt cx="336" cy="433"/>
          </a:xfrm>
        </p:grpSpPr>
        <p:sp>
          <p:nvSpPr>
            <p:cNvPr id="119918" name="AutoShape 71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19" name="Oval 72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65" name="Line 73"/>
          <p:cNvSpPr>
            <a:spLocks noChangeShapeType="1"/>
          </p:cNvSpPr>
          <p:nvPr/>
        </p:nvSpPr>
        <p:spPr bwMode="auto">
          <a:xfrm rot="5400000">
            <a:off x="5290640" y="149780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66" name="Text Box 74"/>
          <p:cNvSpPr txBox="1">
            <a:spLocks noChangeArrowheads="1"/>
          </p:cNvSpPr>
          <p:nvPr/>
        </p:nvSpPr>
        <p:spPr bwMode="auto">
          <a:xfrm rot="5400000">
            <a:off x="5209033" y="230314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9867" name="Line 75"/>
          <p:cNvSpPr>
            <a:spLocks noChangeShapeType="1"/>
          </p:cNvSpPr>
          <p:nvPr/>
        </p:nvSpPr>
        <p:spPr bwMode="auto">
          <a:xfrm rot="5400000">
            <a:off x="5455740" y="2939654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68" name="Line 76"/>
          <p:cNvSpPr>
            <a:spLocks noChangeShapeType="1"/>
          </p:cNvSpPr>
          <p:nvPr/>
        </p:nvSpPr>
        <p:spPr bwMode="auto">
          <a:xfrm>
            <a:off x="5033465" y="1762125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69" name="Line 77"/>
          <p:cNvSpPr>
            <a:spLocks noChangeShapeType="1"/>
          </p:cNvSpPr>
          <p:nvPr/>
        </p:nvSpPr>
        <p:spPr bwMode="auto">
          <a:xfrm rot="5400000">
            <a:off x="4808040" y="1761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70" name="Line 78"/>
          <p:cNvSpPr>
            <a:spLocks noChangeShapeType="1"/>
          </p:cNvSpPr>
          <p:nvPr/>
        </p:nvSpPr>
        <p:spPr bwMode="auto">
          <a:xfrm>
            <a:off x="4663578" y="2777728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71" name="Line 79"/>
          <p:cNvSpPr>
            <a:spLocks noChangeShapeType="1"/>
          </p:cNvSpPr>
          <p:nvPr/>
        </p:nvSpPr>
        <p:spPr bwMode="auto">
          <a:xfrm rot="5400000">
            <a:off x="5006478" y="2714625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0"/>
          <p:cNvGrpSpPr>
            <a:grpSpLocks noChangeAspect="1"/>
          </p:cNvGrpSpPr>
          <p:nvPr/>
        </p:nvGrpSpPr>
        <p:grpSpPr bwMode="auto">
          <a:xfrm>
            <a:off x="4439740" y="1666876"/>
            <a:ext cx="617538" cy="297656"/>
            <a:chOff x="2362" y="3040"/>
            <a:chExt cx="846" cy="544"/>
          </a:xfrm>
        </p:grpSpPr>
        <p:sp>
          <p:nvSpPr>
            <p:cNvPr id="119915" name="AutoShape 81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6" name="Text Box 82"/>
            <p:cNvSpPr txBox="1">
              <a:spLocks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19917" name="Line 83"/>
            <p:cNvSpPr>
              <a:spLocks noChangeShapeType="1"/>
            </p:cNvSpPr>
            <p:nvPr/>
          </p:nvSpPr>
          <p:spPr bwMode="auto">
            <a:xfrm>
              <a:off x="2571" y="3144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9873" name="AutoShape 84"/>
          <p:cNvSpPr>
            <a:spLocks noChangeAspect="1" noChangeArrowheads="1"/>
          </p:cNvSpPr>
          <p:nvPr/>
        </p:nvSpPr>
        <p:spPr bwMode="auto">
          <a:xfrm>
            <a:off x="4622304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874" name="Text Box 85"/>
          <p:cNvSpPr txBox="1">
            <a:spLocks noChangeArrowheads="1"/>
          </p:cNvSpPr>
          <p:nvPr/>
        </p:nvSpPr>
        <p:spPr bwMode="auto">
          <a:xfrm>
            <a:off x="4622304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solidFill>
                  <a:srgbClr val="000000"/>
                </a:solidFill>
              </a:rPr>
              <a:t>Q</a:t>
            </a:r>
            <a:r>
              <a:rPr lang="zh-CN" altLang="en-US" sz="2000" b="1" baseline="-25000">
                <a:solidFill>
                  <a:srgbClr val="000000"/>
                </a:solidFill>
              </a:rPr>
              <a:t>主</a:t>
            </a:r>
            <a:endParaRPr lang="zh-CN" altLang="en-US" b="1"/>
          </a:p>
        </p:txBody>
      </p:sp>
      <p:sp>
        <p:nvSpPr>
          <p:cNvPr id="119875" name="Text Box 86"/>
          <p:cNvSpPr txBox="1">
            <a:spLocks noChangeArrowheads="1"/>
          </p:cNvSpPr>
          <p:nvPr/>
        </p:nvSpPr>
        <p:spPr bwMode="auto">
          <a:xfrm rot="5400000">
            <a:off x="1159320" y="225433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19876" name="Line 87"/>
          <p:cNvSpPr>
            <a:spLocks noChangeShapeType="1"/>
          </p:cNvSpPr>
          <p:nvPr/>
        </p:nvSpPr>
        <p:spPr bwMode="auto">
          <a:xfrm rot="5400000">
            <a:off x="2423615" y="18609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77" name="Line 88"/>
          <p:cNvSpPr>
            <a:spLocks noChangeShapeType="1"/>
          </p:cNvSpPr>
          <p:nvPr/>
        </p:nvSpPr>
        <p:spPr bwMode="auto">
          <a:xfrm rot="5400000">
            <a:off x="1909265" y="2375297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78" name="Line 89"/>
          <p:cNvSpPr>
            <a:spLocks noChangeShapeType="1"/>
          </p:cNvSpPr>
          <p:nvPr/>
        </p:nvSpPr>
        <p:spPr bwMode="auto">
          <a:xfrm rot="5400000">
            <a:off x="1614784" y="1737916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79" name="Line 90"/>
          <p:cNvSpPr>
            <a:spLocks noChangeShapeType="1"/>
          </p:cNvSpPr>
          <p:nvPr/>
        </p:nvSpPr>
        <p:spPr bwMode="auto">
          <a:xfrm rot="5400000">
            <a:off x="5455740" y="19109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0" name="Line 91"/>
          <p:cNvSpPr>
            <a:spLocks noChangeShapeType="1"/>
          </p:cNvSpPr>
          <p:nvPr/>
        </p:nvSpPr>
        <p:spPr bwMode="auto">
          <a:xfrm rot="5400000">
            <a:off x="5455740" y="27110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1" name="Line 92"/>
          <p:cNvSpPr>
            <a:spLocks noChangeShapeType="1"/>
          </p:cNvSpPr>
          <p:nvPr/>
        </p:nvSpPr>
        <p:spPr bwMode="auto">
          <a:xfrm rot="5400000">
            <a:off x="4941390" y="2425304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2" name="Line 93"/>
          <p:cNvSpPr>
            <a:spLocks noChangeShapeType="1"/>
          </p:cNvSpPr>
          <p:nvPr/>
        </p:nvSpPr>
        <p:spPr bwMode="auto">
          <a:xfrm rot="5400000">
            <a:off x="643234" y="3070622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3" name="Line 94"/>
          <p:cNvSpPr>
            <a:spLocks noChangeShapeType="1"/>
          </p:cNvSpPr>
          <p:nvPr/>
        </p:nvSpPr>
        <p:spPr bwMode="auto">
          <a:xfrm rot="5400000">
            <a:off x="5209678" y="2377679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4" name="Line 95"/>
          <p:cNvSpPr>
            <a:spLocks noChangeShapeType="1"/>
          </p:cNvSpPr>
          <p:nvPr/>
        </p:nvSpPr>
        <p:spPr bwMode="auto">
          <a:xfrm rot="5400000">
            <a:off x="4499669" y="3098007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5" name="Text Box 96"/>
          <p:cNvSpPr txBox="1">
            <a:spLocks noChangeArrowheads="1"/>
          </p:cNvSpPr>
          <p:nvPr/>
        </p:nvSpPr>
        <p:spPr bwMode="auto">
          <a:xfrm rot="5400000">
            <a:off x="1156146" y="350329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7"/>
          <p:cNvGrpSpPr>
            <a:grpSpLocks/>
          </p:cNvGrpSpPr>
          <p:nvPr/>
        </p:nvGrpSpPr>
        <p:grpSpPr bwMode="auto">
          <a:xfrm rot="5730025">
            <a:off x="3518990" y="3506391"/>
            <a:ext cx="171450" cy="381000"/>
            <a:chOff x="912" y="3552"/>
            <a:chExt cx="144" cy="240"/>
          </a:xfrm>
        </p:grpSpPr>
        <p:sp>
          <p:nvSpPr>
            <p:cNvPr id="119913" name="AutoShape 98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9914" name="Oval 99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9887" name="Line 100"/>
          <p:cNvSpPr>
            <a:spLocks noChangeShapeType="1"/>
          </p:cNvSpPr>
          <p:nvPr/>
        </p:nvSpPr>
        <p:spPr bwMode="auto">
          <a:xfrm rot="5400000">
            <a:off x="4458791" y="3047604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8" name="Line 101"/>
          <p:cNvSpPr>
            <a:spLocks noChangeShapeType="1"/>
          </p:cNvSpPr>
          <p:nvPr/>
        </p:nvSpPr>
        <p:spPr bwMode="auto">
          <a:xfrm rot="5400000">
            <a:off x="2346622" y="2622154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9889" name="Text Box 102"/>
          <p:cNvSpPr txBox="1">
            <a:spLocks noChangeArrowheads="1"/>
          </p:cNvSpPr>
          <p:nvPr/>
        </p:nvSpPr>
        <p:spPr bwMode="auto">
          <a:xfrm>
            <a:off x="163015" y="22669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12" name="Group 103"/>
          <p:cNvGrpSpPr>
            <a:grpSpLocks/>
          </p:cNvGrpSpPr>
          <p:nvPr/>
        </p:nvGrpSpPr>
        <p:grpSpPr bwMode="auto">
          <a:xfrm>
            <a:off x="3036391" y="1496617"/>
            <a:ext cx="969963" cy="297656"/>
            <a:chOff x="2042" y="957"/>
            <a:chExt cx="611" cy="250"/>
          </a:xfrm>
        </p:grpSpPr>
        <p:sp>
          <p:nvSpPr>
            <p:cNvPr id="119910" name="AutoShape 104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11" name="Text Box 105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19912" name="Line 106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7"/>
          <p:cNvGrpSpPr>
            <a:grpSpLocks/>
          </p:cNvGrpSpPr>
          <p:nvPr/>
        </p:nvGrpSpPr>
        <p:grpSpPr bwMode="auto">
          <a:xfrm>
            <a:off x="3107828" y="2900363"/>
            <a:ext cx="969962" cy="297656"/>
            <a:chOff x="2042" y="957"/>
            <a:chExt cx="611" cy="250"/>
          </a:xfrm>
        </p:grpSpPr>
        <p:sp>
          <p:nvSpPr>
            <p:cNvPr id="119907" name="AutoShape 108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8" name="Text Box 109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 dirty="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 dirty="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 dirty="0">
                  <a:solidFill>
                    <a:srgbClr val="000000"/>
                  </a:solidFill>
                </a:rPr>
                <a:t>主</a:t>
              </a:r>
              <a:endParaRPr lang="zh-CN" altLang="en-US" b="1" dirty="0"/>
            </a:p>
          </p:txBody>
        </p:sp>
        <p:sp>
          <p:nvSpPr>
            <p:cNvPr id="119909" name="Line 110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1"/>
          <p:cNvGrpSpPr>
            <a:grpSpLocks/>
          </p:cNvGrpSpPr>
          <p:nvPr/>
        </p:nvGrpSpPr>
        <p:grpSpPr bwMode="auto">
          <a:xfrm>
            <a:off x="6057403" y="1553767"/>
            <a:ext cx="969962" cy="297656"/>
            <a:chOff x="2042" y="957"/>
            <a:chExt cx="611" cy="250"/>
          </a:xfrm>
        </p:grpSpPr>
        <p:sp>
          <p:nvSpPr>
            <p:cNvPr id="119904" name="AutoShape 112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5" name="Text Box 113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19906" name="Line 114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5"/>
          <p:cNvGrpSpPr>
            <a:grpSpLocks/>
          </p:cNvGrpSpPr>
          <p:nvPr/>
        </p:nvGrpSpPr>
        <p:grpSpPr bwMode="auto">
          <a:xfrm>
            <a:off x="6124078" y="2944417"/>
            <a:ext cx="969962" cy="297656"/>
            <a:chOff x="2042" y="957"/>
            <a:chExt cx="611" cy="250"/>
          </a:xfrm>
        </p:grpSpPr>
        <p:sp>
          <p:nvSpPr>
            <p:cNvPr id="119901" name="AutoShape 116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902" name="Text Box 117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19903" name="Line 118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19"/>
          <p:cNvGrpSpPr>
            <a:grpSpLocks/>
          </p:cNvGrpSpPr>
          <p:nvPr/>
        </p:nvGrpSpPr>
        <p:grpSpPr bwMode="auto">
          <a:xfrm>
            <a:off x="8441828" y="1838327"/>
            <a:ext cx="384174" cy="400050"/>
            <a:chOff x="672" y="1824"/>
            <a:chExt cx="242" cy="336"/>
          </a:xfrm>
        </p:grpSpPr>
        <p:sp>
          <p:nvSpPr>
            <p:cNvPr id="119899" name="Text Box 120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19900" name="Line 121"/>
            <p:cNvSpPr>
              <a:spLocks noChangeShapeType="1"/>
            </p:cNvSpPr>
            <p:nvPr/>
          </p:nvSpPr>
          <p:spPr bwMode="auto">
            <a:xfrm>
              <a:off x="768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19895" name="Text Box 122"/>
          <p:cNvSpPr txBox="1">
            <a:spLocks noChangeArrowheads="1"/>
          </p:cNvSpPr>
          <p:nvPr/>
        </p:nvSpPr>
        <p:spPr bwMode="auto">
          <a:xfrm>
            <a:off x="8316415" y="2680098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Q=0</a:t>
            </a:r>
          </a:p>
        </p:txBody>
      </p:sp>
      <p:sp>
        <p:nvSpPr>
          <p:cNvPr id="119896" name="Text Box 123"/>
          <p:cNvSpPr txBox="1">
            <a:spLocks noChangeArrowheads="1"/>
          </p:cNvSpPr>
          <p:nvPr/>
        </p:nvSpPr>
        <p:spPr bwMode="auto">
          <a:xfrm>
            <a:off x="3458665" y="1472804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9897" name="Text Box 124"/>
          <p:cNvSpPr txBox="1">
            <a:spLocks noChangeArrowheads="1"/>
          </p:cNvSpPr>
          <p:nvPr/>
        </p:nvSpPr>
        <p:spPr bwMode="auto">
          <a:xfrm>
            <a:off x="1550491" y="289560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9898" name="Text Box 125"/>
          <p:cNvSpPr txBox="1">
            <a:spLocks noChangeArrowheads="1"/>
          </p:cNvSpPr>
          <p:nvPr/>
        </p:nvSpPr>
        <p:spPr bwMode="auto">
          <a:xfrm>
            <a:off x="4285753" y="2895600"/>
            <a:ext cx="1439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26" name="矩形 125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9400" y="401955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sp>
        <p:nvSpPr>
          <p:cNvPr id="129" name="Text Box 124"/>
          <p:cNvSpPr txBox="1">
            <a:spLocks noChangeArrowheads="1"/>
          </p:cNvSpPr>
          <p:nvPr/>
        </p:nvSpPr>
        <p:spPr bwMode="auto">
          <a:xfrm>
            <a:off x="3048000" y="31813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5"/>
          <p:cNvSpPr>
            <a:spLocks noChangeArrowheads="1"/>
          </p:cNvSpPr>
          <p:nvPr/>
        </p:nvSpPr>
        <p:spPr bwMode="auto">
          <a:xfrm>
            <a:off x="1692275" y="1425179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3886994" y="2429272"/>
            <a:ext cx="400050" cy="687388"/>
            <a:chOff x="792" y="2183"/>
            <a:chExt cx="336" cy="433"/>
          </a:xfrm>
        </p:grpSpPr>
        <p:sp>
          <p:nvSpPr>
            <p:cNvPr id="120956" name="AutoShape 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7" name="Oval 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38" name="Line 9"/>
          <p:cNvSpPr>
            <a:spLocks noChangeShapeType="1"/>
          </p:cNvSpPr>
          <p:nvPr/>
        </p:nvSpPr>
        <p:spPr bwMode="auto">
          <a:xfrm rot="5400000" flipV="1">
            <a:off x="4584700" y="17466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39" name="Line 10"/>
          <p:cNvSpPr>
            <a:spLocks noChangeShapeType="1"/>
          </p:cNvSpPr>
          <p:nvPr/>
        </p:nvSpPr>
        <p:spPr bwMode="auto">
          <a:xfrm rot="5400000">
            <a:off x="4470400" y="20895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0" name="Line 11"/>
          <p:cNvSpPr>
            <a:spLocks noChangeShapeType="1"/>
          </p:cNvSpPr>
          <p:nvPr/>
        </p:nvSpPr>
        <p:spPr bwMode="auto">
          <a:xfrm rot="5400000">
            <a:off x="4470400" y="26610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1" name="Line 12"/>
          <p:cNvSpPr>
            <a:spLocks noChangeShapeType="1"/>
          </p:cNvSpPr>
          <p:nvPr/>
        </p:nvSpPr>
        <p:spPr bwMode="auto">
          <a:xfrm rot="5400000">
            <a:off x="4622800" y="25848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2" name="Line 13"/>
          <p:cNvSpPr>
            <a:spLocks noChangeShapeType="1"/>
          </p:cNvSpPr>
          <p:nvPr/>
        </p:nvSpPr>
        <p:spPr bwMode="auto">
          <a:xfrm rot="5400000" flipH="1">
            <a:off x="38417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3" name="Line 14"/>
          <p:cNvSpPr>
            <a:spLocks noChangeShapeType="1"/>
          </p:cNvSpPr>
          <p:nvPr/>
        </p:nvSpPr>
        <p:spPr bwMode="auto">
          <a:xfrm rot="5400000">
            <a:off x="38417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4" name="Line 15"/>
          <p:cNvSpPr>
            <a:spLocks noChangeShapeType="1"/>
          </p:cNvSpPr>
          <p:nvPr/>
        </p:nvSpPr>
        <p:spPr bwMode="auto">
          <a:xfrm rot="5400000">
            <a:off x="3384550" y="26038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5" name="Line 16"/>
          <p:cNvSpPr>
            <a:spLocks noChangeShapeType="1"/>
          </p:cNvSpPr>
          <p:nvPr/>
        </p:nvSpPr>
        <p:spPr bwMode="auto">
          <a:xfrm rot="5400000" flipV="1">
            <a:off x="3594100" y="25086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6" name="Line 17"/>
          <p:cNvSpPr>
            <a:spLocks noChangeShapeType="1"/>
          </p:cNvSpPr>
          <p:nvPr/>
        </p:nvSpPr>
        <p:spPr bwMode="auto">
          <a:xfrm rot="5400000" flipH="1">
            <a:off x="3384550" y="21466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7" name="Line 18"/>
          <p:cNvSpPr>
            <a:spLocks noChangeShapeType="1"/>
          </p:cNvSpPr>
          <p:nvPr/>
        </p:nvSpPr>
        <p:spPr bwMode="auto">
          <a:xfrm rot="5400000" flipV="1">
            <a:off x="3594100" y="19371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8" name="Line 19"/>
          <p:cNvSpPr>
            <a:spLocks noChangeShapeType="1"/>
          </p:cNvSpPr>
          <p:nvPr/>
        </p:nvSpPr>
        <p:spPr bwMode="auto">
          <a:xfrm rot="5400000">
            <a:off x="3517900" y="16323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9" name="Line 20"/>
          <p:cNvSpPr>
            <a:spLocks noChangeShapeType="1"/>
          </p:cNvSpPr>
          <p:nvPr/>
        </p:nvSpPr>
        <p:spPr bwMode="auto">
          <a:xfrm rot="5400000">
            <a:off x="3517900" y="26610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5400000">
            <a:off x="3850482" y="1631554"/>
            <a:ext cx="400050" cy="687387"/>
            <a:chOff x="792" y="2183"/>
            <a:chExt cx="336" cy="433"/>
          </a:xfrm>
        </p:grpSpPr>
        <p:sp>
          <p:nvSpPr>
            <p:cNvPr id="120954" name="AutoShape 2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5" name="Oval 2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1" name="Text Box 24"/>
          <p:cNvSpPr txBox="1">
            <a:spLocks noChangeArrowheads="1"/>
          </p:cNvSpPr>
          <p:nvPr/>
        </p:nvSpPr>
        <p:spPr bwMode="auto">
          <a:xfrm rot="5400000">
            <a:off x="4452293" y="25960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52" name="Text Box 25"/>
          <p:cNvSpPr txBox="1">
            <a:spLocks noChangeArrowheads="1"/>
          </p:cNvSpPr>
          <p:nvPr/>
        </p:nvSpPr>
        <p:spPr bwMode="auto">
          <a:xfrm rot="5400000">
            <a:off x="4452293" y="18030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5400000">
            <a:off x="2820194" y="1513681"/>
            <a:ext cx="400050" cy="687388"/>
            <a:chOff x="792" y="2183"/>
            <a:chExt cx="336" cy="433"/>
          </a:xfrm>
        </p:grpSpPr>
        <p:sp>
          <p:nvSpPr>
            <p:cNvPr id="120952" name="AutoShape 2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3" name="Oval 2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 rot="5400000">
            <a:off x="2820194" y="2547144"/>
            <a:ext cx="400050" cy="687388"/>
            <a:chOff x="792" y="2183"/>
            <a:chExt cx="336" cy="433"/>
          </a:xfrm>
        </p:grpSpPr>
        <p:sp>
          <p:nvSpPr>
            <p:cNvPr id="120950" name="AutoShape 3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1" name="Oval 3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5" name="Line 32"/>
          <p:cNvSpPr>
            <a:spLocks noChangeShapeType="1"/>
          </p:cNvSpPr>
          <p:nvPr/>
        </p:nvSpPr>
        <p:spPr bwMode="auto">
          <a:xfrm rot="5400000">
            <a:off x="2565400" y="26610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6" name="Line 33"/>
          <p:cNvSpPr>
            <a:spLocks noChangeShapeType="1"/>
          </p:cNvSpPr>
          <p:nvPr/>
        </p:nvSpPr>
        <p:spPr bwMode="auto">
          <a:xfrm rot="5400000">
            <a:off x="2413000" y="159424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7" name="Line 34"/>
          <p:cNvSpPr>
            <a:spLocks noChangeShapeType="1"/>
          </p:cNvSpPr>
          <p:nvPr/>
        </p:nvSpPr>
        <p:spPr bwMode="auto">
          <a:xfrm rot="5400000">
            <a:off x="2374900" y="2584847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8" name="Text Box 35"/>
          <p:cNvSpPr txBox="1">
            <a:spLocks noChangeArrowheads="1"/>
          </p:cNvSpPr>
          <p:nvPr/>
        </p:nvSpPr>
        <p:spPr bwMode="auto">
          <a:xfrm rot="5400000">
            <a:off x="2318693" y="22531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59" name="Text Box 36"/>
          <p:cNvSpPr txBox="1">
            <a:spLocks noChangeArrowheads="1"/>
          </p:cNvSpPr>
          <p:nvPr/>
        </p:nvSpPr>
        <p:spPr bwMode="auto">
          <a:xfrm rot="5400000">
            <a:off x="7773342" y="264247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0" name="Line 37"/>
          <p:cNvSpPr>
            <a:spLocks noChangeShapeType="1"/>
          </p:cNvSpPr>
          <p:nvPr/>
        </p:nvSpPr>
        <p:spPr bwMode="auto">
          <a:xfrm rot="5400000" flipH="1">
            <a:off x="7232253" y="2181226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1" name="Line 38"/>
          <p:cNvSpPr>
            <a:spLocks noChangeShapeType="1"/>
          </p:cNvSpPr>
          <p:nvPr/>
        </p:nvSpPr>
        <p:spPr bwMode="auto">
          <a:xfrm rot="5400000">
            <a:off x="5176838" y="-1207690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2" name="Line 39"/>
          <p:cNvSpPr>
            <a:spLocks noChangeShapeType="1"/>
          </p:cNvSpPr>
          <p:nvPr/>
        </p:nvSpPr>
        <p:spPr bwMode="auto">
          <a:xfrm rot="5400000">
            <a:off x="2336800" y="16323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3" name="Line 40"/>
          <p:cNvSpPr>
            <a:spLocks noChangeShapeType="1"/>
          </p:cNvSpPr>
          <p:nvPr/>
        </p:nvSpPr>
        <p:spPr bwMode="auto">
          <a:xfrm rot="5400000" flipV="1">
            <a:off x="2565400" y="16323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4" name="Line 41"/>
          <p:cNvSpPr>
            <a:spLocks noChangeShapeType="1"/>
          </p:cNvSpPr>
          <p:nvPr/>
        </p:nvSpPr>
        <p:spPr bwMode="auto">
          <a:xfrm rot="5400000">
            <a:off x="7582099" y="2639021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5" name="Line 42"/>
          <p:cNvSpPr>
            <a:spLocks noChangeShapeType="1"/>
          </p:cNvSpPr>
          <p:nvPr/>
        </p:nvSpPr>
        <p:spPr bwMode="auto">
          <a:xfrm rot="5400000">
            <a:off x="5320507" y="372666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6" name="Line 43"/>
          <p:cNvSpPr>
            <a:spLocks noChangeShapeType="1"/>
          </p:cNvSpPr>
          <p:nvPr/>
        </p:nvSpPr>
        <p:spPr bwMode="auto">
          <a:xfrm rot="5400000">
            <a:off x="2329656" y="3125391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7" name="Line 44"/>
          <p:cNvSpPr>
            <a:spLocks noChangeShapeType="1"/>
          </p:cNvSpPr>
          <p:nvPr/>
        </p:nvSpPr>
        <p:spPr bwMode="auto">
          <a:xfrm rot="5400000">
            <a:off x="2565400" y="28896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8" name="Text Box 45"/>
          <p:cNvSpPr txBox="1">
            <a:spLocks noChangeArrowheads="1"/>
          </p:cNvSpPr>
          <p:nvPr/>
        </p:nvSpPr>
        <p:spPr bwMode="auto">
          <a:xfrm rot="5400000">
            <a:off x="8057506" y="18411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9" name="Text Box 46"/>
          <p:cNvSpPr txBox="1">
            <a:spLocks noChangeArrowheads="1"/>
          </p:cNvSpPr>
          <p:nvPr/>
        </p:nvSpPr>
        <p:spPr bwMode="auto">
          <a:xfrm>
            <a:off x="1709738" y="170735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120870" name="Text Box 47"/>
          <p:cNvSpPr txBox="1">
            <a:spLocks noChangeArrowheads="1"/>
          </p:cNvSpPr>
          <p:nvPr/>
        </p:nvSpPr>
        <p:spPr bwMode="auto">
          <a:xfrm>
            <a:off x="1636713" y="2733675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 rot="5400000">
            <a:off x="6919119" y="2479278"/>
            <a:ext cx="400050" cy="687388"/>
            <a:chOff x="792" y="2183"/>
            <a:chExt cx="336" cy="433"/>
          </a:xfrm>
        </p:grpSpPr>
        <p:sp>
          <p:nvSpPr>
            <p:cNvPr id="120948" name="AutoShape 4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9" name="Oval 5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72" name="Line 51"/>
          <p:cNvSpPr>
            <a:spLocks noChangeShapeType="1"/>
          </p:cNvSpPr>
          <p:nvPr/>
        </p:nvSpPr>
        <p:spPr bwMode="auto">
          <a:xfrm rot="5400000" flipV="1">
            <a:off x="7933532" y="1479947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3" name="Line 52"/>
          <p:cNvSpPr>
            <a:spLocks noChangeShapeType="1"/>
          </p:cNvSpPr>
          <p:nvPr/>
        </p:nvSpPr>
        <p:spPr bwMode="auto">
          <a:xfrm rot="5400000">
            <a:off x="7502525" y="21395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4" name="Line 53"/>
          <p:cNvSpPr>
            <a:spLocks noChangeShapeType="1"/>
          </p:cNvSpPr>
          <p:nvPr/>
        </p:nvSpPr>
        <p:spPr bwMode="auto">
          <a:xfrm rot="5400000">
            <a:off x="7502525" y="27110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5" name="Line 54"/>
          <p:cNvSpPr>
            <a:spLocks noChangeShapeType="1"/>
          </p:cNvSpPr>
          <p:nvPr/>
        </p:nvSpPr>
        <p:spPr bwMode="auto">
          <a:xfrm rot="5400000">
            <a:off x="8007350" y="2282429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6" name="Line 55"/>
          <p:cNvSpPr>
            <a:spLocks noChangeShapeType="1"/>
          </p:cNvSpPr>
          <p:nvPr/>
        </p:nvSpPr>
        <p:spPr bwMode="auto">
          <a:xfrm rot="5400000" flipH="1">
            <a:off x="68738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7" name="Line 56"/>
          <p:cNvSpPr>
            <a:spLocks noChangeShapeType="1"/>
          </p:cNvSpPr>
          <p:nvPr/>
        </p:nvSpPr>
        <p:spPr bwMode="auto">
          <a:xfrm rot="5400000">
            <a:off x="68738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8" name="Line 57"/>
          <p:cNvSpPr>
            <a:spLocks noChangeShapeType="1"/>
          </p:cNvSpPr>
          <p:nvPr/>
        </p:nvSpPr>
        <p:spPr bwMode="auto">
          <a:xfrm rot="5400000">
            <a:off x="6416675" y="26539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9" name="Line 58"/>
          <p:cNvSpPr>
            <a:spLocks noChangeShapeType="1"/>
          </p:cNvSpPr>
          <p:nvPr/>
        </p:nvSpPr>
        <p:spPr bwMode="auto">
          <a:xfrm rot="5400000" flipV="1">
            <a:off x="6626225" y="25586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0" name="Line 59"/>
          <p:cNvSpPr>
            <a:spLocks noChangeShapeType="1"/>
          </p:cNvSpPr>
          <p:nvPr/>
        </p:nvSpPr>
        <p:spPr bwMode="auto">
          <a:xfrm rot="5400000" flipH="1">
            <a:off x="6416675" y="21967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1" name="Line 60"/>
          <p:cNvSpPr>
            <a:spLocks noChangeShapeType="1"/>
          </p:cNvSpPr>
          <p:nvPr/>
        </p:nvSpPr>
        <p:spPr bwMode="auto">
          <a:xfrm rot="5400000" flipV="1">
            <a:off x="6626225" y="19871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2" name="Line 61"/>
          <p:cNvSpPr>
            <a:spLocks noChangeShapeType="1"/>
          </p:cNvSpPr>
          <p:nvPr/>
        </p:nvSpPr>
        <p:spPr bwMode="auto">
          <a:xfrm rot="5400000">
            <a:off x="6550025" y="16823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3" name="Line 62"/>
          <p:cNvSpPr>
            <a:spLocks noChangeShapeType="1"/>
          </p:cNvSpPr>
          <p:nvPr/>
        </p:nvSpPr>
        <p:spPr bwMode="auto">
          <a:xfrm rot="5400000">
            <a:off x="6550025" y="27110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 rot="5400000">
            <a:off x="6882607" y="1681560"/>
            <a:ext cx="400050" cy="687387"/>
            <a:chOff x="792" y="2183"/>
            <a:chExt cx="336" cy="433"/>
          </a:xfrm>
        </p:grpSpPr>
        <p:sp>
          <p:nvSpPr>
            <p:cNvPr id="120946" name="AutoShape 64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7" name="Oval 65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5" name="Text Box 66"/>
          <p:cNvSpPr txBox="1">
            <a:spLocks noChangeArrowheads="1"/>
          </p:cNvSpPr>
          <p:nvPr/>
        </p:nvSpPr>
        <p:spPr bwMode="auto">
          <a:xfrm rot="5400000">
            <a:off x="7517408" y="2644855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86" name="Text Box 67"/>
          <p:cNvSpPr txBox="1">
            <a:spLocks noChangeArrowheads="1"/>
          </p:cNvSpPr>
          <p:nvPr/>
        </p:nvSpPr>
        <p:spPr bwMode="auto">
          <a:xfrm rot="5400000">
            <a:off x="7484418" y="185308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 rot="5400000">
            <a:off x="5852319" y="1563687"/>
            <a:ext cx="400050" cy="687388"/>
            <a:chOff x="792" y="2183"/>
            <a:chExt cx="336" cy="433"/>
          </a:xfrm>
        </p:grpSpPr>
        <p:sp>
          <p:nvSpPr>
            <p:cNvPr id="120944" name="AutoShape 6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5" name="Oval 7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 rot="5400000">
            <a:off x="5852319" y="2597150"/>
            <a:ext cx="400050" cy="687388"/>
            <a:chOff x="792" y="2183"/>
            <a:chExt cx="336" cy="433"/>
          </a:xfrm>
        </p:grpSpPr>
        <p:sp>
          <p:nvSpPr>
            <p:cNvPr id="120942" name="AutoShape 7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3" name="Oval 7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9" name="Line 74"/>
          <p:cNvSpPr>
            <a:spLocks noChangeShapeType="1"/>
          </p:cNvSpPr>
          <p:nvPr/>
        </p:nvSpPr>
        <p:spPr bwMode="auto">
          <a:xfrm rot="5400000">
            <a:off x="5432425" y="149780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0" name="Text Box 75"/>
          <p:cNvSpPr txBox="1">
            <a:spLocks noChangeArrowheads="1"/>
          </p:cNvSpPr>
          <p:nvPr/>
        </p:nvSpPr>
        <p:spPr bwMode="auto">
          <a:xfrm rot="5400000">
            <a:off x="5350818" y="230314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91" name="Line 76"/>
          <p:cNvSpPr>
            <a:spLocks noChangeShapeType="1"/>
          </p:cNvSpPr>
          <p:nvPr/>
        </p:nvSpPr>
        <p:spPr bwMode="auto">
          <a:xfrm rot="5400000">
            <a:off x="5597525" y="2939654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2" name="Line 77"/>
          <p:cNvSpPr>
            <a:spLocks noChangeShapeType="1"/>
          </p:cNvSpPr>
          <p:nvPr/>
        </p:nvSpPr>
        <p:spPr bwMode="auto">
          <a:xfrm>
            <a:off x="5175250" y="1762125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3" name="Line 78"/>
          <p:cNvSpPr>
            <a:spLocks noChangeShapeType="1"/>
          </p:cNvSpPr>
          <p:nvPr/>
        </p:nvSpPr>
        <p:spPr bwMode="auto">
          <a:xfrm rot="5400000">
            <a:off x="4949825" y="1761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4" name="Line 79"/>
          <p:cNvSpPr>
            <a:spLocks noChangeShapeType="1"/>
          </p:cNvSpPr>
          <p:nvPr/>
        </p:nvSpPr>
        <p:spPr bwMode="auto">
          <a:xfrm>
            <a:off x="4805363" y="2777728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5" name="Line 80"/>
          <p:cNvSpPr>
            <a:spLocks noChangeShapeType="1"/>
          </p:cNvSpPr>
          <p:nvPr/>
        </p:nvSpPr>
        <p:spPr bwMode="auto">
          <a:xfrm rot="5400000">
            <a:off x="5148263" y="2714625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1"/>
          <p:cNvGrpSpPr>
            <a:grpSpLocks noChangeAspect="1"/>
          </p:cNvGrpSpPr>
          <p:nvPr/>
        </p:nvGrpSpPr>
        <p:grpSpPr bwMode="auto">
          <a:xfrm>
            <a:off x="4581525" y="1666876"/>
            <a:ext cx="617538" cy="297656"/>
            <a:chOff x="2362" y="3040"/>
            <a:chExt cx="846" cy="544"/>
          </a:xfrm>
        </p:grpSpPr>
        <p:sp>
          <p:nvSpPr>
            <p:cNvPr id="120939" name="AutoShape 82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40" name="Text Box 83"/>
            <p:cNvSpPr txBox="1">
              <a:spLocks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41" name="Line 84"/>
            <p:cNvSpPr>
              <a:spLocks noChangeShapeType="1"/>
            </p:cNvSpPr>
            <p:nvPr/>
          </p:nvSpPr>
          <p:spPr bwMode="auto">
            <a:xfrm>
              <a:off x="2571" y="3144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97" name="AutoShape 85"/>
          <p:cNvSpPr>
            <a:spLocks noChangeAspect="1" noChangeArrowheads="1"/>
          </p:cNvSpPr>
          <p:nvPr/>
        </p:nvSpPr>
        <p:spPr bwMode="auto">
          <a:xfrm>
            <a:off x="47640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898" name="Text Box 86"/>
          <p:cNvSpPr txBox="1">
            <a:spLocks noChangeArrowheads="1"/>
          </p:cNvSpPr>
          <p:nvPr/>
        </p:nvSpPr>
        <p:spPr bwMode="auto">
          <a:xfrm>
            <a:off x="47640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solidFill>
                  <a:srgbClr val="000000"/>
                </a:solidFill>
              </a:rPr>
              <a:t>Q</a:t>
            </a:r>
            <a:r>
              <a:rPr lang="zh-CN" altLang="en-US" sz="2000" b="1" baseline="-25000">
                <a:solidFill>
                  <a:srgbClr val="000000"/>
                </a:solidFill>
              </a:rPr>
              <a:t>主</a:t>
            </a:r>
            <a:endParaRPr lang="zh-CN" altLang="en-US" b="1"/>
          </a:p>
        </p:txBody>
      </p:sp>
      <p:sp>
        <p:nvSpPr>
          <p:cNvPr id="120899" name="Text Box 87"/>
          <p:cNvSpPr txBox="1">
            <a:spLocks noChangeArrowheads="1"/>
          </p:cNvSpPr>
          <p:nvPr/>
        </p:nvSpPr>
        <p:spPr bwMode="auto">
          <a:xfrm rot="5400000">
            <a:off x="1301105" y="225433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900" name="Line 88"/>
          <p:cNvSpPr>
            <a:spLocks noChangeShapeType="1"/>
          </p:cNvSpPr>
          <p:nvPr/>
        </p:nvSpPr>
        <p:spPr bwMode="auto">
          <a:xfrm rot="5400000">
            <a:off x="2565400" y="18609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1" name="Line 89"/>
          <p:cNvSpPr>
            <a:spLocks noChangeShapeType="1"/>
          </p:cNvSpPr>
          <p:nvPr/>
        </p:nvSpPr>
        <p:spPr bwMode="auto">
          <a:xfrm rot="5400000">
            <a:off x="2051050" y="2375297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2" name="Line 90"/>
          <p:cNvSpPr>
            <a:spLocks noChangeShapeType="1"/>
          </p:cNvSpPr>
          <p:nvPr/>
        </p:nvSpPr>
        <p:spPr bwMode="auto">
          <a:xfrm rot="5400000">
            <a:off x="1756569" y="1737916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3" name="Line 91"/>
          <p:cNvSpPr>
            <a:spLocks noChangeShapeType="1"/>
          </p:cNvSpPr>
          <p:nvPr/>
        </p:nvSpPr>
        <p:spPr bwMode="auto">
          <a:xfrm rot="5400000">
            <a:off x="5597525" y="19109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4" name="Line 92"/>
          <p:cNvSpPr>
            <a:spLocks noChangeShapeType="1"/>
          </p:cNvSpPr>
          <p:nvPr/>
        </p:nvSpPr>
        <p:spPr bwMode="auto">
          <a:xfrm rot="5400000">
            <a:off x="5597525" y="27110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5" name="Line 93"/>
          <p:cNvSpPr>
            <a:spLocks noChangeShapeType="1"/>
          </p:cNvSpPr>
          <p:nvPr/>
        </p:nvSpPr>
        <p:spPr bwMode="auto">
          <a:xfrm rot="5400000">
            <a:off x="5083175" y="2425304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6" name="Line 94"/>
          <p:cNvSpPr>
            <a:spLocks noChangeShapeType="1"/>
          </p:cNvSpPr>
          <p:nvPr/>
        </p:nvSpPr>
        <p:spPr bwMode="auto">
          <a:xfrm rot="5400000">
            <a:off x="785019" y="3070622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7" name="Line 95"/>
          <p:cNvSpPr>
            <a:spLocks noChangeShapeType="1"/>
          </p:cNvSpPr>
          <p:nvPr/>
        </p:nvSpPr>
        <p:spPr bwMode="auto">
          <a:xfrm rot="5400000">
            <a:off x="5351463" y="2377679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8" name="Line 96"/>
          <p:cNvSpPr>
            <a:spLocks noChangeShapeType="1"/>
          </p:cNvSpPr>
          <p:nvPr/>
        </p:nvSpPr>
        <p:spPr bwMode="auto">
          <a:xfrm rot="5400000">
            <a:off x="4641454" y="3098007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9" name="Text Box 97"/>
          <p:cNvSpPr txBox="1">
            <a:spLocks noChangeArrowheads="1"/>
          </p:cNvSpPr>
          <p:nvPr/>
        </p:nvSpPr>
        <p:spPr bwMode="auto">
          <a:xfrm rot="5400000">
            <a:off x="1297931" y="350329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8"/>
          <p:cNvGrpSpPr>
            <a:grpSpLocks/>
          </p:cNvGrpSpPr>
          <p:nvPr/>
        </p:nvGrpSpPr>
        <p:grpSpPr bwMode="auto">
          <a:xfrm rot="5730025">
            <a:off x="3660775" y="3506391"/>
            <a:ext cx="171450" cy="381000"/>
            <a:chOff x="912" y="3552"/>
            <a:chExt cx="144" cy="240"/>
          </a:xfrm>
        </p:grpSpPr>
        <p:sp>
          <p:nvSpPr>
            <p:cNvPr id="120937" name="AutoShape 99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38" name="Oval 100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911" name="Line 101"/>
          <p:cNvSpPr>
            <a:spLocks noChangeShapeType="1"/>
          </p:cNvSpPr>
          <p:nvPr/>
        </p:nvSpPr>
        <p:spPr bwMode="auto">
          <a:xfrm rot="5400000">
            <a:off x="4600576" y="3047604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2" name="Line 102"/>
          <p:cNvSpPr>
            <a:spLocks noChangeShapeType="1"/>
          </p:cNvSpPr>
          <p:nvPr/>
        </p:nvSpPr>
        <p:spPr bwMode="auto">
          <a:xfrm rot="5400000">
            <a:off x="2488407" y="2622154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3" name="Text Box 103"/>
          <p:cNvSpPr txBox="1">
            <a:spLocks noChangeArrowheads="1"/>
          </p:cNvSpPr>
          <p:nvPr/>
        </p:nvSpPr>
        <p:spPr bwMode="auto">
          <a:xfrm>
            <a:off x="228600" y="22669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3178176" y="1496617"/>
            <a:ext cx="969963" cy="297656"/>
            <a:chOff x="2042" y="957"/>
            <a:chExt cx="611" cy="250"/>
          </a:xfrm>
        </p:grpSpPr>
        <p:sp>
          <p:nvSpPr>
            <p:cNvPr id="120934" name="AutoShape 105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5" name="Text Box 106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6" name="Line 107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3249613" y="2900363"/>
            <a:ext cx="969962" cy="297656"/>
            <a:chOff x="2042" y="957"/>
            <a:chExt cx="611" cy="250"/>
          </a:xfrm>
        </p:grpSpPr>
        <p:sp>
          <p:nvSpPr>
            <p:cNvPr id="120931" name="AutoShape 109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2" name="Text Box 110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3" name="Line 111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6199188" y="1553767"/>
            <a:ext cx="969962" cy="297656"/>
            <a:chOff x="2042" y="957"/>
            <a:chExt cx="611" cy="250"/>
          </a:xfrm>
        </p:grpSpPr>
        <p:sp>
          <p:nvSpPr>
            <p:cNvPr id="120928" name="AutoShape 113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9" name="Text Box 114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30" name="Line 115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6265863" y="2944417"/>
            <a:ext cx="969962" cy="297656"/>
            <a:chOff x="2042" y="957"/>
            <a:chExt cx="611" cy="250"/>
          </a:xfrm>
        </p:grpSpPr>
        <p:sp>
          <p:nvSpPr>
            <p:cNvPr id="120925" name="AutoShape 117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6" name="Text Box 118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27" name="Line 119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0"/>
          <p:cNvGrpSpPr>
            <a:grpSpLocks/>
          </p:cNvGrpSpPr>
          <p:nvPr/>
        </p:nvGrpSpPr>
        <p:grpSpPr bwMode="auto">
          <a:xfrm>
            <a:off x="8583613" y="1838327"/>
            <a:ext cx="384174" cy="400050"/>
            <a:chOff x="672" y="1824"/>
            <a:chExt cx="242" cy="336"/>
          </a:xfrm>
        </p:grpSpPr>
        <p:sp>
          <p:nvSpPr>
            <p:cNvPr id="120923" name="Text Box 121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20924" name="Line 122"/>
            <p:cNvSpPr>
              <a:spLocks noChangeShapeType="1"/>
            </p:cNvSpPr>
            <p:nvPr/>
          </p:nvSpPr>
          <p:spPr bwMode="auto">
            <a:xfrm>
              <a:off x="768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0919" name="Text Box 123"/>
          <p:cNvSpPr txBox="1">
            <a:spLocks noChangeArrowheads="1"/>
          </p:cNvSpPr>
          <p:nvPr/>
        </p:nvSpPr>
        <p:spPr bwMode="auto">
          <a:xfrm>
            <a:off x="8458200" y="2680098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Q=0</a:t>
            </a:r>
          </a:p>
        </p:txBody>
      </p:sp>
      <p:sp>
        <p:nvSpPr>
          <p:cNvPr id="120920" name="Text Box 124"/>
          <p:cNvSpPr txBox="1">
            <a:spLocks noChangeArrowheads="1"/>
          </p:cNvSpPr>
          <p:nvPr/>
        </p:nvSpPr>
        <p:spPr bwMode="auto">
          <a:xfrm>
            <a:off x="3600450" y="1472804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9400" y="401955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1524000" y="31051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2" name="Equation" r:id="rId2" imgW="495000" imgH="203040" progId="Equation.DSMT4">
                  <p:embed/>
                </p:oleObj>
              </mc:Choice>
              <mc:Fallback>
                <p:oleObj name="Equation" r:id="rId2" imgW="4950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1051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3" name="Object 3"/>
          <p:cNvGraphicFramePr>
            <a:graphicFrameLocks noChangeAspect="1"/>
          </p:cNvGraphicFramePr>
          <p:nvPr/>
        </p:nvGraphicFramePr>
        <p:xfrm>
          <a:off x="3276600" y="33337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3" name="Equation" r:id="rId4" imgW="495000" imgH="203040" progId="Equation.DSMT4">
                  <p:embed/>
                </p:oleObj>
              </mc:Choice>
              <mc:Fallback>
                <p:oleObj name="Equation" r:id="rId4" imgW="49500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337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4495800" y="31051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964" name="Equation" r:id="rId6" imgW="495000" imgH="203040" progId="Equation.DSMT4">
                  <p:embed/>
                </p:oleObj>
              </mc:Choice>
              <mc:Fallback>
                <p:oleObj name="Equation" r:id="rId6" imgW="49500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1051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矩形 128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5"/>
          <p:cNvSpPr>
            <a:spLocks noChangeArrowheads="1"/>
          </p:cNvSpPr>
          <p:nvPr/>
        </p:nvSpPr>
        <p:spPr bwMode="auto">
          <a:xfrm>
            <a:off x="1692275" y="1425179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3886994" y="2429272"/>
            <a:ext cx="400050" cy="687388"/>
            <a:chOff x="792" y="2183"/>
            <a:chExt cx="336" cy="433"/>
          </a:xfrm>
        </p:grpSpPr>
        <p:sp>
          <p:nvSpPr>
            <p:cNvPr id="120956" name="AutoShape 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7" name="Oval 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38" name="Line 9"/>
          <p:cNvSpPr>
            <a:spLocks noChangeShapeType="1"/>
          </p:cNvSpPr>
          <p:nvPr/>
        </p:nvSpPr>
        <p:spPr bwMode="auto">
          <a:xfrm rot="5400000" flipV="1">
            <a:off x="4584700" y="17466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39" name="Line 10"/>
          <p:cNvSpPr>
            <a:spLocks noChangeShapeType="1"/>
          </p:cNvSpPr>
          <p:nvPr/>
        </p:nvSpPr>
        <p:spPr bwMode="auto">
          <a:xfrm rot="5400000">
            <a:off x="4470400" y="20895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0" name="Line 11"/>
          <p:cNvSpPr>
            <a:spLocks noChangeShapeType="1"/>
          </p:cNvSpPr>
          <p:nvPr/>
        </p:nvSpPr>
        <p:spPr bwMode="auto">
          <a:xfrm rot="5400000">
            <a:off x="4470400" y="26610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1" name="Line 12"/>
          <p:cNvSpPr>
            <a:spLocks noChangeShapeType="1"/>
          </p:cNvSpPr>
          <p:nvPr/>
        </p:nvSpPr>
        <p:spPr bwMode="auto">
          <a:xfrm rot="5400000">
            <a:off x="4622800" y="2584847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2" name="Line 13"/>
          <p:cNvSpPr>
            <a:spLocks noChangeShapeType="1"/>
          </p:cNvSpPr>
          <p:nvPr/>
        </p:nvSpPr>
        <p:spPr bwMode="auto">
          <a:xfrm rot="5400000" flipH="1">
            <a:off x="38417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3" name="Line 14"/>
          <p:cNvSpPr>
            <a:spLocks noChangeShapeType="1"/>
          </p:cNvSpPr>
          <p:nvPr/>
        </p:nvSpPr>
        <p:spPr bwMode="auto">
          <a:xfrm rot="5400000">
            <a:off x="3841750" y="1803797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4" name="Line 15"/>
          <p:cNvSpPr>
            <a:spLocks noChangeShapeType="1"/>
          </p:cNvSpPr>
          <p:nvPr/>
        </p:nvSpPr>
        <p:spPr bwMode="auto">
          <a:xfrm rot="5400000">
            <a:off x="3384550" y="26038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5" name="Line 16"/>
          <p:cNvSpPr>
            <a:spLocks noChangeShapeType="1"/>
          </p:cNvSpPr>
          <p:nvPr/>
        </p:nvSpPr>
        <p:spPr bwMode="auto">
          <a:xfrm rot="5400000" flipV="1">
            <a:off x="3594100" y="25086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6" name="Line 17"/>
          <p:cNvSpPr>
            <a:spLocks noChangeShapeType="1"/>
          </p:cNvSpPr>
          <p:nvPr/>
        </p:nvSpPr>
        <p:spPr bwMode="auto">
          <a:xfrm rot="5400000" flipH="1">
            <a:off x="3384550" y="2146697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7" name="Line 18"/>
          <p:cNvSpPr>
            <a:spLocks noChangeShapeType="1"/>
          </p:cNvSpPr>
          <p:nvPr/>
        </p:nvSpPr>
        <p:spPr bwMode="auto">
          <a:xfrm rot="5400000" flipV="1">
            <a:off x="3594100" y="193714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8" name="Line 19"/>
          <p:cNvSpPr>
            <a:spLocks noChangeShapeType="1"/>
          </p:cNvSpPr>
          <p:nvPr/>
        </p:nvSpPr>
        <p:spPr bwMode="auto">
          <a:xfrm rot="5400000">
            <a:off x="3517900" y="16323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9" name="Line 20"/>
          <p:cNvSpPr>
            <a:spLocks noChangeShapeType="1"/>
          </p:cNvSpPr>
          <p:nvPr/>
        </p:nvSpPr>
        <p:spPr bwMode="auto">
          <a:xfrm rot="5400000">
            <a:off x="3517900" y="266104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5400000">
            <a:off x="3850482" y="1631554"/>
            <a:ext cx="400050" cy="687387"/>
            <a:chOff x="792" y="2183"/>
            <a:chExt cx="336" cy="433"/>
          </a:xfrm>
        </p:grpSpPr>
        <p:sp>
          <p:nvSpPr>
            <p:cNvPr id="120954" name="AutoShape 2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5" name="Oval 2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1" name="Text Box 24"/>
          <p:cNvSpPr txBox="1">
            <a:spLocks noChangeArrowheads="1"/>
          </p:cNvSpPr>
          <p:nvPr/>
        </p:nvSpPr>
        <p:spPr bwMode="auto">
          <a:xfrm rot="5400000">
            <a:off x="4452293" y="25960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52" name="Text Box 25"/>
          <p:cNvSpPr txBox="1">
            <a:spLocks noChangeArrowheads="1"/>
          </p:cNvSpPr>
          <p:nvPr/>
        </p:nvSpPr>
        <p:spPr bwMode="auto">
          <a:xfrm rot="5400000">
            <a:off x="4452293" y="18030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5400000">
            <a:off x="2820194" y="1513681"/>
            <a:ext cx="400050" cy="687388"/>
            <a:chOff x="792" y="2183"/>
            <a:chExt cx="336" cy="433"/>
          </a:xfrm>
        </p:grpSpPr>
        <p:sp>
          <p:nvSpPr>
            <p:cNvPr id="120952" name="AutoShape 2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3" name="Oval 2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 rot="5400000">
            <a:off x="2820194" y="2547144"/>
            <a:ext cx="400050" cy="687388"/>
            <a:chOff x="792" y="2183"/>
            <a:chExt cx="336" cy="433"/>
          </a:xfrm>
        </p:grpSpPr>
        <p:sp>
          <p:nvSpPr>
            <p:cNvPr id="120950" name="AutoShape 3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1" name="Oval 3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5" name="Line 32"/>
          <p:cNvSpPr>
            <a:spLocks noChangeShapeType="1"/>
          </p:cNvSpPr>
          <p:nvPr/>
        </p:nvSpPr>
        <p:spPr bwMode="auto">
          <a:xfrm rot="5400000">
            <a:off x="2565400" y="26610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6" name="Line 33"/>
          <p:cNvSpPr>
            <a:spLocks noChangeShapeType="1"/>
          </p:cNvSpPr>
          <p:nvPr/>
        </p:nvSpPr>
        <p:spPr bwMode="auto">
          <a:xfrm rot="5400000">
            <a:off x="2413000" y="159424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7" name="Line 34"/>
          <p:cNvSpPr>
            <a:spLocks noChangeShapeType="1"/>
          </p:cNvSpPr>
          <p:nvPr/>
        </p:nvSpPr>
        <p:spPr bwMode="auto">
          <a:xfrm rot="5400000">
            <a:off x="2374900" y="2584847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8" name="Text Box 35"/>
          <p:cNvSpPr txBox="1">
            <a:spLocks noChangeArrowheads="1"/>
          </p:cNvSpPr>
          <p:nvPr/>
        </p:nvSpPr>
        <p:spPr bwMode="auto">
          <a:xfrm rot="5400000">
            <a:off x="2318693" y="225313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59" name="Text Box 36"/>
          <p:cNvSpPr txBox="1">
            <a:spLocks noChangeArrowheads="1"/>
          </p:cNvSpPr>
          <p:nvPr/>
        </p:nvSpPr>
        <p:spPr bwMode="auto">
          <a:xfrm rot="5400000">
            <a:off x="7773342" y="264247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0" name="Line 37"/>
          <p:cNvSpPr>
            <a:spLocks noChangeShapeType="1"/>
          </p:cNvSpPr>
          <p:nvPr/>
        </p:nvSpPr>
        <p:spPr bwMode="auto">
          <a:xfrm rot="5400000" flipH="1">
            <a:off x="7232253" y="2181226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1" name="Line 38"/>
          <p:cNvSpPr>
            <a:spLocks noChangeShapeType="1"/>
          </p:cNvSpPr>
          <p:nvPr/>
        </p:nvSpPr>
        <p:spPr bwMode="auto">
          <a:xfrm rot="5400000">
            <a:off x="5176838" y="-1207690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2" name="Line 39"/>
          <p:cNvSpPr>
            <a:spLocks noChangeShapeType="1"/>
          </p:cNvSpPr>
          <p:nvPr/>
        </p:nvSpPr>
        <p:spPr bwMode="auto">
          <a:xfrm rot="5400000">
            <a:off x="2336800" y="163234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3" name="Line 40"/>
          <p:cNvSpPr>
            <a:spLocks noChangeShapeType="1"/>
          </p:cNvSpPr>
          <p:nvPr/>
        </p:nvSpPr>
        <p:spPr bwMode="auto">
          <a:xfrm rot="5400000" flipV="1">
            <a:off x="2565400" y="16323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4" name="Line 41"/>
          <p:cNvSpPr>
            <a:spLocks noChangeShapeType="1"/>
          </p:cNvSpPr>
          <p:nvPr/>
        </p:nvSpPr>
        <p:spPr bwMode="auto">
          <a:xfrm rot="5400000">
            <a:off x="7582099" y="2639021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5" name="Line 42"/>
          <p:cNvSpPr>
            <a:spLocks noChangeShapeType="1"/>
          </p:cNvSpPr>
          <p:nvPr/>
        </p:nvSpPr>
        <p:spPr bwMode="auto">
          <a:xfrm rot="5400000">
            <a:off x="5320507" y="372666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6" name="Line 43"/>
          <p:cNvSpPr>
            <a:spLocks noChangeShapeType="1"/>
          </p:cNvSpPr>
          <p:nvPr/>
        </p:nvSpPr>
        <p:spPr bwMode="auto">
          <a:xfrm rot="5400000">
            <a:off x="2329656" y="3125391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7" name="Line 44"/>
          <p:cNvSpPr>
            <a:spLocks noChangeShapeType="1"/>
          </p:cNvSpPr>
          <p:nvPr/>
        </p:nvSpPr>
        <p:spPr bwMode="auto">
          <a:xfrm rot="5400000">
            <a:off x="2565400" y="2889647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8" name="Text Box 45"/>
          <p:cNvSpPr txBox="1">
            <a:spLocks noChangeArrowheads="1"/>
          </p:cNvSpPr>
          <p:nvPr/>
        </p:nvSpPr>
        <p:spPr bwMode="auto">
          <a:xfrm rot="5400000">
            <a:off x="8057506" y="1841183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9" name="Text Box 46"/>
          <p:cNvSpPr txBox="1">
            <a:spLocks noChangeArrowheads="1"/>
          </p:cNvSpPr>
          <p:nvPr/>
        </p:nvSpPr>
        <p:spPr bwMode="auto">
          <a:xfrm>
            <a:off x="1709738" y="170735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K</a:t>
            </a:r>
          </a:p>
        </p:txBody>
      </p:sp>
      <p:sp>
        <p:nvSpPr>
          <p:cNvPr id="120870" name="Text Box 47"/>
          <p:cNvSpPr txBox="1">
            <a:spLocks noChangeArrowheads="1"/>
          </p:cNvSpPr>
          <p:nvPr/>
        </p:nvSpPr>
        <p:spPr bwMode="auto">
          <a:xfrm>
            <a:off x="1636713" y="2733675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 rot="5400000">
            <a:off x="6919119" y="2479278"/>
            <a:ext cx="400050" cy="687388"/>
            <a:chOff x="792" y="2183"/>
            <a:chExt cx="336" cy="433"/>
          </a:xfrm>
        </p:grpSpPr>
        <p:sp>
          <p:nvSpPr>
            <p:cNvPr id="120948" name="AutoShape 4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9" name="Oval 5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72" name="Line 51"/>
          <p:cNvSpPr>
            <a:spLocks noChangeShapeType="1"/>
          </p:cNvSpPr>
          <p:nvPr/>
        </p:nvSpPr>
        <p:spPr bwMode="auto">
          <a:xfrm rot="5400000" flipV="1">
            <a:off x="7933532" y="1479947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3" name="Line 52"/>
          <p:cNvSpPr>
            <a:spLocks noChangeShapeType="1"/>
          </p:cNvSpPr>
          <p:nvPr/>
        </p:nvSpPr>
        <p:spPr bwMode="auto">
          <a:xfrm rot="5400000">
            <a:off x="7502525" y="21395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4" name="Line 53"/>
          <p:cNvSpPr>
            <a:spLocks noChangeShapeType="1"/>
          </p:cNvSpPr>
          <p:nvPr/>
        </p:nvSpPr>
        <p:spPr bwMode="auto">
          <a:xfrm rot="5400000">
            <a:off x="7502525" y="2711054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5" name="Line 54"/>
          <p:cNvSpPr>
            <a:spLocks noChangeShapeType="1"/>
          </p:cNvSpPr>
          <p:nvPr/>
        </p:nvSpPr>
        <p:spPr bwMode="auto">
          <a:xfrm rot="5400000">
            <a:off x="8007350" y="2282429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6" name="Line 55"/>
          <p:cNvSpPr>
            <a:spLocks noChangeShapeType="1"/>
          </p:cNvSpPr>
          <p:nvPr/>
        </p:nvSpPr>
        <p:spPr bwMode="auto">
          <a:xfrm rot="5400000" flipH="1">
            <a:off x="68738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7" name="Line 56"/>
          <p:cNvSpPr>
            <a:spLocks noChangeShapeType="1"/>
          </p:cNvSpPr>
          <p:nvPr/>
        </p:nvSpPr>
        <p:spPr bwMode="auto">
          <a:xfrm rot="5400000">
            <a:off x="6873875" y="1853804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8" name="Line 57"/>
          <p:cNvSpPr>
            <a:spLocks noChangeShapeType="1"/>
          </p:cNvSpPr>
          <p:nvPr/>
        </p:nvSpPr>
        <p:spPr bwMode="auto">
          <a:xfrm rot="5400000">
            <a:off x="6416675" y="26539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9" name="Line 58"/>
          <p:cNvSpPr>
            <a:spLocks noChangeShapeType="1"/>
          </p:cNvSpPr>
          <p:nvPr/>
        </p:nvSpPr>
        <p:spPr bwMode="auto">
          <a:xfrm rot="5400000" flipV="1">
            <a:off x="6626225" y="25586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0" name="Line 59"/>
          <p:cNvSpPr>
            <a:spLocks noChangeShapeType="1"/>
          </p:cNvSpPr>
          <p:nvPr/>
        </p:nvSpPr>
        <p:spPr bwMode="auto">
          <a:xfrm rot="5400000" flipH="1">
            <a:off x="6416675" y="2196704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1" name="Line 60"/>
          <p:cNvSpPr>
            <a:spLocks noChangeShapeType="1"/>
          </p:cNvSpPr>
          <p:nvPr/>
        </p:nvSpPr>
        <p:spPr bwMode="auto">
          <a:xfrm rot="5400000" flipV="1">
            <a:off x="6626225" y="1987154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2" name="Line 61"/>
          <p:cNvSpPr>
            <a:spLocks noChangeShapeType="1"/>
          </p:cNvSpPr>
          <p:nvPr/>
        </p:nvSpPr>
        <p:spPr bwMode="auto">
          <a:xfrm rot="5400000">
            <a:off x="6550025" y="16823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3" name="Line 62"/>
          <p:cNvSpPr>
            <a:spLocks noChangeShapeType="1"/>
          </p:cNvSpPr>
          <p:nvPr/>
        </p:nvSpPr>
        <p:spPr bwMode="auto">
          <a:xfrm rot="5400000">
            <a:off x="6550025" y="2711054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 rot="5400000">
            <a:off x="6882607" y="1681560"/>
            <a:ext cx="400050" cy="687387"/>
            <a:chOff x="792" y="2183"/>
            <a:chExt cx="336" cy="433"/>
          </a:xfrm>
        </p:grpSpPr>
        <p:sp>
          <p:nvSpPr>
            <p:cNvPr id="120946" name="AutoShape 64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7" name="Oval 65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5" name="Text Box 66"/>
          <p:cNvSpPr txBox="1">
            <a:spLocks noChangeArrowheads="1"/>
          </p:cNvSpPr>
          <p:nvPr/>
        </p:nvSpPr>
        <p:spPr bwMode="auto">
          <a:xfrm rot="5400000">
            <a:off x="7517408" y="2644855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86" name="Text Box 67"/>
          <p:cNvSpPr txBox="1">
            <a:spLocks noChangeArrowheads="1"/>
          </p:cNvSpPr>
          <p:nvPr/>
        </p:nvSpPr>
        <p:spPr bwMode="auto">
          <a:xfrm rot="5400000">
            <a:off x="7484418" y="1853089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 rot="5400000">
            <a:off x="5852319" y="1563687"/>
            <a:ext cx="400050" cy="687388"/>
            <a:chOff x="792" y="2183"/>
            <a:chExt cx="336" cy="433"/>
          </a:xfrm>
        </p:grpSpPr>
        <p:sp>
          <p:nvSpPr>
            <p:cNvPr id="120944" name="AutoShape 6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5" name="Oval 7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 rot="5400000">
            <a:off x="5852319" y="2597150"/>
            <a:ext cx="400050" cy="687388"/>
            <a:chOff x="792" y="2183"/>
            <a:chExt cx="336" cy="433"/>
          </a:xfrm>
        </p:grpSpPr>
        <p:sp>
          <p:nvSpPr>
            <p:cNvPr id="120942" name="AutoShape 7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3" name="Oval 7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9" name="Line 74"/>
          <p:cNvSpPr>
            <a:spLocks noChangeShapeType="1"/>
          </p:cNvSpPr>
          <p:nvPr/>
        </p:nvSpPr>
        <p:spPr bwMode="auto">
          <a:xfrm rot="5400000">
            <a:off x="5432425" y="1497806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0" name="Text Box 75"/>
          <p:cNvSpPr txBox="1">
            <a:spLocks noChangeArrowheads="1"/>
          </p:cNvSpPr>
          <p:nvPr/>
        </p:nvSpPr>
        <p:spPr bwMode="auto">
          <a:xfrm rot="5400000">
            <a:off x="5350818" y="230314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91" name="Line 76"/>
          <p:cNvSpPr>
            <a:spLocks noChangeShapeType="1"/>
          </p:cNvSpPr>
          <p:nvPr/>
        </p:nvSpPr>
        <p:spPr bwMode="auto">
          <a:xfrm rot="5400000">
            <a:off x="5597525" y="2939654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2" name="Line 77"/>
          <p:cNvSpPr>
            <a:spLocks noChangeShapeType="1"/>
          </p:cNvSpPr>
          <p:nvPr/>
        </p:nvSpPr>
        <p:spPr bwMode="auto">
          <a:xfrm>
            <a:off x="5175250" y="1762125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3" name="Line 78"/>
          <p:cNvSpPr>
            <a:spLocks noChangeShapeType="1"/>
          </p:cNvSpPr>
          <p:nvPr/>
        </p:nvSpPr>
        <p:spPr bwMode="auto">
          <a:xfrm rot="5400000">
            <a:off x="4949825" y="1761729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4" name="Line 79"/>
          <p:cNvSpPr>
            <a:spLocks noChangeShapeType="1"/>
          </p:cNvSpPr>
          <p:nvPr/>
        </p:nvSpPr>
        <p:spPr bwMode="auto">
          <a:xfrm>
            <a:off x="4805363" y="2777728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5" name="Line 80"/>
          <p:cNvSpPr>
            <a:spLocks noChangeShapeType="1"/>
          </p:cNvSpPr>
          <p:nvPr/>
        </p:nvSpPr>
        <p:spPr bwMode="auto">
          <a:xfrm rot="5400000">
            <a:off x="5148263" y="2714625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1"/>
          <p:cNvGrpSpPr>
            <a:grpSpLocks noChangeAspect="1"/>
          </p:cNvGrpSpPr>
          <p:nvPr/>
        </p:nvGrpSpPr>
        <p:grpSpPr bwMode="auto">
          <a:xfrm>
            <a:off x="4581525" y="1666876"/>
            <a:ext cx="617538" cy="297656"/>
            <a:chOff x="2362" y="3040"/>
            <a:chExt cx="846" cy="544"/>
          </a:xfrm>
        </p:grpSpPr>
        <p:sp>
          <p:nvSpPr>
            <p:cNvPr id="120939" name="AutoShape 82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40" name="Text Box 83"/>
            <p:cNvSpPr txBox="1">
              <a:spLocks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41" name="Line 84"/>
            <p:cNvSpPr>
              <a:spLocks noChangeShapeType="1"/>
            </p:cNvSpPr>
            <p:nvPr/>
          </p:nvSpPr>
          <p:spPr bwMode="auto">
            <a:xfrm>
              <a:off x="2571" y="3144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97" name="AutoShape 85"/>
          <p:cNvSpPr>
            <a:spLocks noChangeAspect="1" noChangeArrowheads="1"/>
          </p:cNvSpPr>
          <p:nvPr/>
        </p:nvSpPr>
        <p:spPr bwMode="auto">
          <a:xfrm>
            <a:off x="47640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898" name="Text Box 86"/>
          <p:cNvSpPr txBox="1">
            <a:spLocks noChangeArrowheads="1"/>
          </p:cNvSpPr>
          <p:nvPr/>
        </p:nvSpPr>
        <p:spPr bwMode="auto">
          <a:xfrm>
            <a:off x="4764089" y="2739629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solidFill>
                  <a:srgbClr val="000000"/>
                </a:solidFill>
              </a:rPr>
              <a:t>Q</a:t>
            </a:r>
            <a:r>
              <a:rPr lang="zh-CN" altLang="en-US" sz="2000" b="1" baseline="-25000">
                <a:solidFill>
                  <a:srgbClr val="000000"/>
                </a:solidFill>
              </a:rPr>
              <a:t>主</a:t>
            </a:r>
            <a:endParaRPr lang="zh-CN" altLang="en-US" b="1"/>
          </a:p>
        </p:txBody>
      </p:sp>
      <p:sp>
        <p:nvSpPr>
          <p:cNvPr id="120899" name="Text Box 87"/>
          <p:cNvSpPr txBox="1">
            <a:spLocks noChangeArrowheads="1"/>
          </p:cNvSpPr>
          <p:nvPr/>
        </p:nvSpPr>
        <p:spPr bwMode="auto">
          <a:xfrm rot="5400000">
            <a:off x="1301105" y="225433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900" name="Line 88"/>
          <p:cNvSpPr>
            <a:spLocks noChangeShapeType="1"/>
          </p:cNvSpPr>
          <p:nvPr/>
        </p:nvSpPr>
        <p:spPr bwMode="auto">
          <a:xfrm rot="5400000">
            <a:off x="2565400" y="1860947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1" name="Line 89"/>
          <p:cNvSpPr>
            <a:spLocks noChangeShapeType="1"/>
          </p:cNvSpPr>
          <p:nvPr/>
        </p:nvSpPr>
        <p:spPr bwMode="auto">
          <a:xfrm rot="5400000">
            <a:off x="2051050" y="2375297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2" name="Line 90"/>
          <p:cNvSpPr>
            <a:spLocks noChangeShapeType="1"/>
          </p:cNvSpPr>
          <p:nvPr/>
        </p:nvSpPr>
        <p:spPr bwMode="auto">
          <a:xfrm rot="5400000">
            <a:off x="1756569" y="1737916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3" name="Line 91"/>
          <p:cNvSpPr>
            <a:spLocks noChangeShapeType="1"/>
          </p:cNvSpPr>
          <p:nvPr/>
        </p:nvSpPr>
        <p:spPr bwMode="auto">
          <a:xfrm rot="5400000">
            <a:off x="5597525" y="19109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4" name="Line 92"/>
          <p:cNvSpPr>
            <a:spLocks noChangeShapeType="1"/>
          </p:cNvSpPr>
          <p:nvPr/>
        </p:nvSpPr>
        <p:spPr bwMode="auto">
          <a:xfrm rot="5400000">
            <a:off x="5597525" y="2711054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5" name="Line 93"/>
          <p:cNvSpPr>
            <a:spLocks noChangeShapeType="1"/>
          </p:cNvSpPr>
          <p:nvPr/>
        </p:nvSpPr>
        <p:spPr bwMode="auto">
          <a:xfrm rot="5400000">
            <a:off x="5083175" y="2425304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6" name="Line 94"/>
          <p:cNvSpPr>
            <a:spLocks noChangeShapeType="1"/>
          </p:cNvSpPr>
          <p:nvPr/>
        </p:nvSpPr>
        <p:spPr bwMode="auto">
          <a:xfrm rot="5400000">
            <a:off x="785019" y="3070622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7" name="Line 95"/>
          <p:cNvSpPr>
            <a:spLocks noChangeShapeType="1"/>
          </p:cNvSpPr>
          <p:nvPr/>
        </p:nvSpPr>
        <p:spPr bwMode="auto">
          <a:xfrm rot="5400000">
            <a:off x="5351463" y="2377679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8" name="Line 96"/>
          <p:cNvSpPr>
            <a:spLocks noChangeShapeType="1"/>
          </p:cNvSpPr>
          <p:nvPr/>
        </p:nvSpPr>
        <p:spPr bwMode="auto">
          <a:xfrm rot="5400000">
            <a:off x="4641454" y="3098007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9" name="Text Box 97"/>
          <p:cNvSpPr txBox="1">
            <a:spLocks noChangeArrowheads="1"/>
          </p:cNvSpPr>
          <p:nvPr/>
        </p:nvSpPr>
        <p:spPr bwMode="auto">
          <a:xfrm rot="5400000">
            <a:off x="1297931" y="3503296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8"/>
          <p:cNvGrpSpPr>
            <a:grpSpLocks/>
          </p:cNvGrpSpPr>
          <p:nvPr/>
        </p:nvGrpSpPr>
        <p:grpSpPr bwMode="auto">
          <a:xfrm rot="5730025">
            <a:off x="3660775" y="3506391"/>
            <a:ext cx="171450" cy="381000"/>
            <a:chOff x="912" y="3552"/>
            <a:chExt cx="144" cy="240"/>
          </a:xfrm>
        </p:grpSpPr>
        <p:sp>
          <p:nvSpPr>
            <p:cNvPr id="120937" name="AutoShape 99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38" name="Oval 100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911" name="Line 101"/>
          <p:cNvSpPr>
            <a:spLocks noChangeShapeType="1"/>
          </p:cNvSpPr>
          <p:nvPr/>
        </p:nvSpPr>
        <p:spPr bwMode="auto">
          <a:xfrm rot="5400000">
            <a:off x="4600576" y="3047604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2" name="Line 102"/>
          <p:cNvSpPr>
            <a:spLocks noChangeShapeType="1"/>
          </p:cNvSpPr>
          <p:nvPr/>
        </p:nvSpPr>
        <p:spPr bwMode="auto">
          <a:xfrm rot="5400000">
            <a:off x="2488407" y="2622154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3" name="Text Box 103"/>
          <p:cNvSpPr txBox="1">
            <a:spLocks noChangeArrowheads="1"/>
          </p:cNvSpPr>
          <p:nvPr/>
        </p:nvSpPr>
        <p:spPr bwMode="auto">
          <a:xfrm>
            <a:off x="228600" y="2266950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3178176" y="1496617"/>
            <a:ext cx="969963" cy="297656"/>
            <a:chOff x="2042" y="957"/>
            <a:chExt cx="611" cy="250"/>
          </a:xfrm>
        </p:grpSpPr>
        <p:sp>
          <p:nvSpPr>
            <p:cNvPr id="120934" name="AutoShape 105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5" name="Text Box 106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6" name="Line 107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3249613" y="2900363"/>
            <a:ext cx="969962" cy="297656"/>
            <a:chOff x="2042" y="957"/>
            <a:chExt cx="611" cy="250"/>
          </a:xfrm>
        </p:grpSpPr>
        <p:sp>
          <p:nvSpPr>
            <p:cNvPr id="120931" name="AutoShape 109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2" name="Text Box 110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3" name="Line 111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6199188" y="1553767"/>
            <a:ext cx="969962" cy="297656"/>
            <a:chOff x="2042" y="957"/>
            <a:chExt cx="611" cy="250"/>
          </a:xfrm>
        </p:grpSpPr>
        <p:sp>
          <p:nvSpPr>
            <p:cNvPr id="120928" name="AutoShape 113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9" name="Text Box 114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30" name="Line 115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6265863" y="2944417"/>
            <a:ext cx="969962" cy="297656"/>
            <a:chOff x="2042" y="957"/>
            <a:chExt cx="611" cy="250"/>
          </a:xfrm>
        </p:grpSpPr>
        <p:sp>
          <p:nvSpPr>
            <p:cNvPr id="120925" name="AutoShape 117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6" name="Text Box 118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27" name="Line 119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0"/>
          <p:cNvGrpSpPr>
            <a:grpSpLocks/>
          </p:cNvGrpSpPr>
          <p:nvPr/>
        </p:nvGrpSpPr>
        <p:grpSpPr bwMode="auto">
          <a:xfrm>
            <a:off x="8583613" y="1838327"/>
            <a:ext cx="384174" cy="400050"/>
            <a:chOff x="672" y="1824"/>
            <a:chExt cx="242" cy="336"/>
          </a:xfrm>
        </p:grpSpPr>
        <p:sp>
          <p:nvSpPr>
            <p:cNvPr id="120923" name="Text Box 121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20924" name="Line 122"/>
            <p:cNvSpPr>
              <a:spLocks noChangeShapeType="1"/>
            </p:cNvSpPr>
            <p:nvPr/>
          </p:nvSpPr>
          <p:spPr bwMode="auto">
            <a:xfrm>
              <a:off x="768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0919" name="Text Box 123"/>
          <p:cNvSpPr txBox="1">
            <a:spLocks noChangeArrowheads="1"/>
          </p:cNvSpPr>
          <p:nvPr/>
        </p:nvSpPr>
        <p:spPr bwMode="auto">
          <a:xfrm>
            <a:off x="8458200" y="2680098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FF0000"/>
                </a:solidFill>
              </a:rPr>
              <a:t>Q=0</a:t>
            </a:r>
          </a:p>
        </p:txBody>
      </p:sp>
      <p:sp>
        <p:nvSpPr>
          <p:cNvPr id="120920" name="Text Box 124"/>
          <p:cNvSpPr txBox="1">
            <a:spLocks noChangeArrowheads="1"/>
          </p:cNvSpPr>
          <p:nvPr/>
        </p:nvSpPr>
        <p:spPr bwMode="auto">
          <a:xfrm>
            <a:off x="3600450" y="1472804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819400" y="401955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1524000" y="33337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0" name="Equation" r:id="rId2" imgW="495000" imgH="203040" progId="Equation.DSMT4">
                  <p:embed/>
                </p:oleObj>
              </mc:Choice>
              <mc:Fallback>
                <p:oleObj name="Equation" r:id="rId2" imgW="4950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3337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3" name="Object 3"/>
          <p:cNvGraphicFramePr>
            <a:graphicFrameLocks noChangeAspect="1"/>
          </p:cNvGraphicFramePr>
          <p:nvPr/>
        </p:nvGraphicFramePr>
        <p:xfrm>
          <a:off x="3276600" y="33337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1" name="Equation" r:id="rId4" imgW="495000" imgH="203040" progId="Equation.DSMT4">
                  <p:embed/>
                </p:oleObj>
              </mc:Choice>
              <mc:Fallback>
                <p:oleObj name="Equation" r:id="rId4" imgW="49500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3337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4381500" y="3105150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2" name="Equation" r:id="rId6" imgW="495000" imgH="203040" progId="Equation.DSMT4">
                  <p:embed/>
                </p:oleObj>
              </mc:Choice>
              <mc:Fallback>
                <p:oleObj name="Equation" r:id="rId6" imgW="49500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3105150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3" name="Object 5"/>
          <p:cNvGraphicFramePr>
            <a:graphicFrameLocks noChangeAspect="1"/>
          </p:cNvGraphicFramePr>
          <p:nvPr/>
        </p:nvGraphicFramePr>
        <p:xfrm>
          <a:off x="1981200" y="3333750"/>
          <a:ext cx="381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3" name="Equation" r:id="rId7" imgW="380880" imgH="203040" progId="Equation.DSMT4">
                  <p:embed/>
                </p:oleObj>
              </mc:Choice>
              <mc:Fallback>
                <p:oleObj name="Equation" r:id="rId7" imgW="38088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33750"/>
                        <a:ext cx="3810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5" name="Object 7"/>
          <p:cNvGraphicFramePr>
            <a:graphicFrameLocks noChangeAspect="1"/>
          </p:cNvGraphicFramePr>
          <p:nvPr/>
        </p:nvGraphicFramePr>
        <p:xfrm>
          <a:off x="3752850" y="333375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5" name="Equation" r:id="rId9" imgW="342720" imgH="203040" progId="Equation.DSMT4">
                  <p:embed/>
                </p:oleObj>
              </mc:Choice>
              <mc:Fallback>
                <p:oleObj name="Equation" r:id="rId9" imgW="34272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2850" y="3333750"/>
                        <a:ext cx="3429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6" name="Object 8"/>
          <p:cNvGraphicFramePr>
            <a:graphicFrameLocks noChangeAspect="1"/>
          </p:cNvGraphicFramePr>
          <p:nvPr/>
        </p:nvGraphicFramePr>
        <p:xfrm>
          <a:off x="4838700" y="310515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16" name="Equation" r:id="rId11" imgW="342720" imgH="203040" progId="Equation.DSMT4">
                  <p:embed/>
                </p:oleObj>
              </mc:Choice>
              <mc:Fallback>
                <p:oleObj name="Equation" r:id="rId11" imgW="342720" imgH="2030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0" y="3105150"/>
                        <a:ext cx="3429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矩形 130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6" name="Rectangle 5"/>
          <p:cNvSpPr>
            <a:spLocks noChangeArrowheads="1"/>
          </p:cNvSpPr>
          <p:nvPr/>
        </p:nvSpPr>
        <p:spPr bwMode="auto">
          <a:xfrm>
            <a:off x="1524000" y="1047750"/>
            <a:ext cx="3671888" cy="199905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 rot="5400000">
            <a:off x="3718719" y="2051843"/>
            <a:ext cx="400050" cy="687388"/>
            <a:chOff x="792" y="2183"/>
            <a:chExt cx="336" cy="433"/>
          </a:xfrm>
        </p:grpSpPr>
        <p:sp>
          <p:nvSpPr>
            <p:cNvPr id="120956" name="AutoShape 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7" name="Oval 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38" name="Line 9"/>
          <p:cNvSpPr>
            <a:spLocks noChangeShapeType="1"/>
          </p:cNvSpPr>
          <p:nvPr/>
        </p:nvSpPr>
        <p:spPr bwMode="auto">
          <a:xfrm rot="5400000" flipV="1">
            <a:off x="4416425" y="1369218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39" name="Line 10"/>
          <p:cNvSpPr>
            <a:spLocks noChangeShapeType="1"/>
          </p:cNvSpPr>
          <p:nvPr/>
        </p:nvSpPr>
        <p:spPr bwMode="auto">
          <a:xfrm rot="5400000">
            <a:off x="4302125" y="171211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0" name="Line 11"/>
          <p:cNvSpPr>
            <a:spLocks noChangeShapeType="1"/>
          </p:cNvSpPr>
          <p:nvPr/>
        </p:nvSpPr>
        <p:spPr bwMode="auto">
          <a:xfrm rot="5400000">
            <a:off x="4302125" y="228361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1" name="Line 12"/>
          <p:cNvSpPr>
            <a:spLocks noChangeShapeType="1"/>
          </p:cNvSpPr>
          <p:nvPr/>
        </p:nvSpPr>
        <p:spPr bwMode="auto">
          <a:xfrm rot="5400000">
            <a:off x="4454525" y="220741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2" name="Line 13"/>
          <p:cNvSpPr>
            <a:spLocks noChangeShapeType="1"/>
          </p:cNvSpPr>
          <p:nvPr/>
        </p:nvSpPr>
        <p:spPr bwMode="auto">
          <a:xfrm rot="5400000" flipH="1">
            <a:off x="3673475" y="1426368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3" name="Line 14"/>
          <p:cNvSpPr>
            <a:spLocks noChangeShapeType="1"/>
          </p:cNvSpPr>
          <p:nvPr/>
        </p:nvSpPr>
        <p:spPr bwMode="auto">
          <a:xfrm rot="5400000">
            <a:off x="3673475" y="1426368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4" name="Line 15"/>
          <p:cNvSpPr>
            <a:spLocks noChangeShapeType="1"/>
          </p:cNvSpPr>
          <p:nvPr/>
        </p:nvSpPr>
        <p:spPr bwMode="auto">
          <a:xfrm rot="5400000">
            <a:off x="3216275" y="2226468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5" name="Line 16"/>
          <p:cNvSpPr>
            <a:spLocks noChangeShapeType="1"/>
          </p:cNvSpPr>
          <p:nvPr/>
        </p:nvSpPr>
        <p:spPr bwMode="auto">
          <a:xfrm rot="5400000" flipV="1">
            <a:off x="3425825" y="213121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6" name="Line 17"/>
          <p:cNvSpPr>
            <a:spLocks noChangeShapeType="1"/>
          </p:cNvSpPr>
          <p:nvPr/>
        </p:nvSpPr>
        <p:spPr bwMode="auto">
          <a:xfrm rot="5400000" flipH="1">
            <a:off x="3216275" y="1769268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7" name="Line 18"/>
          <p:cNvSpPr>
            <a:spLocks noChangeShapeType="1"/>
          </p:cNvSpPr>
          <p:nvPr/>
        </p:nvSpPr>
        <p:spPr bwMode="auto">
          <a:xfrm rot="5400000" flipV="1">
            <a:off x="3425825" y="1559718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8" name="Line 19"/>
          <p:cNvSpPr>
            <a:spLocks noChangeShapeType="1"/>
          </p:cNvSpPr>
          <p:nvPr/>
        </p:nvSpPr>
        <p:spPr bwMode="auto">
          <a:xfrm rot="5400000">
            <a:off x="3349625" y="1254918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49" name="Line 20"/>
          <p:cNvSpPr>
            <a:spLocks noChangeShapeType="1"/>
          </p:cNvSpPr>
          <p:nvPr/>
        </p:nvSpPr>
        <p:spPr bwMode="auto">
          <a:xfrm rot="5400000">
            <a:off x="3349625" y="2283618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" name="Group 21"/>
          <p:cNvGrpSpPr>
            <a:grpSpLocks/>
          </p:cNvGrpSpPr>
          <p:nvPr/>
        </p:nvGrpSpPr>
        <p:grpSpPr bwMode="auto">
          <a:xfrm rot="5400000">
            <a:off x="3682207" y="1254125"/>
            <a:ext cx="400050" cy="687387"/>
            <a:chOff x="792" y="2183"/>
            <a:chExt cx="336" cy="433"/>
          </a:xfrm>
        </p:grpSpPr>
        <p:sp>
          <p:nvSpPr>
            <p:cNvPr id="120954" name="AutoShape 2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5" name="Oval 2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1" name="Text Box 24"/>
          <p:cNvSpPr txBox="1">
            <a:spLocks noChangeArrowheads="1"/>
          </p:cNvSpPr>
          <p:nvPr/>
        </p:nvSpPr>
        <p:spPr bwMode="auto">
          <a:xfrm rot="5400000">
            <a:off x="4284018" y="221861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52" name="Text Box 25"/>
          <p:cNvSpPr txBox="1">
            <a:spLocks noChangeArrowheads="1"/>
          </p:cNvSpPr>
          <p:nvPr/>
        </p:nvSpPr>
        <p:spPr bwMode="auto">
          <a:xfrm rot="5400000">
            <a:off x="4284018" y="1425654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 rot="5400000">
            <a:off x="2651919" y="1136252"/>
            <a:ext cx="400050" cy="687388"/>
            <a:chOff x="792" y="2183"/>
            <a:chExt cx="336" cy="433"/>
          </a:xfrm>
        </p:grpSpPr>
        <p:sp>
          <p:nvSpPr>
            <p:cNvPr id="120952" name="AutoShape 27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3" name="Oval 28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9"/>
          <p:cNvGrpSpPr>
            <a:grpSpLocks/>
          </p:cNvGrpSpPr>
          <p:nvPr/>
        </p:nvGrpSpPr>
        <p:grpSpPr bwMode="auto">
          <a:xfrm rot="5400000">
            <a:off x="2651919" y="2169715"/>
            <a:ext cx="400050" cy="687388"/>
            <a:chOff x="792" y="2183"/>
            <a:chExt cx="336" cy="433"/>
          </a:xfrm>
        </p:grpSpPr>
        <p:sp>
          <p:nvSpPr>
            <p:cNvPr id="120950" name="AutoShape 30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51" name="Oval 31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55" name="Line 32"/>
          <p:cNvSpPr>
            <a:spLocks noChangeShapeType="1"/>
          </p:cNvSpPr>
          <p:nvPr/>
        </p:nvSpPr>
        <p:spPr bwMode="auto">
          <a:xfrm rot="5400000">
            <a:off x="2397125" y="2283618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6" name="Line 33"/>
          <p:cNvSpPr>
            <a:spLocks noChangeShapeType="1"/>
          </p:cNvSpPr>
          <p:nvPr/>
        </p:nvSpPr>
        <p:spPr bwMode="auto">
          <a:xfrm rot="5400000">
            <a:off x="2244725" y="121681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7" name="Line 34"/>
          <p:cNvSpPr>
            <a:spLocks noChangeShapeType="1"/>
          </p:cNvSpPr>
          <p:nvPr/>
        </p:nvSpPr>
        <p:spPr bwMode="auto">
          <a:xfrm rot="5400000">
            <a:off x="2206625" y="2207418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58" name="Text Box 35"/>
          <p:cNvSpPr txBox="1">
            <a:spLocks noChangeArrowheads="1"/>
          </p:cNvSpPr>
          <p:nvPr/>
        </p:nvSpPr>
        <p:spPr bwMode="auto">
          <a:xfrm rot="5400000">
            <a:off x="2150418" y="187571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59" name="Text Box 36"/>
          <p:cNvSpPr txBox="1">
            <a:spLocks noChangeArrowheads="1"/>
          </p:cNvSpPr>
          <p:nvPr/>
        </p:nvSpPr>
        <p:spPr bwMode="auto">
          <a:xfrm rot="5400000">
            <a:off x="7605067" y="2265044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0" name="Line 37"/>
          <p:cNvSpPr>
            <a:spLocks noChangeShapeType="1"/>
          </p:cNvSpPr>
          <p:nvPr/>
        </p:nvSpPr>
        <p:spPr bwMode="auto">
          <a:xfrm rot="5400000" flipH="1">
            <a:off x="7063978" y="1803797"/>
            <a:ext cx="1321594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1" name="Line 38"/>
          <p:cNvSpPr>
            <a:spLocks noChangeShapeType="1"/>
          </p:cNvSpPr>
          <p:nvPr/>
        </p:nvSpPr>
        <p:spPr bwMode="auto">
          <a:xfrm rot="5400000">
            <a:off x="5008563" y="-1585119"/>
            <a:ext cx="0" cy="545147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2" name="Line 39"/>
          <p:cNvSpPr>
            <a:spLocks noChangeShapeType="1"/>
          </p:cNvSpPr>
          <p:nvPr/>
        </p:nvSpPr>
        <p:spPr bwMode="auto">
          <a:xfrm rot="5400000">
            <a:off x="2168525" y="1254918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3" name="Line 40"/>
          <p:cNvSpPr>
            <a:spLocks noChangeShapeType="1"/>
          </p:cNvSpPr>
          <p:nvPr/>
        </p:nvSpPr>
        <p:spPr bwMode="auto">
          <a:xfrm rot="5400000" flipV="1">
            <a:off x="2397125" y="1254918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4" name="Line 41"/>
          <p:cNvSpPr>
            <a:spLocks noChangeShapeType="1"/>
          </p:cNvSpPr>
          <p:nvPr/>
        </p:nvSpPr>
        <p:spPr bwMode="auto">
          <a:xfrm rot="5400000">
            <a:off x="7413824" y="2261592"/>
            <a:ext cx="1215629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5" name="Line 42"/>
          <p:cNvSpPr>
            <a:spLocks noChangeShapeType="1"/>
          </p:cNvSpPr>
          <p:nvPr/>
        </p:nvSpPr>
        <p:spPr bwMode="auto">
          <a:xfrm rot="5400000">
            <a:off x="5152232" y="-4763"/>
            <a:ext cx="0" cy="57388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6" name="Line 43"/>
          <p:cNvSpPr>
            <a:spLocks noChangeShapeType="1"/>
          </p:cNvSpPr>
          <p:nvPr/>
        </p:nvSpPr>
        <p:spPr bwMode="auto">
          <a:xfrm rot="5400000">
            <a:off x="2161381" y="2747962"/>
            <a:ext cx="2428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7" name="Line 44"/>
          <p:cNvSpPr>
            <a:spLocks noChangeShapeType="1"/>
          </p:cNvSpPr>
          <p:nvPr/>
        </p:nvSpPr>
        <p:spPr bwMode="auto">
          <a:xfrm rot="5400000">
            <a:off x="2397125" y="2512218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68" name="Text Box 45"/>
          <p:cNvSpPr txBox="1">
            <a:spLocks noChangeArrowheads="1"/>
          </p:cNvSpPr>
          <p:nvPr/>
        </p:nvSpPr>
        <p:spPr bwMode="auto">
          <a:xfrm rot="5400000">
            <a:off x="7889231" y="1463754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69" name="Text Box 46"/>
          <p:cNvSpPr txBox="1">
            <a:spLocks noChangeArrowheads="1"/>
          </p:cNvSpPr>
          <p:nvPr/>
        </p:nvSpPr>
        <p:spPr bwMode="auto">
          <a:xfrm>
            <a:off x="1541463" y="1329927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K</a:t>
            </a:r>
          </a:p>
        </p:txBody>
      </p:sp>
      <p:sp>
        <p:nvSpPr>
          <p:cNvPr id="120870" name="Text Box 47"/>
          <p:cNvSpPr txBox="1">
            <a:spLocks noChangeArrowheads="1"/>
          </p:cNvSpPr>
          <p:nvPr/>
        </p:nvSpPr>
        <p:spPr bwMode="auto">
          <a:xfrm>
            <a:off x="1468438" y="2356246"/>
            <a:ext cx="3603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J</a:t>
            </a:r>
          </a:p>
        </p:txBody>
      </p:sp>
      <p:grpSp>
        <p:nvGrpSpPr>
          <p:cNvPr id="6" name="Group 48"/>
          <p:cNvGrpSpPr>
            <a:grpSpLocks/>
          </p:cNvGrpSpPr>
          <p:nvPr/>
        </p:nvGrpSpPr>
        <p:grpSpPr bwMode="auto">
          <a:xfrm rot="5400000">
            <a:off x="6750844" y="2101849"/>
            <a:ext cx="400050" cy="687388"/>
            <a:chOff x="792" y="2183"/>
            <a:chExt cx="336" cy="433"/>
          </a:xfrm>
        </p:grpSpPr>
        <p:sp>
          <p:nvSpPr>
            <p:cNvPr id="120948" name="AutoShape 4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9" name="Oval 5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72" name="Line 51"/>
          <p:cNvSpPr>
            <a:spLocks noChangeShapeType="1"/>
          </p:cNvSpPr>
          <p:nvPr/>
        </p:nvSpPr>
        <p:spPr bwMode="auto">
          <a:xfrm rot="5400000" flipV="1">
            <a:off x="7765257" y="1102518"/>
            <a:ext cx="0" cy="1090613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3" name="Line 52"/>
          <p:cNvSpPr>
            <a:spLocks noChangeShapeType="1"/>
          </p:cNvSpPr>
          <p:nvPr/>
        </p:nvSpPr>
        <p:spPr bwMode="auto">
          <a:xfrm rot="5400000">
            <a:off x="7334250" y="176212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4" name="Line 53"/>
          <p:cNvSpPr>
            <a:spLocks noChangeShapeType="1"/>
          </p:cNvSpPr>
          <p:nvPr/>
        </p:nvSpPr>
        <p:spPr bwMode="auto">
          <a:xfrm rot="5400000">
            <a:off x="7334250" y="233362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5" name="Line 54"/>
          <p:cNvSpPr>
            <a:spLocks noChangeShapeType="1"/>
          </p:cNvSpPr>
          <p:nvPr/>
        </p:nvSpPr>
        <p:spPr bwMode="auto">
          <a:xfrm rot="5400000">
            <a:off x="7839075" y="1905000"/>
            <a:ext cx="0" cy="108585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6" name="Line 55"/>
          <p:cNvSpPr>
            <a:spLocks noChangeShapeType="1"/>
          </p:cNvSpPr>
          <p:nvPr/>
        </p:nvSpPr>
        <p:spPr bwMode="auto">
          <a:xfrm rot="5400000" flipH="1">
            <a:off x="6705600" y="1476375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7" name="Line 56"/>
          <p:cNvSpPr>
            <a:spLocks noChangeShapeType="1"/>
          </p:cNvSpPr>
          <p:nvPr/>
        </p:nvSpPr>
        <p:spPr bwMode="auto">
          <a:xfrm rot="5400000">
            <a:off x="6705600" y="1476375"/>
            <a:ext cx="342900" cy="1143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8" name="Line 57"/>
          <p:cNvSpPr>
            <a:spLocks noChangeShapeType="1"/>
          </p:cNvSpPr>
          <p:nvPr/>
        </p:nvSpPr>
        <p:spPr bwMode="auto">
          <a:xfrm rot="5400000">
            <a:off x="6248400" y="2276475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79" name="Line 58"/>
          <p:cNvSpPr>
            <a:spLocks noChangeShapeType="1"/>
          </p:cNvSpPr>
          <p:nvPr/>
        </p:nvSpPr>
        <p:spPr bwMode="auto">
          <a:xfrm rot="5400000" flipV="1">
            <a:off x="6457950" y="218122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0" name="Line 59"/>
          <p:cNvSpPr>
            <a:spLocks noChangeShapeType="1"/>
          </p:cNvSpPr>
          <p:nvPr/>
        </p:nvSpPr>
        <p:spPr bwMode="auto">
          <a:xfrm rot="5400000" flipH="1">
            <a:off x="6248400" y="1819275"/>
            <a:ext cx="1143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1" name="Line 60"/>
          <p:cNvSpPr>
            <a:spLocks noChangeShapeType="1"/>
          </p:cNvSpPr>
          <p:nvPr/>
        </p:nvSpPr>
        <p:spPr bwMode="auto">
          <a:xfrm rot="5400000" flipV="1">
            <a:off x="6457950" y="1609725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2" name="Line 61"/>
          <p:cNvSpPr>
            <a:spLocks noChangeShapeType="1"/>
          </p:cNvSpPr>
          <p:nvPr/>
        </p:nvSpPr>
        <p:spPr bwMode="auto">
          <a:xfrm rot="5400000">
            <a:off x="6381750" y="13049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83" name="Line 62"/>
          <p:cNvSpPr>
            <a:spLocks noChangeShapeType="1"/>
          </p:cNvSpPr>
          <p:nvPr/>
        </p:nvSpPr>
        <p:spPr bwMode="auto">
          <a:xfrm rot="5400000">
            <a:off x="6381750" y="23336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" name="Group 63"/>
          <p:cNvGrpSpPr>
            <a:grpSpLocks/>
          </p:cNvGrpSpPr>
          <p:nvPr/>
        </p:nvGrpSpPr>
        <p:grpSpPr bwMode="auto">
          <a:xfrm rot="5400000">
            <a:off x="6714332" y="1304131"/>
            <a:ext cx="400050" cy="687387"/>
            <a:chOff x="792" y="2183"/>
            <a:chExt cx="336" cy="433"/>
          </a:xfrm>
        </p:grpSpPr>
        <p:sp>
          <p:nvSpPr>
            <p:cNvPr id="120946" name="AutoShape 64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7" name="Oval 65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5" name="Text Box 66"/>
          <p:cNvSpPr txBox="1">
            <a:spLocks noChangeArrowheads="1"/>
          </p:cNvSpPr>
          <p:nvPr/>
        </p:nvSpPr>
        <p:spPr bwMode="auto">
          <a:xfrm rot="5400000">
            <a:off x="7349133" y="2267426"/>
            <a:ext cx="21788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sp>
        <p:nvSpPr>
          <p:cNvPr id="120886" name="Text Box 67"/>
          <p:cNvSpPr txBox="1">
            <a:spLocks noChangeArrowheads="1"/>
          </p:cNvSpPr>
          <p:nvPr/>
        </p:nvSpPr>
        <p:spPr bwMode="auto">
          <a:xfrm rot="5400000">
            <a:off x="7316143" y="1475660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/>
          </a:p>
        </p:txBody>
      </p:sp>
      <p:grpSp>
        <p:nvGrpSpPr>
          <p:cNvPr id="8" name="Group 68"/>
          <p:cNvGrpSpPr>
            <a:grpSpLocks/>
          </p:cNvGrpSpPr>
          <p:nvPr/>
        </p:nvGrpSpPr>
        <p:grpSpPr bwMode="auto">
          <a:xfrm rot="5400000">
            <a:off x="5684044" y="1186258"/>
            <a:ext cx="400050" cy="687388"/>
            <a:chOff x="792" y="2183"/>
            <a:chExt cx="336" cy="433"/>
          </a:xfrm>
        </p:grpSpPr>
        <p:sp>
          <p:nvSpPr>
            <p:cNvPr id="120944" name="AutoShape 69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5" name="Oval 70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1"/>
          <p:cNvGrpSpPr>
            <a:grpSpLocks/>
          </p:cNvGrpSpPr>
          <p:nvPr/>
        </p:nvGrpSpPr>
        <p:grpSpPr bwMode="auto">
          <a:xfrm rot="5400000">
            <a:off x="5684044" y="2219721"/>
            <a:ext cx="400050" cy="687388"/>
            <a:chOff x="792" y="2183"/>
            <a:chExt cx="336" cy="433"/>
          </a:xfrm>
        </p:grpSpPr>
        <p:sp>
          <p:nvSpPr>
            <p:cNvPr id="120942" name="AutoShape 72"/>
            <p:cNvSpPr>
              <a:spLocks noChangeArrowheads="1"/>
            </p:cNvSpPr>
            <p:nvPr/>
          </p:nvSpPr>
          <p:spPr bwMode="auto">
            <a:xfrm rot="-5400000">
              <a:off x="768" y="2256"/>
              <a:ext cx="384" cy="336"/>
            </a:xfrm>
            <a:prstGeom prst="flowChartDelay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43" name="Oval 73"/>
            <p:cNvSpPr>
              <a:spLocks noChangeArrowheads="1"/>
            </p:cNvSpPr>
            <p:nvPr/>
          </p:nvSpPr>
          <p:spPr bwMode="auto">
            <a:xfrm>
              <a:off x="934" y="2183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889" name="Line 74"/>
          <p:cNvSpPr>
            <a:spLocks noChangeShapeType="1"/>
          </p:cNvSpPr>
          <p:nvPr/>
        </p:nvSpPr>
        <p:spPr bwMode="auto">
          <a:xfrm rot="5400000">
            <a:off x="5264150" y="1120377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0" name="Text Box 75"/>
          <p:cNvSpPr txBox="1">
            <a:spLocks noChangeArrowheads="1"/>
          </p:cNvSpPr>
          <p:nvPr/>
        </p:nvSpPr>
        <p:spPr bwMode="auto">
          <a:xfrm rot="5400000">
            <a:off x="5182543" y="1925717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891" name="Line 76"/>
          <p:cNvSpPr>
            <a:spLocks noChangeShapeType="1"/>
          </p:cNvSpPr>
          <p:nvPr/>
        </p:nvSpPr>
        <p:spPr bwMode="auto">
          <a:xfrm rot="5400000">
            <a:off x="5429250" y="2562225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2" name="Line 77"/>
          <p:cNvSpPr>
            <a:spLocks noChangeShapeType="1"/>
          </p:cNvSpPr>
          <p:nvPr/>
        </p:nvSpPr>
        <p:spPr bwMode="auto">
          <a:xfrm>
            <a:off x="5006975" y="1384696"/>
            <a:ext cx="0" cy="225029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3" name="Line 78"/>
          <p:cNvSpPr>
            <a:spLocks noChangeShapeType="1"/>
          </p:cNvSpPr>
          <p:nvPr/>
        </p:nvSpPr>
        <p:spPr bwMode="auto">
          <a:xfrm rot="5400000">
            <a:off x="4781550" y="1384300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4" name="Line 79"/>
          <p:cNvSpPr>
            <a:spLocks noChangeShapeType="1"/>
          </p:cNvSpPr>
          <p:nvPr/>
        </p:nvSpPr>
        <p:spPr bwMode="auto">
          <a:xfrm>
            <a:off x="4637088" y="2400299"/>
            <a:ext cx="0" cy="279797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895" name="Line 80"/>
          <p:cNvSpPr>
            <a:spLocks noChangeShapeType="1"/>
          </p:cNvSpPr>
          <p:nvPr/>
        </p:nvSpPr>
        <p:spPr bwMode="auto">
          <a:xfrm rot="5400000">
            <a:off x="4979988" y="2337196"/>
            <a:ext cx="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" name="Group 81"/>
          <p:cNvGrpSpPr>
            <a:grpSpLocks noChangeAspect="1"/>
          </p:cNvGrpSpPr>
          <p:nvPr/>
        </p:nvGrpSpPr>
        <p:grpSpPr bwMode="auto">
          <a:xfrm>
            <a:off x="4413250" y="1289447"/>
            <a:ext cx="617538" cy="297656"/>
            <a:chOff x="2362" y="3040"/>
            <a:chExt cx="846" cy="544"/>
          </a:xfrm>
        </p:grpSpPr>
        <p:sp>
          <p:nvSpPr>
            <p:cNvPr id="120939" name="AutoShape 82"/>
            <p:cNvSpPr>
              <a:spLocks noChangeAspect="1"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40" name="Text Box 83"/>
            <p:cNvSpPr txBox="1">
              <a:spLocks noChangeArrowheads="1"/>
            </p:cNvSpPr>
            <p:nvPr/>
          </p:nvSpPr>
          <p:spPr bwMode="auto">
            <a:xfrm>
              <a:off x="2362" y="3040"/>
              <a:ext cx="8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Q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41" name="Line 84"/>
            <p:cNvSpPr>
              <a:spLocks noChangeShapeType="1"/>
            </p:cNvSpPr>
            <p:nvPr/>
          </p:nvSpPr>
          <p:spPr bwMode="auto">
            <a:xfrm>
              <a:off x="2571" y="3144"/>
              <a:ext cx="2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0897" name="AutoShape 85"/>
          <p:cNvSpPr>
            <a:spLocks noChangeAspect="1" noChangeArrowheads="1"/>
          </p:cNvSpPr>
          <p:nvPr/>
        </p:nvSpPr>
        <p:spPr bwMode="auto">
          <a:xfrm>
            <a:off x="4595814" y="2362200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898" name="Text Box 86"/>
          <p:cNvSpPr txBox="1">
            <a:spLocks noChangeArrowheads="1"/>
          </p:cNvSpPr>
          <p:nvPr/>
        </p:nvSpPr>
        <p:spPr bwMode="auto">
          <a:xfrm>
            <a:off x="4595814" y="2362200"/>
            <a:ext cx="617537" cy="29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2000">
                <a:solidFill>
                  <a:srgbClr val="000000"/>
                </a:solidFill>
              </a:rPr>
              <a:t>Q</a:t>
            </a:r>
            <a:r>
              <a:rPr lang="zh-CN" altLang="en-US" sz="2000" b="1" baseline="-25000">
                <a:solidFill>
                  <a:srgbClr val="000000"/>
                </a:solidFill>
              </a:rPr>
              <a:t>主</a:t>
            </a:r>
            <a:endParaRPr lang="zh-CN" altLang="en-US" b="1"/>
          </a:p>
        </p:txBody>
      </p:sp>
      <p:sp>
        <p:nvSpPr>
          <p:cNvPr id="120899" name="Text Box 87"/>
          <p:cNvSpPr txBox="1">
            <a:spLocks noChangeArrowheads="1"/>
          </p:cNvSpPr>
          <p:nvPr/>
        </p:nvSpPr>
        <p:spPr bwMode="auto">
          <a:xfrm rot="5400000">
            <a:off x="1132830" y="1876901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sp>
        <p:nvSpPr>
          <p:cNvPr id="120900" name="Line 88"/>
          <p:cNvSpPr>
            <a:spLocks noChangeShapeType="1"/>
          </p:cNvSpPr>
          <p:nvPr/>
        </p:nvSpPr>
        <p:spPr bwMode="auto">
          <a:xfrm rot="5400000">
            <a:off x="2397125" y="1483518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1" name="Line 89"/>
          <p:cNvSpPr>
            <a:spLocks noChangeShapeType="1"/>
          </p:cNvSpPr>
          <p:nvPr/>
        </p:nvSpPr>
        <p:spPr bwMode="auto">
          <a:xfrm rot="5400000">
            <a:off x="1882775" y="1997868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2" name="Line 90"/>
          <p:cNvSpPr>
            <a:spLocks noChangeShapeType="1"/>
          </p:cNvSpPr>
          <p:nvPr/>
        </p:nvSpPr>
        <p:spPr bwMode="auto">
          <a:xfrm rot="5400000">
            <a:off x="1588294" y="1360487"/>
            <a:ext cx="0" cy="1389062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3" name="Line 91"/>
          <p:cNvSpPr>
            <a:spLocks noChangeShapeType="1"/>
          </p:cNvSpPr>
          <p:nvPr/>
        </p:nvSpPr>
        <p:spPr bwMode="auto">
          <a:xfrm rot="5400000">
            <a:off x="5429250" y="1533525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4" name="Line 92"/>
          <p:cNvSpPr>
            <a:spLocks noChangeShapeType="1"/>
          </p:cNvSpPr>
          <p:nvPr/>
        </p:nvSpPr>
        <p:spPr bwMode="auto">
          <a:xfrm rot="5400000">
            <a:off x="5429250" y="2333625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5" name="Line 93"/>
          <p:cNvSpPr>
            <a:spLocks noChangeShapeType="1"/>
          </p:cNvSpPr>
          <p:nvPr/>
        </p:nvSpPr>
        <p:spPr bwMode="auto">
          <a:xfrm rot="5400000">
            <a:off x="4914900" y="2047875"/>
            <a:ext cx="8001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6" name="Line 94"/>
          <p:cNvSpPr>
            <a:spLocks noChangeShapeType="1"/>
          </p:cNvSpPr>
          <p:nvPr/>
        </p:nvSpPr>
        <p:spPr bwMode="auto">
          <a:xfrm rot="5400000">
            <a:off x="616744" y="2693193"/>
            <a:ext cx="1271588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7" name="Line 95"/>
          <p:cNvSpPr>
            <a:spLocks noChangeShapeType="1"/>
          </p:cNvSpPr>
          <p:nvPr/>
        </p:nvSpPr>
        <p:spPr bwMode="auto">
          <a:xfrm rot="5400000">
            <a:off x="5183188" y="2000250"/>
            <a:ext cx="0" cy="228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8" name="Line 96"/>
          <p:cNvSpPr>
            <a:spLocks noChangeShapeType="1"/>
          </p:cNvSpPr>
          <p:nvPr/>
        </p:nvSpPr>
        <p:spPr bwMode="auto">
          <a:xfrm rot="5400000">
            <a:off x="4473179" y="2720578"/>
            <a:ext cx="1216819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09" name="Text Box 97"/>
          <p:cNvSpPr txBox="1">
            <a:spLocks noChangeArrowheads="1"/>
          </p:cNvSpPr>
          <p:nvPr/>
        </p:nvSpPr>
        <p:spPr bwMode="auto">
          <a:xfrm rot="5400000">
            <a:off x="1129656" y="3125867"/>
            <a:ext cx="2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0">
                <a:solidFill>
                  <a:srgbClr val="FF0000"/>
                </a:solidFill>
                <a:latin typeface="Times New Roman" pitchFamily="18" charset="0"/>
                <a:cs typeface="Tahoma" pitchFamily="34" charset="0"/>
              </a:rPr>
              <a:t>•</a:t>
            </a:r>
            <a:endParaRPr lang="en-US" altLang="zh-CN" i="0">
              <a:solidFill>
                <a:srgbClr val="FF0000"/>
              </a:solidFill>
            </a:endParaRPr>
          </a:p>
        </p:txBody>
      </p:sp>
      <p:grpSp>
        <p:nvGrpSpPr>
          <p:cNvPr id="11" name="Group 98"/>
          <p:cNvGrpSpPr>
            <a:grpSpLocks/>
          </p:cNvGrpSpPr>
          <p:nvPr/>
        </p:nvGrpSpPr>
        <p:grpSpPr bwMode="auto">
          <a:xfrm rot="5730025">
            <a:off x="3492500" y="3128962"/>
            <a:ext cx="171450" cy="381000"/>
            <a:chOff x="912" y="3552"/>
            <a:chExt cx="144" cy="240"/>
          </a:xfrm>
        </p:grpSpPr>
        <p:sp>
          <p:nvSpPr>
            <p:cNvPr id="120937" name="AutoShape 99"/>
            <p:cNvSpPr>
              <a:spLocks noChangeArrowheads="1"/>
            </p:cNvSpPr>
            <p:nvPr/>
          </p:nvSpPr>
          <p:spPr bwMode="auto">
            <a:xfrm flipH="1">
              <a:off x="912" y="3600"/>
              <a:ext cx="144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0938" name="Oval 100"/>
            <p:cNvSpPr>
              <a:spLocks noChangeArrowheads="1"/>
            </p:cNvSpPr>
            <p:nvPr/>
          </p:nvSpPr>
          <p:spPr bwMode="auto">
            <a:xfrm>
              <a:off x="960" y="3552"/>
              <a:ext cx="48" cy="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911" name="Line 101"/>
          <p:cNvSpPr>
            <a:spLocks noChangeShapeType="1"/>
          </p:cNvSpPr>
          <p:nvPr/>
        </p:nvSpPr>
        <p:spPr bwMode="auto">
          <a:xfrm rot="5400000">
            <a:off x="4432301" y="2670175"/>
            <a:ext cx="0" cy="1317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2" name="Line 102"/>
          <p:cNvSpPr>
            <a:spLocks noChangeShapeType="1"/>
          </p:cNvSpPr>
          <p:nvPr/>
        </p:nvSpPr>
        <p:spPr bwMode="auto">
          <a:xfrm rot="5400000">
            <a:off x="2320132" y="2244725"/>
            <a:ext cx="0" cy="213518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20913" name="Text Box 103"/>
          <p:cNvSpPr txBox="1">
            <a:spLocks noChangeArrowheads="1"/>
          </p:cNvSpPr>
          <p:nvPr/>
        </p:nvSpPr>
        <p:spPr bwMode="auto">
          <a:xfrm>
            <a:off x="60325" y="1889521"/>
            <a:ext cx="14398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CP</a:t>
            </a:r>
            <a:r>
              <a:rPr lang="zh-CN" altLang="en-US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</a:p>
        </p:txBody>
      </p:sp>
      <p:grpSp>
        <p:nvGrpSpPr>
          <p:cNvPr id="12" name="Group 104"/>
          <p:cNvGrpSpPr>
            <a:grpSpLocks/>
          </p:cNvGrpSpPr>
          <p:nvPr/>
        </p:nvGrpSpPr>
        <p:grpSpPr bwMode="auto">
          <a:xfrm>
            <a:off x="3009901" y="1119188"/>
            <a:ext cx="969963" cy="297656"/>
            <a:chOff x="2042" y="957"/>
            <a:chExt cx="611" cy="250"/>
          </a:xfrm>
        </p:grpSpPr>
        <p:sp>
          <p:nvSpPr>
            <p:cNvPr id="120934" name="AutoShape 105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5" name="Text Box 106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6" name="Line 107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08"/>
          <p:cNvGrpSpPr>
            <a:grpSpLocks/>
          </p:cNvGrpSpPr>
          <p:nvPr/>
        </p:nvGrpSpPr>
        <p:grpSpPr bwMode="auto">
          <a:xfrm>
            <a:off x="3081338" y="2522934"/>
            <a:ext cx="969962" cy="297656"/>
            <a:chOff x="2042" y="957"/>
            <a:chExt cx="611" cy="250"/>
          </a:xfrm>
        </p:grpSpPr>
        <p:sp>
          <p:nvSpPr>
            <p:cNvPr id="120931" name="AutoShape 109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32" name="Text Box 110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主</a:t>
              </a:r>
              <a:endParaRPr lang="zh-CN" altLang="en-US" b="1"/>
            </a:p>
          </p:txBody>
        </p:sp>
        <p:sp>
          <p:nvSpPr>
            <p:cNvPr id="120933" name="Line 111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12"/>
          <p:cNvGrpSpPr>
            <a:grpSpLocks/>
          </p:cNvGrpSpPr>
          <p:nvPr/>
        </p:nvGrpSpPr>
        <p:grpSpPr bwMode="auto">
          <a:xfrm>
            <a:off x="6030913" y="1176338"/>
            <a:ext cx="969962" cy="297656"/>
            <a:chOff x="2042" y="957"/>
            <a:chExt cx="611" cy="250"/>
          </a:xfrm>
        </p:grpSpPr>
        <p:sp>
          <p:nvSpPr>
            <p:cNvPr id="120928" name="AutoShape 113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9" name="Text Box 114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R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30" name="Line 115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16"/>
          <p:cNvGrpSpPr>
            <a:grpSpLocks/>
          </p:cNvGrpSpPr>
          <p:nvPr/>
        </p:nvGrpSpPr>
        <p:grpSpPr bwMode="auto">
          <a:xfrm>
            <a:off x="6097588" y="2566988"/>
            <a:ext cx="969962" cy="297656"/>
            <a:chOff x="2042" y="957"/>
            <a:chExt cx="611" cy="250"/>
          </a:xfrm>
        </p:grpSpPr>
        <p:sp>
          <p:nvSpPr>
            <p:cNvPr id="120925" name="AutoShape 117"/>
            <p:cNvSpPr>
              <a:spLocks noChangeAspect="1" noChangeArrowheads="1"/>
            </p:cNvSpPr>
            <p:nvPr/>
          </p:nvSpPr>
          <p:spPr bwMode="auto">
            <a:xfrm>
              <a:off x="2042" y="957"/>
              <a:ext cx="38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926" name="Text Box 118"/>
            <p:cNvSpPr txBox="1">
              <a:spLocks noChangeArrowheads="1"/>
            </p:cNvSpPr>
            <p:nvPr/>
          </p:nvSpPr>
          <p:spPr bwMode="auto">
            <a:xfrm>
              <a:off x="2042" y="957"/>
              <a:ext cx="6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2000">
                  <a:solidFill>
                    <a:srgbClr val="000000"/>
                  </a:solidFill>
                </a:rPr>
                <a:t>S</a:t>
              </a:r>
              <a:r>
                <a:rPr lang="en-US" altLang="zh-CN" sz="2000" b="1" baseline="-25000">
                  <a:solidFill>
                    <a:srgbClr val="000000"/>
                  </a:solidFill>
                </a:rPr>
                <a:t>D</a:t>
              </a:r>
              <a:r>
                <a:rPr lang="zh-CN" altLang="en-US" sz="2000" b="1" baseline="-25000">
                  <a:solidFill>
                    <a:srgbClr val="000000"/>
                  </a:solidFill>
                </a:rPr>
                <a:t>从</a:t>
              </a:r>
              <a:endParaRPr lang="zh-CN" altLang="en-US" b="1"/>
            </a:p>
          </p:txBody>
        </p:sp>
        <p:sp>
          <p:nvSpPr>
            <p:cNvPr id="120927" name="Line 119"/>
            <p:cNvSpPr>
              <a:spLocks noChangeShapeType="1"/>
            </p:cNvSpPr>
            <p:nvPr/>
          </p:nvSpPr>
          <p:spPr bwMode="auto">
            <a:xfrm>
              <a:off x="2138" y="1005"/>
              <a:ext cx="9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20"/>
          <p:cNvGrpSpPr>
            <a:grpSpLocks/>
          </p:cNvGrpSpPr>
          <p:nvPr/>
        </p:nvGrpSpPr>
        <p:grpSpPr bwMode="auto">
          <a:xfrm>
            <a:off x="8415338" y="1460898"/>
            <a:ext cx="384174" cy="400050"/>
            <a:chOff x="672" y="1824"/>
            <a:chExt cx="242" cy="336"/>
          </a:xfrm>
        </p:grpSpPr>
        <p:sp>
          <p:nvSpPr>
            <p:cNvPr id="120923" name="Text Box 121"/>
            <p:cNvSpPr txBox="1">
              <a:spLocks noChangeArrowheads="1"/>
            </p:cNvSpPr>
            <p:nvPr/>
          </p:nvSpPr>
          <p:spPr bwMode="auto">
            <a:xfrm>
              <a:off x="672" y="1824"/>
              <a:ext cx="24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/>
                <a:t>Q</a:t>
              </a:r>
            </a:p>
          </p:txBody>
        </p:sp>
        <p:sp>
          <p:nvSpPr>
            <p:cNvPr id="120924" name="Line 122"/>
            <p:cNvSpPr>
              <a:spLocks noChangeShapeType="1"/>
            </p:cNvSpPr>
            <p:nvPr/>
          </p:nvSpPr>
          <p:spPr bwMode="auto">
            <a:xfrm>
              <a:off x="768" y="1872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20919" name="Text Box 123"/>
          <p:cNvSpPr txBox="1">
            <a:spLocks noChangeArrowheads="1"/>
          </p:cNvSpPr>
          <p:nvPr/>
        </p:nvSpPr>
        <p:spPr bwMode="auto">
          <a:xfrm>
            <a:off x="8153400" y="2495550"/>
            <a:ext cx="67518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Q=1</a:t>
            </a:r>
          </a:p>
        </p:txBody>
      </p:sp>
      <p:sp>
        <p:nvSpPr>
          <p:cNvPr id="120920" name="Text Box 124"/>
          <p:cNvSpPr txBox="1">
            <a:spLocks noChangeArrowheads="1"/>
          </p:cNvSpPr>
          <p:nvPr/>
        </p:nvSpPr>
        <p:spPr bwMode="auto">
          <a:xfrm>
            <a:off x="3432175" y="1095375"/>
            <a:ext cx="9001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触发器的一次翻转现象：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51125" y="3642121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15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</a:t>
            </a:r>
          </a:p>
        </p:txBody>
      </p:sp>
      <p:graphicFrame>
        <p:nvGraphicFramePr>
          <p:cNvPr id="168962" name="Object 2"/>
          <p:cNvGraphicFramePr>
            <a:graphicFrameLocks noChangeAspect="1"/>
          </p:cNvGraphicFramePr>
          <p:nvPr/>
        </p:nvGraphicFramePr>
        <p:xfrm>
          <a:off x="1355725" y="2956321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2" name="Equation" r:id="rId2" imgW="495000" imgH="203040" progId="Equation.DSMT4">
                  <p:embed/>
                </p:oleObj>
              </mc:Choice>
              <mc:Fallback>
                <p:oleObj name="Equation" r:id="rId2" imgW="49500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2956321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3" name="Object 3"/>
          <p:cNvGraphicFramePr>
            <a:graphicFrameLocks noChangeAspect="1"/>
          </p:cNvGraphicFramePr>
          <p:nvPr/>
        </p:nvGraphicFramePr>
        <p:xfrm>
          <a:off x="3108325" y="2956321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3" name="Equation" r:id="rId4" imgW="495000" imgH="203040" progId="Equation.DSMT4">
                  <p:embed/>
                </p:oleObj>
              </mc:Choice>
              <mc:Fallback>
                <p:oleObj name="Equation" r:id="rId4" imgW="49500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2956321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4213225" y="2727721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4" name="Equation" r:id="rId6" imgW="495000" imgH="203040" progId="Equation.DSMT4">
                  <p:embed/>
                </p:oleObj>
              </mc:Choice>
              <mc:Fallback>
                <p:oleObj name="Equation" r:id="rId6" imgW="49500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225" y="2727721"/>
                        <a:ext cx="4953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3" name="Object 5"/>
          <p:cNvGraphicFramePr>
            <a:graphicFrameLocks noChangeAspect="1"/>
          </p:cNvGraphicFramePr>
          <p:nvPr/>
        </p:nvGraphicFramePr>
        <p:xfrm>
          <a:off x="1812925" y="2956321"/>
          <a:ext cx="381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5" name="Equation" r:id="rId7" imgW="380880" imgH="203040" progId="Equation.DSMT4">
                  <p:embed/>
                </p:oleObj>
              </mc:Choice>
              <mc:Fallback>
                <p:oleObj name="Equation" r:id="rId7" imgW="38088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2956321"/>
                        <a:ext cx="3810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5" name="Object 7"/>
          <p:cNvGraphicFramePr>
            <a:graphicFrameLocks noChangeAspect="1"/>
          </p:cNvGraphicFramePr>
          <p:nvPr/>
        </p:nvGraphicFramePr>
        <p:xfrm>
          <a:off x="3584575" y="2956321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6" name="Equation" r:id="rId9" imgW="342720" imgH="203040" progId="Equation.DSMT4">
                  <p:embed/>
                </p:oleObj>
              </mc:Choice>
              <mc:Fallback>
                <p:oleObj name="Equation" r:id="rId9" imgW="34272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2956321"/>
                        <a:ext cx="3429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016" name="Object 8"/>
          <p:cNvGraphicFramePr>
            <a:graphicFrameLocks noChangeAspect="1"/>
          </p:cNvGraphicFramePr>
          <p:nvPr/>
        </p:nvGraphicFramePr>
        <p:xfrm>
          <a:off x="4670425" y="2727721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087" name="Equation" r:id="rId11" imgW="342720" imgH="203040" progId="Equation.DSMT4">
                  <p:embed/>
                </p:oleObj>
              </mc:Choice>
              <mc:Fallback>
                <p:oleObj name="Equation" r:id="rId11" imgW="34272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2727721"/>
                        <a:ext cx="3429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矩形 130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Line 7"/>
          <p:cNvSpPr>
            <a:spLocks noChangeShapeType="1"/>
          </p:cNvSpPr>
          <p:nvPr/>
        </p:nvSpPr>
        <p:spPr bwMode="auto">
          <a:xfrm>
            <a:off x="3649664" y="1607344"/>
            <a:ext cx="3175" cy="1244204"/>
          </a:xfrm>
          <a:prstGeom prst="line">
            <a:avLst/>
          </a:prstGeom>
          <a:noFill/>
          <a:ln w="17463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4" name="Line 8"/>
          <p:cNvSpPr>
            <a:spLocks noChangeShapeType="1"/>
          </p:cNvSpPr>
          <p:nvPr/>
        </p:nvSpPr>
        <p:spPr bwMode="auto">
          <a:xfrm>
            <a:off x="2522539" y="1607344"/>
            <a:ext cx="1127125" cy="1191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5" name="Line 9"/>
          <p:cNvSpPr>
            <a:spLocks noChangeShapeType="1"/>
          </p:cNvSpPr>
          <p:nvPr/>
        </p:nvSpPr>
        <p:spPr bwMode="auto">
          <a:xfrm flipV="1">
            <a:off x="3649664" y="1329929"/>
            <a:ext cx="3175" cy="277415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6" name="Line 10"/>
          <p:cNvSpPr>
            <a:spLocks noChangeShapeType="1"/>
          </p:cNvSpPr>
          <p:nvPr/>
        </p:nvSpPr>
        <p:spPr bwMode="auto">
          <a:xfrm>
            <a:off x="3649663" y="1329929"/>
            <a:ext cx="1693862" cy="1190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7" name="Line 11"/>
          <p:cNvSpPr>
            <a:spLocks noChangeShapeType="1"/>
          </p:cNvSpPr>
          <p:nvPr/>
        </p:nvSpPr>
        <p:spPr bwMode="auto">
          <a:xfrm>
            <a:off x="5343525" y="1329929"/>
            <a:ext cx="1588" cy="277415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8" name="Line 12"/>
          <p:cNvSpPr>
            <a:spLocks noChangeShapeType="1"/>
          </p:cNvSpPr>
          <p:nvPr/>
        </p:nvSpPr>
        <p:spPr bwMode="auto">
          <a:xfrm>
            <a:off x="5343525" y="1607344"/>
            <a:ext cx="1411288" cy="1191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89" name="Line 13"/>
          <p:cNvSpPr>
            <a:spLocks noChangeShapeType="1"/>
          </p:cNvSpPr>
          <p:nvPr/>
        </p:nvSpPr>
        <p:spPr bwMode="auto">
          <a:xfrm>
            <a:off x="2522539" y="2021681"/>
            <a:ext cx="1692275" cy="1191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0" name="Line 14"/>
          <p:cNvSpPr>
            <a:spLocks noChangeShapeType="1"/>
          </p:cNvSpPr>
          <p:nvPr/>
        </p:nvSpPr>
        <p:spPr bwMode="auto">
          <a:xfrm flipV="1">
            <a:off x="4214814" y="1745456"/>
            <a:ext cx="3175" cy="276225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1" name="Line 15"/>
          <p:cNvSpPr>
            <a:spLocks noChangeShapeType="1"/>
          </p:cNvSpPr>
          <p:nvPr/>
        </p:nvSpPr>
        <p:spPr bwMode="auto">
          <a:xfrm>
            <a:off x="4214814" y="1745456"/>
            <a:ext cx="282575" cy="1191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2" name="Line 16"/>
          <p:cNvSpPr>
            <a:spLocks noChangeShapeType="1"/>
          </p:cNvSpPr>
          <p:nvPr/>
        </p:nvSpPr>
        <p:spPr bwMode="auto">
          <a:xfrm>
            <a:off x="4497389" y="1745456"/>
            <a:ext cx="1587" cy="276225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3" name="Line 17"/>
          <p:cNvSpPr>
            <a:spLocks noChangeShapeType="1"/>
          </p:cNvSpPr>
          <p:nvPr/>
        </p:nvSpPr>
        <p:spPr bwMode="auto">
          <a:xfrm>
            <a:off x="4497389" y="2021681"/>
            <a:ext cx="2257425" cy="1191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4" name="Line 18"/>
          <p:cNvSpPr>
            <a:spLocks noChangeShapeType="1"/>
          </p:cNvSpPr>
          <p:nvPr/>
        </p:nvSpPr>
        <p:spPr bwMode="auto">
          <a:xfrm>
            <a:off x="2555876" y="2463404"/>
            <a:ext cx="4232275" cy="1190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895" name="Rectangle 19"/>
          <p:cNvSpPr>
            <a:spLocks noChangeArrowheads="1"/>
          </p:cNvSpPr>
          <p:nvPr/>
        </p:nvSpPr>
        <p:spPr bwMode="auto">
          <a:xfrm>
            <a:off x="1900238" y="1439467"/>
            <a:ext cx="25006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600">
                <a:solidFill>
                  <a:srgbClr val="800080"/>
                </a:solidFill>
                <a:latin typeface="Times New Roman" pitchFamily="18" charset="0"/>
              </a:rPr>
              <a:t>CP</a:t>
            </a:r>
            <a:endParaRPr lang="en-US" altLang="zh-CN" i="0"/>
          </a:p>
        </p:txBody>
      </p:sp>
      <p:sp>
        <p:nvSpPr>
          <p:cNvPr id="122896" name="Rectangle 20"/>
          <p:cNvSpPr>
            <a:spLocks noChangeArrowheads="1"/>
          </p:cNvSpPr>
          <p:nvPr/>
        </p:nvSpPr>
        <p:spPr bwMode="auto">
          <a:xfrm>
            <a:off x="2070100" y="1882378"/>
            <a:ext cx="8015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600">
                <a:solidFill>
                  <a:srgbClr val="800080"/>
                </a:solidFill>
                <a:latin typeface="Times New Roman" pitchFamily="18" charset="0"/>
              </a:rPr>
              <a:t>J</a:t>
            </a:r>
            <a:endParaRPr lang="en-US" altLang="zh-CN" i="0"/>
          </a:p>
        </p:txBody>
      </p:sp>
      <p:sp>
        <p:nvSpPr>
          <p:cNvPr id="122897" name="Rectangle 21"/>
          <p:cNvSpPr>
            <a:spLocks noChangeArrowheads="1"/>
          </p:cNvSpPr>
          <p:nvPr/>
        </p:nvSpPr>
        <p:spPr bwMode="auto">
          <a:xfrm>
            <a:off x="1619250" y="2284810"/>
            <a:ext cx="14747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600">
                <a:solidFill>
                  <a:srgbClr val="800080"/>
                </a:solidFill>
                <a:latin typeface="Times New Roman" pitchFamily="18" charset="0"/>
              </a:rPr>
              <a:t>K</a:t>
            </a:r>
            <a:endParaRPr lang="en-US" altLang="zh-CN" i="0"/>
          </a:p>
        </p:txBody>
      </p:sp>
      <p:sp>
        <p:nvSpPr>
          <p:cNvPr id="122898" name="Rectangle 22"/>
          <p:cNvSpPr>
            <a:spLocks noChangeArrowheads="1"/>
          </p:cNvSpPr>
          <p:nvPr/>
        </p:nvSpPr>
        <p:spPr bwMode="auto">
          <a:xfrm>
            <a:off x="1900239" y="2299098"/>
            <a:ext cx="21800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600" i="0">
                <a:solidFill>
                  <a:srgbClr val="800080"/>
                </a:solidFill>
                <a:latin typeface="Times New Roman" pitchFamily="18" charset="0"/>
              </a:rPr>
              <a:t>=0</a:t>
            </a:r>
            <a:endParaRPr lang="en-US" altLang="zh-CN" i="0"/>
          </a:p>
        </p:txBody>
      </p:sp>
      <p:sp>
        <p:nvSpPr>
          <p:cNvPr id="122899" name="Line 23"/>
          <p:cNvSpPr>
            <a:spLocks noChangeShapeType="1"/>
          </p:cNvSpPr>
          <p:nvPr/>
        </p:nvSpPr>
        <p:spPr bwMode="auto">
          <a:xfrm>
            <a:off x="5381625" y="2905125"/>
            <a:ext cx="1422400" cy="1191"/>
          </a:xfrm>
          <a:prstGeom prst="line">
            <a:avLst/>
          </a:prstGeom>
          <a:noFill/>
          <a:ln w="17463">
            <a:solidFill>
              <a:srgbClr val="FF008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00" name="Line 24"/>
          <p:cNvSpPr>
            <a:spLocks noChangeShapeType="1"/>
          </p:cNvSpPr>
          <p:nvPr/>
        </p:nvSpPr>
        <p:spPr bwMode="auto">
          <a:xfrm>
            <a:off x="5381625" y="2622948"/>
            <a:ext cx="1422400" cy="1190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01" name="Line 25"/>
          <p:cNvSpPr>
            <a:spLocks noChangeShapeType="1"/>
          </p:cNvSpPr>
          <p:nvPr/>
        </p:nvSpPr>
        <p:spPr bwMode="auto">
          <a:xfrm flipV="1">
            <a:off x="5365751" y="2622948"/>
            <a:ext cx="3175" cy="282178"/>
          </a:xfrm>
          <a:prstGeom prst="line">
            <a:avLst/>
          </a:prstGeom>
          <a:noFill/>
          <a:ln w="17526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02" name="Line 26"/>
          <p:cNvSpPr>
            <a:spLocks noChangeShapeType="1"/>
          </p:cNvSpPr>
          <p:nvPr/>
        </p:nvSpPr>
        <p:spPr bwMode="auto">
          <a:xfrm>
            <a:off x="2592389" y="2894410"/>
            <a:ext cx="2789237" cy="5953"/>
          </a:xfrm>
          <a:prstGeom prst="line">
            <a:avLst/>
          </a:prstGeom>
          <a:noFill/>
          <a:ln w="17526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903" name="Rectangle 27"/>
          <p:cNvSpPr>
            <a:spLocks noChangeArrowheads="1"/>
          </p:cNvSpPr>
          <p:nvPr/>
        </p:nvSpPr>
        <p:spPr bwMode="auto">
          <a:xfrm>
            <a:off x="2085976" y="2749153"/>
            <a:ext cx="157094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700">
                <a:solidFill>
                  <a:srgbClr val="800080"/>
                </a:solidFill>
                <a:latin typeface="Times New Roman" pitchFamily="18" charset="0"/>
              </a:rPr>
              <a:t>Q</a:t>
            </a:r>
            <a:endParaRPr lang="en-US" altLang="zh-CN" i="0"/>
          </a:p>
        </p:txBody>
      </p:sp>
      <p:sp>
        <p:nvSpPr>
          <p:cNvPr id="122904" name="Line 28"/>
          <p:cNvSpPr>
            <a:spLocks noChangeShapeType="1"/>
          </p:cNvSpPr>
          <p:nvPr/>
        </p:nvSpPr>
        <p:spPr bwMode="auto">
          <a:xfrm>
            <a:off x="5356225" y="1564482"/>
            <a:ext cx="0" cy="1092994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触发器的一次翻转现象波形图：例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5600" y="3409950"/>
            <a:ext cx="3581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16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触发器一次翻转现象波形图</a:t>
            </a:r>
          </a:p>
        </p:txBody>
      </p:sp>
      <p:sp>
        <p:nvSpPr>
          <p:cNvPr id="29" name="矩形 28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381000" y="971550"/>
            <a:ext cx="6967537" cy="157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indent="266700">
              <a:lnSpc>
                <a:spcPct val="130000"/>
              </a:lnSpc>
            </a:pPr>
            <a:r>
              <a:rPr lang="zh-CN" altLang="en-US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CP=1</a:t>
            </a:r>
            <a:r>
              <a:rPr lang="zh-CN" altLang="en-US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期间，若</a:t>
            </a:r>
            <a:r>
              <a:rPr lang="en-US" altLang="zh-CN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有变化应注意一次变化问题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b="1" i="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266700">
              <a:lnSpc>
                <a:spcPct val="130000"/>
              </a:lnSpc>
            </a:pPr>
            <a:endParaRPr lang="en-US" altLang="zh-CN" sz="1400" b="1" i="0" dirty="0">
              <a:latin typeface="微软雅黑" pitchFamily="34" charset="-122"/>
              <a:ea typeface="微软雅黑" pitchFamily="34" charset="-122"/>
            </a:endParaRPr>
          </a:p>
          <a:p>
            <a:pPr indent="266700">
              <a:lnSpc>
                <a:spcPct val="130000"/>
              </a:lnSpc>
              <a:buAutoNum type="arabicPeriod"/>
            </a:pP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CP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以前</a:t>
            </a:r>
            <a:r>
              <a:rPr lang="en-US" altLang="zh-CN" sz="14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i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=0</a:t>
            </a:r>
            <a:r>
              <a:rPr lang="zh-CN" altLang="en-US" sz="1400" b="1" i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CP=1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期间</a:t>
            </a:r>
            <a:r>
              <a:rPr lang="en-US" altLang="zh-CN" sz="1400" b="1" i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lang="zh-CN" altLang="en-US" sz="1400" b="1" i="0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的变化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将 引起一次变化现象，使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变为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1400" b="1" i="0" dirty="0">
              <a:latin typeface="微软雅黑" pitchFamily="34" charset="-122"/>
              <a:ea typeface="微软雅黑" pitchFamily="34" charset="-122"/>
            </a:endParaRPr>
          </a:p>
          <a:p>
            <a:pPr indent="266700">
              <a:lnSpc>
                <a:spcPct val="130000"/>
              </a:lnSpc>
              <a:buAutoNum type="arabicPeriod"/>
            </a:pPr>
            <a:endParaRPr lang="en-US" altLang="zh-CN" sz="1400" b="1" i="0" dirty="0">
              <a:latin typeface="微软雅黑" pitchFamily="34" charset="-122"/>
              <a:ea typeface="微软雅黑" pitchFamily="34" charset="-122"/>
            </a:endParaRPr>
          </a:p>
          <a:p>
            <a:pPr indent="266700">
              <a:lnSpc>
                <a:spcPct val="130000"/>
              </a:lnSpc>
              <a:buAutoNum type="arabicPeriod"/>
            </a:pP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若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CP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以前</a:t>
            </a:r>
            <a:r>
              <a:rPr lang="en-US" altLang="zh-CN" sz="1400" b="1" dirty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sz="1400" b="1" i="0" dirty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=1</a:t>
            </a:r>
            <a:r>
              <a:rPr lang="zh-CN" altLang="en-US" sz="1400" b="1" i="0" dirty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则</a:t>
            </a:r>
            <a:r>
              <a:rPr lang="en-US" altLang="zh-CN" sz="1400" b="1" dirty="0">
                <a:latin typeface="微软雅黑" pitchFamily="34" charset="-122"/>
                <a:ea typeface="微软雅黑" pitchFamily="34" charset="-122"/>
              </a:rPr>
              <a:t>CP=1</a:t>
            </a:r>
            <a:r>
              <a:rPr lang="zh-CN" altLang="en-US" sz="1400" b="1" dirty="0">
                <a:latin typeface="微软雅黑" pitchFamily="34" charset="-122"/>
                <a:ea typeface="微软雅黑" pitchFamily="34" charset="-122"/>
              </a:rPr>
              <a:t>期间</a:t>
            </a:r>
            <a:r>
              <a:rPr lang="en-US" altLang="zh-CN" sz="1400" b="1" i="0" dirty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1400" b="1" i="0" dirty="0">
                <a:solidFill>
                  <a:srgbClr val="009900"/>
                </a:solidFill>
                <a:latin typeface="微软雅黑" pitchFamily="34" charset="-122"/>
                <a:ea typeface="微软雅黑" pitchFamily="34" charset="-122"/>
              </a:rPr>
              <a:t>的变化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将引起一次变化现象，使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变为</a:t>
            </a:r>
            <a:r>
              <a:rPr lang="en-US" altLang="zh-CN" sz="1400" b="1" i="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b="1" i="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3" name="Line 13"/>
          <p:cNvSpPr>
            <a:spLocks noChangeShapeType="1"/>
          </p:cNvSpPr>
          <p:nvPr/>
        </p:nvSpPr>
        <p:spPr bwMode="auto">
          <a:xfrm>
            <a:off x="1871135" y="1524000"/>
            <a:ext cx="0" cy="2700338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34" name="Line 14"/>
          <p:cNvSpPr>
            <a:spLocks noChangeShapeType="1"/>
          </p:cNvSpPr>
          <p:nvPr/>
        </p:nvSpPr>
        <p:spPr bwMode="auto">
          <a:xfrm>
            <a:off x="2729654" y="1524000"/>
            <a:ext cx="0" cy="2700338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98475" y="1200150"/>
            <a:ext cx="3240087" cy="470297"/>
            <a:chOff x="295" y="391"/>
            <a:chExt cx="2041" cy="395"/>
          </a:xfrm>
        </p:grpSpPr>
        <p:sp>
          <p:nvSpPr>
            <p:cNvPr id="124966" name="Line 16"/>
            <p:cNvSpPr>
              <a:spLocks noChangeShapeType="1"/>
            </p:cNvSpPr>
            <p:nvPr/>
          </p:nvSpPr>
          <p:spPr bwMode="auto">
            <a:xfrm>
              <a:off x="1156" y="391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7" name="Line 17"/>
            <p:cNvSpPr>
              <a:spLocks noChangeShapeType="1"/>
            </p:cNvSpPr>
            <p:nvPr/>
          </p:nvSpPr>
          <p:spPr bwMode="auto">
            <a:xfrm>
              <a:off x="1156" y="391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8" name="Line 18"/>
            <p:cNvSpPr>
              <a:spLocks noChangeShapeType="1"/>
            </p:cNvSpPr>
            <p:nvPr/>
          </p:nvSpPr>
          <p:spPr bwMode="auto">
            <a:xfrm>
              <a:off x="1701" y="391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9" name="Line 19"/>
            <p:cNvSpPr>
              <a:spLocks noChangeShapeType="1"/>
            </p:cNvSpPr>
            <p:nvPr/>
          </p:nvSpPr>
          <p:spPr bwMode="auto">
            <a:xfrm flipH="1">
              <a:off x="793" y="663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70" name="Line 20"/>
            <p:cNvSpPr>
              <a:spLocks noChangeShapeType="1"/>
            </p:cNvSpPr>
            <p:nvPr/>
          </p:nvSpPr>
          <p:spPr bwMode="auto">
            <a:xfrm flipH="1">
              <a:off x="1701" y="663"/>
              <a:ext cx="63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71" name="Text Box 21"/>
            <p:cNvSpPr txBox="1">
              <a:spLocks noChangeArrowheads="1"/>
            </p:cNvSpPr>
            <p:nvPr/>
          </p:nvSpPr>
          <p:spPr bwMode="auto">
            <a:xfrm>
              <a:off x="295" y="527"/>
              <a:ext cx="498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 i="0" dirty="0">
                  <a:latin typeface="微软雅黑" pitchFamily="34" charset="-122"/>
                  <a:ea typeface="微软雅黑" pitchFamily="34" charset="-122"/>
                </a:rPr>
                <a:t>CP</a:t>
              </a:r>
            </a:p>
          </p:txBody>
        </p:sp>
      </p:grp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642938" y="2009776"/>
            <a:ext cx="3095625" cy="451247"/>
            <a:chOff x="386" y="890"/>
            <a:chExt cx="1950" cy="379"/>
          </a:xfrm>
        </p:grpSpPr>
        <p:sp>
          <p:nvSpPr>
            <p:cNvPr id="124960" name="Line 23"/>
            <p:cNvSpPr>
              <a:spLocks noChangeShapeType="1"/>
            </p:cNvSpPr>
            <p:nvPr/>
          </p:nvSpPr>
          <p:spPr bwMode="auto">
            <a:xfrm>
              <a:off x="793" y="1162"/>
              <a:ext cx="10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1" name="Line 24"/>
            <p:cNvSpPr>
              <a:spLocks noChangeShapeType="1"/>
            </p:cNvSpPr>
            <p:nvPr/>
          </p:nvSpPr>
          <p:spPr bwMode="auto">
            <a:xfrm>
              <a:off x="1882" y="89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2" name="Line 25"/>
            <p:cNvSpPr>
              <a:spLocks noChangeShapeType="1"/>
            </p:cNvSpPr>
            <p:nvPr/>
          </p:nvSpPr>
          <p:spPr bwMode="auto">
            <a:xfrm>
              <a:off x="2109" y="890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3" name="Line 26"/>
            <p:cNvSpPr>
              <a:spLocks noChangeShapeType="1"/>
            </p:cNvSpPr>
            <p:nvPr/>
          </p:nvSpPr>
          <p:spPr bwMode="auto">
            <a:xfrm>
              <a:off x="1882" y="890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4" name="Line 27"/>
            <p:cNvSpPr>
              <a:spLocks noChangeShapeType="1"/>
            </p:cNvSpPr>
            <p:nvPr/>
          </p:nvSpPr>
          <p:spPr bwMode="auto">
            <a:xfrm>
              <a:off x="2109" y="1162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65" name="Text Box 28"/>
            <p:cNvSpPr txBox="1">
              <a:spLocks noChangeArrowheads="1"/>
            </p:cNvSpPr>
            <p:nvPr/>
          </p:nvSpPr>
          <p:spPr bwMode="auto">
            <a:xfrm>
              <a:off x="386" y="1010"/>
              <a:ext cx="54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 i="0" dirty="0">
                  <a:latin typeface="微软雅黑" pitchFamily="34" charset="-122"/>
                  <a:ea typeface="微软雅黑" pitchFamily="34" charset="-122"/>
                </a:rPr>
                <a:t>J</a:t>
              </a:r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641350" y="3036094"/>
            <a:ext cx="3168650" cy="485775"/>
            <a:chOff x="385" y="1842"/>
            <a:chExt cx="1996" cy="408"/>
          </a:xfrm>
        </p:grpSpPr>
        <p:sp>
          <p:nvSpPr>
            <p:cNvPr id="124952" name="Line 30"/>
            <p:cNvSpPr>
              <a:spLocks noChangeShapeType="1"/>
            </p:cNvSpPr>
            <p:nvPr/>
          </p:nvSpPr>
          <p:spPr bwMode="auto">
            <a:xfrm>
              <a:off x="793" y="1978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3" name="Line 31"/>
            <p:cNvSpPr>
              <a:spLocks noChangeShapeType="1"/>
            </p:cNvSpPr>
            <p:nvPr/>
          </p:nvSpPr>
          <p:spPr bwMode="auto">
            <a:xfrm>
              <a:off x="1020" y="197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4" name="Line 32"/>
            <p:cNvSpPr>
              <a:spLocks noChangeShapeType="1"/>
            </p:cNvSpPr>
            <p:nvPr/>
          </p:nvSpPr>
          <p:spPr bwMode="auto">
            <a:xfrm>
              <a:off x="1020" y="2250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5" name="Line 33"/>
            <p:cNvSpPr>
              <a:spLocks noChangeShapeType="1"/>
            </p:cNvSpPr>
            <p:nvPr/>
          </p:nvSpPr>
          <p:spPr bwMode="auto">
            <a:xfrm>
              <a:off x="1383" y="197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6" name="Line 34"/>
            <p:cNvSpPr>
              <a:spLocks noChangeShapeType="1"/>
            </p:cNvSpPr>
            <p:nvPr/>
          </p:nvSpPr>
          <p:spPr bwMode="auto">
            <a:xfrm>
              <a:off x="1519" y="1978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7" name="Line 35"/>
            <p:cNvSpPr>
              <a:spLocks noChangeShapeType="1"/>
            </p:cNvSpPr>
            <p:nvPr/>
          </p:nvSpPr>
          <p:spPr bwMode="auto">
            <a:xfrm>
              <a:off x="1383" y="197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8" name="Line 36"/>
            <p:cNvSpPr>
              <a:spLocks noChangeShapeType="1"/>
            </p:cNvSpPr>
            <p:nvPr/>
          </p:nvSpPr>
          <p:spPr bwMode="auto">
            <a:xfrm flipH="1">
              <a:off x="1519" y="2250"/>
              <a:ext cx="8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4959" name="Text Box 37"/>
            <p:cNvSpPr txBox="1">
              <a:spLocks noChangeArrowheads="1"/>
            </p:cNvSpPr>
            <p:nvPr/>
          </p:nvSpPr>
          <p:spPr bwMode="auto">
            <a:xfrm>
              <a:off x="385" y="1842"/>
              <a:ext cx="680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1400" b="1" i="0">
                  <a:latin typeface="微软雅黑" pitchFamily="34" charset="-122"/>
                  <a:ea typeface="微软雅黑" pitchFamily="34" charset="-122"/>
                </a:rPr>
                <a:t>K</a:t>
              </a:r>
            </a:p>
          </p:txBody>
        </p:sp>
      </p:grpSp>
      <p:sp>
        <p:nvSpPr>
          <p:cNvPr id="124948" name="Line 39"/>
          <p:cNvSpPr>
            <a:spLocks noChangeShapeType="1"/>
          </p:cNvSpPr>
          <p:nvPr/>
        </p:nvSpPr>
        <p:spPr bwMode="auto">
          <a:xfrm>
            <a:off x="1362075" y="4224338"/>
            <a:ext cx="1368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49" name="Line 40"/>
          <p:cNvSpPr>
            <a:spLocks noChangeShapeType="1"/>
          </p:cNvSpPr>
          <p:nvPr/>
        </p:nvSpPr>
        <p:spPr bwMode="auto">
          <a:xfrm>
            <a:off x="2730500" y="4224338"/>
            <a:ext cx="0" cy="3238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50" name="Line 41"/>
          <p:cNvSpPr>
            <a:spLocks noChangeShapeType="1"/>
          </p:cNvSpPr>
          <p:nvPr/>
        </p:nvSpPr>
        <p:spPr bwMode="auto">
          <a:xfrm flipH="1">
            <a:off x="2730500" y="4548188"/>
            <a:ext cx="10080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4951" name="Text Box 42"/>
          <p:cNvSpPr txBox="1">
            <a:spLocks noChangeArrowheads="1"/>
          </p:cNvSpPr>
          <p:nvPr/>
        </p:nvSpPr>
        <p:spPr bwMode="auto">
          <a:xfrm>
            <a:off x="641350" y="4043363"/>
            <a:ext cx="1152525" cy="30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400" b="1" i="0">
                <a:latin typeface="微软雅黑" pitchFamily="34" charset="-122"/>
                <a:ea typeface="微软雅黑" pitchFamily="34" charset="-122"/>
              </a:rPr>
              <a:t>Q</a:t>
            </a:r>
          </a:p>
        </p:txBody>
      </p:sp>
      <p:sp>
        <p:nvSpPr>
          <p:cNvPr id="440363" name="Text Box 43"/>
          <p:cNvSpPr txBox="1">
            <a:spLocks noChangeArrowheads="1"/>
          </p:cNvSpPr>
          <p:nvPr/>
        </p:nvSpPr>
        <p:spPr bwMode="auto">
          <a:xfrm>
            <a:off x="4419600" y="1276350"/>
            <a:ext cx="4103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400" b="1" i="0">
                <a:latin typeface="微软雅黑" pitchFamily="34" charset="-122"/>
                <a:ea typeface="微软雅黑" pitchFamily="34" charset="-122"/>
              </a:rPr>
              <a:t>CP=0</a:t>
            </a:r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0" lang="en-US" altLang="zh-CN" sz="1400" b="1" i="0">
                <a:latin typeface="微软雅黑" pitchFamily="34" charset="-122"/>
                <a:ea typeface="微软雅黑" pitchFamily="34" charset="-122"/>
              </a:rPr>
              <a:t>Q =1</a:t>
            </a:r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；</a:t>
            </a:r>
          </a:p>
        </p:txBody>
      </p:sp>
      <p:sp>
        <p:nvSpPr>
          <p:cNvPr id="124943" name="Text Box 50"/>
          <p:cNvSpPr txBox="1">
            <a:spLocks noChangeArrowheads="1"/>
          </p:cNvSpPr>
          <p:nvPr/>
        </p:nvSpPr>
        <p:spPr bwMode="auto">
          <a:xfrm>
            <a:off x="4321174" y="1635918"/>
            <a:ext cx="46005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CP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下降沿</a:t>
            </a: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时，从触发器的状态：</a:t>
            </a:r>
            <a:endParaRPr kumimoji="0" lang="zh-CN" altLang="en-US" sz="1400" b="1" i="0" dirty="0">
              <a:solidFill>
                <a:srgbClr val="FF33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0381" name="Line 61"/>
          <p:cNvSpPr>
            <a:spLocks noChangeShapeType="1"/>
          </p:cNvSpPr>
          <p:nvPr/>
        </p:nvSpPr>
        <p:spPr bwMode="auto">
          <a:xfrm>
            <a:off x="2222500" y="1208485"/>
            <a:ext cx="0" cy="3015853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82" name="Line 62"/>
          <p:cNvSpPr>
            <a:spLocks noChangeShapeType="1"/>
          </p:cNvSpPr>
          <p:nvPr/>
        </p:nvSpPr>
        <p:spPr bwMode="auto">
          <a:xfrm>
            <a:off x="2438400" y="1208485"/>
            <a:ext cx="0" cy="3015853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0383" name="Text Box 63"/>
          <p:cNvSpPr txBox="1">
            <a:spLocks noChangeArrowheads="1"/>
          </p:cNvSpPr>
          <p:nvPr/>
        </p:nvSpPr>
        <p:spPr bwMode="auto">
          <a:xfrm>
            <a:off x="4635500" y="2216943"/>
            <a:ext cx="23764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400" b="1" i="0">
                <a:latin typeface="微软雅黑" pitchFamily="34" charset="-122"/>
                <a:ea typeface="微软雅黑" pitchFamily="34" charset="-122"/>
              </a:rPr>
              <a:t>J=K=0</a:t>
            </a:r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，</a:t>
            </a:r>
            <a:r>
              <a:rPr kumimoji="0" lang="en-US" altLang="zh-CN" sz="1400" b="1" i="0">
                <a:latin typeface="微软雅黑" pitchFamily="34" charset="-122"/>
                <a:ea typeface="微软雅黑" pitchFamily="34" charset="-122"/>
              </a:rPr>
              <a:t>Q=1</a:t>
            </a:r>
            <a:r>
              <a:rPr kumimoji="0" lang="zh-CN" altLang="en-US" sz="1400" b="1" i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</a:p>
        </p:txBody>
      </p: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触发器的一次翻转现象波形图：例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9" name="矩形 38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76400" y="8953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90800" y="8953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1676400" y="4552950"/>
            <a:ext cx="1188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17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 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49" grpId="0" animBg="1"/>
      <p:bldP spid="1249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8"/>
          <p:cNvGrpSpPr>
            <a:grpSpLocks/>
          </p:cNvGrpSpPr>
          <p:nvPr/>
        </p:nvGrpSpPr>
        <p:grpSpPr bwMode="auto">
          <a:xfrm>
            <a:off x="735013" y="1377553"/>
            <a:ext cx="7345362" cy="1498997"/>
            <a:chOff x="463" y="952"/>
            <a:chExt cx="4627" cy="1259"/>
          </a:xfrm>
        </p:grpSpPr>
        <p:sp>
          <p:nvSpPr>
            <p:cNvPr id="125991" name="Text Box 24"/>
            <p:cNvSpPr txBox="1">
              <a:spLocks noChangeArrowheads="1"/>
            </p:cNvSpPr>
            <p:nvPr/>
          </p:nvSpPr>
          <p:spPr bwMode="auto">
            <a:xfrm>
              <a:off x="463" y="1120"/>
              <a:ext cx="297" cy="1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i="0" dirty="0">
                  <a:latin typeface="微软雅黑" pitchFamily="34" charset="-122"/>
                  <a:ea typeface="微软雅黑" pitchFamily="34" charset="-122"/>
                </a:rPr>
                <a:t>CP</a:t>
              </a:r>
            </a:p>
          </p:txBody>
        </p:sp>
        <p:grpSp>
          <p:nvGrpSpPr>
            <p:cNvPr id="3" name="Group 197"/>
            <p:cNvGrpSpPr>
              <a:grpSpLocks/>
            </p:cNvGrpSpPr>
            <p:nvPr/>
          </p:nvGrpSpPr>
          <p:grpSpPr bwMode="auto">
            <a:xfrm>
              <a:off x="488" y="952"/>
              <a:ext cx="4602" cy="1259"/>
              <a:chOff x="488" y="952"/>
              <a:chExt cx="4602" cy="1259"/>
            </a:xfrm>
          </p:grpSpPr>
          <p:grpSp>
            <p:nvGrpSpPr>
              <p:cNvPr id="4" name="Group 25"/>
              <p:cNvGrpSpPr>
                <a:grpSpLocks/>
              </p:cNvGrpSpPr>
              <p:nvPr/>
            </p:nvGrpSpPr>
            <p:grpSpPr bwMode="auto">
              <a:xfrm>
                <a:off x="840" y="952"/>
                <a:ext cx="4250" cy="286"/>
                <a:chOff x="773" y="1007"/>
                <a:chExt cx="4250" cy="286"/>
              </a:xfrm>
            </p:grpSpPr>
            <p:grpSp>
              <p:nvGrpSpPr>
                <p:cNvPr id="5" name="Group 26"/>
                <p:cNvGrpSpPr>
                  <a:grpSpLocks/>
                </p:cNvGrpSpPr>
                <p:nvPr/>
              </p:nvGrpSpPr>
              <p:grpSpPr bwMode="auto">
                <a:xfrm>
                  <a:off x="4546" y="1007"/>
                  <a:ext cx="477" cy="282"/>
                  <a:chOff x="6447" y="1737"/>
                  <a:chExt cx="508" cy="423"/>
                </a:xfrm>
              </p:grpSpPr>
              <p:sp>
                <p:nvSpPr>
                  <p:cNvPr id="126066" name="Line 2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6237" y="1950"/>
                    <a:ext cx="42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6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6447" y="1737"/>
                    <a:ext cx="508" cy="423"/>
                    <a:chOff x="6447" y="1737"/>
                    <a:chExt cx="508" cy="423"/>
                  </a:xfrm>
                </p:grpSpPr>
                <p:sp>
                  <p:nvSpPr>
                    <p:cNvPr id="126068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447" y="1737"/>
                      <a:ext cx="22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69" name="Line 30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6462" y="1947"/>
                      <a:ext cx="42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70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672" y="2160"/>
                      <a:ext cx="283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126030" name="Line 32"/>
                <p:cNvSpPr>
                  <a:spLocks noChangeShapeType="1"/>
                </p:cNvSpPr>
                <p:nvPr/>
              </p:nvSpPr>
              <p:spPr bwMode="auto">
                <a:xfrm rot="-5400000">
                  <a:off x="3942" y="1149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1" name="Line 33"/>
                <p:cNvSpPr>
                  <a:spLocks noChangeShapeType="1"/>
                </p:cNvSpPr>
                <p:nvPr/>
              </p:nvSpPr>
              <p:spPr bwMode="auto">
                <a:xfrm>
                  <a:off x="4082" y="1007"/>
                  <a:ext cx="21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2" name="Line 34"/>
                <p:cNvSpPr>
                  <a:spLocks noChangeShapeType="1"/>
                </p:cNvSpPr>
                <p:nvPr/>
              </p:nvSpPr>
              <p:spPr bwMode="auto">
                <a:xfrm rot="-5400000">
                  <a:off x="4153" y="1147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3" name="Line 35"/>
                <p:cNvSpPr>
                  <a:spLocks noChangeShapeType="1"/>
                </p:cNvSpPr>
                <p:nvPr/>
              </p:nvSpPr>
              <p:spPr bwMode="auto">
                <a:xfrm>
                  <a:off x="4293" y="1289"/>
                  <a:ext cx="25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7" name="Group 36"/>
                <p:cNvGrpSpPr>
                  <a:grpSpLocks/>
                </p:cNvGrpSpPr>
                <p:nvPr/>
              </p:nvGrpSpPr>
              <p:grpSpPr bwMode="auto">
                <a:xfrm>
                  <a:off x="3603" y="1007"/>
                  <a:ext cx="477" cy="282"/>
                  <a:chOff x="6447" y="1737"/>
                  <a:chExt cx="508" cy="423"/>
                </a:xfrm>
              </p:grpSpPr>
              <p:sp>
                <p:nvSpPr>
                  <p:cNvPr id="126061" name="Line 3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6237" y="1950"/>
                    <a:ext cx="42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8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6447" y="1737"/>
                    <a:ext cx="508" cy="423"/>
                    <a:chOff x="6447" y="1737"/>
                    <a:chExt cx="508" cy="423"/>
                  </a:xfrm>
                </p:grpSpPr>
                <p:sp>
                  <p:nvSpPr>
                    <p:cNvPr id="126063" name="Line 3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447" y="1737"/>
                      <a:ext cx="22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64" name="Line 40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6462" y="1947"/>
                      <a:ext cx="42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65" name="Line 4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672" y="2160"/>
                      <a:ext cx="283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126035" name="Line 42"/>
                <p:cNvSpPr>
                  <a:spLocks noChangeShapeType="1"/>
                </p:cNvSpPr>
                <p:nvPr/>
              </p:nvSpPr>
              <p:spPr bwMode="auto">
                <a:xfrm rot="-5400000">
                  <a:off x="2990" y="1149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6" name="Line 43"/>
                <p:cNvSpPr>
                  <a:spLocks noChangeShapeType="1"/>
                </p:cNvSpPr>
                <p:nvPr/>
              </p:nvSpPr>
              <p:spPr bwMode="auto">
                <a:xfrm>
                  <a:off x="3130" y="1007"/>
                  <a:ext cx="21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7" name="Line 44"/>
                <p:cNvSpPr>
                  <a:spLocks noChangeShapeType="1"/>
                </p:cNvSpPr>
                <p:nvPr/>
              </p:nvSpPr>
              <p:spPr bwMode="auto">
                <a:xfrm rot="-5400000">
                  <a:off x="3215" y="1147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38" name="Line 45"/>
                <p:cNvSpPr>
                  <a:spLocks noChangeShapeType="1"/>
                </p:cNvSpPr>
                <p:nvPr/>
              </p:nvSpPr>
              <p:spPr bwMode="auto">
                <a:xfrm>
                  <a:off x="3361" y="1289"/>
                  <a:ext cx="24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9" name="Group 46"/>
                <p:cNvGrpSpPr>
                  <a:grpSpLocks/>
                </p:cNvGrpSpPr>
                <p:nvPr/>
              </p:nvGrpSpPr>
              <p:grpSpPr bwMode="auto">
                <a:xfrm>
                  <a:off x="2651" y="1007"/>
                  <a:ext cx="477" cy="282"/>
                  <a:chOff x="6447" y="1737"/>
                  <a:chExt cx="508" cy="423"/>
                </a:xfrm>
              </p:grpSpPr>
              <p:sp>
                <p:nvSpPr>
                  <p:cNvPr id="126056" name="Line 47"/>
                  <p:cNvSpPr>
                    <a:spLocks noChangeShapeType="1"/>
                  </p:cNvSpPr>
                  <p:nvPr/>
                </p:nvSpPr>
                <p:spPr bwMode="auto">
                  <a:xfrm rot="-5400000">
                    <a:off x="6237" y="1950"/>
                    <a:ext cx="42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10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6447" y="1737"/>
                    <a:ext cx="508" cy="423"/>
                    <a:chOff x="6447" y="1737"/>
                    <a:chExt cx="508" cy="423"/>
                  </a:xfrm>
                </p:grpSpPr>
                <p:sp>
                  <p:nvSpPr>
                    <p:cNvPr id="126058" name="Line 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447" y="1737"/>
                      <a:ext cx="22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59" name="Line 50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6462" y="1947"/>
                      <a:ext cx="42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sp>
                  <p:nvSpPr>
                    <p:cNvPr id="126060" name="Line 5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672" y="2160"/>
                      <a:ext cx="283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</p:grpSp>
            </p:grpSp>
            <p:sp>
              <p:nvSpPr>
                <p:cNvPr id="126040" name="Line 52"/>
                <p:cNvSpPr>
                  <a:spLocks noChangeShapeType="1"/>
                </p:cNvSpPr>
                <p:nvPr/>
              </p:nvSpPr>
              <p:spPr bwMode="auto">
                <a:xfrm rot="-5400000">
                  <a:off x="2018" y="1149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1" name="Line 53"/>
                <p:cNvSpPr>
                  <a:spLocks noChangeShapeType="1"/>
                </p:cNvSpPr>
                <p:nvPr/>
              </p:nvSpPr>
              <p:spPr bwMode="auto">
                <a:xfrm>
                  <a:off x="2158" y="1007"/>
                  <a:ext cx="213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2" name="Line 54"/>
                <p:cNvSpPr>
                  <a:spLocks noChangeShapeType="1"/>
                </p:cNvSpPr>
                <p:nvPr/>
              </p:nvSpPr>
              <p:spPr bwMode="auto">
                <a:xfrm rot="-5400000">
                  <a:off x="2229" y="1147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3" name="Line 55"/>
                <p:cNvSpPr>
                  <a:spLocks noChangeShapeType="1"/>
                </p:cNvSpPr>
                <p:nvPr/>
              </p:nvSpPr>
              <p:spPr bwMode="auto">
                <a:xfrm>
                  <a:off x="2369" y="1289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4" name="Line 56"/>
                <p:cNvSpPr>
                  <a:spLocks noChangeShapeType="1"/>
                </p:cNvSpPr>
                <p:nvPr/>
              </p:nvSpPr>
              <p:spPr bwMode="auto">
                <a:xfrm rot="-5400000">
                  <a:off x="1537" y="1149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5" name="Line 57"/>
                <p:cNvSpPr>
                  <a:spLocks noChangeShapeType="1"/>
                </p:cNvSpPr>
                <p:nvPr/>
              </p:nvSpPr>
              <p:spPr bwMode="auto">
                <a:xfrm>
                  <a:off x="1677" y="1007"/>
                  <a:ext cx="22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6" name="Line 58"/>
                <p:cNvSpPr>
                  <a:spLocks noChangeShapeType="1"/>
                </p:cNvSpPr>
                <p:nvPr/>
              </p:nvSpPr>
              <p:spPr bwMode="auto">
                <a:xfrm rot="-5400000">
                  <a:off x="1762" y="1147"/>
                  <a:ext cx="28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6047" name="Line 59"/>
                <p:cNvSpPr>
                  <a:spLocks noChangeShapeType="1"/>
                </p:cNvSpPr>
                <p:nvPr/>
              </p:nvSpPr>
              <p:spPr bwMode="auto">
                <a:xfrm>
                  <a:off x="1901" y="1289"/>
                  <a:ext cx="260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1400"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grpSp>
              <p:nvGrpSpPr>
                <p:cNvPr id="11" name="Group 60"/>
                <p:cNvGrpSpPr>
                  <a:grpSpLocks/>
                </p:cNvGrpSpPr>
                <p:nvPr/>
              </p:nvGrpSpPr>
              <p:grpSpPr bwMode="auto">
                <a:xfrm>
                  <a:off x="773" y="1007"/>
                  <a:ext cx="907" cy="286"/>
                  <a:chOff x="3256" y="10974"/>
                  <a:chExt cx="966" cy="415"/>
                </a:xfrm>
              </p:grpSpPr>
              <p:sp>
                <p:nvSpPr>
                  <p:cNvPr id="126049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256" y="11389"/>
                    <a:ext cx="454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grpSp>
                <p:nvGrpSpPr>
                  <p:cNvPr id="12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3714" y="10974"/>
                    <a:ext cx="508" cy="409"/>
                    <a:chOff x="6447" y="1737"/>
                    <a:chExt cx="508" cy="423"/>
                  </a:xfrm>
                </p:grpSpPr>
                <p:sp>
                  <p:nvSpPr>
                    <p:cNvPr id="126051" name="Line 63"/>
                    <p:cNvSpPr>
                      <a:spLocks noChangeShapeType="1"/>
                    </p:cNvSpPr>
                    <p:nvPr/>
                  </p:nvSpPr>
                  <p:spPr bwMode="auto">
                    <a:xfrm rot="-5400000">
                      <a:off x="6237" y="1950"/>
                      <a:ext cx="42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grpSp>
                  <p:nvGrpSpPr>
                    <p:cNvPr id="13" name="Group 6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447" y="1737"/>
                      <a:ext cx="508" cy="423"/>
                      <a:chOff x="6447" y="1737"/>
                      <a:chExt cx="508" cy="423"/>
                    </a:xfrm>
                  </p:grpSpPr>
                  <p:sp>
                    <p:nvSpPr>
                      <p:cNvPr id="126053" name="Line 6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447" y="1737"/>
                        <a:ext cx="227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54" name="Line 66"/>
                      <p:cNvSpPr>
                        <a:spLocks noChangeShapeType="1"/>
                      </p:cNvSpPr>
                      <p:nvPr/>
                    </p:nvSpPr>
                    <p:spPr bwMode="auto">
                      <a:xfrm rot="-5400000">
                        <a:off x="6462" y="1947"/>
                        <a:ext cx="420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55" name="Line 6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672" y="2160"/>
                        <a:ext cx="283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" name="Group 196"/>
              <p:cNvGrpSpPr>
                <a:grpSpLocks/>
              </p:cNvGrpSpPr>
              <p:nvPr/>
            </p:nvGrpSpPr>
            <p:grpSpPr bwMode="auto">
              <a:xfrm>
                <a:off x="488" y="1380"/>
                <a:ext cx="4597" cy="831"/>
                <a:chOff x="488" y="1380"/>
                <a:chExt cx="4597" cy="831"/>
              </a:xfrm>
            </p:grpSpPr>
            <p:grpSp>
              <p:nvGrpSpPr>
                <p:cNvPr id="15" name="Group 195"/>
                <p:cNvGrpSpPr>
                  <a:grpSpLocks/>
                </p:cNvGrpSpPr>
                <p:nvPr/>
              </p:nvGrpSpPr>
              <p:grpSpPr bwMode="auto">
                <a:xfrm>
                  <a:off x="510" y="1380"/>
                  <a:ext cx="4575" cy="489"/>
                  <a:chOff x="510" y="1380"/>
                  <a:chExt cx="4575" cy="489"/>
                </a:xfrm>
              </p:grpSpPr>
              <p:grpSp>
                <p:nvGrpSpPr>
                  <p:cNvPr id="16" name="Group 193"/>
                  <p:cNvGrpSpPr>
                    <a:grpSpLocks/>
                  </p:cNvGrpSpPr>
                  <p:nvPr/>
                </p:nvGrpSpPr>
                <p:grpSpPr bwMode="auto">
                  <a:xfrm>
                    <a:off x="853" y="1380"/>
                    <a:ext cx="4232" cy="295"/>
                    <a:chOff x="853" y="1380"/>
                    <a:chExt cx="4232" cy="295"/>
                  </a:xfrm>
                </p:grpSpPr>
                <p:sp>
                  <p:nvSpPr>
                    <p:cNvPr id="126013" name="Line 7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009" y="1391"/>
                      <a:ext cx="0" cy="284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0000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 sz="1400">
                        <a:latin typeface="微软雅黑" pitchFamily="34" charset="-122"/>
                        <a:ea typeface="微软雅黑" pitchFamily="34" charset="-122"/>
                      </a:endParaRPr>
                    </a:p>
                  </p:txBody>
                </p:sp>
                <p:grpSp>
                  <p:nvGrpSpPr>
                    <p:cNvPr id="17" name="Group 19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53" y="1380"/>
                      <a:ext cx="4232" cy="289"/>
                      <a:chOff x="855" y="1380"/>
                      <a:chExt cx="4232" cy="289"/>
                    </a:xfrm>
                  </p:grpSpPr>
                  <p:grpSp>
                    <p:nvGrpSpPr>
                      <p:cNvPr id="18" name="Group 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55" y="1380"/>
                        <a:ext cx="213" cy="267"/>
                        <a:chOff x="3234" y="11595"/>
                        <a:chExt cx="227" cy="389"/>
                      </a:xfrm>
                    </p:grpSpPr>
                    <p:sp>
                      <p:nvSpPr>
                        <p:cNvPr id="126027" name="Line 6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234" y="11984"/>
                          <a:ext cx="227" cy="0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rgbClr val="0000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26028" name="Line 7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3459" y="11595"/>
                          <a:ext cx="0" cy="384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rgbClr val="0000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26016" name="Line 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067" y="1394"/>
                        <a:ext cx="938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grpSp>
                    <p:nvGrpSpPr>
                      <p:cNvPr id="19" name="Group 7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009" y="1391"/>
                        <a:ext cx="268" cy="278"/>
                        <a:chOff x="4524" y="11630"/>
                        <a:chExt cx="285" cy="386"/>
                      </a:xfrm>
                    </p:grpSpPr>
                    <p:sp>
                      <p:nvSpPr>
                        <p:cNvPr id="126025" name="Line 7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524" y="12016"/>
                          <a:ext cx="283" cy="0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rgbClr val="0000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  <p:sp>
                      <p:nvSpPr>
                        <p:cNvPr id="126026" name="Line 7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4809" y="11630"/>
                          <a:ext cx="0" cy="384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rgbClr val="0000FF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 sz="1400">
                            <a:latin typeface="微软雅黑" pitchFamily="34" charset="-122"/>
                            <a:ea typeface="微软雅黑" pitchFamily="34" charset="-122"/>
                          </a:endParaRPr>
                        </a:p>
                      </p:txBody>
                    </p:sp>
                  </p:grpSp>
                  <p:sp>
                    <p:nvSpPr>
                      <p:cNvPr id="126018" name="Line 7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7" y="1391"/>
                        <a:ext cx="993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19" name="Line 77"/>
                      <p:cNvSpPr>
                        <a:spLocks noChangeShapeType="1"/>
                      </p:cNvSpPr>
                      <p:nvPr/>
                    </p:nvSpPr>
                    <p:spPr bwMode="auto">
                      <a:xfrm flipH="1" flipV="1">
                        <a:off x="3270" y="1394"/>
                        <a:ext cx="7" cy="27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20" name="Line 7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277" y="1668"/>
                        <a:ext cx="1211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21" name="Line 79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478" y="1401"/>
                        <a:ext cx="0" cy="263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22" name="Line 8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77" y="1396"/>
                        <a:ext cx="446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23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4924" y="1394"/>
                        <a:ext cx="0" cy="263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  <p:sp>
                    <p:nvSpPr>
                      <p:cNvPr id="126024" name="Line 8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31" y="1657"/>
                        <a:ext cx="156" cy="0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 sz="1400">
                          <a:latin typeface="微软雅黑" pitchFamily="34" charset="-122"/>
                          <a:ea typeface="微软雅黑" pitchFamily="34" charset="-122"/>
                        </a:endParaRPr>
                      </a:p>
                    </p:txBody>
                  </p:sp>
                </p:grpSp>
              </p:grpSp>
              <p:sp>
                <p:nvSpPr>
                  <p:cNvPr id="126012" name="Text Box 8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0" y="1573"/>
                    <a:ext cx="194" cy="296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/>
                    <a:r>
                      <a:rPr lang="en-US" altLang="zh-CN" sz="1400" b="1" i="0" dirty="0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J</a:t>
                    </a:r>
                  </a:p>
                </p:txBody>
              </p:sp>
            </p:grpSp>
            <p:grpSp>
              <p:nvGrpSpPr>
                <p:cNvPr id="20" name="Group 194"/>
                <p:cNvGrpSpPr>
                  <a:grpSpLocks/>
                </p:cNvGrpSpPr>
                <p:nvPr/>
              </p:nvGrpSpPr>
              <p:grpSpPr bwMode="auto">
                <a:xfrm>
                  <a:off x="488" y="1790"/>
                  <a:ext cx="4589" cy="421"/>
                  <a:chOff x="488" y="1790"/>
                  <a:chExt cx="4589" cy="421"/>
                </a:xfrm>
              </p:grpSpPr>
              <p:sp>
                <p:nvSpPr>
                  <p:cNvPr id="125997" name="Line 84"/>
                  <p:cNvSpPr>
                    <a:spLocks noChangeShapeType="1"/>
                  </p:cNvSpPr>
                  <p:nvPr/>
                </p:nvSpPr>
                <p:spPr bwMode="auto">
                  <a:xfrm>
                    <a:off x="853" y="2059"/>
                    <a:ext cx="693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5998" name="Line 8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42" y="1793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5999" name="Line 86"/>
                  <p:cNvSpPr>
                    <a:spLocks noChangeShapeType="1"/>
                  </p:cNvSpPr>
                  <p:nvPr/>
                </p:nvSpPr>
                <p:spPr bwMode="auto">
                  <a:xfrm>
                    <a:off x="1534" y="1790"/>
                    <a:ext cx="971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0" name="Line 8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7" y="1797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1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2495" y="2059"/>
                    <a:ext cx="25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2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56" y="1791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3" name="Line 90"/>
                  <p:cNvSpPr>
                    <a:spLocks noChangeShapeType="1"/>
                  </p:cNvSpPr>
                  <p:nvPr/>
                </p:nvSpPr>
                <p:spPr bwMode="auto">
                  <a:xfrm>
                    <a:off x="2753" y="1790"/>
                    <a:ext cx="74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4" name="Line 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502" y="1791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5" name="Line 92"/>
                  <p:cNvSpPr>
                    <a:spLocks noChangeShapeType="1"/>
                  </p:cNvSpPr>
                  <p:nvPr/>
                </p:nvSpPr>
                <p:spPr bwMode="auto">
                  <a:xfrm>
                    <a:off x="3502" y="2059"/>
                    <a:ext cx="91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6" name="Line 9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09" y="1793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7" name="Line 94"/>
                  <p:cNvSpPr>
                    <a:spLocks noChangeShapeType="1"/>
                  </p:cNvSpPr>
                  <p:nvPr/>
                </p:nvSpPr>
                <p:spPr bwMode="auto">
                  <a:xfrm>
                    <a:off x="4409" y="1790"/>
                    <a:ext cx="295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8" name="Line 9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704" y="1791"/>
                    <a:ext cx="0" cy="265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09" name="Line 9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99" y="2059"/>
                    <a:ext cx="378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0000F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 sz="1400">
                      <a:latin typeface="微软雅黑" pitchFamily="34" charset="-122"/>
                      <a:ea typeface="微软雅黑" pitchFamily="34" charset="-122"/>
                    </a:endParaRPr>
                  </a:p>
                </p:txBody>
              </p:sp>
              <p:sp>
                <p:nvSpPr>
                  <p:cNvPr id="126010" name="Text Box 9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8" y="1985"/>
                    <a:ext cx="237" cy="226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</p:spPr>
                <p:txBody>
                  <a:bodyPr lIns="0" tIns="0" rIns="0" bIns="0"/>
                  <a:lstStyle/>
                  <a:p>
                    <a:pPr algn="ctr"/>
                    <a:r>
                      <a:rPr lang="en-US" altLang="zh-CN" sz="1400" b="1" i="0">
                        <a:solidFill>
                          <a:srgbClr val="0000FF"/>
                        </a:solidFill>
                        <a:latin typeface="微软雅黑" pitchFamily="34" charset="-122"/>
                        <a:ea typeface="微软雅黑" pitchFamily="34" charset="-122"/>
                      </a:rPr>
                      <a:t>K</a:t>
                    </a:r>
                  </a:p>
                </p:txBody>
              </p:sp>
            </p:grpSp>
          </p:grpSp>
        </p:grpSp>
      </p:grpSp>
      <p:grpSp>
        <p:nvGrpSpPr>
          <p:cNvPr id="21" name="Group 205"/>
          <p:cNvGrpSpPr>
            <a:grpSpLocks/>
          </p:cNvGrpSpPr>
          <p:nvPr/>
        </p:nvGrpSpPr>
        <p:grpSpPr bwMode="auto">
          <a:xfrm>
            <a:off x="5432426" y="2894410"/>
            <a:ext cx="2232025" cy="321469"/>
            <a:chOff x="3422" y="2206"/>
            <a:chExt cx="1406" cy="270"/>
          </a:xfrm>
        </p:grpSpPr>
        <p:sp>
          <p:nvSpPr>
            <p:cNvPr id="125989" name="Line 102"/>
            <p:cNvSpPr>
              <a:spLocks noChangeShapeType="1"/>
            </p:cNvSpPr>
            <p:nvPr/>
          </p:nvSpPr>
          <p:spPr bwMode="auto">
            <a:xfrm flipV="1">
              <a:off x="3422" y="2206"/>
              <a:ext cx="0" cy="27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90" name="Line 103"/>
            <p:cNvSpPr>
              <a:spLocks noChangeShapeType="1"/>
            </p:cNvSpPr>
            <p:nvPr/>
          </p:nvSpPr>
          <p:spPr bwMode="auto">
            <a:xfrm>
              <a:off x="3425" y="2211"/>
              <a:ext cx="140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2" name="Group 201"/>
          <p:cNvGrpSpPr>
            <a:grpSpLocks/>
          </p:cNvGrpSpPr>
          <p:nvPr/>
        </p:nvGrpSpPr>
        <p:grpSpPr bwMode="auto">
          <a:xfrm>
            <a:off x="3114676" y="2888457"/>
            <a:ext cx="765175" cy="321469"/>
            <a:chOff x="1962" y="2201"/>
            <a:chExt cx="482" cy="270"/>
          </a:xfrm>
        </p:grpSpPr>
        <p:sp>
          <p:nvSpPr>
            <p:cNvPr id="125987" name="Line 99"/>
            <p:cNvSpPr>
              <a:spLocks noChangeShapeType="1"/>
            </p:cNvSpPr>
            <p:nvPr/>
          </p:nvSpPr>
          <p:spPr bwMode="auto">
            <a:xfrm flipV="1">
              <a:off x="1966" y="2201"/>
              <a:ext cx="0" cy="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88" name="Line 106"/>
            <p:cNvSpPr>
              <a:spLocks noChangeShapeType="1"/>
            </p:cNvSpPr>
            <p:nvPr/>
          </p:nvSpPr>
          <p:spPr bwMode="auto">
            <a:xfrm>
              <a:off x="1962" y="2471"/>
              <a:ext cx="48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Group 202"/>
          <p:cNvGrpSpPr>
            <a:grpSpLocks/>
          </p:cNvGrpSpPr>
          <p:nvPr/>
        </p:nvGrpSpPr>
        <p:grpSpPr bwMode="auto">
          <a:xfrm>
            <a:off x="3868738" y="2890838"/>
            <a:ext cx="785812" cy="313135"/>
            <a:chOff x="2437" y="2203"/>
            <a:chExt cx="495" cy="263"/>
          </a:xfrm>
        </p:grpSpPr>
        <p:sp>
          <p:nvSpPr>
            <p:cNvPr id="125985" name="Line 100"/>
            <p:cNvSpPr>
              <a:spLocks noChangeShapeType="1"/>
            </p:cNvSpPr>
            <p:nvPr/>
          </p:nvSpPr>
          <p:spPr bwMode="auto">
            <a:xfrm flipV="1">
              <a:off x="2437" y="2203"/>
              <a:ext cx="0" cy="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86" name="Line 107"/>
            <p:cNvSpPr>
              <a:spLocks noChangeShapeType="1"/>
            </p:cNvSpPr>
            <p:nvPr/>
          </p:nvSpPr>
          <p:spPr bwMode="auto">
            <a:xfrm>
              <a:off x="2438" y="2208"/>
              <a:ext cx="49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Group 203"/>
          <p:cNvGrpSpPr>
            <a:grpSpLocks/>
          </p:cNvGrpSpPr>
          <p:nvPr/>
        </p:nvGrpSpPr>
        <p:grpSpPr bwMode="auto">
          <a:xfrm>
            <a:off x="4643438" y="2896791"/>
            <a:ext cx="798512" cy="321469"/>
            <a:chOff x="2925" y="2208"/>
            <a:chExt cx="503" cy="270"/>
          </a:xfrm>
        </p:grpSpPr>
        <p:sp>
          <p:nvSpPr>
            <p:cNvPr id="125983" name="Line 101"/>
            <p:cNvSpPr>
              <a:spLocks noChangeShapeType="1"/>
            </p:cNvSpPr>
            <p:nvPr/>
          </p:nvSpPr>
          <p:spPr bwMode="auto">
            <a:xfrm flipV="1">
              <a:off x="2930" y="2208"/>
              <a:ext cx="0" cy="2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84" name="Line 108"/>
            <p:cNvSpPr>
              <a:spLocks noChangeShapeType="1"/>
            </p:cNvSpPr>
            <p:nvPr/>
          </p:nvSpPr>
          <p:spPr bwMode="auto">
            <a:xfrm>
              <a:off x="2925" y="2478"/>
              <a:ext cx="50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5" name="Group 206"/>
          <p:cNvGrpSpPr>
            <a:grpSpLocks/>
          </p:cNvGrpSpPr>
          <p:nvPr/>
        </p:nvGrpSpPr>
        <p:grpSpPr bwMode="auto">
          <a:xfrm>
            <a:off x="7659688" y="2892028"/>
            <a:ext cx="411162" cy="327422"/>
            <a:chOff x="4825" y="2204"/>
            <a:chExt cx="259" cy="275"/>
          </a:xfrm>
        </p:grpSpPr>
        <p:sp>
          <p:nvSpPr>
            <p:cNvPr id="125981" name="Line 109"/>
            <p:cNvSpPr>
              <a:spLocks noChangeShapeType="1"/>
            </p:cNvSpPr>
            <p:nvPr/>
          </p:nvSpPr>
          <p:spPr bwMode="auto">
            <a:xfrm flipV="1">
              <a:off x="4825" y="2204"/>
              <a:ext cx="1" cy="2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82" name="Line 110"/>
            <p:cNvSpPr>
              <a:spLocks noChangeShapeType="1"/>
            </p:cNvSpPr>
            <p:nvPr/>
          </p:nvSpPr>
          <p:spPr bwMode="auto">
            <a:xfrm>
              <a:off x="4826" y="2479"/>
              <a:ext cx="25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52015" name="Line 111"/>
          <p:cNvSpPr>
            <a:spLocks noChangeShapeType="1"/>
          </p:cNvSpPr>
          <p:nvPr/>
        </p:nvSpPr>
        <p:spPr bwMode="auto">
          <a:xfrm>
            <a:off x="2352675" y="1700213"/>
            <a:ext cx="0" cy="1237060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2016" name="Line 112"/>
          <p:cNvSpPr>
            <a:spLocks noChangeShapeType="1"/>
          </p:cNvSpPr>
          <p:nvPr/>
        </p:nvSpPr>
        <p:spPr bwMode="auto">
          <a:xfrm>
            <a:off x="3125788" y="1734741"/>
            <a:ext cx="0" cy="1237059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2017" name="Line 113"/>
          <p:cNvSpPr>
            <a:spLocks noChangeShapeType="1"/>
          </p:cNvSpPr>
          <p:nvPr/>
        </p:nvSpPr>
        <p:spPr bwMode="auto">
          <a:xfrm>
            <a:off x="3862388" y="1772841"/>
            <a:ext cx="0" cy="1237059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2018" name="Line 114"/>
          <p:cNvSpPr>
            <a:spLocks noChangeShapeType="1"/>
          </p:cNvSpPr>
          <p:nvPr/>
        </p:nvSpPr>
        <p:spPr bwMode="auto">
          <a:xfrm>
            <a:off x="4646613" y="1710929"/>
            <a:ext cx="0" cy="1237059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2020" name="Line 116"/>
          <p:cNvSpPr>
            <a:spLocks noChangeShapeType="1"/>
          </p:cNvSpPr>
          <p:nvPr/>
        </p:nvSpPr>
        <p:spPr bwMode="auto">
          <a:xfrm>
            <a:off x="7656513" y="1651397"/>
            <a:ext cx="0" cy="1237059"/>
          </a:xfrm>
          <a:prstGeom prst="line">
            <a:avLst/>
          </a:prstGeom>
          <a:noFill/>
          <a:ln w="38100">
            <a:solidFill>
              <a:srgbClr val="FF00FF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6" name="Group 200"/>
          <p:cNvGrpSpPr>
            <a:grpSpLocks/>
          </p:cNvGrpSpPr>
          <p:nvPr/>
        </p:nvGrpSpPr>
        <p:grpSpPr bwMode="auto">
          <a:xfrm>
            <a:off x="784226" y="2859881"/>
            <a:ext cx="2327275" cy="473869"/>
            <a:chOff x="494" y="2197"/>
            <a:chExt cx="1466" cy="398"/>
          </a:xfrm>
        </p:grpSpPr>
        <p:sp>
          <p:nvSpPr>
            <p:cNvPr id="125976" name="Line 105"/>
            <p:cNvSpPr>
              <a:spLocks noChangeShapeType="1"/>
            </p:cNvSpPr>
            <p:nvPr/>
          </p:nvSpPr>
          <p:spPr bwMode="auto">
            <a:xfrm>
              <a:off x="1481" y="2208"/>
              <a:ext cx="47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7" name="Group 199"/>
            <p:cNvGrpSpPr>
              <a:grpSpLocks/>
            </p:cNvGrpSpPr>
            <p:nvPr/>
          </p:nvGrpSpPr>
          <p:grpSpPr bwMode="auto">
            <a:xfrm>
              <a:off x="494" y="2197"/>
              <a:ext cx="992" cy="398"/>
              <a:chOff x="494" y="2197"/>
              <a:chExt cx="992" cy="398"/>
            </a:xfrm>
          </p:grpSpPr>
          <p:sp>
            <p:nvSpPr>
              <p:cNvPr id="125978" name="Line 98"/>
              <p:cNvSpPr>
                <a:spLocks noChangeShapeType="1"/>
              </p:cNvSpPr>
              <p:nvPr/>
            </p:nvSpPr>
            <p:spPr bwMode="auto">
              <a:xfrm flipV="1">
                <a:off x="1481" y="2197"/>
                <a:ext cx="0" cy="26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5979" name="Line 104"/>
              <p:cNvSpPr>
                <a:spLocks noChangeShapeType="1"/>
              </p:cNvSpPr>
              <p:nvPr/>
            </p:nvSpPr>
            <p:spPr bwMode="auto">
              <a:xfrm>
                <a:off x="847" y="2467"/>
                <a:ext cx="6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140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125980" name="Text Box 117"/>
              <p:cNvSpPr txBox="1">
                <a:spLocks noChangeArrowheads="1"/>
              </p:cNvSpPr>
              <p:nvPr/>
            </p:nvSpPr>
            <p:spPr bwMode="auto">
              <a:xfrm>
                <a:off x="494" y="2369"/>
                <a:ext cx="237" cy="226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altLang="zh-CN" sz="1400" b="1" i="0" dirty="0">
                    <a:solidFill>
                      <a:srgbClr val="FF0000"/>
                    </a:solidFill>
                    <a:latin typeface="微软雅黑" pitchFamily="34" charset="-122"/>
                    <a:ea typeface="微软雅黑" pitchFamily="34" charset="-122"/>
                  </a:rPr>
                  <a:t>Q</a:t>
                </a:r>
              </a:p>
            </p:txBody>
          </p:sp>
        </p:grpSp>
      </p:grpSp>
      <p:grpSp>
        <p:nvGrpSpPr>
          <p:cNvPr id="28" name="Group 204"/>
          <p:cNvGrpSpPr>
            <a:grpSpLocks/>
          </p:cNvGrpSpPr>
          <p:nvPr/>
        </p:nvGrpSpPr>
        <p:grpSpPr bwMode="auto">
          <a:xfrm>
            <a:off x="5422900" y="1703785"/>
            <a:ext cx="1498600" cy="1259681"/>
            <a:chOff x="3416" y="1206"/>
            <a:chExt cx="944" cy="1058"/>
          </a:xfrm>
        </p:grpSpPr>
        <p:sp>
          <p:nvSpPr>
            <p:cNvPr id="125973" name="Line 115"/>
            <p:cNvSpPr>
              <a:spLocks noChangeShapeType="1"/>
            </p:cNvSpPr>
            <p:nvPr/>
          </p:nvSpPr>
          <p:spPr bwMode="auto">
            <a:xfrm>
              <a:off x="3416" y="1206"/>
              <a:ext cx="0" cy="103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74" name="Line 118"/>
            <p:cNvSpPr>
              <a:spLocks noChangeShapeType="1"/>
            </p:cNvSpPr>
            <p:nvPr/>
          </p:nvSpPr>
          <p:spPr bwMode="auto">
            <a:xfrm>
              <a:off x="3878" y="1213"/>
              <a:ext cx="0" cy="103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5975" name="Line 119"/>
            <p:cNvSpPr>
              <a:spLocks noChangeShapeType="1"/>
            </p:cNvSpPr>
            <p:nvPr/>
          </p:nvSpPr>
          <p:spPr bwMode="auto">
            <a:xfrm>
              <a:off x="4360" y="1225"/>
              <a:ext cx="0" cy="1039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52024" name="Text Box 120"/>
          <p:cNvSpPr txBox="1">
            <a:spLocks noChangeArrowheads="1"/>
          </p:cNvSpPr>
          <p:nvPr/>
        </p:nvSpPr>
        <p:spPr bwMode="auto">
          <a:xfrm>
            <a:off x="457200" y="4019550"/>
            <a:ext cx="8424862" cy="652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CP=1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期间，若</a:t>
            </a: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J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en-US" altLang="zh-CN" sz="1400" b="1" i="0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有变化应注意一次变化问题。</a:t>
            </a:r>
            <a:r>
              <a:rPr kumimoji="0"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kumimoji="0"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Q=0</a:t>
            </a:r>
            <a:r>
              <a:rPr kumimoji="0"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则</a:t>
            </a:r>
            <a:r>
              <a:rPr kumimoji="0"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  <a:r>
              <a:rPr kumimoji="0"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的变化将引起一次变化现象，使</a:t>
            </a:r>
            <a:r>
              <a:rPr kumimoji="0"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kumimoji="0"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kumimoji="0"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kumimoji="0" lang="zh-CN" altLang="en-US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变为</a:t>
            </a:r>
            <a:r>
              <a:rPr kumimoji="0" lang="en-US" altLang="zh-CN" sz="1400" b="1" i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kumimoji="0" lang="zh-CN" altLang="en-US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若</a:t>
            </a:r>
            <a:r>
              <a:rPr kumimoji="0" lang="en-US" altLang="zh-CN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Q=1</a:t>
            </a:r>
            <a:r>
              <a:rPr kumimoji="0" lang="zh-CN" altLang="en-US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则</a:t>
            </a:r>
            <a:r>
              <a:rPr kumimoji="0" lang="en-US" altLang="zh-CN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kumimoji="0" lang="zh-CN" altLang="en-US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的变化将引起一次变化现象，使</a:t>
            </a:r>
            <a:r>
              <a:rPr kumimoji="0" lang="en-US" altLang="zh-CN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kumimoji="0" lang="zh-CN" altLang="en-US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kumimoji="0" lang="en-US" altLang="zh-CN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kumimoji="0" lang="zh-CN" altLang="en-US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变为</a:t>
            </a:r>
            <a:r>
              <a:rPr kumimoji="0" lang="en-US" altLang="zh-CN" sz="1400" b="1" i="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。 </a:t>
            </a:r>
          </a:p>
        </p:txBody>
      </p:sp>
      <p:sp>
        <p:nvSpPr>
          <p:cNvPr id="252112" name="AutoShape 208"/>
          <p:cNvSpPr>
            <a:spLocks noChangeArrowheads="1"/>
          </p:cNvSpPr>
          <p:nvPr/>
        </p:nvSpPr>
        <p:spPr bwMode="auto">
          <a:xfrm>
            <a:off x="2268538" y="3327797"/>
            <a:ext cx="1223962" cy="270272"/>
          </a:xfrm>
          <a:prstGeom prst="wedgeRoundRectCallout">
            <a:avLst>
              <a:gd name="adj1" fmla="val 76458"/>
              <a:gd name="adj2" fmla="val -139866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 dirty="0">
                <a:latin typeface="微软雅黑" pitchFamily="34" charset="-122"/>
                <a:ea typeface="微软雅黑" pitchFamily="34" charset="-122"/>
              </a:rPr>
              <a:t>一次变化</a:t>
            </a:r>
          </a:p>
        </p:txBody>
      </p:sp>
      <p:sp>
        <p:nvSpPr>
          <p:cNvPr id="252113" name="AutoShape 209"/>
          <p:cNvSpPr>
            <a:spLocks noChangeArrowheads="1"/>
          </p:cNvSpPr>
          <p:nvPr/>
        </p:nvSpPr>
        <p:spPr bwMode="auto">
          <a:xfrm>
            <a:off x="4211638" y="3436144"/>
            <a:ext cx="1223962" cy="270272"/>
          </a:xfrm>
          <a:prstGeom prst="wedgeRoundRectCallout">
            <a:avLst>
              <a:gd name="adj1" fmla="val -12519"/>
              <a:gd name="adj2" fmla="val -17114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一次变化</a:t>
            </a:r>
          </a:p>
        </p:txBody>
      </p:sp>
      <p:sp>
        <p:nvSpPr>
          <p:cNvPr id="252114" name="AutoShape 210"/>
          <p:cNvSpPr>
            <a:spLocks noChangeArrowheads="1"/>
          </p:cNvSpPr>
          <p:nvPr/>
        </p:nvSpPr>
        <p:spPr bwMode="auto">
          <a:xfrm>
            <a:off x="5724526" y="3381376"/>
            <a:ext cx="1223963" cy="270272"/>
          </a:xfrm>
          <a:prstGeom prst="wedgeRoundRectCallout">
            <a:avLst>
              <a:gd name="adj1" fmla="val -72310"/>
              <a:gd name="adj2" fmla="val -164097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一次变化</a:t>
            </a:r>
          </a:p>
        </p:txBody>
      </p:sp>
      <p:sp>
        <p:nvSpPr>
          <p:cNvPr id="252115" name="AutoShape 211"/>
          <p:cNvSpPr>
            <a:spLocks noChangeArrowheads="1"/>
          </p:cNvSpPr>
          <p:nvPr/>
        </p:nvSpPr>
        <p:spPr bwMode="auto">
          <a:xfrm>
            <a:off x="7920038" y="3381376"/>
            <a:ext cx="1223962" cy="270272"/>
          </a:xfrm>
          <a:prstGeom prst="wedgeRoundRectCallout">
            <a:avLst>
              <a:gd name="adj1" fmla="val -72569"/>
              <a:gd name="adj2" fmla="val -17202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kumimoji="0" lang="zh-CN" altLang="en-US" sz="1400" b="1" i="0">
                <a:latin typeface="微软雅黑" pitchFamily="34" charset="-122"/>
                <a:ea typeface="微软雅黑" pitchFamily="34" charset="-122"/>
              </a:rPr>
              <a:t>一次变化</a:t>
            </a:r>
          </a:p>
        </p:txBody>
      </p:sp>
      <p:sp>
        <p:nvSpPr>
          <p:cNvPr id="12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触发器的一次翻转现象波形图：例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 </a:t>
            </a:r>
            <a:r>
              <a:rPr lang="en-US" altLang="zh-CN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的初始状态为</a:t>
            </a:r>
            <a:r>
              <a:rPr lang="en-US" altLang="zh-CN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，画出</a:t>
            </a:r>
            <a:r>
              <a:rPr lang="en-US" altLang="zh-CN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sz="1600" kern="0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端的波形。</a:t>
            </a:r>
          </a:p>
          <a:p>
            <a:pPr marL="0" lvl="1">
              <a:lnSpc>
                <a:spcPct val="150000"/>
              </a:lnSpc>
            </a:pPr>
            <a:endParaRPr lang="zh-CN" altLang="en-US" sz="1400" dirty="0"/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21" name="矩形 120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33528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37338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4122357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503357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t6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4900101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t7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5281101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t8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70866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5438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202243" y="1070421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29718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0198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t9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705600" y="10477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t10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4" name="矩形 133"/>
          <p:cNvSpPr/>
          <p:nvPr/>
        </p:nvSpPr>
        <p:spPr>
          <a:xfrm>
            <a:off x="3657600" y="3790950"/>
            <a:ext cx="9669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18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3 </a:t>
            </a:r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52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5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5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5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5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5" dur="500"/>
                                        <p:tgtEl>
                                          <p:spTgt spid="25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0" dur="500"/>
                                        <p:tgtEl>
                                          <p:spTgt spid="25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5" dur="500"/>
                                        <p:tgtEl>
                                          <p:spTgt spid="25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0" dur="500"/>
                                        <p:tgtEl>
                                          <p:spTgt spid="252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52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2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015" grpId="0" animBg="1"/>
      <p:bldP spid="252016" grpId="0" animBg="1"/>
      <p:bldP spid="252017" grpId="0" animBg="1"/>
      <p:bldP spid="252018" grpId="0" animBg="1"/>
      <p:bldP spid="252020" grpId="0" animBg="1"/>
      <p:bldP spid="252024" grpId="0"/>
      <p:bldP spid="252112" grpId="0" animBg="1"/>
      <p:bldP spid="252113" grpId="0" animBg="1"/>
      <p:bldP spid="252114" grpId="0" animBg="1"/>
      <p:bldP spid="252115" grpId="0" animBg="1"/>
      <p:bldP spid="122" grpId="0"/>
      <p:bldP spid="123" grpId="0"/>
      <p:bldP spid="124" grpId="0"/>
      <p:bldP spid="125" grpId="0"/>
      <p:bldP spid="126" grpId="0"/>
      <p:bldP spid="127" grpId="0"/>
      <p:bldP spid="128" grpId="0"/>
      <p:bldP spid="129" grpId="0"/>
      <p:bldP spid="130" grpId="0"/>
      <p:bldP spid="131" grpId="0"/>
      <p:bldP spid="132" grpId="0"/>
      <p:bldP spid="133" grpId="0"/>
      <p:bldP spid="1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 descr="C:\Users\hfutliujun\AppData\Roaming\Tencent\Users\350654676\QQ\WinTemp\RichOle\MLV7N97$GS)RJHY8)$V2JX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4287" y="833438"/>
            <a:ext cx="3838575" cy="3352800"/>
          </a:xfrm>
          <a:prstGeom prst="rect">
            <a:avLst/>
          </a:prstGeom>
          <a:noFill/>
        </p:spPr>
      </p:pic>
      <p:sp>
        <p:nvSpPr>
          <p:cNvPr id="12" name="Text Box 72"/>
          <p:cNvSpPr txBox="1">
            <a:spLocks noChangeArrowheads="1"/>
          </p:cNvSpPr>
          <p:nvPr/>
        </p:nvSpPr>
        <p:spPr bwMode="auto">
          <a:xfrm>
            <a:off x="2712973" y="1228726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G2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236158" y="1998283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217358" y="20110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G5</a:t>
            </a:r>
          </a:p>
        </p:txBody>
      </p:sp>
      <p:sp>
        <p:nvSpPr>
          <p:cNvPr id="15" name="Text Box 160"/>
          <p:cNvSpPr txBox="1">
            <a:spLocks noChangeArrowheads="1"/>
          </p:cNvSpPr>
          <p:nvPr/>
        </p:nvSpPr>
        <p:spPr bwMode="auto">
          <a:xfrm>
            <a:off x="3124201" y="1990726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G6</a:t>
            </a:r>
          </a:p>
        </p:txBody>
      </p:sp>
      <p:sp>
        <p:nvSpPr>
          <p:cNvPr id="16" name="Text Box 172"/>
          <p:cNvSpPr txBox="1">
            <a:spLocks noChangeArrowheads="1"/>
          </p:cNvSpPr>
          <p:nvPr/>
        </p:nvSpPr>
        <p:spPr bwMode="auto">
          <a:xfrm>
            <a:off x="685801" y="1228726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G1</a:t>
            </a:r>
          </a:p>
        </p:txBody>
      </p:sp>
      <p:sp>
        <p:nvSpPr>
          <p:cNvPr id="17" name="Text Box 173"/>
          <p:cNvSpPr txBox="1">
            <a:spLocks noChangeArrowheads="1"/>
          </p:cNvSpPr>
          <p:nvPr/>
        </p:nvSpPr>
        <p:spPr bwMode="auto">
          <a:xfrm>
            <a:off x="1143001" y="1990726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G4</a:t>
            </a:r>
          </a:p>
        </p:txBody>
      </p:sp>
      <p:sp>
        <p:nvSpPr>
          <p:cNvPr id="18" name="Text Box 176"/>
          <p:cNvSpPr txBox="1">
            <a:spLocks noChangeArrowheads="1"/>
          </p:cNvSpPr>
          <p:nvPr/>
        </p:nvSpPr>
        <p:spPr bwMode="auto">
          <a:xfrm>
            <a:off x="1167069" y="330124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G7</a:t>
            </a:r>
          </a:p>
        </p:txBody>
      </p:sp>
      <p:sp>
        <p:nvSpPr>
          <p:cNvPr id="19" name="Text Box 177"/>
          <p:cNvSpPr txBox="1">
            <a:spLocks noChangeArrowheads="1"/>
          </p:cNvSpPr>
          <p:nvPr/>
        </p:nvSpPr>
        <p:spPr bwMode="auto">
          <a:xfrm>
            <a:off x="2163829" y="3286126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G8</a:t>
            </a:r>
          </a:p>
        </p:txBody>
      </p:sp>
      <p:sp>
        <p:nvSpPr>
          <p:cNvPr id="21" name="Text Box 160"/>
          <p:cNvSpPr txBox="1">
            <a:spLocks noChangeArrowheads="1"/>
          </p:cNvSpPr>
          <p:nvPr/>
        </p:nvSpPr>
        <p:spPr bwMode="auto">
          <a:xfrm>
            <a:off x="1752601" y="4429126"/>
            <a:ext cx="4924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</a:t>
            </a:r>
          </a:p>
        </p:txBody>
      </p:sp>
      <p:sp>
        <p:nvSpPr>
          <p:cNvPr id="22" name="Text Box 160"/>
          <p:cNvSpPr txBox="1">
            <a:spLocks noChangeArrowheads="1"/>
          </p:cNvSpPr>
          <p:nvPr/>
        </p:nvSpPr>
        <p:spPr bwMode="auto">
          <a:xfrm>
            <a:off x="1219201" y="4429126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2244975" y="4429126"/>
            <a:ext cx="2936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sp>
        <p:nvSpPr>
          <p:cNvPr id="25" name="Text Box 160"/>
          <p:cNvSpPr txBox="1">
            <a:spLocks noChangeArrowheads="1"/>
          </p:cNvSpPr>
          <p:nvPr/>
        </p:nvSpPr>
        <p:spPr bwMode="auto">
          <a:xfrm>
            <a:off x="2895601" y="619126"/>
            <a:ext cx="373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kumimoji="0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40581" y="706994"/>
            <a:ext cx="373820" cy="369332"/>
            <a:chOff x="4038600" y="1504950"/>
            <a:chExt cx="373820" cy="369332"/>
          </a:xfrm>
        </p:grpSpPr>
        <p:sp>
          <p:nvSpPr>
            <p:cNvPr id="2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373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组合 38"/>
          <p:cNvGrpSpPr/>
          <p:nvPr/>
        </p:nvGrpSpPr>
        <p:grpSpPr>
          <a:xfrm>
            <a:off x="990601" y="2981326"/>
            <a:ext cx="346570" cy="369332"/>
            <a:chOff x="4038600" y="1733550"/>
            <a:chExt cx="346570" cy="369332"/>
          </a:xfrm>
        </p:grpSpPr>
        <p:sp>
          <p:nvSpPr>
            <p:cNvPr id="40" name="Text Box 160"/>
            <p:cNvSpPr txBox="1">
              <a:spLocks noChangeArrowheads="1"/>
            </p:cNvSpPr>
            <p:nvPr/>
          </p:nvSpPr>
          <p:spPr bwMode="auto">
            <a:xfrm>
              <a:off x="4038600" y="1733550"/>
              <a:ext cx="34657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4114800" y="1767854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41"/>
          <p:cNvGrpSpPr/>
          <p:nvPr/>
        </p:nvGrpSpPr>
        <p:grpSpPr>
          <a:xfrm>
            <a:off x="2362201" y="2981326"/>
            <a:ext cx="324128" cy="369332"/>
            <a:chOff x="4038600" y="1733550"/>
            <a:chExt cx="324128" cy="369332"/>
          </a:xfrm>
        </p:grpSpPr>
        <p:sp>
          <p:nvSpPr>
            <p:cNvPr id="43" name="Text Box 160"/>
            <p:cNvSpPr txBox="1">
              <a:spLocks noChangeArrowheads="1"/>
            </p:cNvSpPr>
            <p:nvPr/>
          </p:nvSpPr>
          <p:spPr bwMode="auto">
            <a:xfrm>
              <a:off x="4038600" y="1733550"/>
              <a:ext cx="32412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114800" y="1767854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838700" y="6667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5" name="矩形 54"/>
          <p:cNvSpPr/>
          <p:nvPr/>
        </p:nvSpPr>
        <p:spPr>
          <a:xfrm>
            <a:off x="5029200" y="1200150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CP=0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743200" y="4171950"/>
            <a:ext cx="6286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 descr="C:\Users\hfutliujun\AppData\Roaming\Tencent\Users\350654676\QQ\WinTemp\RichOle\MLV7N97$GS)RJHY8)$V2JX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4288" y="957262"/>
            <a:ext cx="3838575" cy="3352800"/>
          </a:xfrm>
          <a:prstGeom prst="rect">
            <a:avLst/>
          </a:prstGeom>
          <a:noFill/>
        </p:spPr>
      </p:pic>
      <p:sp>
        <p:nvSpPr>
          <p:cNvPr id="12" name="Text Box 72"/>
          <p:cNvSpPr txBox="1">
            <a:spLocks noChangeArrowheads="1"/>
          </p:cNvSpPr>
          <p:nvPr/>
        </p:nvSpPr>
        <p:spPr bwMode="auto">
          <a:xfrm>
            <a:off x="2712972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G2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236157" y="212210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217357" y="213487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G5</a:t>
            </a:r>
          </a:p>
        </p:txBody>
      </p:sp>
      <p:sp>
        <p:nvSpPr>
          <p:cNvPr id="15" name="Text Box 160"/>
          <p:cNvSpPr txBox="1">
            <a:spLocks noChangeArrowheads="1"/>
          </p:cNvSpPr>
          <p:nvPr/>
        </p:nvSpPr>
        <p:spPr bwMode="auto">
          <a:xfrm>
            <a:off x="31242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G6</a:t>
            </a:r>
          </a:p>
        </p:txBody>
      </p:sp>
      <p:sp>
        <p:nvSpPr>
          <p:cNvPr id="16" name="Text Box 172"/>
          <p:cNvSpPr txBox="1">
            <a:spLocks noChangeArrowheads="1"/>
          </p:cNvSpPr>
          <p:nvPr/>
        </p:nvSpPr>
        <p:spPr bwMode="auto">
          <a:xfrm>
            <a:off x="685800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G1</a:t>
            </a:r>
          </a:p>
        </p:txBody>
      </p:sp>
      <p:sp>
        <p:nvSpPr>
          <p:cNvPr id="17" name="Text Box 173"/>
          <p:cNvSpPr txBox="1">
            <a:spLocks noChangeArrowheads="1"/>
          </p:cNvSpPr>
          <p:nvPr/>
        </p:nvSpPr>
        <p:spPr bwMode="auto">
          <a:xfrm>
            <a:off x="11430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G4</a:t>
            </a:r>
          </a:p>
        </p:txBody>
      </p:sp>
      <p:sp>
        <p:nvSpPr>
          <p:cNvPr id="18" name="Text Box 176"/>
          <p:cNvSpPr txBox="1">
            <a:spLocks noChangeArrowheads="1"/>
          </p:cNvSpPr>
          <p:nvPr/>
        </p:nvSpPr>
        <p:spPr bwMode="auto">
          <a:xfrm>
            <a:off x="1167068" y="342506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G7</a:t>
            </a:r>
          </a:p>
        </p:txBody>
      </p:sp>
      <p:sp>
        <p:nvSpPr>
          <p:cNvPr id="19" name="Text Box 177"/>
          <p:cNvSpPr txBox="1">
            <a:spLocks noChangeArrowheads="1"/>
          </p:cNvSpPr>
          <p:nvPr/>
        </p:nvSpPr>
        <p:spPr bwMode="auto">
          <a:xfrm>
            <a:off x="2163828" y="34099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G8</a:t>
            </a:r>
          </a:p>
        </p:txBody>
      </p:sp>
      <p:sp>
        <p:nvSpPr>
          <p:cNvPr id="21" name="Text Box 160"/>
          <p:cNvSpPr txBox="1">
            <a:spLocks noChangeArrowheads="1"/>
          </p:cNvSpPr>
          <p:nvPr/>
        </p:nvSpPr>
        <p:spPr bwMode="auto">
          <a:xfrm>
            <a:off x="1524000" y="4552950"/>
            <a:ext cx="8114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CP=0</a:t>
            </a:r>
          </a:p>
        </p:txBody>
      </p:sp>
      <p:sp>
        <p:nvSpPr>
          <p:cNvPr id="22" name="Text Box 160"/>
          <p:cNvSpPr txBox="1">
            <a:spLocks noChangeArrowheads="1"/>
          </p:cNvSpPr>
          <p:nvPr/>
        </p:nvSpPr>
        <p:spPr bwMode="auto">
          <a:xfrm>
            <a:off x="1219200" y="4552950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2244974" y="4552950"/>
            <a:ext cx="2936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sp>
        <p:nvSpPr>
          <p:cNvPr id="25" name="Text Box 160"/>
          <p:cNvSpPr txBox="1">
            <a:spLocks noChangeArrowheads="1"/>
          </p:cNvSpPr>
          <p:nvPr/>
        </p:nvSpPr>
        <p:spPr bwMode="auto">
          <a:xfrm>
            <a:off x="2895600" y="742950"/>
            <a:ext cx="373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kumimoji="0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540580" y="830818"/>
            <a:ext cx="373820" cy="369332"/>
            <a:chOff x="4038600" y="1504950"/>
            <a:chExt cx="373820" cy="369332"/>
          </a:xfrm>
        </p:grpSpPr>
        <p:sp>
          <p:nvSpPr>
            <p:cNvPr id="2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373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8"/>
          <p:cNvGrpSpPr/>
          <p:nvPr/>
        </p:nvGrpSpPr>
        <p:grpSpPr>
          <a:xfrm>
            <a:off x="762000" y="3105150"/>
            <a:ext cx="665567" cy="369332"/>
            <a:chOff x="4038600" y="1733550"/>
            <a:chExt cx="665567" cy="369332"/>
          </a:xfrm>
        </p:grpSpPr>
        <p:sp>
          <p:nvSpPr>
            <p:cNvPr id="40" name="Text Box 160"/>
            <p:cNvSpPr txBox="1">
              <a:spLocks noChangeArrowheads="1"/>
            </p:cNvSpPr>
            <p:nvPr/>
          </p:nvSpPr>
          <p:spPr bwMode="auto">
            <a:xfrm>
              <a:off x="4038600" y="1733550"/>
              <a:ext cx="665567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R=1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4114800" y="1767854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41"/>
          <p:cNvGrpSpPr/>
          <p:nvPr/>
        </p:nvGrpSpPr>
        <p:grpSpPr>
          <a:xfrm>
            <a:off x="2362200" y="3105150"/>
            <a:ext cx="643125" cy="369332"/>
            <a:chOff x="4038600" y="1733550"/>
            <a:chExt cx="643125" cy="369332"/>
          </a:xfrm>
        </p:grpSpPr>
        <p:sp>
          <p:nvSpPr>
            <p:cNvPr id="43" name="Text Box 160"/>
            <p:cNvSpPr txBox="1">
              <a:spLocks noChangeArrowheads="1"/>
            </p:cNvSpPr>
            <p:nvPr/>
          </p:nvSpPr>
          <p:spPr bwMode="auto">
            <a:xfrm>
              <a:off x="4038600" y="1733550"/>
              <a:ext cx="643125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S=1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4114800" y="1767854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838700" y="6667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5" name="矩形 54"/>
          <p:cNvSpPr/>
          <p:nvPr/>
        </p:nvSpPr>
        <p:spPr>
          <a:xfrm>
            <a:off x="4572000" y="1657350"/>
            <a:ext cx="12731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CP=0</a:t>
            </a:r>
            <a:r>
              <a:rPr lang="zh-CN" altLang="en-US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时，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 Box 160"/>
          <p:cNvSpPr txBox="1">
            <a:spLocks noChangeArrowheads="1"/>
          </p:cNvSpPr>
          <p:nvPr/>
        </p:nvSpPr>
        <p:spPr bwMode="auto">
          <a:xfrm>
            <a:off x="3352800" y="18097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28" name="Text Box 160"/>
          <p:cNvSpPr txBox="1">
            <a:spLocks noChangeArrowheads="1"/>
          </p:cNvSpPr>
          <p:nvPr/>
        </p:nvSpPr>
        <p:spPr bwMode="auto">
          <a:xfrm>
            <a:off x="152400" y="1809750"/>
            <a:ext cx="381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grpSp>
        <p:nvGrpSpPr>
          <p:cNvPr id="29" name="组合 37"/>
          <p:cNvGrpSpPr/>
          <p:nvPr/>
        </p:nvGrpSpPr>
        <p:grpSpPr>
          <a:xfrm>
            <a:off x="2590800" y="2266950"/>
            <a:ext cx="473206" cy="369332"/>
            <a:chOff x="4038600" y="1504950"/>
            <a:chExt cx="473206" cy="369332"/>
          </a:xfrm>
        </p:grpSpPr>
        <p:sp>
          <p:nvSpPr>
            <p:cNvPr id="31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 Box 160"/>
          <p:cNvSpPr txBox="1">
            <a:spLocks noChangeArrowheads="1"/>
          </p:cNvSpPr>
          <p:nvPr/>
        </p:nvSpPr>
        <p:spPr bwMode="auto">
          <a:xfrm>
            <a:off x="745994" y="22669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Rectangle 195"/>
          <p:cNvSpPr>
            <a:spLocks noChangeArrowheads="1"/>
          </p:cNvSpPr>
          <p:nvPr/>
        </p:nvSpPr>
        <p:spPr bwMode="auto">
          <a:xfrm>
            <a:off x="76200" y="742950"/>
            <a:ext cx="3581400" cy="2133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AutoShape 197" descr="80%"/>
          <p:cNvSpPr>
            <a:spLocks noChangeArrowheads="1"/>
          </p:cNvSpPr>
          <p:nvPr/>
        </p:nvSpPr>
        <p:spPr bwMode="auto">
          <a:xfrm>
            <a:off x="3810000" y="666750"/>
            <a:ext cx="914400" cy="457200"/>
          </a:xfrm>
          <a:prstGeom prst="wedgeRoundRectCallout">
            <a:avLst>
              <a:gd name="adj1" fmla="val -63446"/>
              <a:gd name="adj2" fmla="val 116586"/>
              <a:gd name="adj3" fmla="val 16667"/>
            </a:avLst>
          </a:prstGeom>
          <a:noFill/>
          <a:ln w="28575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lang="en-US" altLang="zh-CN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RS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锁存器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38800" y="165735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的状态保持不变</a:t>
            </a:r>
          </a:p>
        </p:txBody>
      </p:sp>
      <p:sp>
        <p:nvSpPr>
          <p:cNvPr id="39" name="Text Box 160"/>
          <p:cNvSpPr txBox="1">
            <a:spLocks noChangeArrowheads="1"/>
          </p:cNvSpPr>
          <p:nvPr/>
        </p:nvSpPr>
        <p:spPr bwMode="auto">
          <a:xfrm>
            <a:off x="1295400" y="17335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2" name="组合 37"/>
          <p:cNvGrpSpPr/>
          <p:nvPr/>
        </p:nvGrpSpPr>
        <p:grpSpPr>
          <a:xfrm>
            <a:off x="2057400" y="1733550"/>
            <a:ext cx="473206" cy="369332"/>
            <a:chOff x="4038600" y="1504950"/>
            <a:chExt cx="473206" cy="369332"/>
          </a:xfrm>
        </p:grpSpPr>
        <p:sp>
          <p:nvSpPr>
            <p:cNvPr id="45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矩形 47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2743200" y="4321373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4" grpId="0"/>
      <p:bldP spid="36" grpId="0" animBg="1"/>
      <p:bldP spid="37" grpId="0" animBg="1"/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 descr="C:\Users\hfutliujun\AppData\Roaming\Tencent\Users\350654676\QQ\WinTemp\RichOle\MLV7N97$GS)RJHY8)$V2JX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4288" y="957262"/>
            <a:ext cx="3838575" cy="3352800"/>
          </a:xfrm>
          <a:prstGeom prst="rect">
            <a:avLst/>
          </a:prstGeom>
          <a:noFill/>
        </p:spPr>
      </p:pic>
      <p:sp>
        <p:nvSpPr>
          <p:cNvPr id="12" name="Text Box 72"/>
          <p:cNvSpPr txBox="1">
            <a:spLocks noChangeArrowheads="1"/>
          </p:cNvSpPr>
          <p:nvPr/>
        </p:nvSpPr>
        <p:spPr bwMode="auto">
          <a:xfrm>
            <a:off x="2712972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G2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236157" y="212210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217357" y="213487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G5</a:t>
            </a:r>
          </a:p>
        </p:txBody>
      </p:sp>
      <p:sp>
        <p:nvSpPr>
          <p:cNvPr id="15" name="Text Box 160"/>
          <p:cNvSpPr txBox="1">
            <a:spLocks noChangeArrowheads="1"/>
          </p:cNvSpPr>
          <p:nvPr/>
        </p:nvSpPr>
        <p:spPr bwMode="auto">
          <a:xfrm>
            <a:off x="31242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G6</a:t>
            </a:r>
          </a:p>
        </p:txBody>
      </p:sp>
      <p:sp>
        <p:nvSpPr>
          <p:cNvPr id="16" name="Text Box 172"/>
          <p:cNvSpPr txBox="1">
            <a:spLocks noChangeArrowheads="1"/>
          </p:cNvSpPr>
          <p:nvPr/>
        </p:nvSpPr>
        <p:spPr bwMode="auto">
          <a:xfrm>
            <a:off x="685800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G1</a:t>
            </a:r>
          </a:p>
        </p:txBody>
      </p:sp>
      <p:sp>
        <p:nvSpPr>
          <p:cNvPr id="17" name="Text Box 173"/>
          <p:cNvSpPr txBox="1">
            <a:spLocks noChangeArrowheads="1"/>
          </p:cNvSpPr>
          <p:nvPr/>
        </p:nvSpPr>
        <p:spPr bwMode="auto">
          <a:xfrm>
            <a:off x="11430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G4</a:t>
            </a:r>
          </a:p>
        </p:txBody>
      </p:sp>
      <p:sp>
        <p:nvSpPr>
          <p:cNvPr id="18" name="Text Box 176"/>
          <p:cNvSpPr txBox="1">
            <a:spLocks noChangeArrowheads="1"/>
          </p:cNvSpPr>
          <p:nvPr/>
        </p:nvSpPr>
        <p:spPr bwMode="auto">
          <a:xfrm>
            <a:off x="1167068" y="342506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G7</a:t>
            </a:r>
          </a:p>
        </p:txBody>
      </p:sp>
      <p:sp>
        <p:nvSpPr>
          <p:cNvPr id="19" name="Text Box 177"/>
          <p:cNvSpPr txBox="1">
            <a:spLocks noChangeArrowheads="1"/>
          </p:cNvSpPr>
          <p:nvPr/>
        </p:nvSpPr>
        <p:spPr bwMode="auto">
          <a:xfrm>
            <a:off x="2163828" y="34099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G8</a:t>
            </a:r>
          </a:p>
        </p:txBody>
      </p:sp>
      <p:sp>
        <p:nvSpPr>
          <p:cNvPr id="21" name="Text Box 160"/>
          <p:cNvSpPr txBox="1">
            <a:spLocks noChangeArrowheads="1"/>
          </p:cNvSpPr>
          <p:nvPr/>
        </p:nvSpPr>
        <p:spPr bwMode="auto">
          <a:xfrm>
            <a:off x="1524000" y="4552950"/>
            <a:ext cx="8114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CP=1</a:t>
            </a:r>
          </a:p>
        </p:txBody>
      </p:sp>
      <p:sp>
        <p:nvSpPr>
          <p:cNvPr id="22" name="Text Box 160"/>
          <p:cNvSpPr txBox="1">
            <a:spLocks noChangeArrowheads="1"/>
          </p:cNvSpPr>
          <p:nvPr/>
        </p:nvSpPr>
        <p:spPr bwMode="auto">
          <a:xfrm>
            <a:off x="1143000" y="4552950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2297130" y="4552950"/>
            <a:ext cx="2936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sp>
        <p:nvSpPr>
          <p:cNvPr id="25" name="Text Box 160"/>
          <p:cNvSpPr txBox="1">
            <a:spLocks noChangeArrowheads="1"/>
          </p:cNvSpPr>
          <p:nvPr/>
        </p:nvSpPr>
        <p:spPr bwMode="auto">
          <a:xfrm>
            <a:off x="2895600" y="742950"/>
            <a:ext cx="373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kumimoji="0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540580" y="830818"/>
            <a:ext cx="373820" cy="369332"/>
            <a:chOff x="4038600" y="1504950"/>
            <a:chExt cx="373820" cy="369332"/>
          </a:xfrm>
        </p:grpSpPr>
        <p:sp>
          <p:nvSpPr>
            <p:cNvPr id="2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373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838700" y="6667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5" name="矩形 54"/>
          <p:cNvSpPr/>
          <p:nvPr/>
        </p:nvSpPr>
        <p:spPr>
          <a:xfrm>
            <a:off x="5029200" y="1200150"/>
            <a:ext cx="10294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CP=1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609600" y="3028950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7" name="Equation" r:id="rId3" imgW="698400" imgH="330120" progId="Equation.DSMT4">
                  <p:embed/>
                </p:oleObj>
              </mc:Choice>
              <mc:Fallback>
                <p:oleObj name="Equation" r:id="rId3" imgW="69840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28950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438400" y="2952750"/>
          <a:ext cx="660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8" name="Equation" r:id="rId5" imgW="660240" imgH="368280" progId="Equation.DSMT4">
                  <p:embed/>
                </p:oleObj>
              </mc:Choice>
              <mc:Fallback>
                <p:oleObj name="Equation" r:id="rId5" imgW="660240" imgH="3682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52750"/>
                        <a:ext cx="660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60"/>
          <p:cNvSpPr txBox="1">
            <a:spLocks noChangeArrowheads="1"/>
          </p:cNvSpPr>
          <p:nvPr/>
        </p:nvSpPr>
        <p:spPr bwMode="auto">
          <a:xfrm>
            <a:off x="0" y="17335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2" name="组合 37"/>
          <p:cNvGrpSpPr/>
          <p:nvPr/>
        </p:nvGrpSpPr>
        <p:grpSpPr>
          <a:xfrm>
            <a:off x="3352800" y="1809750"/>
            <a:ext cx="473206" cy="369332"/>
            <a:chOff x="4038600" y="1504950"/>
            <a:chExt cx="473206" cy="369332"/>
          </a:xfrm>
        </p:grpSpPr>
        <p:sp>
          <p:nvSpPr>
            <p:cNvPr id="33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7"/>
          <p:cNvGrpSpPr/>
          <p:nvPr/>
        </p:nvGrpSpPr>
        <p:grpSpPr>
          <a:xfrm>
            <a:off x="2590800" y="2266950"/>
            <a:ext cx="473206" cy="369332"/>
            <a:chOff x="4038600" y="1504950"/>
            <a:chExt cx="473206" cy="369332"/>
          </a:xfrm>
        </p:grpSpPr>
        <p:sp>
          <p:nvSpPr>
            <p:cNvPr id="3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 Box 160"/>
          <p:cNvSpPr txBox="1">
            <a:spLocks noChangeArrowheads="1"/>
          </p:cNvSpPr>
          <p:nvPr/>
        </p:nvSpPr>
        <p:spPr bwMode="auto">
          <a:xfrm>
            <a:off x="745994" y="22669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953000" y="2419350"/>
            <a:ext cx="1151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G1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的输出：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5349" name="Object 5"/>
          <p:cNvGraphicFramePr>
            <a:graphicFrameLocks noChangeAspect="1"/>
          </p:cNvGraphicFramePr>
          <p:nvPr/>
        </p:nvGraphicFramePr>
        <p:xfrm>
          <a:off x="6096000" y="2419350"/>
          <a:ext cx="184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49" name="Equation" r:id="rId7" imgW="1841400" imgH="342720" progId="Equation.DSMT4">
                  <p:embed/>
                </p:oleObj>
              </mc:Choice>
              <mc:Fallback>
                <p:oleObj name="Equation" r:id="rId7" imgW="1841400" imgH="3427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419350"/>
                        <a:ext cx="18415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矩形 41"/>
          <p:cNvSpPr/>
          <p:nvPr/>
        </p:nvSpPr>
        <p:spPr>
          <a:xfrm>
            <a:off x="4876800" y="1733550"/>
            <a:ext cx="1151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G2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的输出：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5" name="Object 5"/>
          <p:cNvGraphicFramePr>
            <a:graphicFrameLocks noChangeAspect="1"/>
          </p:cNvGraphicFramePr>
          <p:nvPr/>
        </p:nvGraphicFramePr>
        <p:xfrm>
          <a:off x="6172200" y="1657350"/>
          <a:ext cx="179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0" name="Equation" r:id="rId9" imgW="1790640" imgH="368280" progId="Equation.DSMT4">
                  <p:embed/>
                </p:oleObj>
              </mc:Choice>
              <mc:Fallback>
                <p:oleObj name="Equation" r:id="rId9" imgW="1790640" imgH="3682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657350"/>
                        <a:ext cx="1790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1143000" y="173355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1" name="Equation" r:id="rId11" imgW="406080" imgH="304560" progId="Equation.DSMT4">
                  <p:embed/>
                </p:oleObj>
              </mc:Choice>
              <mc:Fallback>
                <p:oleObj name="Equation" r:id="rId11" imgW="406080" imgH="3045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3355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2286000" y="1657350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2" name="Equation" r:id="rId13" imgW="406080" imgH="330120" progId="Equation.DSMT4">
                  <p:embed/>
                </p:oleObj>
              </mc:Choice>
              <mc:Fallback>
                <p:oleObj name="Equation" r:id="rId13" imgW="406080" imgH="3301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57350"/>
                        <a:ext cx="406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5943600" y="120015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的状态保持不变</a:t>
            </a:r>
          </a:p>
        </p:txBody>
      </p:sp>
      <p:sp>
        <p:nvSpPr>
          <p:cNvPr id="48" name="矩形 47"/>
          <p:cNvSpPr/>
          <p:nvPr/>
        </p:nvSpPr>
        <p:spPr>
          <a:xfrm>
            <a:off x="4876800" y="3333750"/>
            <a:ext cx="32159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en-US" sz="2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的状态什么时候能变化？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743200" y="4245173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5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8" grpId="0"/>
      <p:bldP spid="39" grpId="0"/>
      <p:bldP spid="42" grpId="0"/>
      <p:bldP spid="47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 descr="C:\Users\hfutliujun\AppData\Roaming\Tencent\Users\350654676\QQ\WinTemp\RichOle\MLV7N97$GS)RJHY8)$V2JX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4288" y="957262"/>
            <a:ext cx="3838575" cy="3352800"/>
          </a:xfrm>
          <a:prstGeom prst="rect">
            <a:avLst/>
          </a:prstGeom>
          <a:noFill/>
        </p:spPr>
      </p:pic>
      <p:sp>
        <p:nvSpPr>
          <p:cNvPr id="12" name="Text Box 72"/>
          <p:cNvSpPr txBox="1">
            <a:spLocks noChangeArrowheads="1"/>
          </p:cNvSpPr>
          <p:nvPr/>
        </p:nvSpPr>
        <p:spPr bwMode="auto">
          <a:xfrm>
            <a:off x="2712972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G2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236157" y="212210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217357" y="213487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G5</a:t>
            </a:r>
          </a:p>
        </p:txBody>
      </p:sp>
      <p:sp>
        <p:nvSpPr>
          <p:cNvPr id="15" name="Text Box 160"/>
          <p:cNvSpPr txBox="1">
            <a:spLocks noChangeArrowheads="1"/>
          </p:cNvSpPr>
          <p:nvPr/>
        </p:nvSpPr>
        <p:spPr bwMode="auto">
          <a:xfrm>
            <a:off x="31242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G6</a:t>
            </a:r>
          </a:p>
        </p:txBody>
      </p:sp>
      <p:sp>
        <p:nvSpPr>
          <p:cNvPr id="16" name="Text Box 172"/>
          <p:cNvSpPr txBox="1">
            <a:spLocks noChangeArrowheads="1"/>
          </p:cNvSpPr>
          <p:nvPr/>
        </p:nvSpPr>
        <p:spPr bwMode="auto">
          <a:xfrm>
            <a:off x="685800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G1</a:t>
            </a:r>
          </a:p>
        </p:txBody>
      </p:sp>
      <p:sp>
        <p:nvSpPr>
          <p:cNvPr id="17" name="Text Box 173"/>
          <p:cNvSpPr txBox="1">
            <a:spLocks noChangeArrowheads="1"/>
          </p:cNvSpPr>
          <p:nvPr/>
        </p:nvSpPr>
        <p:spPr bwMode="auto">
          <a:xfrm>
            <a:off x="11430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G4</a:t>
            </a:r>
          </a:p>
        </p:txBody>
      </p:sp>
      <p:sp>
        <p:nvSpPr>
          <p:cNvPr id="18" name="Text Box 176"/>
          <p:cNvSpPr txBox="1">
            <a:spLocks noChangeArrowheads="1"/>
          </p:cNvSpPr>
          <p:nvPr/>
        </p:nvSpPr>
        <p:spPr bwMode="auto">
          <a:xfrm>
            <a:off x="1167068" y="342506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G7</a:t>
            </a:r>
          </a:p>
        </p:txBody>
      </p:sp>
      <p:sp>
        <p:nvSpPr>
          <p:cNvPr id="19" name="Text Box 177"/>
          <p:cNvSpPr txBox="1">
            <a:spLocks noChangeArrowheads="1"/>
          </p:cNvSpPr>
          <p:nvPr/>
        </p:nvSpPr>
        <p:spPr bwMode="auto">
          <a:xfrm>
            <a:off x="2163828" y="34099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G8</a:t>
            </a:r>
          </a:p>
        </p:txBody>
      </p:sp>
      <p:sp>
        <p:nvSpPr>
          <p:cNvPr id="21" name="Text Box 160"/>
          <p:cNvSpPr txBox="1">
            <a:spLocks noChangeArrowheads="1"/>
          </p:cNvSpPr>
          <p:nvPr/>
        </p:nvSpPr>
        <p:spPr bwMode="auto">
          <a:xfrm>
            <a:off x="1524000" y="4552950"/>
            <a:ext cx="8114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CP=0</a:t>
            </a:r>
          </a:p>
        </p:txBody>
      </p:sp>
      <p:sp>
        <p:nvSpPr>
          <p:cNvPr id="22" name="Text Box 160"/>
          <p:cNvSpPr txBox="1">
            <a:spLocks noChangeArrowheads="1"/>
          </p:cNvSpPr>
          <p:nvPr/>
        </p:nvSpPr>
        <p:spPr bwMode="auto">
          <a:xfrm>
            <a:off x="1143000" y="4552950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2297130" y="4552950"/>
            <a:ext cx="2936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sp>
        <p:nvSpPr>
          <p:cNvPr id="25" name="Text Box 160"/>
          <p:cNvSpPr txBox="1">
            <a:spLocks noChangeArrowheads="1"/>
          </p:cNvSpPr>
          <p:nvPr/>
        </p:nvSpPr>
        <p:spPr bwMode="auto">
          <a:xfrm>
            <a:off x="2895600" y="742950"/>
            <a:ext cx="373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kumimoji="0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540580" y="830818"/>
            <a:ext cx="373820" cy="369332"/>
            <a:chOff x="4038600" y="1504950"/>
            <a:chExt cx="373820" cy="369332"/>
          </a:xfrm>
        </p:grpSpPr>
        <p:sp>
          <p:nvSpPr>
            <p:cNvPr id="2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373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838700" y="6667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5" name="矩形 54"/>
          <p:cNvSpPr/>
          <p:nvPr/>
        </p:nvSpPr>
        <p:spPr>
          <a:xfrm>
            <a:off x="4800600" y="1200150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变成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609600" y="3028950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0" name="Equation" r:id="rId3" imgW="698400" imgH="330120" progId="Equation.DSMT4">
                  <p:embed/>
                </p:oleObj>
              </mc:Choice>
              <mc:Fallback>
                <p:oleObj name="Equation" r:id="rId3" imgW="6984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28950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438400" y="2952750"/>
          <a:ext cx="660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1" name="Equation" r:id="rId5" imgW="660240" imgH="368280" progId="Equation.DSMT4">
                  <p:embed/>
                </p:oleObj>
              </mc:Choice>
              <mc:Fallback>
                <p:oleObj name="Equation" r:id="rId5" imgW="660240" imgH="368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52750"/>
                        <a:ext cx="660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60"/>
          <p:cNvSpPr txBox="1">
            <a:spLocks noChangeArrowheads="1"/>
          </p:cNvSpPr>
          <p:nvPr/>
        </p:nvSpPr>
        <p:spPr bwMode="auto">
          <a:xfrm>
            <a:off x="0" y="17335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7"/>
          <p:cNvGrpSpPr/>
          <p:nvPr/>
        </p:nvGrpSpPr>
        <p:grpSpPr>
          <a:xfrm>
            <a:off x="3352800" y="1809750"/>
            <a:ext cx="473206" cy="369332"/>
            <a:chOff x="4038600" y="1504950"/>
            <a:chExt cx="473206" cy="369332"/>
          </a:xfrm>
        </p:grpSpPr>
        <p:sp>
          <p:nvSpPr>
            <p:cNvPr id="33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组合 37"/>
          <p:cNvGrpSpPr/>
          <p:nvPr/>
        </p:nvGrpSpPr>
        <p:grpSpPr>
          <a:xfrm>
            <a:off x="2590800" y="2266950"/>
            <a:ext cx="473206" cy="369332"/>
            <a:chOff x="4038600" y="1504950"/>
            <a:chExt cx="473206" cy="369332"/>
          </a:xfrm>
        </p:grpSpPr>
        <p:sp>
          <p:nvSpPr>
            <p:cNvPr id="3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473206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r>
                <a:rPr lang="en-US" altLang="zh-CN" b="1" baseline="30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endParaRPr kumimoji="0" lang="en-US" altLang="zh-CN" b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 Box 160"/>
          <p:cNvSpPr txBox="1">
            <a:spLocks noChangeArrowheads="1"/>
          </p:cNvSpPr>
          <p:nvPr/>
        </p:nvSpPr>
        <p:spPr bwMode="auto">
          <a:xfrm>
            <a:off x="745994" y="22669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r>
              <a:rPr lang="en-US" altLang="zh-CN" b="1" baseline="300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5351" name="Object 7"/>
          <p:cNvGraphicFramePr>
            <a:graphicFrameLocks noChangeAspect="1"/>
          </p:cNvGraphicFramePr>
          <p:nvPr/>
        </p:nvGraphicFramePr>
        <p:xfrm>
          <a:off x="1143000" y="1733550"/>
          <a:ext cx="406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4" name="Equation" r:id="rId7" imgW="406080" imgH="304560" progId="Equation.DSMT4">
                  <p:embed/>
                </p:oleObj>
              </mc:Choice>
              <mc:Fallback>
                <p:oleObj name="Equation" r:id="rId7" imgW="406080" imgH="3045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33550"/>
                        <a:ext cx="406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2" name="Object 8"/>
          <p:cNvGraphicFramePr>
            <a:graphicFrameLocks noChangeAspect="1"/>
          </p:cNvGraphicFramePr>
          <p:nvPr/>
        </p:nvGraphicFramePr>
        <p:xfrm>
          <a:off x="2286000" y="1657350"/>
          <a:ext cx="406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5" name="Equation" r:id="rId9" imgW="406080" imgH="330120" progId="Equation.DSMT4">
                  <p:embed/>
                </p:oleObj>
              </mc:Choice>
              <mc:Fallback>
                <p:oleObj name="Equation" r:id="rId9" imgW="406080" imgH="3301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657350"/>
                        <a:ext cx="406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/>
          <p:nvPr/>
        </p:nvSpPr>
        <p:spPr>
          <a:xfrm>
            <a:off x="4876800" y="1733550"/>
            <a:ext cx="39661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G7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G8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的延迟时间要大于</a:t>
            </a:r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锁存器的翻转时间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Rectangle 195"/>
          <p:cNvSpPr>
            <a:spLocks noChangeArrowheads="1"/>
          </p:cNvSpPr>
          <p:nvPr/>
        </p:nvSpPr>
        <p:spPr bwMode="auto">
          <a:xfrm>
            <a:off x="76200" y="742950"/>
            <a:ext cx="3733800" cy="2133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AutoShape 197" descr="80%"/>
          <p:cNvSpPr>
            <a:spLocks noChangeArrowheads="1"/>
          </p:cNvSpPr>
          <p:nvPr/>
        </p:nvSpPr>
        <p:spPr bwMode="auto">
          <a:xfrm>
            <a:off x="3809999" y="666750"/>
            <a:ext cx="953311" cy="457200"/>
          </a:xfrm>
          <a:prstGeom prst="wedgeRoundRectCallout">
            <a:avLst>
              <a:gd name="adj1" fmla="val -63446"/>
              <a:gd name="adj2" fmla="val 116586"/>
              <a:gd name="adj3" fmla="val 16667"/>
            </a:avLst>
          </a:prstGeom>
          <a:noFill/>
          <a:ln w="28575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lang="en-US" altLang="zh-CN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RS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锁存器</a:t>
            </a:r>
          </a:p>
        </p:txBody>
      </p:sp>
      <p:sp>
        <p:nvSpPr>
          <p:cNvPr id="39" name="矩形 38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743200" y="4321373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 descr="C:\Users\hfutliujun\AppData\Roaming\Tencent\Users\350654676\QQ\WinTemp\RichOle\MLV7N97$GS)RJHY8)$V2JXR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-14288" y="957262"/>
            <a:ext cx="3838575" cy="3352800"/>
          </a:xfrm>
          <a:prstGeom prst="rect">
            <a:avLst/>
          </a:prstGeom>
          <a:noFill/>
        </p:spPr>
      </p:pic>
      <p:sp>
        <p:nvSpPr>
          <p:cNvPr id="12" name="Text Box 72"/>
          <p:cNvSpPr txBox="1">
            <a:spLocks noChangeArrowheads="1"/>
          </p:cNvSpPr>
          <p:nvPr/>
        </p:nvSpPr>
        <p:spPr bwMode="auto">
          <a:xfrm>
            <a:off x="2712972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G2</a:t>
            </a:r>
          </a:p>
        </p:txBody>
      </p:sp>
      <p:sp>
        <p:nvSpPr>
          <p:cNvPr id="13" name="Text Box 73"/>
          <p:cNvSpPr txBox="1">
            <a:spLocks noChangeArrowheads="1"/>
          </p:cNvSpPr>
          <p:nvPr/>
        </p:nvSpPr>
        <p:spPr bwMode="auto">
          <a:xfrm>
            <a:off x="236157" y="2122107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G3</a:t>
            </a:r>
          </a:p>
        </p:txBody>
      </p:sp>
      <p:sp>
        <p:nvSpPr>
          <p:cNvPr id="14" name="Text Box 159"/>
          <p:cNvSpPr txBox="1">
            <a:spLocks noChangeArrowheads="1"/>
          </p:cNvSpPr>
          <p:nvPr/>
        </p:nvSpPr>
        <p:spPr bwMode="auto">
          <a:xfrm>
            <a:off x="2217357" y="213487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G5</a:t>
            </a:r>
          </a:p>
        </p:txBody>
      </p:sp>
      <p:sp>
        <p:nvSpPr>
          <p:cNvPr id="15" name="Text Box 160"/>
          <p:cNvSpPr txBox="1">
            <a:spLocks noChangeArrowheads="1"/>
          </p:cNvSpPr>
          <p:nvPr/>
        </p:nvSpPr>
        <p:spPr bwMode="auto">
          <a:xfrm>
            <a:off x="31242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G6</a:t>
            </a:r>
          </a:p>
        </p:txBody>
      </p:sp>
      <p:sp>
        <p:nvSpPr>
          <p:cNvPr id="16" name="Text Box 172"/>
          <p:cNvSpPr txBox="1">
            <a:spLocks noChangeArrowheads="1"/>
          </p:cNvSpPr>
          <p:nvPr/>
        </p:nvSpPr>
        <p:spPr bwMode="auto">
          <a:xfrm>
            <a:off x="685800" y="1352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G1</a:t>
            </a:r>
          </a:p>
        </p:txBody>
      </p:sp>
      <p:sp>
        <p:nvSpPr>
          <p:cNvPr id="17" name="Text Box 173"/>
          <p:cNvSpPr txBox="1">
            <a:spLocks noChangeArrowheads="1"/>
          </p:cNvSpPr>
          <p:nvPr/>
        </p:nvSpPr>
        <p:spPr bwMode="auto">
          <a:xfrm>
            <a:off x="1143000" y="21145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G4</a:t>
            </a:r>
          </a:p>
        </p:txBody>
      </p:sp>
      <p:sp>
        <p:nvSpPr>
          <p:cNvPr id="18" name="Text Box 176"/>
          <p:cNvSpPr txBox="1">
            <a:spLocks noChangeArrowheads="1"/>
          </p:cNvSpPr>
          <p:nvPr/>
        </p:nvSpPr>
        <p:spPr bwMode="auto">
          <a:xfrm>
            <a:off x="1167068" y="3425064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G7</a:t>
            </a:r>
          </a:p>
        </p:txBody>
      </p:sp>
      <p:sp>
        <p:nvSpPr>
          <p:cNvPr id="19" name="Text Box 177"/>
          <p:cNvSpPr txBox="1">
            <a:spLocks noChangeArrowheads="1"/>
          </p:cNvSpPr>
          <p:nvPr/>
        </p:nvSpPr>
        <p:spPr bwMode="auto">
          <a:xfrm>
            <a:off x="2163828" y="3409950"/>
            <a:ext cx="43313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1400" b="1" dirty="0">
                <a:solidFill>
                  <a:srgbClr val="3333CC"/>
                </a:solidFill>
                <a:latin typeface="微软雅黑" pitchFamily="34" charset="-122"/>
                <a:ea typeface="微软雅黑" pitchFamily="34" charset="-122"/>
              </a:rPr>
              <a:t>G8</a:t>
            </a:r>
          </a:p>
        </p:txBody>
      </p:sp>
      <p:sp>
        <p:nvSpPr>
          <p:cNvPr id="21" name="Text Box 160"/>
          <p:cNvSpPr txBox="1">
            <a:spLocks noChangeArrowheads="1"/>
          </p:cNvSpPr>
          <p:nvPr/>
        </p:nvSpPr>
        <p:spPr bwMode="auto">
          <a:xfrm>
            <a:off x="1524000" y="4552950"/>
            <a:ext cx="81144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CP=0</a:t>
            </a:r>
          </a:p>
        </p:txBody>
      </p:sp>
      <p:sp>
        <p:nvSpPr>
          <p:cNvPr id="22" name="Text Box 160"/>
          <p:cNvSpPr txBox="1">
            <a:spLocks noChangeArrowheads="1"/>
          </p:cNvSpPr>
          <p:nvPr/>
        </p:nvSpPr>
        <p:spPr bwMode="auto">
          <a:xfrm>
            <a:off x="1143000" y="4552950"/>
            <a:ext cx="3449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</a:p>
        </p:txBody>
      </p:sp>
      <p:sp>
        <p:nvSpPr>
          <p:cNvPr id="23" name="Text Box 160"/>
          <p:cNvSpPr txBox="1">
            <a:spLocks noChangeArrowheads="1"/>
          </p:cNvSpPr>
          <p:nvPr/>
        </p:nvSpPr>
        <p:spPr bwMode="auto">
          <a:xfrm>
            <a:off x="2297130" y="4552950"/>
            <a:ext cx="29367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</p:txBody>
      </p:sp>
      <p:sp>
        <p:nvSpPr>
          <p:cNvPr id="25" name="Text Box 160"/>
          <p:cNvSpPr txBox="1">
            <a:spLocks noChangeArrowheads="1"/>
          </p:cNvSpPr>
          <p:nvPr/>
        </p:nvSpPr>
        <p:spPr bwMode="auto">
          <a:xfrm>
            <a:off x="2895600" y="742950"/>
            <a:ext cx="3738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</a:t>
            </a:r>
            <a:endParaRPr kumimoji="0" lang="en-US" altLang="zh-CN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37"/>
          <p:cNvGrpSpPr/>
          <p:nvPr/>
        </p:nvGrpSpPr>
        <p:grpSpPr>
          <a:xfrm>
            <a:off x="540580" y="830818"/>
            <a:ext cx="373820" cy="369332"/>
            <a:chOff x="4038600" y="1504950"/>
            <a:chExt cx="373820" cy="369332"/>
          </a:xfrm>
        </p:grpSpPr>
        <p:sp>
          <p:nvSpPr>
            <p:cNvPr id="26" name="Text Box 160"/>
            <p:cNvSpPr txBox="1">
              <a:spLocks noChangeArrowheads="1"/>
            </p:cNvSpPr>
            <p:nvPr/>
          </p:nvSpPr>
          <p:spPr bwMode="auto">
            <a:xfrm>
              <a:off x="4038600" y="1504950"/>
              <a:ext cx="37382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Q</a:t>
              </a:r>
              <a:endParaRPr kumimoji="0"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152585" y="1550922"/>
              <a:ext cx="1524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4838700" y="6667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5" name="矩形 54"/>
          <p:cNvSpPr/>
          <p:nvPr/>
        </p:nvSpPr>
        <p:spPr>
          <a:xfrm>
            <a:off x="4800600" y="1200150"/>
            <a:ext cx="15424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CP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由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变成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84323" name="Object 3"/>
          <p:cNvGraphicFramePr>
            <a:graphicFrameLocks noChangeAspect="1"/>
          </p:cNvGraphicFramePr>
          <p:nvPr/>
        </p:nvGraphicFramePr>
        <p:xfrm>
          <a:off x="609600" y="3028950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4" name="Equation" r:id="rId3" imgW="698400" imgH="330120" progId="Equation.DSMT4">
                  <p:embed/>
                </p:oleObj>
              </mc:Choice>
              <mc:Fallback>
                <p:oleObj name="Equation" r:id="rId3" imgW="698400" imgH="3301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028950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8" name="Object 4"/>
          <p:cNvGraphicFramePr>
            <a:graphicFrameLocks noChangeAspect="1"/>
          </p:cNvGraphicFramePr>
          <p:nvPr/>
        </p:nvGraphicFramePr>
        <p:xfrm>
          <a:off x="2438400" y="2952750"/>
          <a:ext cx="660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5" name="Equation" r:id="rId5" imgW="660240" imgH="368280" progId="Equation.DSMT4">
                  <p:embed/>
                </p:oleObj>
              </mc:Choice>
              <mc:Fallback>
                <p:oleObj name="Equation" r:id="rId5" imgW="660240" imgH="368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952750"/>
                        <a:ext cx="660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60"/>
          <p:cNvSpPr txBox="1">
            <a:spLocks noChangeArrowheads="1"/>
          </p:cNvSpPr>
          <p:nvPr/>
        </p:nvSpPr>
        <p:spPr bwMode="auto">
          <a:xfrm>
            <a:off x="152400" y="1733550"/>
            <a:ext cx="47320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 Box 160"/>
          <p:cNvSpPr txBox="1">
            <a:spLocks noChangeArrowheads="1"/>
          </p:cNvSpPr>
          <p:nvPr/>
        </p:nvSpPr>
        <p:spPr bwMode="auto">
          <a:xfrm>
            <a:off x="3352800" y="1809750"/>
            <a:ext cx="3273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0</a:t>
            </a:r>
            <a:endParaRPr kumimoji="0" lang="en-US" altLang="zh-CN" b="1" baseline="30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876800" y="1733550"/>
            <a:ext cx="39661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G7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G8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的延迟时间要大于</a:t>
            </a:r>
            <a:r>
              <a:rPr lang="en-US" altLang="zh-CN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RS</a:t>
            </a:r>
            <a:r>
              <a:rPr lang="zh-CN" altLang="en-US" sz="1400" b="1" dirty="0">
                <a:solidFill>
                  <a:srgbClr val="2D2D8A"/>
                </a:solidFill>
                <a:latin typeface="微软雅黑" pitchFamily="34" charset="-122"/>
                <a:ea typeface="微软雅黑" pitchFamily="34" charset="-122"/>
              </a:rPr>
              <a:t>锁存器的翻转时间</a:t>
            </a:r>
            <a:endParaRPr lang="zh-CN" altLang="en-US" sz="14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Rectangle 195"/>
          <p:cNvSpPr>
            <a:spLocks noChangeArrowheads="1"/>
          </p:cNvSpPr>
          <p:nvPr/>
        </p:nvSpPr>
        <p:spPr bwMode="auto">
          <a:xfrm>
            <a:off x="76200" y="742950"/>
            <a:ext cx="3733800" cy="2133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AutoShape 197" descr="80%"/>
          <p:cNvSpPr>
            <a:spLocks noChangeArrowheads="1"/>
          </p:cNvSpPr>
          <p:nvPr/>
        </p:nvSpPr>
        <p:spPr bwMode="auto">
          <a:xfrm>
            <a:off x="3809999" y="666750"/>
            <a:ext cx="953311" cy="457200"/>
          </a:xfrm>
          <a:prstGeom prst="wedgeRoundRectCallout">
            <a:avLst>
              <a:gd name="adj1" fmla="val -63446"/>
              <a:gd name="adj2" fmla="val 116586"/>
              <a:gd name="adj3" fmla="val 16667"/>
            </a:avLst>
          </a:prstGeom>
          <a:noFill/>
          <a:ln w="28575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lang="en-US" altLang="zh-CN" sz="1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RS</a:t>
            </a:r>
            <a:r>
              <a:rPr lang="zh-CN" altLang="en-US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锁存器</a:t>
            </a:r>
          </a:p>
        </p:txBody>
      </p:sp>
      <p:graphicFrame>
        <p:nvGraphicFramePr>
          <p:cNvPr id="187398" name="Object 6"/>
          <p:cNvGraphicFramePr>
            <a:graphicFrameLocks noChangeAspect="1"/>
          </p:cNvGraphicFramePr>
          <p:nvPr/>
        </p:nvGraphicFramePr>
        <p:xfrm>
          <a:off x="5029200" y="2190750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8" name="Equation" r:id="rId7" imgW="698400" imgH="330120" progId="Equation.DSMT4">
                  <p:embed/>
                </p:oleObj>
              </mc:Choice>
              <mc:Fallback>
                <p:oleObj name="Equation" r:id="rId7" imgW="698400" imgH="3301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90750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6858000" y="2114550"/>
          <a:ext cx="660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9" name="Equation" r:id="rId9" imgW="660240" imgH="368280" progId="Equation.DSMT4">
                  <p:embed/>
                </p:oleObj>
              </mc:Choice>
              <mc:Fallback>
                <p:oleObj name="Equation" r:id="rId9" imgW="660240" imgH="3682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2114550"/>
                        <a:ext cx="660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/>
        </p:nvGraphicFramePr>
        <p:xfrm>
          <a:off x="4724400" y="2647950"/>
          <a:ext cx="3746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0" name="Equation" r:id="rId11" imgW="3746160" imgH="330120" progId="Equation.DSMT4">
                  <p:embed/>
                </p:oleObj>
              </mc:Choice>
              <mc:Fallback>
                <p:oleObj name="Equation" r:id="rId11" imgW="3746160" imgH="33012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647950"/>
                        <a:ext cx="3746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1" name="Object 9"/>
          <p:cNvGraphicFramePr>
            <a:graphicFrameLocks noChangeAspect="1"/>
          </p:cNvGraphicFramePr>
          <p:nvPr/>
        </p:nvGraphicFramePr>
        <p:xfrm>
          <a:off x="4724400" y="3105150"/>
          <a:ext cx="9144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1" name="Equation" r:id="rId13" imgW="914400" imgH="253800" progId="Equation.DSMT4">
                  <p:embed/>
                </p:oleObj>
              </mc:Choice>
              <mc:Fallback>
                <p:oleObj name="Equation" r:id="rId13" imgW="914400" imgH="2538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105150"/>
                        <a:ext cx="9144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2" name="Object 10"/>
          <p:cNvGraphicFramePr>
            <a:graphicFrameLocks noChangeAspect="1"/>
          </p:cNvGraphicFramePr>
          <p:nvPr/>
        </p:nvGraphicFramePr>
        <p:xfrm>
          <a:off x="5486400" y="3409950"/>
          <a:ext cx="1689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2" name="Equation" r:id="rId15" imgW="1688760" imgH="330120" progId="Equation.DSMT4">
                  <p:embed/>
                </p:oleObj>
              </mc:Choice>
              <mc:Fallback>
                <p:oleObj name="Equation" r:id="rId15" imgW="1688760" imgH="3301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409950"/>
                        <a:ext cx="1689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3" name="Object 11"/>
          <p:cNvGraphicFramePr>
            <a:graphicFrameLocks noChangeAspect="1"/>
          </p:cNvGraphicFramePr>
          <p:nvPr/>
        </p:nvGraphicFramePr>
        <p:xfrm>
          <a:off x="4724400" y="3867150"/>
          <a:ext cx="3409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3" name="Equation" r:id="rId17" imgW="2273040" imgH="253800" progId="Equation.DSMT4">
                  <p:embed/>
                </p:oleObj>
              </mc:Choice>
              <mc:Fallback>
                <p:oleObj name="Equation" r:id="rId17" imgW="2273040" imgH="2538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3867150"/>
                        <a:ext cx="3409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4" name="Object 12"/>
          <p:cNvGraphicFramePr>
            <a:graphicFrameLocks noChangeAspect="1"/>
          </p:cNvGraphicFramePr>
          <p:nvPr/>
        </p:nvGraphicFramePr>
        <p:xfrm>
          <a:off x="3962400" y="4400550"/>
          <a:ext cx="49339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4" name="Equation" r:id="rId19" imgW="3288960" imgH="253800" progId="Equation.DSMT4">
                  <p:embed/>
                </p:oleObj>
              </mc:Choice>
              <mc:Fallback>
                <p:oleObj name="Equation" r:id="rId19" imgW="3288960" imgH="2538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400550"/>
                        <a:ext cx="49339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743200" y="4321373"/>
            <a:ext cx="5757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19</a:t>
            </a:r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7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7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7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7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40" grpId="0"/>
      <p:bldP spid="41" grpId="0" animBg="1"/>
      <p:bldP spid="4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762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负边沿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触发器和主从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触发器波形的区别：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5" name="Line 4"/>
          <p:cNvSpPr>
            <a:spLocks noChangeShapeType="1"/>
          </p:cNvSpPr>
          <p:nvPr/>
        </p:nvSpPr>
        <p:spPr bwMode="auto">
          <a:xfrm>
            <a:off x="3046413" y="1484312"/>
            <a:ext cx="3175" cy="1658938"/>
          </a:xfrm>
          <a:prstGeom prst="line">
            <a:avLst/>
          </a:prstGeom>
          <a:noFill/>
          <a:ln w="17463">
            <a:solidFill>
              <a:srgbClr val="FF0000"/>
            </a:solidFill>
            <a:prstDash val="lgDash"/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76" name="Line 5"/>
          <p:cNvSpPr>
            <a:spLocks noChangeShapeType="1"/>
          </p:cNvSpPr>
          <p:nvPr/>
        </p:nvSpPr>
        <p:spPr bwMode="auto">
          <a:xfrm>
            <a:off x="1920875" y="1470025"/>
            <a:ext cx="1127125" cy="1587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77" name="Line 6"/>
          <p:cNvSpPr>
            <a:spLocks noChangeShapeType="1"/>
          </p:cNvSpPr>
          <p:nvPr/>
        </p:nvSpPr>
        <p:spPr bwMode="auto">
          <a:xfrm flipV="1">
            <a:off x="3048000" y="1123950"/>
            <a:ext cx="3175" cy="369887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78" name="Line 7"/>
          <p:cNvSpPr>
            <a:spLocks noChangeShapeType="1"/>
          </p:cNvSpPr>
          <p:nvPr/>
        </p:nvSpPr>
        <p:spPr bwMode="auto">
          <a:xfrm>
            <a:off x="3048000" y="1123950"/>
            <a:ext cx="1693863" cy="1587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79" name="Line 8"/>
          <p:cNvSpPr>
            <a:spLocks noChangeShapeType="1"/>
          </p:cNvSpPr>
          <p:nvPr/>
        </p:nvSpPr>
        <p:spPr bwMode="auto">
          <a:xfrm>
            <a:off x="4741863" y="1123950"/>
            <a:ext cx="1587" cy="369887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0" name="Line 9"/>
          <p:cNvSpPr>
            <a:spLocks noChangeShapeType="1"/>
          </p:cNvSpPr>
          <p:nvPr/>
        </p:nvSpPr>
        <p:spPr bwMode="auto">
          <a:xfrm>
            <a:off x="4741863" y="1493837"/>
            <a:ext cx="1411287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1" name="Line 10"/>
          <p:cNvSpPr>
            <a:spLocks noChangeShapeType="1"/>
          </p:cNvSpPr>
          <p:nvPr/>
        </p:nvSpPr>
        <p:spPr bwMode="auto">
          <a:xfrm>
            <a:off x="1920875" y="2046287"/>
            <a:ext cx="1692275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2" name="Line 11"/>
          <p:cNvSpPr>
            <a:spLocks noChangeShapeType="1"/>
          </p:cNvSpPr>
          <p:nvPr/>
        </p:nvSpPr>
        <p:spPr bwMode="auto">
          <a:xfrm flipV="1">
            <a:off x="3613150" y="1677987"/>
            <a:ext cx="3175" cy="368300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3" name="Line 12"/>
          <p:cNvSpPr>
            <a:spLocks noChangeShapeType="1"/>
          </p:cNvSpPr>
          <p:nvPr/>
        </p:nvSpPr>
        <p:spPr bwMode="auto">
          <a:xfrm>
            <a:off x="3613150" y="1677987"/>
            <a:ext cx="282575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4" name="Line 13"/>
          <p:cNvSpPr>
            <a:spLocks noChangeShapeType="1"/>
          </p:cNvSpPr>
          <p:nvPr/>
        </p:nvSpPr>
        <p:spPr bwMode="auto">
          <a:xfrm>
            <a:off x="3895725" y="1677987"/>
            <a:ext cx="1588" cy="368300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5" name="Line 14"/>
          <p:cNvSpPr>
            <a:spLocks noChangeShapeType="1"/>
          </p:cNvSpPr>
          <p:nvPr/>
        </p:nvSpPr>
        <p:spPr bwMode="auto">
          <a:xfrm>
            <a:off x="3895725" y="2046287"/>
            <a:ext cx="2257425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6" name="Line 15"/>
          <p:cNvSpPr>
            <a:spLocks noChangeShapeType="1"/>
          </p:cNvSpPr>
          <p:nvPr/>
        </p:nvSpPr>
        <p:spPr bwMode="auto">
          <a:xfrm>
            <a:off x="1954213" y="2636837"/>
            <a:ext cx="4232275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87" name="Rectangle 16"/>
          <p:cNvSpPr>
            <a:spLocks noChangeArrowheads="1"/>
          </p:cNvSpPr>
          <p:nvPr/>
        </p:nvSpPr>
        <p:spPr bwMode="auto">
          <a:xfrm>
            <a:off x="1447800" y="1352550"/>
            <a:ext cx="2388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400" b="1" dirty="0">
                <a:solidFill>
                  <a:srgbClr val="800080"/>
                </a:solidFill>
                <a:latin typeface="Times New Roman" pitchFamily="18" charset="0"/>
              </a:rPr>
              <a:t>CP</a:t>
            </a:r>
            <a:endParaRPr lang="en-US" altLang="zh-CN" sz="1400" b="1" i="0" dirty="0"/>
          </a:p>
        </p:txBody>
      </p:sp>
      <p:sp>
        <p:nvSpPr>
          <p:cNvPr id="88" name="Rectangle 17"/>
          <p:cNvSpPr>
            <a:spLocks noChangeArrowheads="1"/>
          </p:cNvSpPr>
          <p:nvPr/>
        </p:nvSpPr>
        <p:spPr bwMode="auto">
          <a:xfrm>
            <a:off x="1510432" y="1899106"/>
            <a:ext cx="8976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400" b="1" dirty="0">
                <a:solidFill>
                  <a:srgbClr val="800080"/>
                </a:solidFill>
                <a:latin typeface="Times New Roman" pitchFamily="18" charset="0"/>
              </a:rPr>
              <a:t>J</a:t>
            </a:r>
            <a:endParaRPr lang="en-US" altLang="zh-CN" sz="1400" b="1" i="0" dirty="0"/>
          </a:p>
        </p:txBody>
      </p:sp>
      <p:sp>
        <p:nvSpPr>
          <p:cNvPr id="89" name="Rectangle 18"/>
          <p:cNvSpPr>
            <a:spLocks noChangeArrowheads="1"/>
          </p:cNvSpPr>
          <p:nvPr/>
        </p:nvSpPr>
        <p:spPr bwMode="auto">
          <a:xfrm>
            <a:off x="1357055" y="2489656"/>
            <a:ext cx="13946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400" b="1" dirty="0">
                <a:solidFill>
                  <a:srgbClr val="800080"/>
                </a:solidFill>
                <a:latin typeface="Times New Roman" pitchFamily="18" charset="0"/>
              </a:rPr>
              <a:t>K</a:t>
            </a:r>
            <a:endParaRPr lang="en-US" altLang="zh-CN" sz="1400" b="1" i="0" dirty="0"/>
          </a:p>
        </p:txBody>
      </p:sp>
      <p:sp>
        <p:nvSpPr>
          <p:cNvPr id="90" name="Rectangle 19"/>
          <p:cNvSpPr>
            <a:spLocks noChangeArrowheads="1"/>
          </p:cNvSpPr>
          <p:nvPr/>
        </p:nvSpPr>
        <p:spPr bwMode="auto">
          <a:xfrm>
            <a:off x="1532244" y="2486035"/>
            <a:ext cx="19075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altLang="zh-CN" sz="1400" b="1" i="0" dirty="0">
                <a:solidFill>
                  <a:srgbClr val="800080"/>
                </a:solidFill>
                <a:latin typeface="Times New Roman" pitchFamily="18" charset="0"/>
              </a:rPr>
              <a:t>=0</a:t>
            </a:r>
            <a:endParaRPr lang="en-US" altLang="zh-CN" sz="1400" b="1" i="0" dirty="0"/>
          </a:p>
        </p:txBody>
      </p:sp>
      <p:sp>
        <p:nvSpPr>
          <p:cNvPr id="91" name="Line 21"/>
          <p:cNvSpPr>
            <a:spLocks noChangeShapeType="1"/>
          </p:cNvSpPr>
          <p:nvPr/>
        </p:nvSpPr>
        <p:spPr bwMode="auto">
          <a:xfrm>
            <a:off x="4779963" y="2847975"/>
            <a:ext cx="1422400" cy="1587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92" name="Line 22"/>
          <p:cNvSpPr>
            <a:spLocks noChangeShapeType="1"/>
          </p:cNvSpPr>
          <p:nvPr/>
        </p:nvSpPr>
        <p:spPr bwMode="auto">
          <a:xfrm flipV="1">
            <a:off x="4764088" y="2847975"/>
            <a:ext cx="3175" cy="376237"/>
          </a:xfrm>
          <a:prstGeom prst="line">
            <a:avLst/>
          </a:prstGeom>
          <a:noFill/>
          <a:ln w="17526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93" name="Line 23"/>
          <p:cNvSpPr>
            <a:spLocks noChangeShapeType="1"/>
          </p:cNvSpPr>
          <p:nvPr/>
        </p:nvSpPr>
        <p:spPr bwMode="auto">
          <a:xfrm>
            <a:off x="1974850" y="3213100"/>
            <a:ext cx="2789238" cy="7937"/>
          </a:xfrm>
          <a:prstGeom prst="line">
            <a:avLst/>
          </a:prstGeom>
          <a:noFill/>
          <a:ln w="17526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94" name="Rectangle 24"/>
          <p:cNvSpPr>
            <a:spLocks noChangeArrowheads="1"/>
          </p:cNvSpPr>
          <p:nvPr/>
        </p:nvSpPr>
        <p:spPr bwMode="auto">
          <a:xfrm>
            <a:off x="1139824" y="3091319"/>
            <a:ext cx="765175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zh-CN" altLang="en-US" sz="1400" b="1" dirty="0">
                <a:solidFill>
                  <a:srgbClr val="800080"/>
                </a:solidFill>
                <a:latin typeface="Times New Roman" pitchFamily="18" charset="0"/>
              </a:rPr>
              <a:t>主从 </a:t>
            </a:r>
            <a:r>
              <a:rPr lang="en-US" altLang="zh-CN" sz="1400" b="1" dirty="0">
                <a:solidFill>
                  <a:srgbClr val="800080"/>
                </a:solidFill>
                <a:latin typeface="Times New Roman" pitchFamily="18" charset="0"/>
              </a:rPr>
              <a:t>Q</a:t>
            </a:r>
            <a:endParaRPr lang="en-US" altLang="zh-CN" sz="1400" b="1" i="0" dirty="0"/>
          </a:p>
        </p:txBody>
      </p:sp>
      <p:sp>
        <p:nvSpPr>
          <p:cNvPr id="95" name="Line 25"/>
          <p:cNvSpPr>
            <a:spLocks noChangeShapeType="1"/>
          </p:cNvSpPr>
          <p:nvPr/>
        </p:nvSpPr>
        <p:spPr bwMode="auto">
          <a:xfrm>
            <a:off x="4749800" y="1412875"/>
            <a:ext cx="0" cy="244792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miter lim="800000"/>
            <a:headEnd/>
            <a:tailEnd/>
          </a:ln>
        </p:spPr>
        <p:txBody>
          <a:bodyPr wrap="none"/>
          <a:lstStyle/>
          <a:p>
            <a:endParaRPr lang="zh-CN" altLang="en-US" sz="1400" b="1"/>
          </a:p>
        </p:txBody>
      </p:sp>
      <p:sp>
        <p:nvSpPr>
          <p:cNvPr id="96" name="Line 27"/>
          <p:cNvSpPr>
            <a:spLocks noChangeShapeType="1"/>
          </p:cNvSpPr>
          <p:nvPr/>
        </p:nvSpPr>
        <p:spPr bwMode="auto">
          <a:xfrm>
            <a:off x="1882775" y="3716337"/>
            <a:ext cx="4232275" cy="1588"/>
          </a:xfrm>
          <a:prstGeom prst="line">
            <a:avLst/>
          </a:prstGeom>
          <a:noFill/>
          <a:ln w="17463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 b="1"/>
          </a:p>
        </p:txBody>
      </p:sp>
      <p:sp>
        <p:nvSpPr>
          <p:cNvPr id="97" name="Rectangle 28"/>
          <p:cNvSpPr>
            <a:spLocks noChangeArrowheads="1"/>
          </p:cNvSpPr>
          <p:nvPr/>
        </p:nvSpPr>
        <p:spPr bwMode="auto">
          <a:xfrm>
            <a:off x="974452" y="3575506"/>
            <a:ext cx="930548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r>
              <a:rPr lang="zh-CN" altLang="en-US" sz="1400" b="1" dirty="0">
                <a:solidFill>
                  <a:srgbClr val="800080"/>
                </a:solidFill>
                <a:latin typeface="Times New Roman" pitchFamily="18" charset="0"/>
              </a:rPr>
              <a:t>负边沿 </a:t>
            </a:r>
            <a:r>
              <a:rPr lang="en-US" altLang="zh-CN" sz="1400" b="1" dirty="0">
                <a:solidFill>
                  <a:srgbClr val="800080"/>
                </a:solidFill>
                <a:latin typeface="Times New Roman" pitchFamily="18" charset="0"/>
              </a:rPr>
              <a:t>Q</a:t>
            </a:r>
            <a:endParaRPr lang="en-US" altLang="zh-CN" sz="1400" b="1" i="0" dirty="0"/>
          </a:p>
        </p:txBody>
      </p:sp>
      <p:sp>
        <p:nvSpPr>
          <p:cNvPr id="27" name="矩形 26"/>
          <p:cNvSpPr/>
          <p:nvPr/>
        </p:nvSpPr>
        <p:spPr>
          <a:xfrm>
            <a:off x="152400" y="0"/>
            <a:ext cx="20633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362200" y="3943350"/>
            <a:ext cx="3020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20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主从和边沿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JK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触发器波形比较</a:t>
            </a:r>
            <a:endParaRPr lang="zh-CN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724400" y="971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743200" y="971550"/>
            <a:ext cx="53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t1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/>
        </p:nvGrpSpPr>
        <p:grpSpPr bwMode="auto">
          <a:xfrm>
            <a:off x="1371600" y="1352550"/>
            <a:ext cx="5670589" cy="3003631"/>
            <a:chOff x="3060" y="2064"/>
            <a:chExt cx="5670" cy="2808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306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 flipV="1">
              <a:off x="348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390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390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432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432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474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474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V="1">
              <a:off x="516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516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558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558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600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600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642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642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 flipV="1">
              <a:off x="684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684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726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726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 flipV="1">
              <a:off x="768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768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8100" y="2064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8100" y="2376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3480" y="2064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3060" y="2688"/>
              <a:ext cx="52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3585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3585" y="3000"/>
              <a:ext cx="9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 flipV="1">
              <a:off x="4530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4530" y="2688"/>
              <a:ext cx="9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5"/>
            <p:cNvSpPr>
              <a:spLocks noChangeShapeType="1"/>
            </p:cNvSpPr>
            <p:nvPr/>
          </p:nvSpPr>
          <p:spPr bwMode="auto">
            <a:xfrm>
              <a:off x="5475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5475" y="3000"/>
              <a:ext cx="7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7"/>
            <p:cNvSpPr>
              <a:spLocks noChangeShapeType="1"/>
            </p:cNvSpPr>
            <p:nvPr/>
          </p:nvSpPr>
          <p:spPr bwMode="auto">
            <a:xfrm flipV="1">
              <a:off x="6210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6210" y="2688"/>
              <a:ext cx="3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>
              <a:off x="6525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6525" y="3000"/>
              <a:ext cx="9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 flipV="1">
              <a:off x="7470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>
              <a:off x="7470" y="2688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3"/>
            <p:cNvSpPr>
              <a:spLocks noChangeShapeType="1"/>
            </p:cNvSpPr>
            <p:nvPr/>
          </p:nvSpPr>
          <p:spPr bwMode="auto">
            <a:xfrm>
              <a:off x="7890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7890" y="3000"/>
              <a:ext cx="7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>
              <a:off x="3060" y="3624"/>
              <a:ext cx="147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 flipV="1">
              <a:off x="4530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>
              <a:off x="4530" y="3312"/>
              <a:ext cx="12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5790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49"/>
            <p:cNvSpPr>
              <a:spLocks noChangeShapeType="1"/>
            </p:cNvSpPr>
            <p:nvPr/>
          </p:nvSpPr>
          <p:spPr bwMode="auto">
            <a:xfrm>
              <a:off x="5790" y="3624"/>
              <a:ext cx="115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50"/>
            <p:cNvSpPr>
              <a:spLocks noChangeShapeType="1"/>
            </p:cNvSpPr>
            <p:nvPr/>
          </p:nvSpPr>
          <p:spPr bwMode="auto">
            <a:xfrm flipV="1">
              <a:off x="6945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51"/>
            <p:cNvSpPr>
              <a:spLocks noChangeShapeType="1"/>
            </p:cNvSpPr>
            <p:nvPr/>
          </p:nvSpPr>
          <p:spPr bwMode="auto">
            <a:xfrm>
              <a:off x="6945" y="3312"/>
              <a:ext cx="2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7155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3"/>
            <p:cNvSpPr>
              <a:spLocks noChangeShapeType="1"/>
            </p:cNvSpPr>
            <p:nvPr/>
          </p:nvSpPr>
          <p:spPr bwMode="auto">
            <a:xfrm>
              <a:off x="7155" y="3624"/>
              <a:ext cx="63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4"/>
            <p:cNvSpPr>
              <a:spLocks noChangeShapeType="1"/>
            </p:cNvSpPr>
            <p:nvPr/>
          </p:nvSpPr>
          <p:spPr bwMode="auto">
            <a:xfrm>
              <a:off x="7785" y="3312"/>
              <a:ext cx="21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7995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>
              <a:off x="7995" y="3624"/>
              <a:ext cx="73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57"/>
            <p:cNvSpPr>
              <a:spLocks noChangeShapeType="1"/>
            </p:cNvSpPr>
            <p:nvPr/>
          </p:nvSpPr>
          <p:spPr bwMode="auto">
            <a:xfrm flipV="1">
              <a:off x="6945" y="2064"/>
              <a:ext cx="0" cy="124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58"/>
            <p:cNvSpPr>
              <a:spLocks noChangeShapeType="1"/>
            </p:cNvSpPr>
            <p:nvPr/>
          </p:nvSpPr>
          <p:spPr bwMode="auto">
            <a:xfrm flipV="1">
              <a:off x="7155" y="2064"/>
              <a:ext cx="0" cy="124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9"/>
            <p:cNvSpPr>
              <a:spLocks noChangeShapeType="1"/>
            </p:cNvSpPr>
            <p:nvPr/>
          </p:nvSpPr>
          <p:spPr bwMode="auto">
            <a:xfrm flipV="1">
              <a:off x="7890" y="2064"/>
              <a:ext cx="0" cy="124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 flipV="1">
              <a:off x="7995" y="2064"/>
              <a:ext cx="0" cy="1248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61"/>
            <p:cNvSpPr>
              <a:spLocks noChangeShapeType="1"/>
            </p:cNvSpPr>
            <p:nvPr/>
          </p:nvSpPr>
          <p:spPr bwMode="auto">
            <a:xfrm>
              <a:off x="7785" y="3312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2"/>
            <p:cNvSpPr>
              <a:spLocks noChangeShapeType="1"/>
            </p:cNvSpPr>
            <p:nvPr/>
          </p:nvSpPr>
          <p:spPr bwMode="auto">
            <a:xfrm>
              <a:off x="7890" y="2688"/>
              <a:ext cx="0" cy="3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3"/>
            <p:cNvSpPr>
              <a:spLocks noChangeShapeType="1"/>
            </p:cNvSpPr>
            <p:nvPr/>
          </p:nvSpPr>
          <p:spPr bwMode="auto">
            <a:xfrm>
              <a:off x="3480" y="2376"/>
              <a:ext cx="0" cy="2496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 flipV="1">
              <a:off x="3585" y="2376"/>
              <a:ext cx="0" cy="312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5"/>
            <p:cNvSpPr>
              <a:spLocks noChangeShapeType="1"/>
            </p:cNvSpPr>
            <p:nvPr/>
          </p:nvSpPr>
          <p:spPr bwMode="auto">
            <a:xfrm>
              <a:off x="3060" y="4248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6"/>
            <p:cNvSpPr>
              <a:spLocks noChangeShapeType="1"/>
            </p:cNvSpPr>
            <p:nvPr/>
          </p:nvSpPr>
          <p:spPr bwMode="auto">
            <a:xfrm>
              <a:off x="3060" y="4872"/>
              <a:ext cx="4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7"/>
            <p:cNvSpPr>
              <a:spLocks noChangeShapeType="1"/>
            </p:cNvSpPr>
            <p:nvPr/>
          </p:nvSpPr>
          <p:spPr bwMode="auto">
            <a:xfrm>
              <a:off x="3554" y="4251"/>
              <a:ext cx="5100" cy="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3598" y="4866"/>
              <a:ext cx="5100" cy="0"/>
            </a:xfrm>
            <a:prstGeom prst="line">
              <a:avLst/>
            </a:prstGeom>
            <a:noFill/>
            <a:ln w="19050" cap="rnd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Text Box 69"/>
          <p:cNvSpPr txBox="1">
            <a:spLocks noChangeArrowheads="1"/>
          </p:cNvSpPr>
          <p:nvPr/>
        </p:nvSpPr>
        <p:spPr bwMode="auto">
          <a:xfrm>
            <a:off x="949364" y="1422845"/>
            <a:ext cx="674070" cy="60405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 dirty="0">
                <a:latin typeface="Times New Roman" pitchFamily="18" charset="0"/>
              </a:rPr>
              <a:t>CP</a:t>
            </a:r>
          </a:p>
        </p:txBody>
      </p:sp>
      <p:sp>
        <p:nvSpPr>
          <p:cNvPr id="5" name="Text Box 70"/>
          <p:cNvSpPr txBox="1">
            <a:spLocks noChangeArrowheads="1"/>
          </p:cNvSpPr>
          <p:nvPr/>
        </p:nvSpPr>
        <p:spPr bwMode="auto">
          <a:xfrm>
            <a:off x="1057567" y="1902452"/>
            <a:ext cx="434045" cy="62488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>
                <a:latin typeface="Times New Roman" pitchFamily="18" charset="0"/>
              </a:rPr>
              <a:t>J</a:t>
            </a:r>
          </a:p>
          <a:p>
            <a:endParaRPr lang="en-US" altLang="zh-CN" sz="1400" i="0">
              <a:latin typeface="Times New Roman" pitchFamily="18" charset="0"/>
            </a:endParaRPr>
          </a:p>
        </p:txBody>
      </p:sp>
      <p:sp>
        <p:nvSpPr>
          <p:cNvPr id="6" name="Text Box 71"/>
          <p:cNvSpPr txBox="1">
            <a:spLocks noChangeArrowheads="1"/>
          </p:cNvSpPr>
          <p:nvPr/>
        </p:nvSpPr>
        <p:spPr bwMode="auto">
          <a:xfrm>
            <a:off x="1025564" y="2718245"/>
            <a:ext cx="494051" cy="68737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>
                <a:latin typeface="Times New Roman" pitchFamily="18" charset="0"/>
              </a:rPr>
              <a:t>K</a:t>
            </a:r>
          </a:p>
        </p:txBody>
      </p:sp>
      <p:sp>
        <p:nvSpPr>
          <p:cNvPr id="7" name="Text Box 72"/>
          <p:cNvSpPr txBox="1">
            <a:spLocks noChangeArrowheads="1"/>
          </p:cNvSpPr>
          <p:nvPr/>
        </p:nvSpPr>
        <p:spPr bwMode="auto">
          <a:xfrm>
            <a:off x="873164" y="3251645"/>
            <a:ext cx="840087" cy="74986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i="0" dirty="0">
                <a:latin typeface="Times New Roman" pitchFamily="18" charset="0"/>
              </a:rPr>
              <a:t>Q</a:t>
            </a:r>
            <a:r>
              <a:rPr lang="zh-CN" altLang="en-US" i="0" baseline="-25000" dirty="0">
                <a:latin typeface="Times New Roman" pitchFamily="18" charset="0"/>
              </a:rPr>
              <a:t>主从</a:t>
            </a:r>
            <a:endParaRPr lang="zh-CN" altLang="en-US" i="0" dirty="0">
              <a:latin typeface="Times New Roman" pitchFamily="18" charset="0"/>
            </a:endParaRPr>
          </a:p>
        </p:txBody>
      </p:sp>
      <p:sp>
        <p:nvSpPr>
          <p:cNvPr id="8" name="Text Box 73"/>
          <p:cNvSpPr txBox="1">
            <a:spLocks noChangeArrowheads="1"/>
          </p:cNvSpPr>
          <p:nvPr/>
        </p:nvSpPr>
        <p:spPr bwMode="auto">
          <a:xfrm>
            <a:off x="873164" y="3937445"/>
            <a:ext cx="1064111" cy="64571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i="0">
                <a:latin typeface="Times New Roman" pitchFamily="18" charset="0"/>
              </a:rPr>
              <a:t>Q</a:t>
            </a:r>
            <a:r>
              <a:rPr lang="zh-CN" altLang="en-US" i="0" baseline="-25000">
                <a:latin typeface="Times New Roman" pitchFamily="18" charset="0"/>
              </a:rPr>
              <a:t>负边沿</a:t>
            </a:r>
            <a:endParaRPr lang="zh-CN" altLang="en-US" i="0">
              <a:latin typeface="Times New Roman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762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0AE8469-6A06-4E19-BA38-B0A329FF8A8F}"/>
              </a:ext>
            </a:extLst>
          </p:cNvPr>
          <p:cNvSpPr/>
          <p:nvPr/>
        </p:nvSpPr>
        <p:spPr>
          <a:xfrm>
            <a:off x="2812089" y="4552950"/>
            <a:ext cx="3020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习题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9"/>
          <p:cNvSpPr txBox="1">
            <a:spLocks noChangeArrowheads="1"/>
          </p:cNvSpPr>
          <p:nvPr/>
        </p:nvSpPr>
        <p:spPr bwMode="auto">
          <a:xfrm>
            <a:off x="949364" y="1087832"/>
            <a:ext cx="674070" cy="60405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 dirty="0">
                <a:latin typeface="Times New Roman" pitchFamily="18" charset="0"/>
              </a:rPr>
              <a:t>CP</a:t>
            </a:r>
          </a:p>
        </p:txBody>
      </p:sp>
      <p:sp>
        <p:nvSpPr>
          <p:cNvPr id="5" name="Text Box 70"/>
          <p:cNvSpPr txBox="1">
            <a:spLocks noChangeArrowheads="1"/>
          </p:cNvSpPr>
          <p:nvPr/>
        </p:nvSpPr>
        <p:spPr bwMode="auto">
          <a:xfrm>
            <a:off x="1057567" y="1567439"/>
            <a:ext cx="434045" cy="62488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>
                <a:latin typeface="Times New Roman" pitchFamily="18" charset="0"/>
              </a:rPr>
              <a:t>J</a:t>
            </a:r>
          </a:p>
          <a:p>
            <a:endParaRPr lang="en-US" altLang="zh-CN" sz="1400" i="0">
              <a:latin typeface="Times New Roman" pitchFamily="18" charset="0"/>
            </a:endParaRPr>
          </a:p>
        </p:txBody>
      </p:sp>
      <p:sp>
        <p:nvSpPr>
          <p:cNvPr id="6" name="Text Box 71"/>
          <p:cNvSpPr txBox="1">
            <a:spLocks noChangeArrowheads="1"/>
          </p:cNvSpPr>
          <p:nvPr/>
        </p:nvSpPr>
        <p:spPr bwMode="auto">
          <a:xfrm>
            <a:off x="1025564" y="2383232"/>
            <a:ext cx="494051" cy="68737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sz="1400" i="0">
                <a:latin typeface="Times New Roman" pitchFamily="18" charset="0"/>
              </a:rPr>
              <a:t>K</a:t>
            </a:r>
          </a:p>
        </p:txBody>
      </p:sp>
      <p:sp>
        <p:nvSpPr>
          <p:cNvPr id="7" name="Text Box 72"/>
          <p:cNvSpPr txBox="1">
            <a:spLocks noChangeArrowheads="1"/>
          </p:cNvSpPr>
          <p:nvPr/>
        </p:nvSpPr>
        <p:spPr bwMode="auto">
          <a:xfrm>
            <a:off x="873164" y="2916632"/>
            <a:ext cx="840087" cy="74986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i="0" dirty="0">
                <a:latin typeface="Times New Roman" pitchFamily="18" charset="0"/>
              </a:rPr>
              <a:t>Q</a:t>
            </a:r>
            <a:r>
              <a:rPr lang="zh-CN" altLang="en-US" i="0" baseline="-25000" dirty="0">
                <a:latin typeface="Times New Roman" pitchFamily="18" charset="0"/>
              </a:rPr>
              <a:t>主从</a:t>
            </a:r>
            <a:endParaRPr lang="zh-CN" altLang="en-US" i="0" dirty="0">
              <a:latin typeface="Times New Roman" pitchFamily="18" charset="0"/>
            </a:endParaRPr>
          </a:p>
        </p:txBody>
      </p:sp>
      <p:sp>
        <p:nvSpPr>
          <p:cNvPr id="8" name="Text Box 73"/>
          <p:cNvSpPr txBox="1">
            <a:spLocks noChangeArrowheads="1"/>
          </p:cNvSpPr>
          <p:nvPr/>
        </p:nvSpPr>
        <p:spPr bwMode="auto">
          <a:xfrm>
            <a:off x="873164" y="3602432"/>
            <a:ext cx="1064111" cy="64571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en-US" altLang="zh-CN" i="0">
                <a:latin typeface="Times New Roman" pitchFamily="18" charset="0"/>
              </a:rPr>
              <a:t>Q</a:t>
            </a:r>
            <a:r>
              <a:rPr lang="zh-CN" altLang="en-US" i="0" baseline="-25000">
                <a:latin typeface="Times New Roman" pitchFamily="18" charset="0"/>
              </a:rPr>
              <a:t>负边沿</a:t>
            </a:r>
            <a:endParaRPr lang="zh-CN" altLang="en-US" i="0">
              <a:latin typeface="Times New Roman" pitchFamily="18" charset="0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0" y="0"/>
            <a:ext cx="34996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：锁存器和触发器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>
            <a:off x="762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习题：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75" name="Group 3"/>
          <p:cNvGrpSpPr>
            <a:grpSpLocks/>
          </p:cNvGrpSpPr>
          <p:nvPr/>
        </p:nvGrpSpPr>
        <p:grpSpPr bwMode="auto">
          <a:xfrm>
            <a:off x="1447800" y="1047750"/>
            <a:ext cx="6167104" cy="3812283"/>
            <a:chOff x="3060" y="9864"/>
            <a:chExt cx="5774" cy="2541"/>
          </a:xfrm>
        </p:grpSpPr>
        <p:grpSp>
          <p:nvGrpSpPr>
            <p:cNvPr id="76" name="Group 4"/>
            <p:cNvGrpSpPr>
              <a:grpSpLocks/>
            </p:cNvGrpSpPr>
            <p:nvPr/>
          </p:nvGrpSpPr>
          <p:grpSpPr bwMode="auto">
            <a:xfrm>
              <a:off x="3060" y="9864"/>
              <a:ext cx="5670" cy="2175"/>
              <a:chOff x="3060" y="9864"/>
              <a:chExt cx="5670" cy="3120"/>
            </a:xfrm>
          </p:grpSpPr>
          <p:sp>
            <p:nvSpPr>
              <p:cNvPr id="83" name="Line 5"/>
              <p:cNvSpPr>
                <a:spLocks noChangeShapeType="1"/>
              </p:cNvSpPr>
              <p:nvPr/>
            </p:nvSpPr>
            <p:spPr bwMode="auto">
              <a:xfrm>
                <a:off x="306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Line 6"/>
              <p:cNvSpPr>
                <a:spLocks noChangeShapeType="1"/>
              </p:cNvSpPr>
              <p:nvPr/>
            </p:nvSpPr>
            <p:spPr bwMode="auto">
              <a:xfrm flipV="1">
                <a:off x="348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Line 7"/>
              <p:cNvSpPr>
                <a:spLocks noChangeShapeType="1"/>
              </p:cNvSpPr>
              <p:nvPr/>
            </p:nvSpPr>
            <p:spPr bwMode="auto">
              <a:xfrm>
                <a:off x="390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" name="Line 8"/>
              <p:cNvSpPr>
                <a:spLocks noChangeShapeType="1"/>
              </p:cNvSpPr>
              <p:nvPr/>
            </p:nvSpPr>
            <p:spPr bwMode="auto">
              <a:xfrm>
                <a:off x="390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" name="Line 9"/>
              <p:cNvSpPr>
                <a:spLocks noChangeShapeType="1"/>
              </p:cNvSpPr>
              <p:nvPr/>
            </p:nvSpPr>
            <p:spPr bwMode="auto">
              <a:xfrm flipV="1">
                <a:off x="432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10"/>
              <p:cNvSpPr>
                <a:spLocks noChangeShapeType="1"/>
              </p:cNvSpPr>
              <p:nvPr/>
            </p:nvSpPr>
            <p:spPr bwMode="auto">
              <a:xfrm>
                <a:off x="432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11"/>
              <p:cNvSpPr>
                <a:spLocks noChangeShapeType="1"/>
              </p:cNvSpPr>
              <p:nvPr/>
            </p:nvSpPr>
            <p:spPr bwMode="auto">
              <a:xfrm>
                <a:off x="474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Line 12"/>
              <p:cNvSpPr>
                <a:spLocks noChangeShapeType="1"/>
              </p:cNvSpPr>
              <p:nvPr/>
            </p:nvSpPr>
            <p:spPr bwMode="auto">
              <a:xfrm>
                <a:off x="474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13"/>
              <p:cNvSpPr>
                <a:spLocks noChangeShapeType="1"/>
              </p:cNvSpPr>
              <p:nvPr/>
            </p:nvSpPr>
            <p:spPr bwMode="auto">
              <a:xfrm flipV="1">
                <a:off x="516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14"/>
              <p:cNvSpPr>
                <a:spLocks noChangeShapeType="1"/>
              </p:cNvSpPr>
              <p:nvPr/>
            </p:nvSpPr>
            <p:spPr bwMode="auto">
              <a:xfrm>
                <a:off x="516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15"/>
              <p:cNvSpPr>
                <a:spLocks noChangeShapeType="1"/>
              </p:cNvSpPr>
              <p:nvPr/>
            </p:nvSpPr>
            <p:spPr bwMode="auto">
              <a:xfrm>
                <a:off x="558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16"/>
              <p:cNvSpPr>
                <a:spLocks noChangeShapeType="1"/>
              </p:cNvSpPr>
              <p:nvPr/>
            </p:nvSpPr>
            <p:spPr bwMode="auto">
              <a:xfrm>
                <a:off x="558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17"/>
              <p:cNvSpPr>
                <a:spLocks noChangeShapeType="1"/>
              </p:cNvSpPr>
              <p:nvPr/>
            </p:nvSpPr>
            <p:spPr bwMode="auto">
              <a:xfrm flipV="1">
                <a:off x="600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18"/>
              <p:cNvSpPr>
                <a:spLocks noChangeShapeType="1"/>
              </p:cNvSpPr>
              <p:nvPr/>
            </p:nvSpPr>
            <p:spPr bwMode="auto">
              <a:xfrm>
                <a:off x="600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19"/>
              <p:cNvSpPr>
                <a:spLocks noChangeShapeType="1"/>
              </p:cNvSpPr>
              <p:nvPr/>
            </p:nvSpPr>
            <p:spPr bwMode="auto">
              <a:xfrm>
                <a:off x="642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20"/>
              <p:cNvSpPr>
                <a:spLocks noChangeShapeType="1"/>
              </p:cNvSpPr>
              <p:nvPr/>
            </p:nvSpPr>
            <p:spPr bwMode="auto">
              <a:xfrm>
                <a:off x="642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21"/>
              <p:cNvSpPr>
                <a:spLocks noChangeShapeType="1"/>
              </p:cNvSpPr>
              <p:nvPr/>
            </p:nvSpPr>
            <p:spPr bwMode="auto">
              <a:xfrm flipV="1">
                <a:off x="684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22"/>
              <p:cNvSpPr>
                <a:spLocks noChangeShapeType="1"/>
              </p:cNvSpPr>
              <p:nvPr/>
            </p:nvSpPr>
            <p:spPr bwMode="auto">
              <a:xfrm>
                <a:off x="684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23"/>
              <p:cNvSpPr>
                <a:spLocks noChangeShapeType="1"/>
              </p:cNvSpPr>
              <p:nvPr/>
            </p:nvSpPr>
            <p:spPr bwMode="auto">
              <a:xfrm>
                <a:off x="726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24"/>
              <p:cNvSpPr>
                <a:spLocks noChangeShapeType="1"/>
              </p:cNvSpPr>
              <p:nvPr/>
            </p:nvSpPr>
            <p:spPr bwMode="auto">
              <a:xfrm>
                <a:off x="726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25"/>
              <p:cNvSpPr>
                <a:spLocks noChangeShapeType="1"/>
              </p:cNvSpPr>
              <p:nvPr/>
            </p:nvSpPr>
            <p:spPr bwMode="auto">
              <a:xfrm flipV="1">
                <a:off x="768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26"/>
              <p:cNvSpPr>
                <a:spLocks noChangeShapeType="1"/>
              </p:cNvSpPr>
              <p:nvPr/>
            </p:nvSpPr>
            <p:spPr bwMode="auto">
              <a:xfrm>
                <a:off x="768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27"/>
              <p:cNvSpPr>
                <a:spLocks noChangeShapeType="1"/>
              </p:cNvSpPr>
              <p:nvPr/>
            </p:nvSpPr>
            <p:spPr bwMode="auto">
              <a:xfrm>
                <a:off x="8100" y="9864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28"/>
              <p:cNvSpPr>
                <a:spLocks noChangeShapeType="1"/>
              </p:cNvSpPr>
              <p:nvPr/>
            </p:nvSpPr>
            <p:spPr bwMode="auto">
              <a:xfrm>
                <a:off x="8100" y="10176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29"/>
              <p:cNvSpPr>
                <a:spLocks noChangeShapeType="1"/>
              </p:cNvSpPr>
              <p:nvPr/>
            </p:nvSpPr>
            <p:spPr bwMode="auto">
              <a:xfrm>
                <a:off x="3480" y="9864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30"/>
              <p:cNvSpPr>
                <a:spLocks noChangeShapeType="1"/>
              </p:cNvSpPr>
              <p:nvPr/>
            </p:nvSpPr>
            <p:spPr bwMode="auto">
              <a:xfrm>
                <a:off x="3060" y="10488"/>
                <a:ext cx="52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31"/>
              <p:cNvSpPr>
                <a:spLocks noChangeShapeType="1"/>
              </p:cNvSpPr>
              <p:nvPr/>
            </p:nvSpPr>
            <p:spPr bwMode="auto">
              <a:xfrm>
                <a:off x="3585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32"/>
              <p:cNvSpPr>
                <a:spLocks noChangeShapeType="1"/>
              </p:cNvSpPr>
              <p:nvPr/>
            </p:nvSpPr>
            <p:spPr bwMode="auto">
              <a:xfrm>
                <a:off x="3585" y="10800"/>
                <a:ext cx="94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33"/>
              <p:cNvSpPr>
                <a:spLocks noChangeShapeType="1"/>
              </p:cNvSpPr>
              <p:nvPr/>
            </p:nvSpPr>
            <p:spPr bwMode="auto">
              <a:xfrm flipV="1">
                <a:off x="4530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34"/>
              <p:cNvSpPr>
                <a:spLocks noChangeShapeType="1"/>
              </p:cNvSpPr>
              <p:nvPr/>
            </p:nvSpPr>
            <p:spPr bwMode="auto">
              <a:xfrm>
                <a:off x="4530" y="10488"/>
                <a:ext cx="94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35"/>
              <p:cNvSpPr>
                <a:spLocks noChangeShapeType="1"/>
              </p:cNvSpPr>
              <p:nvPr/>
            </p:nvSpPr>
            <p:spPr bwMode="auto">
              <a:xfrm>
                <a:off x="5475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36"/>
              <p:cNvSpPr>
                <a:spLocks noChangeShapeType="1"/>
              </p:cNvSpPr>
              <p:nvPr/>
            </p:nvSpPr>
            <p:spPr bwMode="auto">
              <a:xfrm>
                <a:off x="5475" y="10800"/>
                <a:ext cx="7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37"/>
              <p:cNvSpPr>
                <a:spLocks noChangeShapeType="1"/>
              </p:cNvSpPr>
              <p:nvPr/>
            </p:nvSpPr>
            <p:spPr bwMode="auto">
              <a:xfrm flipV="1">
                <a:off x="6210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38"/>
              <p:cNvSpPr>
                <a:spLocks noChangeShapeType="1"/>
              </p:cNvSpPr>
              <p:nvPr/>
            </p:nvSpPr>
            <p:spPr bwMode="auto">
              <a:xfrm>
                <a:off x="6210" y="10488"/>
                <a:ext cx="31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39"/>
              <p:cNvSpPr>
                <a:spLocks noChangeShapeType="1"/>
              </p:cNvSpPr>
              <p:nvPr/>
            </p:nvSpPr>
            <p:spPr bwMode="auto">
              <a:xfrm>
                <a:off x="6525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40"/>
              <p:cNvSpPr>
                <a:spLocks noChangeShapeType="1"/>
              </p:cNvSpPr>
              <p:nvPr/>
            </p:nvSpPr>
            <p:spPr bwMode="auto">
              <a:xfrm>
                <a:off x="6525" y="10800"/>
                <a:ext cx="94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41"/>
              <p:cNvSpPr>
                <a:spLocks noChangeShapeType="1"/>
              </p:cNvSpPr>
              <p:nvPr/>
            </p:nvSpPr>
            <p:spPr bwMode="auto">
              <a:xfrm flipV="1">
                <a:off x="7470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42"/>
              <p:cNvSpPr>
                <a:spLocks noChangeShapeType="1"/>
              </p:cNvSpPr>
              <p:nvPr/>
            </p:nvSpPr>
            <p:spPr bwMode="auto">
              <a:xfrm>
                <a:off x="7470" y="10488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43"/>
              <p:cNvSpPr>
                <a:spLocks noChangeShapeType="1"/>
              </p:cNvSpPr>
              <p:nvPr/>
            </p:nvSpPr>
            <p:spPr bwMode="auto">
              <a:xfrm>
                <a:off x="7890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44"/>
              <p:cNvSpPr>
                <a:spLocks noChangeShapeType="1"/>
              </p:cNvSpPr>
              <p:nvPr/>
            </p:nvSpPr>
            <p:spPr bwMode="auto">
              <a:xfrm>
                <a:off x="7890" y="10800"/>
                <a:ext cx="7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45"/>
              <p:cNvSpPr>
                <a:spLocks noChangeShapeType="1"/>
              </p:cNvSpPr>
              <p:nvPr/>
            </p:nvSpPr>
            <p:spPr bwMode="auto">
              <a:xfrm>
                <a:off x="3060" y="11424"/>
                <a:ext cx="147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46"/>
              <p:cNvSpPr>
                <a:spLocks noChangeShapeType="1"/>
              </p:cNvSpPr>
              <p:nvPr/>
            </p:nvSpPr>
            <p:spPr bwMode="auto">
              <a:xfrm flipV="1">
                <a:off x="4530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47"/>
              <p:cNvSpPr>
                <a:spLocks noChangeShapeType="1"/>
              </p:cNvSpPr>
              <p:nvPr/>
            </p:nvSpPr>
            <p:spPr bwMode="auto">
              <a:xfrm>
                <a:off x="4530" y="11112"/>
                <a:ext cx="12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48"/>
              <p:cNvSpPr>
                <a:spLocks noChangeShapeType="1"/>
              </p:cNvSpPr>
              <p:nvPr/>
            </p:nvSpPr>
            <p:spPr bwMode="auto">
              <a:xfrm>
                <a:off x="5790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49"/>
              <p:cNvSpPr>
                <a:spLocks noChangeShapeType="1"/>
              </p:cNvSpPr>
              <p:nvPr/>
            </p:nvSpPr>
            <p:spPr bwMode="auto">
              <a:xfrm>
                <a:off x="5790" y="11424"/>
                <a:ext cx="115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50"/>
              <p:cNvSpPr>
                <a:spLocks noChangeShapeType="1"/>
              </p:cNvSpPr>
              <p:nvPr/>
            </p:nvSpPr>
            <p:spPr bwMode="auto">
              <a:xfrm flipV="1">
                <a:off x="6945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51"/>
              <p:cNvSpPr>
                <a:spLocks noChangeShapeType="1"/>
              </p:cNvSpPr>
              <p:nvPr/>
            </p:nvSpPr>
            <p:spPr bwMode="auto">
              <a:xfrm>
                <a:off x="6945" y="11112"/>
                <a:ext cx="21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Line 52"/>
              <p:cNvSpPr>
                <a:spLocks noChangeShapeType="1"/>
              </p:cNvSpPr>
              <p:nvPr/>
            </p:nvSpPr>
            <p:spPr bwMode="auto">
              <a:xfrm>
                <a:off x="7155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Line 53"/>
              <p:cNvSpPr>
                <a:spLocks noChangeShapeType="1"/>
              </p:cNvSpPr>
              <p:nvPr/>
            </p:nvSpPr>
            <p:spPr bwMode="auto">
              <a:xfrm>
                <a:off x="7155" y="11424"/>
                <a:ext cx="63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Line 54"/>
              <p:cNvSpPr>
                <a:spLocks noChangeShapeType="1"/>
              </p:cNvSpPr>
              <p:nvPr/>
            </p:nvSpPr>
            <p:spPr bwMode="auto">
              <a:xfrm>
                <a:off x="7785" y="11112"/>
                <a:ext cx="21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Line 55"/>
              <p:cNvSpPr>
                <a:spLocks noChangeShapeType="1"/>
              </p:cNvSpPr>
              <p:nvPr/>
            </p:nvSpPr>
            <p:spPr bwMode="auto">
              <a:xfrm>
                <a:off x="7995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Line 56"/>
              <p:cNvSpPr>
                <a:spLocks noChangeShapeType="1"/>
              </p:cNvSpPr>
              <p:nvPr/>
            </p:nvSpPr>
            <p:spPr bwMode="auto">
              <a:xfrm>
                <a:off x="7995" y="11424"/>
                <a:ext cx="7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Line 57"/>
              <p:cNvSpPr>
                <a:spLocks noChangeShapeType="1"/>
              </p:cNvSpPr>
              <p:nvPr/>
            </p:nvSpPr>
            <p:spPr bwMode="auto">
              <a:xfrm flipV="1">
                <a:off x="6945" y="9864"/>
                <a:ext cx="0" cy="3120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Line 58"/>
              <p:cNvSpPr>
                <a:spLocks noChangeShapeType="1"/>
              </p:cNvSpPr>
              <p:nvPr/>
            </p:nvSpPr>
            <p:spPr bwMode="auto">
              <a:xfrm flipV="1">
                <a:off x="7155" y="9864"/>
                <a:ext cx="0" cy="124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Line 59"/>
              <p:cNvSpPr>
                <a:spLocks noChangeShapeType="1"/>
              </p:cNvSpPr>
              <p:nvPr/>
            </p:nvSpPr>
            <p:spPr bwMode="auto">
              <a:xfrm flipV="1">
                <a:off x="7890" y="9864"/>
                <a:ext cx="0" cy="3120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Line 60"/>
              <p:cNvSpPr>
                <a:spLocks noChangeShapeType="1"/>
              </p:cNvSpPr>
              <p:nvPr/>
            </p:nvSpPr>
            <p:spPr bwMode="auto">
              <a:xfrm flipV="1">
                <a:off x="7995" y="9864"/>
                <a:ext cx="0" cy="3120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Line 61"/>
              <p:cNvSpPr>
                <a:spLocks noChangeShapeType="1"/>
              </p:cNvSpPr>
              <p:nvPr/>
            </p:nvSpPr>
            <p:spPr bwMode="auto">
              <a:xfrm>
                <a:off x="7785" y="11112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Line 62"/>
              <p:cNvSpPr>
                <a:spLocks noChangeShapeType="1"/>
              </p:cNvSpPr>
              <p:nvPr/>
            </p:nvSpPr>
            <p:spPr bwMode="auto">
              <a:xfrm>
                <a:off x="7890" y="10488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Line 63"/>
              <p:cNvSpPr>
                <a:spLocks noChangeShapeType="1"/>
              </p:cNvSpPr>
              <p:nvPr/>
            </p:nvSpPr>
            <p:spPr bwMode="auto">
              <a:xfrm>
                <a:off x="348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Line 64"/>
              <p:cNvSpPr>
                <a:spLocks noChangeShapeType="1"/>
              </p:cNvSpPr>
              <p:nvPr/>
            </p:nvSpPr>
            <p:spPr bwMode="auto">
              <a:xfrm flipV="1">
                <a:off x="3585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Line 65"/>
              <p:cNvSpPr>
                <a:spLocks noChangeShapeType="1"/>
              </p:cNvSpPr>
              <p:nvPr/>
            </p:nvSpPr>
            <p:spPr bwMode="auto">
              <a:xfrm>
                <a:off x="3060" y="12048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Line 66"/>
              <p:cNvSpPr>
                <a:spLocks noChangeShapeType="1"/>
              </p:cNvSpPr>
              <p:nvPr/>
            </p:nvSpPr>
            <p:spPr bwMode="auto">
              <a:xfrm>
                <a:off x="3060" y="12672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Line 67"/>
              <p:cNvSpPr>
                <a:spLocks noChangeShapeType="1"/>
              </p:cNvSpPr>
              <p:nvPr/>
            </p:nvSpPr>
            <p:spPr bwMode="auto">
              <a:xfrm>
                <a:off x="810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Line 68"/>
              <p:cNvSpPr>
                <a:spLocks noChangeShapeType="1"/>
              </p:cNvSpPr>
              <p:nvPr/>
            </p:nvSpPr>
            <p:spPr bwMode="auto">
              <a:xfrm>
                <a:off x="390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" name="Line 69"/>
              <p:cNvSpPr>
                <a:spLocks noChangeShapeType="1"/>
              </p:cNvSpPr>
              <p:nvPr/>
            </p:nvSpPr>
            <p:spPr bwMode="auto">
              <a:xfrm>
                <a:off x="453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Line 70"/>
              <p:cNvSpPr>
                <a:spLocks noChangeShapeType="1"/>
              </p:cNvSpPr>
              <p:nvPr/>
            </p:nvSpPr>
            <p:spPr bwMode="auto">
              <a:xfrm>
                <a:off x="5475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Line 71"/>
              <p:cNvSpPr>
                <a:spLocks noChangeShapeType="1"/>
              </p:cNvSpPr>
              <p:nvPr/>
            </p:nvSpPr>
            <p:spPr bwMode="auto">
              <a:xfrm>
                <a:off x="621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Line 72"/>
              <p:cNvSpPr>
                <a:spLocks noChangeShapeType="1"/>
              </p:cNvSpPr>
              <p:nvPr/>
            </p:nvSpPr>
            <p:spPr bwMode="auto">
              <a:xfrm>
                <a:off x="474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Line 73"/>
              <p:cNvSpPr>
                <a:spLocks noChangeShapeType="1"/>
              </p:cNvSpPr>
              <p:nvPr/>
            </p:nvSpPr>
            <p:spPr bwMode="auto">
              <a:xfrm>
                <a:off x="558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Line 74"/>
              <p:cNvSpPr>
                <a:spLocks noChangeShapeType="1"/>
              </p:cNvSpPr>
              <p:nvPr/>
            </p:nvSpPr>
            <p:spPr bwMode="auto">
              <a:xfrm>
                <a:off x="642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Line 75"/>
              <p:cNvSpPr>
                <a:spLocks noChangeShapeType="1"/>
              </p:cNvSpPr>
              <p:nvPr/>
            </p:nvSpPr>
            <p:spPr bwMode="auto">
              <a:xfrm>
                <a:off x="7260" y="10176"/>
                <a:ext cx="0" cy="2808"/>
              </a:xfrm>
              <a:prstGeom prst="line">
                <a:avLst/>
              </a:prstGeom>
              <a:noFill/>
              <a:ln w="1905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Line 76"/>
              <p:cNvSpPr>
                <a:spLocks noChangeShapeType="1"/>
              </p:cNvSpPr>
              <p:nvPr/>
            </p:nvSpPr>
            <p:spPr bwMode="auto">
              <a:xfrm>
                <a:off x="3480" y="12048"/>
                <a:ext cx="42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Line 77"/>
              <p:cNvSpPr>
                <a:spLocks noChangeShapeType="1"/>
              </p:cNvSpPr>
              <p:nvPr/>
            </p:nvSpPr>
            <p:spPr bwMode="auto">
              <a:xfrm flipV="1">
                <a:off x="3900" y="11736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Line 78"/>
              <p:cNvSpPr>
                <a:spLocks noChangeShapeType="1"/>
              </p:cNvSpPr>
              <p:nvPr/>
            </p:nvSpPr>
            <p:spPr bwMode="auto">
              <a:xfrm>
                <a:off x="3900" y="11736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Line 79"/>
              <p:cNvSpPr>
                <a:spLocks noChangeShapeType="1"/>
              </p:cNvSpPr>
              <p:nvPr/>
            </p:nvSpPr>
            <p:spPr bwMode="auto">
              <a:xfrm>
                <a:off x="4740" y="11736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Line 80"/>
              <p:cNvSpPr>
                <a:spLocks noChangeShapeType="1"/>
              </p:cNvSpPr>
              <p:nvPr/>
            </p:nvSpPr>
            <p:spPr bwMode="auto">
              <a:xfrm>
                <a:off x="4740" y="12048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Line 81"/>
              <p:cNvSpPr>
                <a:spLocks noChangeShapeType="1"/>
              </p:cNvSpPr>
              <p:nvPr/>
            </p:nvSpPr>
            <p:spPr bwMode="auto">
              <a:xfrm flipV="1">
                <a:off x="5580" y="11736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Line 82"/>
              <p:cNvSpPr>
                <a:spLocks noChangeShapeType="1"/>
              </p:cNvSpPr>
              <p:nvPr/>
            </p:nvSpPr>
            <p:spPr bwMode="auto">
              <a:xfrm>
                <a:off x="5580" y="11736"/>
                <a:ext cx="168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Line 83"/>
              <p:cNvSpPr>
                <a:spLocks noChangeShapeType="1"/>
              </p:cNvSpPr>
              <p:nvPr/>
            </p:nvSpPr>
            <p:spPr bwMode="auto">
              <a:xfrm>
                <a:off x="7260" y="11736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Line 84"/>
              <p:cNvSpPr>
                <a:spLocks noChangeShapeType="1"/>
              </p:cNvSpPr>
              <p:nvPr/>
            </p:nvSpPr>
            <p:spPr bwMode="auto">
              <a:xfrm>
                <a:off x="7260" y="12048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Line 85"/>
              <p:cNvSpPr>
                <a:spLocks noChangeShapeType="1"/>
              </p:cNvSpPr>
              <p:nvPr/>
            </p:nvSpPr>
            <p:spPr bwMode="auto">
              <a:xfrm flipV="1">
                <a:off x="8100" y="11736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Line 86"/>
              <p:cNvSpPr>
                <a:spLocks noChangeShapeType="1"/>
              </p:cNvSpPr>
              <p:nvPr/>
            </p:nvSpPr>
            <p:spPr bwMode="auto">
              <a:xfrm>
                <a:off x="8100" y="11736"/>
                <a:ext cx="52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Line 87"/>
              <p:cNvSpPr>
                <a:spLocks noChangeShapeType="1"/>
              </p:cNvSpPr>
              <p:nvPr/>
            </p:nvSpPr>
            <p:spPr bwMode="auto">
              <a:xfrm>
                <a:off x="3480" y="12672"/>
                <a:ext cx="126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Line 88"/>
              <p:cNvSpPr>
                <a:spLocks noChangeShapeType="1"/>
              </p:cNvSpPr>
              <p:nvPr/>
            </p:nvSpPr>
            <p:spPr bwMode="auto">
              <a:xfrm flipV="1">
                <a:off x="4740" y="12360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Line 89"/>
              <p:cNvSpPr>
                <a:spLocks noChangeShapeType="1"/>
              </p:cNvSpPr>
              <p:nvPr/>
            </p:nvSpPr>
            <p:spPr bwMode="auto">
              <a:xfrm>
                <a:off x="4740" y="12360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Line 90"/>
              <p:cNvSpPr>
                <a:spLocks noChangeShapeType="1"/>
              </p:cNvSpPr>
              <p:nvPr/>
            </p:nvSpPr>
            <p:spPr bwMode="auto">
              <a:xfrm>
                <a:off x="5580" y="12360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Line 91"/>
              <p:cNvSpPr>
                <a:spLocks noChangeShapeType="1"/>
              </p:cNvSpPr>
              <p:nvPr/>
            </p:nvSpPr>
            <p:spPr bwMode="auto">
              <a:xfrm>
                <a:off x="5580" y="12672"/>
                <a:ext cx="8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Line 92"/>
              <p:cNvSpPr>
                <a:spLocks noChangeShapeType="1"/>
              </p:cNvSpPr>
              <p:nvPr/>
            </p:nvSpPr>
            <p:spPr bwMode="auto">
              <a:xfrm flipV="1">
                <a:off x="6420" y="12360"/>
                <a:ext cx="0" cy="3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Line 93"/>
              <p:cNvSpPr>
                <a:spLocks noChangeShapeType="1"/>
              </p:cNvSpPr>
              <p:nvPr/>
            </p:nvSpPr>
            <p:spPr bwMode="auto">
              <a:xfrm>
                <a:off x="6420" y="12360"/>
                <a:ext cx="220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2" name="Text Box 99"/>
            <p:cNvSpPr txBox="1">
              <a:spLocks noChangeArrowheads="1"/>
            </p:cNvSpPr>
            <p:nvPr/>
          </p:nvSpPr>
          <p:spPr bwMode="auto">
            <a:xfrm>
              <a:off x="3434" y="11955"/>
              <a:ext cx="5400" cy="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/>
            <a:lstStyle/>
            <a:p>
              <a:pPr algn="just"/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0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1     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2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3      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4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5    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6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7   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8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9       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10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11</a:t>
              </a:r>
              <a:r>
                <a:rPr lang="en-US" altLang="zh-CN" sz="1000" i="0" dirty="0">
                  <a:latin typeface="Times New Roman" pitchFamily="18" charset="0"/>
                </a:rPr>
                <a:t>t</a:t>
              </a:r>
              <a:r>
                <a:rPr lang="en-US" altLang="zh-CN" sz="1000" i="0" baseline="-25000" dirty="0">
                  <a:latin typeface="Times New Roman" pitchFamily="18" charset="0"/>
                </a:rPr>
                <a:t>12</a:t>
              </a:r>
              <a:endParaRPr lang="en-US" altLang="zh-CN" i="0" dirty="0">
                <a:latin typeface="Times New Roman" pitchFamily="18" charset="0"/>
              </a:endParaRPr>
            </a:p>
          </p:txBody>
        </p:sp>
      </p:grpSp>
      <p:sp>
        <p:nvSpPr>
          <p:cNvPr id="172" name="矩形 171">
            <a:extLst>
              <a:ext uri="{FF2B5EF4-FFF2-40B4-BE49-F238E27FC236}">
                <a16:creationId xmlns:a16="http://schemas.microsoft.com/office/drawing/2014/main" id="{7F4EB855-7FE3-41EA-BAE3-2D22D84570EB}"/>
              </a:ext>
            </a:extLst>
          </p:cNvPr>
          <p:cNvSpPr/>
          <p:nvPr/>
        </p:nvSpPr>
        <p:spPr>
          <a:xfrm>
            <a:off x="3017880" y="4563351"/>
            <a:ext cx="30203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21  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习题</a:t>
            </a:r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7011</TotalTime>
  <Words>965</Words>
  <Application>Microsoft Office PowerPoint</Application>
  <PresentationFormat>全屏显示(16:9)</PresentationFormat>
  <Paragraphs>450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797</cp:revision>
  <cp:lastPrinted>2113-01-01T00:00:00Z</cp:lastPrinted>
  <dcterms:created xsi:type="dcterms:W3CDTF">2113-01-01T00:00:00Z</dcterms:created>
  <dcterms:modified xsi:type="dcterms:W3CDTF">2021-07-20T01:02:42Z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