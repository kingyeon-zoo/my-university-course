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309" r:id="rId2"/>
    <p:sldId id="458" r:id="rId3"/>
    <p:sldId id="459" r:id="rId4"/>
    <p:sldId id="460" r:id="rId5"/>
    <p:sldId id="461" r:id="rId6"/>
    <p:sldId id="440" r:id="rId7"/>
    <p:sldId id="441" r:id="rId8"/>
    <p:sldId id="442" r:id="rId9"/>
    <p:sldId id="443" r:id="rId10"/>
    <p:sldId id="444" r:id="rId11"/>
    <p:sldId id="445" r:id="rId12"/>
    <p:sldId id="446" r:id="rId13"/>
    <p:sldId id="447" r:id="rId14"/>
    <p:sldId id="448" r:id="rId15"/>
    <p:sldId id="462" r:id="rId16"/>
    <p:sldId id="450" r:id="rId17"/>
    <p:sldId id="467" r:id="rId18"/>
    <p:sldId id="452" r:id="rId19"/>
    <p:sldId id="464" r:id="rId20"/>
    <p:sldId id="454" r:id="rId21"/>
    <p:sldId id="465" r:id="rId22"/>
    <p:sldId id="456" r:id="rId23"/>
    <p:sldId id="466" r:id="rId24"/>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4BA"/>
    <a:srgbClr val="6600CC"/>
    <a:srgbClr val="00FFFF"/>
    <a:srgbClr val="2D1341"/>
    <a:srgbClr val="3333CC"/>
    <a:srgbClr val="2D2D8A"/>
    <a:srgbClr val="00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20" autoAdjust="0"/>
    <p:restoredTop sz="98916" autoAdjust="0"/>
  </p:normalViewPr>
  <p:slideViewPr>
    <p:cSldViewPr>
      <p:cViewPr varScale="1">
        <p:scale>
          <a:sx n="69" d="100"/>
          <a:sy n="69" d="100"/>
        </p:scale>
        <p:origin x="-90" y="-1242"/>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E68FF4-A610-4CCF-A92A-54B8EBE33021}" type="datetimeFigureOut">
              <a:rPr lang="zh-CN" altLang="en-US" smtClean="0"/>
              <a:pPr/>
              <a:t>2021/3/25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D48513-AA6D-4F8A-B41C-3BE1F5014A0C}" type="slidenum">
              <a:rPr lang="zh-CN" altLang="en-US" smtClean="0"/>
              <a:pPr/>
              <a:t>‹#›</a:t>
            </a:fld>
            <a:endParaRPr lang="zh-CN" altLang="en-US"/>
          </a:p>
        </p:txBody>
      </p:sp>
    </p:spTree>
    <p:extLst>
      <p:ext uri="{BB962C8B-B14F-4D97-AF65-F5344CB8AC3E}">
        <p14:creationId xmlns:p14="http://schemas.microsoft.com/office/powerpoint/2010/main" xmlns="" val="1329616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ea typeface="微软雅黑" panose="020B0503020204020204"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5"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9E5F32BA-079D-492C-A71C-25B1AC211EF7}" type="slidenum">
              <a:rPr lang="en-US" altLang="zh-CN" smtClean="0"/>
              <a:pPr>
                <a:defRPr/>
              </a:pPr>
              <a:t>‹#›</a:t>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5"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4101730A-013B-4CB4-BA74-6B5A2DA383AB}" type="slidenum">
              <a:rPr lang="en-US" altLang="zh-CN" smtClean="0"/>
              <a:pPr>
                <a:defRPr/>
              </a:pPr>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ea typeface="微软雅黑" panose="020B0503020204020204" pitchFamily="34"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5"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7D708CB0-180E-480A-B5E9-304EDB71A67E}" type="slidenum">
              <a:rPr lang="en-US" altLang="zh-CN" smtClean="0"/>
              <a:pPr>
                <a:defRPr/>
              </a:pPr>
              <a:t>‹#›</a:t>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7"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BF519ABF-577E-4AA5-A198-446EB7789424}" type="slidenum">
              <a:rPr lang="en-US" altLang="zh-CN" smtClean="0"/>
              <a:pPr>
                <a:defRPr/>
              </a:pPr>
              <a:t>‹#›</a:t>
            </a:fld>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8" y="1151335"/>
            <a:ext cx="4041775" cy="479822"/>
          </a:xfrm>
          <a:prstGeom prst="rect">
            <a:avLst/>
          </a:prstGeo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8"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9"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D35A92FF-C25D-44F5-BA10-134AA412F22C}" type="slidenum">
              <a:rPr lang="en-US" altLang="zh-CN" smtClean="0"/>
              <a:pPr>
                <a:defRPr/>
              </a:pPr>
              <a:t>‹#›</a:t>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3"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4"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CC5F3488-9DEE-45BA-87B6-C85FA6C76AB1}" type="slidenum">
              <a:rPr lang="en-US" altLang="zh-CN" smtClean="0"/>
              <a:pPr>
                <a:defRPr/>
              </a:pPr>
              <a:t>‹#›</a:t>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ea typeface="微软雅黑" panose="020B0503020204020204" pitchFamily="34" charset="-122"/>
              </a:defRPr>
            </a:lvl1pPr>
            <a:lvl2pPr>
              <a:defRPr sz="2800">
                <a:ea typeface="微软雅黑" panose="020B0503020204020204" pitchFamily="34" charset="-122"/>
              </a:defRPr>
            </a:lvl2pPr>
            <a:lvl3pPr>
              <a:defRPr sz="2400">
                <a:ea typeface="微软雅黑" panose="020B0503020204020204" pitchFamily="34" charset="-122"/>
              </a:defRPr>
            </a:lvl3pPr>
            <a:lvl4pPr>
              <a:defRPr sz="2000">
                <a:ea typeface="微软雅黑" panose="020B0503020204020204" pitchFamily="34" charset="-122"/>
              </a:defRPr>
            </a:lvl4pPr>
            <a:lvl5pPr>
              <a:defRPr sz="2000">
                <a:ea typeface="微软雅黑" panose="020B0503020204020204" pitchFamily="34"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7"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D75ABF99-AFDD-4392-BE13-BE42827BA07F}" type="slidenum">
              <a:rPr lang="en-US" altLang="zh-CN" smtClean="0"/>
              <a:pPr>
                <a:defRPr/>
              </a:pPr>
              <a:t>‹#›</a:t>
            </a:fld>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ea typeface="微软雅黑" panose="020B0503020204020204" pitchFamily="34"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ea typeface="微软雅黑"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7"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47E1D088-313E-48D8-BECE-41A274E0B5DB}" type="slidenum">
              <a:rPr lang="en-US" altLang="zh-CN" smtClean="0"/>
              <a:pPr>
                <a:defRPr/>
              </a:pPr>
              <a:t>‹#›</a:t>
            </a:fld>
            <a:endParaRPr lang="en-US" alt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5"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F4B0AB86-F7AE-4867-ADFF-354DE647AB01}" type="slidenum">
              <a:rPr lang="en-US" altLang="zh-CN" smtClean="0"/>
              <a:pPr>
                <a:defRPr/>
              </a:pPr>
              <a:t>‹#›</a:t>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0"/>
            <a:ext cx="2057400" cy="4388644"/>
          </a:xfrm>
          <a:prstGeom prst="rect">
            <a:avLst/>
          </a:prstGeom>
        </p:spPr>
        <p:txBody>
          <a:bodyPr vert="eaVert"/>
          <a:lstStyle>
            <a:lvl1pPr>
              <a:defRPr>
                <a:ea typeface="微软雅黑" panose="020B0503020204020204"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205980"/>
            <a:ext cx="6019800" cy="4388644"/>
          </a:xfrm>
          <a:prstGeom prst="rect">
            <a:avLst/>
          </a:prstGeom>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xfrm>
            <a:off x="457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5" name="Rectangle 5"/>
          <p:cNvSpPr>
            <a:spLocks noGrp="1" noChangeArrowheads="1"/>
          </p:cNvSpPr>
          <p:nvPr>
            <p:ph type="ftr" sz="quarter" idx="11"/>
          </p:nvPr>
        </p:nvSpPr>
        <p:spPr>
          <a:xfrm>
            <a:off x="3124200" y="4683919"/>
            <a:ext cx="2895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endParaRPr lang="en-US" altLang="zh-CN" dirty="0"/>
          </a:p>
        </p:txBody>
      </p:sp>
      <p:sp>
        <p:nvSpPr>
          <p:cNvPr id="6" name="Rectangle 6"/>
          <p:cNvSpPr>
            <a:spLocks noGrp="1" noChangeArrowheads="1"/>
          </p:cNvSpPr>
          <p:nvPr>
            <p:ph type="sldNum" sz="quarter" idx="12"/>
          </p:nvPr>
        </p:nvSpPr>
        <p:spPr>
          <a:xfrm>
            <a:off x="6553200" y="4683919"/>
            <a:ext cx="2133600" cy="357188"/>
          </a:xfrm>
          <a:prstGeom prst="rect">
            <a:avLst/>
          </a:prstGeom>
        </p:spPr>
        <p:txBody>
          <a:bodyPr/>
          <a:lstStyle>
            <a:lvl1pPr>
              <a:defRPr>
                <a:latin typeface="Arial" panose="020B0604020202020204" pitchFamily="34" charset="0"/>
                <a:ea typeface="微软雅黑" panose="020B0503020204020204" pitchFamily="34" charset="-122"/>
              </a:defRPr>
            </a:lvl1pPr>
          </a:lstStyle>
          <a:p>
            <a:pPr>
              <a:defRPr/>
            </a:pPr>
            <a:fld id="{43CEB1D2-F23D-4EFF-A6C7-152E930DD571}" type="slidenum">
              <a:rPr lang="en-US" altLang="zh-CN" smtClean="0"/>
              <a:pPr>
                <a:defRPr/>
              </a:pPr>
              <a:t>‹#›</a:t>
            </a:fld>
            <a:endParaRPr lang="en-US" altLang="zh-C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1"/>
            <a:ext cx="4038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457200" y="4683919"/>
            <a:ext cx="2133600" cy="357188"/>
          </a:xfrm>
          <a:prstGeom prst="rect">
            <a:avLst/>
          </a:prstGeom>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4683919"/>
            <a:ext cx="2895600" cy="357188"/>
          </a:xfrm>
          <a:prstGeom prst="rect">
            <a:avLst/>
          </a:prstGeom>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4683919"/>
            <a:ext cx="2133600" cy="357188"/>
          </a:xfrm>
          <a:prstGeom prst="rect">
            <a:avLst/>
          </a:prstGeom>
          <a:ln/>
        </p:spPr>
        <p:txBody>
          <a:bodyPr/>
          <a:lstStyle>
            <a:lvl1pPr>
              <a:defRPr/>
            </a:lvl1pPr>
          </a:lstStyle>
          <a:p>
            <a:pPr>
              <a:defRPr/>
            </a:pPr>
            <a:fld id="{F3407513-19AE-47F0-ABD9-53914FA69811}"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AutoShape 4"/>
          <p:cNvSpPr>
            <a:spLocks noChangeArrowheads="1"/>
          </p:cNvSpPr>
          <p:nvPr userDrawn="1"/>
        </p:nvSpPr>
        <p:spPr bwMode="auto">
          <a:xfrm>
            <a:off x="76318" y="514404"/>
            <a:ext cx="8950418" cy="67865"/>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0 w 1000"/>
              <a:gd name="T11" fmla="*/ 0 h 1000"/>
              <a:gd name="T12" fmla="*/ 1000 w 1000"/>
              <a:gd name="T13" fmla="*/ 0 h 1000"/>
            </a:gdLst>
            <a:ahLst/>
            <a:cxnLst>
              <a:cxn ang="0">
                <a:pos x="T0" y="T1"/>
              </a:cxn>
              <a:cxn ang="0">
                <a:pos x="T2" y="T3"/>
              </a:cxn>
              <a:cxn ang="0">
                <a:pos x="T4" y="T5"/>
              </a:cxn>
              <a:cxn ang="0">
                <a:pos x="T6" y="T7"/>
              </a:cxn>
              <a:cxn ang="0">
                <a:pos x="T8" y="T9"/>
              </a:cxn>
              <a:cxn ang="0">
                <a:pos x="T10" y="T11"/>
              </a:cxn>
              <a:cxn ang="0">
                <a:pos x="T12" y="T13"/>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6"/>
          </a:solidFill>
          <a:ln w="9525">
            <a:solidFill>
              <a:schemeClr val="accent2"/>
            </a:solidFill>
            <a:round/>
          </a:ln>
        </p:spPr>
        <p:txBody>
          <a:bodyPr/>
          <a:lstStyle/>
          <a:p>
            <a:endParaRPr lang="zh-CN" altLang="en-US" dirty="0">
              <a:ea typeface="微软雅黑" panose="020B0503020204020204" pitchFamily="34" charset="-122"/>
            </a:endParaRPr>
          </a:p>
        </p:txBody>
      </p:sp>
      <p:sp>
        <p:nvSpPr>
          <p:cNvPr id="6" name="Line 5"/>
          <p:cNvSpPr>
            <a:spLocks noChangeShapeType="1"/>
          </p:cNvSpPr>
          <p:nvPr userDrawn="1"/>
        </p:nvSpPr>
        <p:spPr bwMode="auto">
          <a:xfrm>
            <a:off x="76318" y="4933888"/>
            <a:ext cx="8950418" cy="0"/>
          </a:xfrm>
          <a:prstGeom prst="line">
            <a:avLst/>
          </a:prstGeom>
          <a:noFill/>
          <a:ln w="15875">
            <a:solidFill>
              <a:schemeClr val="accent2"/>
            </a:solidFill>
            <a:round/>
          </a:ln>
          <a:extLst>
            <a:ext uri="{909E8E84-426E-40DD-AFC4-6F175D3DCCD1}">
              <a14:hiddenFill xmlns:a14="http://schemas.microsoft.com/office/drawing/2010/main" xmlns="">
                <a:noFill/>
              </a14:hiddenFill>
            </a:ext>
          </a:extLst>
        </p:spPr>
        <p:txBody>
          <a:bodyPr/>
          <a:lstStyle/>
          <a:p>
            <a:endParaRPr lang="zh-CN" altLang="en-US" dirty="0">
              <a:ea typeface="微软雅黑" panose="020B0503020204020204" pitchFamily="34" charset="-122"/>
            </a:endParaRPr>
          </a:p>
        </p:txBody>
      </p:sp>
      <p:pic>
        <p:nvPicPr>
          <p:cNvPr id="8" name="图片 7" descr="校标.png"/>
          <p:cNvPicPr>
            <a:picLocks noChangeAspect="1"/>
          </p:cNvPicPr>
          <p:nvPr userDrawn="1"/>
        </p:nvPicPr>
        <p:blipFill>
          <a:blip r:embed="rId14" cstate="print"/>
          <a:stretch>
            <a:fillRect/>
          </a:stretch>
        </p:blipFill>
        <p:spPr>
          <a:xfrm>
            <a:off x="6215019" y="0"/>
            <a:ext cx="2545745" cy="47760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矩形 121"/>
          <p:cNvSpPr/>
          <p:nvPr/>
        </p:nvSpPr>
        <p:spPr>
          <a:xfrm>
            <a:off x="609704" y="1233568"/>
            <a:ext cx="8229496" cy="923330"/>
          </a:xfrm>
          <a:prstGeom prst="rect">
            <a:avLst/>
          </a:prstGeom>
        </p:spPr>
        <p:txBody>
          <a:bodyPr wrap="square">
            <a:spAutoFit/>
          </a:bodyPr>
          <a:lstStyle/>
          <a:p>
            <a:pPr algn="ctr">
              <a:defRPr/>
            </a:pPr>
            <a:r>
              <a:rPr lang="zh-CN" altLang="en-US" sz="54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54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650" name="Rectangle 59"/>
          <p:cNvSpPr>
            <a:spLocks noChangeArrowheads="1"/>
          </p:cNvSpPr>
          <p:nvPr/>
        </p:nvSpPr>
        <p:spPr bwMode="auto">
          <a:xfrm>
            <a:off x="1524000" y="2571750"/>
            <a:ext cx="6477692" cy="15239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567055" indent="-567055" algn="ctr" defTabSz="827405">
              <a:spcBef>
                <a:spcPct val="20000"/>
              </a:spcBef>
              <a:buClr>
                <a:srgbClr val="FFFF00"/>
              </a:buClr>
              <a:buSzPct val="85000"/>
              <a:buFont typeface="Wingdings" panose="05000000000000000000" pitchFamily="2" charset="2"/>
              <a:buNone/>
            </a:pPr>
            <a:r>
              <a:rPr lang="zh-CN" altLang="en-US" sz="2800" b="1" dirty="0">
                <a:latin typeface="+mn-ea"/>
                <a:ea typeface="+mn-ea"/>
              </a:rPr>
              <a:t>刘 军</a:t>
            </a:r>
            <a:endParaRPr lang="en-US" altLang="zh-CN" sz="2800" b="1" dirty="0">
              <a:latin typeface="+mn-ea"/>
              <a:ea typeface="+mn-ea"/>
            </a:endParaRPr>
          </a:p>
          <a:p>
            <a:pPr marL="567055" indent="-567055" algn="ctr" defTabSz="827405">
              <a:spcBef>
                <a:spcPct val="20000"/>
              </a:spcBef>
              <a:buClr>
                <a:srgbClr val="FFFF00"/>
              </a:buClr>
              <a:buSzPct val="85000"/>
              <a:buFont typeface="Wingdings" panose="05000000000000000000" pitchFamily="2" charset="2"/>
              <a:buNone/>
            </a:pPr>
            <a:r>
              <a:rPr lang="zh-CN" altLang="en-US" sz="2800" b="1" dirty="0">
                <a:latin typeface="+mn-ea"/>
                <a:ea typeface="+mn-ea"/>
              </a:rPr>
              <a:t>合肥工业大学计算机与信息学院</a:t>
            </a:r>
            <a:endParaRPr lang="en-US" altLang="zh-CN" sz="2800" b="1" dirty="0">
              <a:latin typeface="+mn-ea"/>
              <a:ea typeface="+mn-ea"/>
            </a:endParaRPr>
          </a:p>
        </p:txBody>
      </p:sp>
    </p:spTree>
    <p:extLst>
      <p:ext uri="{BB962C8B-B14F-4D97-AF65-F5344CB8AC3E}">
        <p14:creationId xmlns:p14="http://schemas.microsoft.com/office/powerpoint/2010/main" xmlns="" val="134473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寄存器：</a:t>
            </a:r>
            <a:endParaRPr lang="zh-CN" altLang="en-US" sz="14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9" name="矩形 28"/>
          <p:cNvSpPr/>
          <p:nvPr/>
        </p:nvSpPr>
        <p:spPr>
          <a:xfrm>
            <a:off x="1219200" y="666750"/>
            <a:ext cx="7391400" cy="338554"/>
          </a:xfrm>
          <a:prstGeom prst="rect">
            <a:avLst/>
          </a:prstGeom>
        </p:spPr>
        <p:txBody>
          <a:bodyPr wrap="square">
            <a:spAutoFit/>
          </a:bodyPr>
          <a:lstStyle/>
          <a:p>
            <a:pPr eaLnBrk="1" hangingPunct="1"/>
            <a:r>
              <a:rPr lang="zh-CN" altLang="en-US" sz="1600" b="1" dirty="0">
                <a:latin typeface="微软雅黑" pitchFamily="34" charset="-122"/>
                <a:ea typeface="微软雅黑" pitchFamily="34" charset="-122"/>
              </a:rPr>
              <a:t>由若干个锁存器或触发器构成的一次能并行存储多位二进制代码的时序逻辑电路。</a:t>
            </a:r>
          </a:p>
        </p:txBody>
      </p:sp>
      <p:sp>
        <p:nvSpPr>
          <p:cNvPr id="10" name="TextBox 9"/>
          <p:cNvSpPr txBox="1"/>
          <p:nvPr/>
        </p:nvSpPr>
        <p:spPr>
          <a:xfrm>
            <a:off x="1981200" y="44767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1 </a:t>
            </a:r>
            <a:r>
              <a:rPr lang="zh-CN" altLang="en-US" sz="1400" dirty="0">
                <a:latin typeface="微软雅黑" pitchFamily="34" charset="-122"/>
                <a:ea typeface="微软雅黑" pitchFamily="34" charset="-122"/>
              </a:rPr>
              <a:t>四位数据寄存器</a:t>
            </a:r>
          </a:p>
        </p:txBody>
      </p:sp>
      <p:pic>
        <p:nvPicPr>
          <p:cNvPr id="202755" name="Picture 3" descr="C:\Users\hfutliujun\AppData\Roaming\Tencent\Users\350654676\QQ\WinTemp\RichOle\THX$KUVQ5LDN[5EL0HZ5L~0.png"/>
          <p:cNvPicPr>
            <a:picLocks noChangeAspect="1" noChangeArrowheads="1"/>
          </p:cNvPicPr>
          <p:nvPr/>
        </p:nvPicPr>
        <p:blipFill>
          <a:blip r:embed="rId2" cstate="print"/>
          <a:srcRect/>
          <a:stretch>
            <a:fillRect/>
          </a:stretch>
        </p:blipFill>
        <p:spPr bwMode="auto">
          <a:xfrm>
            <a:off x="381000" y="1047750"/>
            <a:ext cx="4038600" cy="3286001"/>
          </a:xfrm>
          <a:prstGeom prst="rect">
            <a:avLst/>
          </a:prstGeom>
          <a:noFill/>
        </p:spPr>
      </p:pic>
      <p:sp>
        <p:nvSpPr>
          <p:cNvPr id="12" name="TextBox 11"/>
          <p:cNvSpPr txBox="1"/>
          <p:nvPr/>
        </p:nvSpPr>
        <p:spPr>
          <a:xfrm>
            <a:off x="4267200" y="1657350"/>
            <a:ext cx="914400" cy="307777"/>
          </a:xfrm>
          <a:prstGeom prst="rect">
            <a:avLst/>
          </a:prstGeom>
          <a:noFill/>
        </p:spPr>
        <p:txBody>
          <a:bodyPr wrap="square" rtlCol="0">
            <a:spAutoFit/>
          </a:bodyPr>
          <a:lstStyle/>
          <a:p>
            <a:r>
              <a:rPr lang="zh-CN" altLang="en-US" sz="1400" b="1" dirty="0">
                <a:solidFill>
                  <a:srgbClr val="FF0000"/>
                </a:solidFill>
              </a:rPr>
              <a:t>三态门</a:t>
            </a:r>
          </a:p>
        </p:txBody>
      </p:sp>
      <p:sp>
        <p:nvSpPr>
          <p:cNvPr id="13" name="TextBox 12"/>
          <p:cNvSpPr txBox="1"/>
          <p:nvPr/>
        </p:nvSpPr>
        <p:spPr>
          <a:xfrm>
            <a:off x="1447800" y="2038350"/>
            <a:ext cx="914400" cy="307777"/>
          </a:xfrm>
          <a:prstGeom prst="rect">
            <a:avLst/>
          </a:prstGeom>
          <a:noFill/>
        </p:spPr>
        <p:txBody>
          <a:bodyPr wrap="square" rtlCol="0">
            <a:spAutoFit/>
          </a:bodyPr>
          <a:lstStyle/>
          <a:p>
            <a:r>
              <a:rPr lang="en-US" altLang="zh-CN" sz="1400" b="1" dirty="0">
                <a:solidFill>
                  <a:srgbClr val="FF0000"/>
                </a:solidFill>
              </a:rPr>
              <a:t>1</a:t>
            </a:r>
            <a:endParaRPr lang="zh-CN" altLang="en-US" sz="1400" b="1" dirty="0">
              <a:solidFill>
                <a:srgbClr val="FF0000"/>
              </a:solidFill>
            </a:endParaRPr>
          </a:p>
        </p:txBody>
      </p:sp>
      <p:sp>
        <p:nvSpPr>
          <p:cNvPr id="14" name="TextBox 13"/>
          <p:cNvSpPr txBox="1"/>
          <p:nvPr/>
        </p:nvSpPr>
        <p:spPr>
          <a:xfrm>
            <a:off x="381000" y="2343150"/>
            <a:ext cx="914400" cy="307777"/>
          </a:xfrm>
          <a:prstGeom prst="rect">
            <a:avLst/>
          </a:prstGeom>
          <a:noFill/>
        </p:spPr>
        <p:txBody>
          <a:bodyPr wrap="square" rtlCol="0">
            <a:spAutoFit/>
          </a:bodyPr>
          <a:lstStyle/>
          <a:p>
            <a:r>
              <a:rPr lang="en-US" altLang="zh-CN" sz="1400" b="1" dirty="0">
                <a:solidFill>
                  <a:srgbClr val="FF0000"/>
                </a:solidFill>
              </a:rPr>
              <a:t>0</a:t>
            </a:r>
            <a:endParaRPr lang="zh-CN" altLang="en-US" sz="1400" b="1" dirty="0">
              <a:solidFill>
                <a:srgbClr val="FF0000"/>
              </a:solidFill>
            </a:endParaRPr>
          </a:p>
        </p:txBody>
      </p:sp>
      <p:sp>
        <p:nvSpPr>
          <p:cNvPr id="17" name="TextBox 16"/>
          <p:cNvSpPr txBox="1"/>
          <p:nvPr/>
        </p:nvSpPr>
        <p:spPr>
          <a:xfrm>
            <a:off x="762000" y="3943350"/>
            <a:ext cx="914400" cy="307777"/>
          </a:xfrm>
          <a:prstGeom prst="rect">
            <a:avLst/>
          </a:prstGeom>
          <a:noFill/>
        </p:spPr>
        <p:txBody>
          <a:bodyPr wrap="square" rtlCol="0">
            <a:spAutoFit/>
          </a:bodyPr>
          <a:lstStyle/>
          <a:p>
            <a:r>
              <a:rPr lang="zh-CN" altLang="en-US" sz="1400" b="1" dirty="0">
                <a:solidFill>
                  <a:srgbClr val="FF0000"/>
                </a:solidFill>
              </a:rPr>
              <a:t>非门</a:t>
            </a:r>
          </a:p>
        </p:txBody>
      </p:sp>
      <p:cxnSp>
        <p:nvCxnSpPr>
          <p:cNvPr id="19" name="直接箭头连接符 18"/>
          <p:cNvCxnSpPr/>
          <p:nvPr/>
        </p:nvCxnSpPr>
        <p:spPr>
          <a:xfrm flipV="1">
            <a:off x="762000" y="3486150"/>
            <a:ext cx="0" cy="3810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1447800" y="3486150"/>
            <a:ext cx="0" cy="3810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5" name="Picture 4" descr="C:\Users\hfutliujun\AppData\Roaming\Tencent\Users\350654676\QQ\WinTemp\RichOle\_VKY{XVRRAUS5L})MOKTP)O.png"/>
          <p:cNvPicPr>
            <a:picLocks noChangeAspect="1" noChangeArrowheads="1"/>
          </p:cNvPicPr>
          <p:nvPr/>
        </p:nvPicPr>
        <p:blipFill>
          <a:blip r:embed="rId3" cstate="print"/>
          <a:srcRect/>
          <a:stretch>
            <a:fillRect/>
          </a:stretch>
        </p:blipFill>
        <p:spPr bwMode="auto">
          <a:xfrm>
            <a:off x="5029200" y="1428750"/>
            <a:ext cx="3286219" cy="2754424"/>
          </a:xfrm>
          <a:prstGeom prst="rect">
            <a:avLst/>
          </a:prstGeom>
          <a:noFill/>
        </p:spPr>
      </p:pic>
      <p:sp>
        <p:nvSpPr>
          <p:cNvPr id="26" name="TextBox 25"/>
          <p:cNvSpPr txBox="1"/>
          <p:nvPr/>
        </p:nvSpPr>
        <p:spPr>
          <a:xfrm>
            <a:off x="6096000" y="1123950"/>
            <a:ext cx="1447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表 </a:t>
            </a:r>
            <a:r>
              <a:rPr lang="en-US" altLang="zh-CN" sz="1400" dirty="0">
                <a:latin typeface="微软雅黑" pitchFamily="34" charset="-122"/>
                <a:ea typeface="微软雅黑" pitchFamily="34" charset="-122"/>
              </a:rPr>
              <a:t>1  </a:t>
            </a:r>
            <a:r>
              <a:rPr lang="zh-CN" altLang="en-US" sz="1400" dirty="0">
                <a:latin typeface="微软雅黑" pitchFamily="34" charset="-122"/>
                <a:ea typeface="微软雅黑" pitchFamily="34" charset="-122"/>
              </a:rPr>
              <a:t>功能表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2755"/>
                                        </p:tgtEl>
                                        <p:attrNameLst>
                                          <p:attrName>style.visibility</p:attrName>
                                        </p:attrNameLst>
                                      </p:cBhvr>
                                      <p:to>
                                        <p:strVal val="visible"/>
                                      </p:to>
                                    </p:set>
                                    <p:anim calcmode="lin" valueType="num">
                                      <p:cBhvr additive="base">
                                        <p:cTn id="7" dur="500" fill="hold"/>
                                        <p:tgtEl>
                                          <p:spTgt spid="202755"/>
                                        </p:tgtEl>
                                        <p:attrNameLst>
                                          <p:attrName>ppt_x</p:attrName>
                                        </p:attrNameLst>
                                      </p:cBhvr>
                                      <p:tavLst>
                                        <p:tav tm="0">
                                          <p:val>
                                            <p:strVal val="#ppt_x"/>
                                          </p:val>
                                        </p:tav>
                                        <p:tav tm="100000">
                                          <p:val>
                                            <p:strVal val="#ppt_x"/>
                                          </p:val>
                                        </p:tav>
                                      </p:tavLst>
                                    </p:anim>
                                    <p:anim calcmode="lin" valueType="num">
                                      <p:cBhvr additive="base">
                                        <p:cTn id="8" dur="500" fill="hold"/>
                                        <p:tgtEl>
                                          <p:spTgt spid="20275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500" fill="hold"/>
                                        <p:tgtEl>
                                          <p:spTgt spid="25"/>
                                        </p:tgtEl>
                                        <p:attrNameLst>
                                          <p:attrName>ppt_x</p:attrName>
                                        </p:attrNameLst>
                                      </p:cBhvr>
                                      <p:tavLst>
                                        <p:tav tm="0">
                                          <p:val>
                                            <p:strVal val="#ppt_x"/>
                                          </p:val>
                                        </p:tav>
                                        <p:tav tm="100000">
                                          <p:val>
                                            <p:strVal val="#ppt_x"/>
                                          </p:val>
                                        </p:tav>
                                      </p:tavLst>
                                    </p:anim>
                                    <p:anim calcmode="lin" valueType="num">
                                      <p:cBhvr additive="base">
                                        <p:cTn id="5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4" grpId="0"/>
      <p:bldP spid="17"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4217821" cy="523220"/>
          </a:xfrm>
          <a:prstGeom prst="rect">
            <a:avLst/>
          </a:prstGeom>
        </p:spPr>
        <p:txBody>
          <a:bodyPr wrap="none">
            <a:spAutoFit/>
          </a:bodyPr>
          <a:lstStyle/>
          <a:p>
            <a:pPr algn="ctr">
              <a:defRPr/>
            </a:pPr>
            <a:r>
              <a:rPr lang="en-US" altLang="zh-CN"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移位寄存器：</a:t>
            </a:r>
            <a:endParaRPr lang="zh-CN" altLang="en-US" sz="1400" dirty="0" smtClean="0"/>
          </a:p>
          <a:p>
            <a:pPr marL="0" lvl="1">
              <a:lnSpc>
                <a:spcPct val="150000"/>
              </a:lnSpc>
            </a:pP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9" name="矩形 28"/>
          <p:cNvSpPr/>
          <p:nvPr/>
        </p:nvSpPr>
        <p:spPr>
          <a:xfrm>
            <a:off x="1447800" y="666750"/>
            <a:ext cx="7162800" cy="338554"/>
          </a:xfrm>
          <a:prstGeom prst="rect">
            <a:avLst/>
          </a:prstGeom>
        </p:spPr>
        <p:txBody>
          <a:bodyPr wrap="square">
            <a:spAutoFit/>
          </a:bodyPr>
          <a:lstStyle/>
          <a:p>
            <a:r>
              <a:rPr lang="zh-CN" altLang="en-US" sz="1600" b="1" dirty="0" smtClean="0">
                <a:latin typeface="微软雅黑" pitchFamily="34" charset="-122"/>
                <a:ea typeface="微软雅黑" pitchFamily="34" charset="-122"/>
              </a:rPr>
              <a:t>在时钟信号控制下，将所存储的数据能够向左或向右进行移动的寄存器</a:t>
            </a:r>
            <a:endParaRPr lang="zh-CN" altLang="en-US" sz="1600" dirty="0">
              <a:latin typeface="微软雅黑" pitchFamily="34" charset="-122"/>
              <a:ea typeface="微软雅黑" pitchFamily="34" charset="-122"/>
            </a:endParaRPr>
          </a:p>
        </p:txBody>
      </p:sp>
      <p:graphicFrame>
        <p:nvGraphicFramePr>
          <p:cNvPr id="195587" name="Object 3"/>
          <p:cNvGraphicFramePr>
            <a:graphicFrameLocks noChangeAspect="1"/>
          </p:cNvGraphicFramePr>
          <p:nvPr/>
        </p:nvGraphicFramePr>
        <p:xfrm>
          <a:off x="1066800" y="1352550"/>
          <a:ext cx="5019675" cy="1708150"/>
        </p:xfrm>
        <a:graphic>
          <a:graphicData uri="http://schemas.openxmlformats.org/presentationml/2006/ole">
            <p:oleObj spid="_x0000_s1026" name="Visio" r:id="rId3" imgW="5020526" imgH="1619392" progId="Visio.Drawing.11">
              <p:embed/>
            </p:oleObj>
          </a:graphicData>
        </a:graphic>
      </p:graphicFrame>
      <p:sp>
        <p:nvSpPr>
          <p:cNvPr id="10" name="TextBox 9"/>
          <p:cNvSpPr txBox="1"/>
          <p:nvPr/>
        </p:nvSpPr>
        <p:spPr>
          <a:xfrm>
            <a:off x="3200400" y="2876550"/>
            <a:ext cx="7620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2</a:t>
            </a:r>
            <a:endParaRPr lang="zh-CN" altLang="en-US" sz="1400"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5587"/>
                                        </p:tgtEl>
                                        <p:attrNameLst>
                                          <p:attrName>style.visibility</p:attrName>
                                        </p:attrNameLst>
                                      </p:cBhvr>
                                      <p:to>
                                        <p:strVal val="visible"/>
                                      </p:to>
                                    </p:set>
                                    <p:anim calcmode="lin" valueType="num">
                                      <p:cBhvr additive="base">
                                        <p:cTn id="7" dur="500" fill="hold"/>
                                        <p:tgtEl>
                                          <p:spTgt spid="195587"/>
                                        </p:tgtEl>
                                        <p:attrNameLst>
                                          <p:attrName>ppt_x</p:attrName>
                                        </p:attrNameLst>
                                      </p:cBhvr>
                                      <p:tavLst>
                                        <p:tav tm="0">
                                          <p:val>
                                            <p:strVal val="#ppt_x"/>
                                          </p:val>
                                        </p:tav>
                                        <p:tav tm="100000">
                                          <p:val>
                                            <p:strVal val="#ppt_x"/>
                                          </p:val>
                                        </p:tav>
                                      </p:tavLst>
                                    </p:anim>
                                    <p:anim calcmode="lin" valueType="num">
                                      <p:cBhvr additive="base">
                                        <p:cTn id="8" dur="500" fill="hold"/>
                                        <p:tgtEl>
                                          <p:spTgt spid="19558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smtClean="0"/>
          </a:p>
          <a:p>
            <a:pPr marL="0" lvl="1">
              <a:lnSpc>
                <a:spcPct val="150000"/>
              </a:lnSpc>
            </a:pP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5" name="TextBox 84"/>
          <p:cNvSpPr txBox="1"/>
          <p:nvPr/>
        </p:nvSpPr>
        <p:spPr>
          <a:xfrm>
            <a:off x="3352800" y="2190750"/>
            <a:ext cx="7620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2</a:t>
            </a:r>
            <a:endParaRPr lang="zh-CN" altLang="en-US" sz="1400" dirty="0">
              <a:latin typeface="微软雅黑" pitchFamily="34" charset="-122"/>
              <a:ea typeface="微软雅黑" pitchFamily="34" charset="-122"/>
            </a:endParaRPr>
          </a:p>
        </p:txBody>
      </p:sp>
      <p:graphicFrame>
        <p:nvGraphicFramePr>
          <p:cNvPr id="54" name="对象 53"/>
          <p:cNvGraphicFramePr>
            <a:graphicFrameLocks noChangeAspect="1"/>
          </p:cNvGraphicFramePr>
          <p:nvPr/>
        </p:nvGraphicFramePr>
        <p:xfrm>
          <a:off x="1371600" y="666750"/>
          <a:ext cx="5019675" cy="1708150"/>
        </p:xfrm>
        <a:graphic>
          <a:graphicData uri="http://schemas.openxmlformats.org/presentationml/2006/ole">
            <p:oleObj spid="_x0000_s2050" name="Visio" r:id="rId3" imgW="5020526" imgH="1619392" progId="Visio.Drawing.11">
              <p:embed/>
            </p:oleObj>
          </a:graphicData>
        </a:graphic>
      </p:graphicFrame>
      <p:sp>
        <p:nvSpPr>
          <p:cNvPr id="55" name="TextBox 54"/>
          <p:cNvSpPr txBox="1"/>
          <p:nvPr/>
        </p:nvSpPr>
        <p:spPr>
          <a:xfrm>
            <a:off x="2362200" y="24955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0</a:t>
            </a:r>
            <a:endParaRPr lang="zh-CN" altLang="en-US" b="1" dirty="0">
              <a:solidFill>
                <a:srgbClr val="FF0000"/>
              </a:solidFill>
              <a:latin typeface="微软雅黑" pitchFamily="34" charset="-122"/>
              <a:ea typeface="微软雅黑" pitchFamily="34" charset="-122"/>
            </a:endParaRPr>
          </a:p>
        </p:txBody>
      </p:sp>
      <p:sp>
        <p:nvSpPr>
          <p:cNvPr id="56" name="TextBox 55"/>
          <p:cNvSpPr txBox="1"/>
          <p:nvPr/>
        </p:nvSpPr>
        <p:spPr>
          <a:xfrm>
            <a:off x="3657600" y="24955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0</a:t>
            </a:r>
            <a:endParaRPr lang="zh-CN" altLang="en-US" b="1" dirty="0">
              <a:solidFill>
                <a:srgbClr val="FF0000"/>
              </a:solidFill>
              <a:latin typeface="微软雅黑" pitchFamily="34" charset="-122"/>
              <a:ea typeface="微软雅黑" pitchFamily="34" charset="-122"/>
            </a:endParaRPr>
          </a:p>
        </p:txBody>
      </p:sp>
      <p:sp>
        <p:nvSpPr>
          <p:cNvPr id="57" name="TextBox 56"/>
          <p:cNvSpPr txBox="1"/>
          <p:nvPr/>
        </p:nvSpPr>
        <p:spPr>
          <a:xfrm>
            <a:off x="5334000" y="24955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0</a:t>
            </a:r>
            <a:endParaRPr lang="zh-CN" altLang="en-US" b="1" dirty="0">
              <a:solidFill>
                <a:srgbClr val="FF0000"/>
              </a:solidFill>
              <a:latin typeface="微软雅黑" pitchFamily="34" charset="-122"/>
              <a:ea typeface="微软雅黑" pitchFamily="34" charset="-122"/>
            </a:endParaRPr>
          </a:p>
        </p:txBody>
      </p:sp>
      <p:sp>
        <p:nvSpPr>
          <p:cNvPr id="58" name="TextBox 57"/>
          <p:cNvSpPr txBox="1"/>
          <p:nvPr/>
        </p:nvSpPr>
        <p:spPr>
          <a:xfrm>
            <a:off x="2362200" y="30289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A</a:t>
            </a:r>
            <a:endParaRPr lang="zh-CN" altLang="en-US" b="1" dirty="0">
              <a:solidFill>
                <a:srgbClr val="FF0000"/>
              </a:solidFill>
              <a:latin typeface="微软雅黑" pitchFamily="34" charset="-122"/>
              <a:ea typeface="微软雅黑" pitchFamily="34" charset="-122"/>
            </a:endParaRPr>
          </a:p>
        </p:txBody>
      </p:sp>
      <p:sp>
        <p:nvSpPr>
          <p:cNvPr id="59" name="TextBox 58"/>
          <p:cNvSpPr txBox="1"/>
          <p:nvPr/>
        </p:nvSpPr>
        <p:spPr>
          <a:xfrm>
            <a:off x="3657600" y="30289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0</a:t>
            </a:r>
            <a:endParaRPr lang="zh-CN" altLang="en-US" b="1" dirty="0">
              <a:solidFill>
                <a:srgbClr val="FF0000"/>
              </a:solidFill>
              <a:latin typeface="微软雅黑" pitchFamily="34" charset="-122"/>
              <a:ea typeface="微软雅黑" pitchFamily="34" charset="-122"/>
            </a:endParaRPr>
          </a:p>
        </p:txBody>
      </p:sp>
      <p:sp>
        <p:nvSpPr>
          <p:cNvPr id="60" name="TextBox 59"/>
          <p:cNvSpPr txBox="1"/>
          <p:nvPr/>
        </p:nvSpPr>
        <p:spPr>
          <a:xfrm>
            <a:off x="5334000" y="30289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0</a:t>
            </a:r>
            <a:endParaRPr lang="zh-CN" altLang="en-US" b="1" dirty="0">
              <a:solidFill>
                <a:srgbClr val="FF0000"/>
              </a:solidFill>
              <a:latin typeface="微软雅黑" pitchFamily="34" charset="-122"/>
              <a:ea typeface="微软雅黑" pitchFamily="34" charset="-122"/>
            </a:endParaRPr>
          </a:p>
        </p:txBody>
      </p:sp>
      <p:sp>
        <p:nvSpPr>
          <p:cNvPr id="61" name="TextBox 60"/>
          <p:cNvSpPr txBox="1"/>
          <p:nvPr/>
        </p:nvSpPr>
        <p:spPr>
          <a:xfrm>
            <a:off x="1371600" y="3028950"/>
            <a:ext cx="7620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X=A</a:t>
            </a:r>
            <a:endParaRPr lang="zh-CN" altLang="en-US" b="1" dirty="0">
              <a:solidFill>
                <a:srgbClr val="FF0000"/>
              </a:solidFill>
              <a:latin typeface="微软雅黑" pitchFamily="34" charset="-122"/>
              <a:ea typeface="微软雅黑" pitchFamily="34" charset="-122"/>
            </a:endParaRPr>
          </a:p>
        </p:txBody>
      </p:sp>
      <p:cxnSp>
        <p:nvCxnSpPr>
          <p:cNvPr id="68" name="直接连接符 67"/>
          <p:cNvCxnSpPr>
            <a:endCxn id="59" idx="1"/>
          </p:cNvCxnSpPr>
          <p:nvPr/>
        </p:nvCxnSpPr>
        <p:spPr>
          <a:xfrm>
            <a:off x="2590800" y="2724150"/>
            <a:ext cx="1066800" cy="489466"/>
          </a:xfrm>
          <a:prstGeom prst="line">
            <a:avLst/>
          </a:prstGeom>
          <a:ln w="254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a:endCxn id="60" idx="1"/>
          </p:cNvCxnSpPr>
          <p:nvPr/>
        </p:nvCxnSpPr>
        <p:spPr>
          <a:xfrm>
            <a:off x="3962400" y="2724150"/>
            <a:ext cx="1371600" cy="489466"/>
          </a:xfrm>
          <a:prstGeom prst="line">
            <a:avLst/>
          </a:prstGeom>
          <a:ln w="254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2362200" y="36385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B</a:t>
            </a:r>
            <a:endParaRPr lang="zh-CN" altLang="en-US" b="1" dirty="0">
              <a:solidFill>
                <a:srgbClr val="FF0000"/>
              </a:solidFill>
              <a:latin typeface="微软雅黑" pitchFamily="34" charset="-122"/>
              <a:ea typeface="微软雅黑" pitchFamily="34" charset="-122"/>
            </a:endParaRPr>
          </a:p>
        </p:txBody>
      </p:sp>
      <p:sp>
        <p:nvSpPr>
          <p:cNvPr id="86" name="TextBox 85"/>
          <p:cNvSpPr txBox="1"/>
          <p:nvPr/>
        </p:nvSpPr>
        <p:spPr>
          <a:xfrm>
            <a:off x="3657600" y="36385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A</a:t>
            </a:r>
            <a:endParaRPr lang="zh-CN" altLang="en-US" b="1" dirty="0">
              <a:solidFill>
                <a:srgbClr val="FF0000"/>
              </a:solidFill>
              <a:latin typeface="微软雅黑" pitchFamily="34" charset="-122"/>
              <a:ea typeface="微软雅黑" pitchFamily="34" charset="-122"/>
            </a:endParaRPr>
          </a:p>
        </p:txBody>
      </p:sp>
      <p:sp>
        <p:nvSpPr>
          <p:cNvPr id="87" name="TextBox 86"/>
          <p:cNvSpPr txBox="1"/>
          <p:nvPr/>
        </p:nvSpPr>
        <p:spPr>
          <a:xfrm>
            <a:off x="5334000" y="36385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0</a:t>
            </a:r>
            <a:endParaRPr lang="zh-CN" altLang="en-US" b="1" dirty="0">
              <a:solidFill>
                <a:srgbClr val="FF0000"/>
              </a:solidFill>
              <a:latin typeface="微软雅黑" pitchFamily="34" charset="-122"/>
              <a:ea typeface="微软雅黑" pitchFamily="34" charset="-122"/>
            </a:endParaRPr>
          </a:p>
        </p:txBody>
      </p:sp>
      <p:sp>
        <p:nvSpPr>
          <p:cNvPr id="88" name="TextBox 87"/>
          <p:cNvSpPr txBox="1"/>
          <p:nvPr/>
        </p:nvSpPr>
        <p:spPr>
          <a:xfrm>
            <a:off x="1371600" y="3638550"/>
            <a:ext cx="7620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X=B</a:t>
            </a:r>
            <a:endParaRPr lang="zh-CN" altLang="en-US" b="1" dirty="0">
              <a:solidFill>
                <a:srgbClr val="FF0000"/>
              </a:solidFill>
              <a:latin typeface="微软雅黑" pitchFamily="34" charset="-122"/>
              <a:ea typeface="微软雅黑" pitchFamily="34" charset="-122"/>
            </a:endParaRPr>
          </a:p>
        </p:txBody>
      </p:sp>
      <p:cxnSp>
        <p:nvCxnSpPr>
          <p:cNvPr id="89" name="直接连接符 88"/>
          <p:cNvCxnSpPr>
            <a:endCxn id="86" idx="1"/>
          </p:cNvCxnSpPr>
          <p:nvPr/>
        </p:nvCxnSpPr>
        <p:spPr>
          <a:xfrm>
            <a:off x="2590800" y="3333750"/>
            <a:ext cx="1066800" cy="489466"/>
          </a:xfrm>
          <a:prstGeom prst="line">
            <a:avLst/>
          </a:prstGeom>
          <a:ln w="254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3962400" y="3333750"/>
            <a:ext cx="1371600" cy="489466"/>
          </a:xfrm>
          <a:prstGeom prst="line">
            <a:avLst/>
          </a:prstGeom>
          <a:ln w="254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2362200" y="42481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C</a:t>
            </a:r>
            <a:endParaRPr lang="zh-CN" altLang="en-US" b="1" dirty="0">
              <a:solidFill>
                <a:srgbClr val="FF0000"/>
              </a:solidFill>
              <a:latin typeface="微软雅黑" pitchFamily="34" charset="-122"/>
              <a:ea typeface="微软雅黑" pitchFamily="34" charset="-122"/>
            </a:endParaRPr>
          </a:p>
        </p:txBody>
      </p:sp>
      <p:sp>
        <p:nvSpPr>
          <p:cNvPr id="92" name="TextBox 91"/>
          <p:cNvSpPr txBox="1"/>
          <p:nvPr/>
        </p:nvSpPr>
        <p:spPr>
          <a:xfrm>
            <a:off x="3657600" y="42481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B</a:t>
            </a:r>
            <a:endParaRPr lang="zh-CN" altLang="en-US" b="1" dirty="0">
              <a:solidFill>
                <a:srgbClr val="FF0000"/>
              </a:solidFill>
              <a:latin typeface="微软雅黑" pitchFamily="34" charset="-122"/>
              <a:ea typeface="微软雅黑" pitchFamily="34" charset="-122"/>
            </a:endParaRPr>
          </a:p>
        </p:txBody>
      </p:sp>
      <p:sp>
        <p:nvSpPr>
          <p:cNvPr id="93" name="TextBox 92"/>
          <p:cNvSpPr txBox="1"/>
          <p:nvPr/>
        </p:nvSpPr>
        <p:spPr>
          <a:xfrm>
            <a:off x="5334000" y="4248150"/>
            <a:ext cx="5334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A</a:t>
            </a:r>
            <a:endParaRPr lang="zh-CN" altLang="en-US" b="1" dirty="0">
              <a:solidFill>
                <a:srgbClr val="FF0000"/>
              </a:solidFill>
              <a:latin typeface="微软雅黑" pitchFamily="34" charset="-122"/>
              <a:ea typeface="微软雅黑" pitchFamily="34" charset="-122"/>
            </a:endParaRPr>
          </a:p>
        </p:txBody>
      </p:sp>
      <p:sp>
        <p:nvSpPr>
          <p:cNvPr id="94" name="TextBox 93"/>
          <p:cNvSpPr txBox="1"/>
          <p:nvPr/>
        </p:nvSpPr>
        <p:spPr>
          <a:xfrm>
            <a:off x="1371600" y="4248150"/>
            <a:ext cx="762000" cy="369332"/>
          </a:xfrm>
          <a:prstGeom prst="rect">
            <a:avLst/>
          </a:prstGeom>
          <a:noFill/>
        </p:spPr>
        <p:txBody>
          <a:bodyPr wrap="square" rtlCol="0">
            <a:spAutoFit/>
          </a:bodyPr>
          <a:lstStyle/>
          <a:p>
            <a:r>
              <a:rPr lang="en-US" altLang="zh-CN" b="1" dirty="0" smtClean="0">
                <a:solidFill>
                  <a:srgbClr val="FF0000"/>
                </a:solidFill>
                <a:latin typeface="微软雅黑" pitchFamily="34" charset="-122"/>
                <a:ea typeface="微软雅黑" pitchFamily="34" charset="-122"/>
              </a:rPr>
              <a:t>X=C</a:t>
            </a:r>
            <a:endParaRPr lang="zh-CN" altLang="en-US" b="1" dirty="0">
              <a:solidFill>
                <a:srgbClr val="FF0000"/>
              </a:solidFill>
              <a:latin typeface="微软雅黑" pitchFamily="34" charset="-122"/>
              <a:ea typeface="微软雅黑" pitchFamily="34" charset="-122"/>
            </a:endParaRPr>
          </a:p>
        </p:txBody>
      </p:sp>
      <p:cxnSp>
        <p:nvCxnSpPr>
          <p:cNvPr id="95" name="直接连接符 94"/>
          <p:cNvCxnSpPr>
            <a:endCxn id="92" idx="1"/>
          </p:cNvCxnSpPr>
          <p:nvPr/>
        </p:nvCxnSpPr>
        <p:spPr>
          <a:xfrm>
            <a:off x="2590800" y="3943350"/>
            <a:ext cx="1066800" cy="489466"/>
          </a:xfrm>
          <a:prstGeom prst="line">
            <a:avLst/>
          </a:prstGeom>
          <a:ln w="254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96" name="直接连接符 95"/>
          <p:cNvCxnSpPr>
            <a:endCxn id="93" idx="1"/>
          </p:cNvCxnSpPr>
          <p:nvPr/>
        </p:nvCxnSpPr>
        <p:spPr>
          <a:xfrm>
            <a:off x="3962400" y="3943350"/>
            <a:ext cx="1371600" cy="489466"/>
          </a:xfrm>
          <a:prstGeom prst="line">
            <a:avLst/>
          </a:prstGeom>
          <a:ln w="254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97" name="矩形 96"/>
          <p:cNvSpPr/>
          <p:nvPr/>
        </p:nvSpPr>
        <p:spPr>
          <a:xfrm>
            <a:off x="0" y="0"/>
            <a:ext cx="4217821" cy="523220"/>
          </a:xfrm>
          <a:prstGeom prst="rect">
            <a:avLst/>
          </a:prstGeom>
        </p:spPr>
        <p:txBody>
          <a:bodyPr wrap="none">
            <a:spAutoFit/>
          </a:bodyPr>
          <a:lstStyle/>
          <a:p>
            <a:pPr algn="ctr">
              <a:defRPr/>
            </a:pPr>
            <a:r>
              <a:rPr lang="en-US" altLang="zh-CN"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0" name="TextBox 29"/>
          <p:cNvSpPr txBox="1"/>
          <p:nvPr/>
        </p:nvSpPr>
        <p:spPr>
          <a:xfrm>
            <a:off x="2516836" y="666750"/>
            <a:ext cx="228600" cy="276999"/>
          </a:xfrm>
          <a:prstGeom prst="rect">
            <a:avLst/>
          </a:prstGeom>
          <a:noFill/>
        </p:spPr>
        <p:txBody>
          <a:bodyPr wrap="square" rtlCol="0">
            <a:spAutoFit/>
          </a:bodyPr>
          <a:lstStyle/>
          <a:p>
            <a:r>
              <a:rPr lang="en-US" altLang="zh-CN" sz="1200" b="1" dirty="0" smtClean="0">
                <a:solidFill>
                  <a:srgbClr val="FF0000"/>
                </a:solidFill>
              </a:rPr>
              <a:t>1</a:t>
            </a:r>
            <a:endParaRPr lang="zh-CN" altLang="en-US" sz="1200" b="1" dirty="0">
              <a:solidFill>
                <a:srgbClr val="FF0000"/>
              </a:solidFill>
            </a:endParaRPr>
          </a:p>
        </p:txBody>
      </p:sp>
      <p:sp>
        <p:nvSpPr>
          <p:cNvPr id="31" name="TextBox 30"/>
          <p:cNvSpPr txBox="1"/>
          <p:nvPr/>
        </p:nvSpPr>
        <p:spPr>
          <a:xfrm>
            <a:off x="4038600" y="666750"/>
            <a:ext cx="228600" cy="276999"/>
          </a:xfrm>
          <a:prstGeom prst="rect">
            <a:avLst/>
          </a:prstGeom>
          <a:noFill/>
        </p:spPr>
        <p:txBody>
          <a:bodyPr wrap="square" rtlCol="0">
            <a:spAutoFit/>
          </a:bodyPr>
          <a:lstStyle/>
          <a:p>
            <a:r>
              <a:rPr lang="en-US" altLang="zh-CN" sz="1200" b="1" dirty="0" smtClean="0">
                <a:solidFill>
                  <a:srgbClr val="FF0000"/>
                </a:solidFill>
              </a:rPr>
              <a:t>2</a:t>
            </a:r>
            <a:endParaRPr lang="zh-CN" altLang="en-US" sz="1200" b="1" dirty="0">
              <a:solidFill>
                <a:srgbClr val="FF0000"/>
              </a:solidFill>
            </a:endParaRPr>
          </a:p>
        </p:txBody>
      </p:sp>
      <p:sp>
        <p:nvSpPr>
          <p:cNvPr id="32" name="TextBox 31"/>
          <p:cNvSpPr txBox="1"/>
          <p:nvPr/>
        </p:nvSpPr>
        <p:spPr>
          <a:xfrm>
            <a:off x="5486400" y="666750"/>
            <a:ext cx="228600" cy="276999"/>
          </a:xfrm>
          <a:prstGeom prst="rect">
            <a:avLst/>
          </a:prstGeom>
          <a:noFill/>
        </p:spPr>
        <p:txBody>
          <a:bodyPr wrap="square" rtlCol="0">
            <a:spAutoFit/>
          </a:bodyPr>
          <a:lstStyle/>
          <a:p>
            <a:r>
              <a:rPr lang="en-US" altLang="zh-CN" sz="1200" b="1" dirty="0" smtClean="0">
                <a:solidFill>
                  <a:srgbClr val="FF0000"/>
                </a:solidFill>
              </a:rPr>
              <a:t>3</a:t>
            </a:r>
            <a:endParaRPr lang="zh-CN" altLang="en-US" sz="12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cBhvr additive="base">
                                        <p:cTn id="11" dur="500" fill="hold"/>
                                        <p:tgtEl>
                                          <p:spTgt spid="56"/>
                                        </p:tgtEl>
                                        <p:attrNameLst>
                                          <p:attrName>ppt_x</p:attrName>
                                        </p:attrNameLst>
                                      </p:cBhvr>
                                      <p:tavLst>
                                        <p:tav tm="0">
                                          <p:val>
                                            <p:strVal val="#ppt_x"/>
                                          </p:val>
                                        </p:tav>
                                        <p:tav tm="100000">
                                          <p:val>
                                            <p:strVal val="#ppt_x"/>
                                          </p:val>
                                        </p:tav>
                                      </p:tavLst>
                                    </p:anim>
                                    <p:anim calcmode="lin" valueType="num">
                                      <p:cBhvr additive="base">
                                        <p:cTn id="12" dur="500" fill="hold"/>
                                        <p:tgtEl>
                                          <p:spTgt spid="5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anim calcmode="lin" valueType="num">
                                      <p:cBhvr additive="base">
                                        <p:cTn id="15" dur="500" fill="hold"/>
                                        <p:tgtEl>
                                          <p:spTgt spid="57"/>
                                        </p:tgtEl>
                                        <p:attrNameLst>
                                          <p:attrName>ppt_x</p:attrName>
                                        </p:attrNameLst>
                                      </p:cBhvr>
                                      <p:tavLst>
                                        <p:tav tm="0">
                                          <p:val>
                                            <p:strVal val="#ppt_x"/>
                                          </p:val>
                                        </p:tav>
                                        <p:tav tm="100000">
                                          <p:val>
                                            <p:strVal val="#ppt_x"/>
                                          </p:val>
                                        </p:tav>
                                      </p:tavLst>
                                    </p:anim>
                                    <p:anim calcmode="lin" valueType="num">
                                      <p:cBhvr additive="base">
                                        <p:cTn id="16"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1"/>
                                        </p:tgtEl>
                                        <p:attrNameLst>
                                          <p:attrName>style.visibility</p:attrName>
                                        </p:attrNameLst>
                                      </p:cBhvr>
                                      <p:to>
                                        <p:strVal val="visible"/>
                                      </p:to>
                                    </p:set>
                                    <p:anim calcmode="lin" valueType="num">
                                      <p:cBhvr additive="base">
                                        <p:cTn id="21" dur="500" fill="hold"/>
                                        <p:tgtEl>
                                          <p:spTgt spid="61"/>
                                        </p:tgtEl>
                                        <p:attrNameLst>
                                          <p:attrName>ppt_x</p:attrName>
                                        </p:attrNameLst>
                                      </p:cBhvr>
                                      <p:tavLst>
                                        <p:tav tm="0">
                                          <p:val>
                                            <p:strVal val="#ppt_x"/>
                                          </p:val>
                                        </p:tav>
                                        <p:tav tm="100000">
                                          <p:val>
                                            <p:strVal val="#ppt_x"/>
                                          </p:val>
                                        </p:tav>
                                      </p:tavLst>
                                    </p:anim>
                                    <p:anim calcmode="lin" valueType="num">
                                      <p:cBhvr additive="base">
                                        <p:cTn id="22"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anim calcmode="lin" valueType="num">
                                      <p:cBhvr additive="base">
                                        <p:cTn id="27" dur="500" fill="hold"/>
                                        <p:tgtEl>
                                          <p:spTgt spid="58"/>
                                        </p:tgtEl>
                                        <p:attrNameLst>
                                          <p:attrName>ppt_x</p:attrName>
                                        </p:attrNameLst>
                                      </p:cBhvr>
                                      <p:tavLst>
                                        <p:tav tm="0">
                                          <p:val>
                                            <p:strVal val="#ppt_x"/>
                                          </p:val>
                                        </p:tav>
                                        <p:tav tm="100000">
                                          <p:val>
                                            <p:strVal val="#ppt_x"/>
                                          </p:val>
                                        </p:tav>
                                      </p:tavLst>
                                    </p:anim>
                                    <p:anim calcmode="lin" valueType="num">
                                      <p:cBhvr additive="base">
                                        <p:cTn id="28" dur="500" fill="hold"/>
                                        <p:tgtEl>
                                          <p:spTgt spid="5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anim calcmode="lin" valueType="num">
                                      <p:cBhvr additive="base">
                                        <p:cTn id="31" dur="500" fill="hold"/>
                                        <p:tgtEl>
                                          <p:spTgt spid="59"/>
                                        </p:tgtEl>
                                        <p:attrNameLst>
                                          <p:attrName>ppt_x</p:attrName>
                                        </p:attrNameLst>
                                      </p:cBhvr>
                                      <p:tavLst>
                                        <p:tav tm="0">
                                          <p:val>
                                            <p:strVal val="#ppt_x"/>
                                          </p:val>
                                        </p:tav>
                                        <p:tav tm="100000">
                                          <p:val>
                                            <p:strVal val="#ppt_x"/>
                                          </p:val>
                                        </p:tav>
                                      </p:tavLst>
                                    </p:anim>
                                    <p:anim calcmode="lin" valueType="num">
                                      <p:cBhvr additive="base">
                                        <p:cTn id="32" dur="500" fill="hold"/>
                                        <p:tgtEl>
                                          <p:spTgt spid="5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anim calcmode="lin" valueType="num">
                                      <p:cBhvr additive="base">
                                        <p:cTn id="35" dur="500" fill="hold"/>
                                        <p:tgtEl>
                                          <p:spTgt spid="60"/>
                                        </p:tgtEl>
                                        <p:attrNameLst>
                                          <p:attrName>ppt_x</p:attrName>
                                        </p:attrNameLst>
                                      </p:cBhvr>
                                      <p:tavLst>
                                        <p:tav tm="0">
                                          <p:val>
                                            <p:strVal val="#ppt_x"/>
                                          </p:val>
                                        </p:tav>
                                        <p:tav tm="100000">
                                          <p:val>
                                            <p:strVal val="#ppt_x"/>
                                          </p:val>
                                        </p:tav>
                                      </p:tavLst>
                                    </p:anim>
                                    <p:anim calcmode="lin" valueType="num">
                                      <p:cBhvr additive="base">
                                        <p:cTn id="36"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8"/>
                                        </p:tgtEl>
                                        <p:attrNameLst>
                                          <p:attrName>style.visibility</p:attrName>
                                        </p:attrNameLst>
                                      </p:cBhvr>
                                      <p:to>
                                        <p:strVal val="visible"/>
                                      </p:to>
                                    </p:set>
                                    <p:anim calcmode="lin" valueType="num">
                                      <p:cBhvr additive="base">
                                        <p:cTn id="41" dur="500" fill="hold"/>
                                        <p:tgtEl>
                                          <p:spTgt spid="68"/>
                                        </p:tgtEl>
                                        <p:attrNameLst>
                                          <p:attrName>ppt_x</p:attrName>
                                        </p:attrNameLst>
                                      </p:cBhvr>
                                      <p:tavLst>
                                        <p:tav tm="0">
                                          <p:val>
                                            <p:strVal val="#ppt_x"/>
                                          </p:val>
                                        </p:tav>
                                        <p:tav tm="100000">
                                          <p:val>
                                            <p:strVal val="#ppt_x"/>
                                          </p:val>
                                        </p:tav>
                                      </p:tavLst>
                                    </p:anim>
                                    <p:anim calcmode="lin" valueType="num">
                                      <p:cBhvr additive="base">
                                        <p:cTn id="42" dur="500" fill="hold"/>
                                        <p:tgtEl>
                                          <p:spTgt spid="6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72"/>
                                        </p:tgtEl>
                                        <p:attrNameLst>
                                          <p:attrName>style.visibility</p:attrName>
                                        </p:attrNameLst>
                                      </p:cBhvr>
                                      <p:to>
                                        <p:strVal val="visible"/>
                                      </p:to>
                                    </p:set>
                                    <p:anim calcmode="lin" valueType="num">
                                      <p:cBhvr additive="base">
                                        <p:cTn id="45" dur="500" fill="hold"/>
                                        <p:tgtEl>
                                          <p:spTgt spid="72"/>
                                        </p:tgtEl>
                                        <p:attrNameLst>
                                          <p:attrName>ppt_x</p:attrName>
                                        </p:attrNameLst>
                                      </p:cBhvr>
                                      <p:tavLst>
                                        <p:tav tm="0">
                                          <p:val>
                                            <p:strVal val="#ppt_x"/>
                                          </p:val>
                                        </p:tav>
                                        <p:tav tm="100000">
                                          <p:val>
                                            <p:strVal val="#ppt_x"/>
                                          </p:val>
                                        </p:tav>
                                      </p:tavLst>
                                    </p:anim>
                                    <p:anim calcmode="lin" valueType="num">
                                      <p:cBhvr additive="base">
                                        <p:cTn id="46"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8"/>
                                        </p:tgtEl>
                                        <p:attrNameLst>
                                          <p:attrName>style.visibility</p:attrName>
                                        </p:attrNameLst>
                                      </p:cBhvr>
                                      <p:to>
                                        <p:strVal val="visible"/>
                                      </p:to>
                                    </p:set>
                                    <p:anim calcmode="lin" valueType="num">
                                      <p:cBhvr additive="base">
                                        <p:cTn id="51" dur="500" fill="hold"/>
                                        <p:tgtEl>
                                          <p:spTgt spid="88"/>
                                        </p:tgtEl>
                                        <p:attrNameLst>
                                          <p:attrName>ppt_x</p:attrName>
                                        </p:attrNameLst>
                                      </p:cBhvr>
                                      <p:tavLst>
                                        <p:tav tm="0">
                                          <p:val>
                                            <p:strVal val="#ppt_x"/>
                                          </p:val>
                                        </p:tav>
                                        <p:tav tm="100000">
                                          <p:val>
                                            <p:strVal val="#ppt_x"/>
                                          </p:val>
                                        </p:tav>
                                      </p:tavLst>
                                    </p:anim>
                                    <p:anim calcmode="lin" valueType="num">
                                      <p:cBhvr additive="base">
                                        <p:cTn id="52"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83"/>
                                        </p:tgtEl>
                                        <p:attrNameLst>
                                          <p:attrName>style.visibility</p:attrName>
                                        </p:attrNameLst>
                                      </p:cBhvr>
                                      <p:to>
                                        <p:strVal val="visible"/>
                                      </p:to>
                                    </p:set>
                                    <p:anim calcmode="lin" valueType="num">
                                      <p:cBhvr additive="base">
                                        <p:cTn id="57" dur="500" fill="hold"/>
                                        <p:tgtEl>
                                          <p:spTgt spid="83"/>
                                        </p:tgtEl>
                                        <p:attrNameLst>
                                          <p:attrName>ppt_x</p:attrName>
                                        </p:attrNameLst>
                                      </p:cBhvr>
                                      <p:tavLst>
                                        <p:tav tm="0">
                                          <p:val>
                                            <p:strVal val="#ppt_x"/>
                                          </p:val>
                                        </p:tav>
                                        <p:tav tm="100000">
                                          <p:val>
                                            <p:strVal val="#ppt_x"/>
                                          </p:val>
                                        </p:tav>
                                      </p:tavLst>
                                    </p:anim>
                                    <p:anim calcmode="lin" valueType="num">
                                      <p:cBhvr additive="base">
                                        <p:cTn id="58" dur="500" fill="hold"/>
                                        <p:tgtEl>
                                          <p:spTgt spid="8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86"/>
                                        </p:tgtEl>
                                        <p:attrNameLst>
                                          <p:attrName>style.visibility</p:attrName>
                                        </p:attrNameLst>
                                      </p:cBhvr>
                                      <p:to>
                                        <p:strVal val="visible"/>
                                      </p:to>
                                    </p:set>
                                    <p:anim calcmode="lin" valueType="num">
                                      <p:cBhvr additive="base">
                                        <p:cTn id="61" dur="500" fill="hold"/>
                                        <p:tgtEl>
                                          <p:spTgt spid="86"/>
                                        </p:tgtEl>
                                        <p:attrNameLst>
                                          <p:attrName>ppt_x</p:attrName>
                                        </p:attrNameLst>
                                      </p:cBhvr>
                                      <p:tavLst>
                                        <p:tav tm="0">
                                          <p:val>
                                            <p:strVal val="#ppt_x"/>
                                          </p:val>
                                        </p:tav>
                                        <p:tav tm="100000">
                                          <p:val>
                                            <p:strVal val="#ppt_x"/>
                                          </p:val>
                                        </p:tav>
                                      </p:tavLst>
                                    </p:anim>
                                    <p:anim calcmode="lin" valueType="num">
                                      <p:cBhvr additive="base">
                                        <p:cTn id="62" dur="500" fill="hold"/>
                                        <p:tgtEl>
                                          <p:spTgt spid="8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87"/>
                                        </p:tgtEl>
                                        <p:attrNameLst>
                                          <p:attrName>style.visibility</p:attrName>
                                        </p:attrNameLst>
                                      </p:cBhvr>
                                      <p:to>
                                        <p:strVal val="visible"/>
                                      </p:to>
                                    </p:set>
                                    <p:anim calcmode="lin" valueType="num">
                                      <p:cBhvr additive="base">
                                        <p:cTn id="65" dur="500" fill="hold"/>
                                        <p:tgtEl>
                                          <p:spTgt spid="87"/>
                                        </p:tgtEl>
                                        <p:attrNameLst>
                                          <p:attrName>ppt_x</p:attrName>
                                        </p:attrNameLst>
                                      </p:cBhvr>
                                      <p:tavLst>
                                        <p:tav tm="0">
                                          <p:val>
                                            <p:strVal val="#ppt_x"/>
                                          </p:val>
                                        </p:tav>
                                        <p:tav tm="100000">
                                          <p:val>
                                            <p:strVal val="#ppt_x"/>
                                          </p:val>
                                        </p:tav>
                                      </p:tavLst>
                                    </p:anim>
                                    <p:anim calcmode="lin" valueType="num">
                                      <p:cBhvr additive="base">
                                        <p:cTn id="66"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89"/>
                                        </p:tgtEl>
                                        <p:attrNameLst>
                                          <p:attrName>style.visibility</p:attrName>
                                        </p:attrNameLst>
                                      </p:cBhvr>
                                      <p:to>
                                        <p:strVal val="visible"/>
                                      </p:to>
                                    </p:set>
                                    <p:anim calcmode="lin" valueType="num">
                                      <p:cBhvr additive="base">
                                        <p:cTn id="71" dur="500" fill="hold"/>
                                        <p:tgtEl>
                                          <p:spTgt spid="89"/>
                                        </p:tgtEl>
                                        <p:attrNameLst>
                                          <p:attrName>ppt_x</p:attrName>
                                        </p:attrNameLst>
                                      </p:cBhvr>
                                      <p:tavLst>
                                        <p:tav tm="0">
                                          <p:val>
                                            <p:strVal val="#ppt_x"/>
                                          </p:val>
                                        </p:tav>
                                        <p:tav tm="100000">
                                          <p:val>
                                            <p:strVal val="#ppt_x"/>
                                          </p:val>
                                        </p:tav>
                                      </p:tavLst>
                                    </p:anim>
                                    <p:anim calcmode="lin" valueType="num">
                                      <p:cBhvr additive="base">
                                        <p:cTn id="72" dur="500" fill="hold"/>
                                        <p:tgtEl>
                                          <p:spTgt spid="89"/>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90"/>
                                        </p:tgtEl>
                                        <p:attrNameLst>
                                          <p:attrName>style.visibility</p:attrName>
                                        </p:attrNameLst>
                                      </p:cBhvr>
                                      <p:to>
                                        <p:strVal val="visible"/>
                                      </p:to>
                                    </p:set>
                                    <p:anim calcmode="lin" valueType="num">
                                      <p:cBhvr additive="base">
                                        <p:cTn id="75" dur="500" fill="hold"/>
                                        <p:tgtEl>
                                          <p:spTgt spid="90"/>
                                        </p:tgtEl>
                                        <p:attrNameLst>
                                          <p:attrName>ppt_x</p:attrName>
                                        </p:attrNameLst>
                                      </p:cBhvr>
                                      <p:tavLst>
                                        <p:tav tm="0">
                                          <p:val>
                                            <p:strVal val="#ppt_x"/>
                                          </p:val>
                                        </p:tav>
                                        <p:tav tm="100000">
                                          <p:val>
                                            <p:strVal val="#ppt_x"/>
                                          </p:val>
                                        </p:tav>
                                      </p:tavLst>
                                    </p:anim>
                                    <p:anim calcmode="lin" valueType="num">
                                      <p:cBhvr additive="base">
                                        <p:cTn id="76"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94"/>
                                        </p:tgtEl>
                                        <p:attrNameLst>
                                          <p:attrName>style.visibility</p:attrName>
                                        </p:attrNameLst>
                                      </p:cBhvr>
                                      <p:to>
                                        <p:strVal val="visible"/>
                                      </p:to>
                                    </p:set>
                                    <p:anim calcmode="lin" valueType="num">
                                      <p:cBhvr additive="base">
                                        <p:cTn id="81" dur="500" fill="hold"/>
                                        <p:tgtEl>
                                          <p:spTgt spid="94"/>
                                        </p:tgtEl>
                                        <p:attrNameLst>
                                          <p:attrName>ppt_x</p:attrName>
                                        </p:attrNameLst>
                                      </p:cBhvr>
                                      <p:tavLst>
                                        <p:tav tm="0">
                                          <p:val>
                                            <p:strVal val="#ppt_x"/>
                                          </p:val>
                                        </p:tav>
                                        <p:tav tm="100000">
                                          <p:val>
                                            <p:strVal val="#ppt_x"/>
                                          </p:val>
                                        </p:tav>
                                      </p:tavLst>
                                    </p:anim>
                                    <p:anim calcmode="lin" valueType="num">
                                      <p:cBhvr additive="base">
                                        <p:cTn id="82"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91"/>
                                        </p:tgtEl>
                                        <p:attrNameLst>
                                          <p:attrName>style.visibility</p:attrName>
                                        </p:attrNameLst>
                                      </p:cBhvr>
                                      <p:to>
                                        <p:strVal val="visible"/>
                                      </p:to>
                                    </p:set>
                                    <p:anim calcmode="lin" valueType="num">
                                      <p:cBhvr additive="base">
                                        <p:cTn id="87" dur="500" fill="hold"/>
                                        <p:tgtEl>
                                          <p:spTgt spid="91"/>
                                        </p:tgtEl>
                                        <p:attrNameLst>
                                          <p:attrName>ppt_x</p:attrName>
                                        </p:attrNameLst>
                                      </p:cBhvr>
                                      <p:tavLst>
                                        <p:tav tm="0">
                                          <p:val>
                                            <p:strVal val="#ppt_x"/>
                                          </p:val>
                                        </p:tav>
                                        <p:tav tm="100000">
                                          <p:val>
                                            <p:strVal val="#ppt_x"/>
                                          </p:val>
                                        </p:tav>
                                      </p:tavLst>
                                    </p:anim>
                                    <p:anim calcmode="lin" valueType="num">
                                      <p:cBhvr additive="base">
                                        <p:cTn id="88" dur="500" fill="hold"/>
                                        <p:tgtEl>
                                          <p:spTgt spid="9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92"/>
                                        </p:tgtEl>
                                        <p:attrNameLst>
                                          <p:attrName>style.visibility</p:attrName>
                                        </p:attrNameLst>
                                      </p:cBhvr>
                                      <p:to>
                                        <p:strVal val="visible"/>
                                      </p:to>
                                    </p:set>
                                    <p:anim calcmode="lin" valueType="num">
                                      <p:cBhvr additive="base">
                                        <p:cTn id="91" dur="500" fill="hold"/>
                                        <p:tgtEl>
                                          <p:spTgt spid="92"/>
                                        </p:tgtEl>
                                        <p:attrNameLst>
                                          <p:attrName>ppt_x</p:attrName>
                                        </p:attrNameLst>
                                      </p:cBhvr>
                                      <p:tavLst>
                                        <p:tav tm="0">
                                          <p:val>
                                            <p:strVal val="#ppt_x"/>
                                          </p:val>
                                        </p:tav>
                                        <p:tav tm="100000">
                                          <p:val>
                                            <p:strVal val="#ppt_x"/>
                                          </p:val>
                                        </p:tav>
                                      </p:tavLst>
                                    </p:anim>
                                    <p:anim calcmode="lin" valueType="num">
                                      <p:cBhvr additive="base">
                                        <p:cTn id="92" dur="500" fill="hold"/>
                                        <p:tgtEl>
                                          <p:spTgt spid="92"/>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93"/>
                                        </p:tgtEl>
                                        <p:attrNameLst>
                                          <p:attrName>style.visibility</p:attrName>
                                        </p:attrNameLst>
                                      </p:cBhvr>
                                      <p:to>
                                        <p:strVal val="visible"/>
                                      </p:to>
                                    </p:set>
                                    <p:anim calcmode="lin" valueType="num">
                                      <p:cBhvr additive="base">
                                        <p:cTn id="95" dur="500" fill="hold"/>
                                        <p:tgtEl>
                                          <p:spTgt spid="93"/>
                                        </p:tgtEl>
                                        <p:attrNameLst>
                                          <p:attrName>ppt_x</p:attrName>
                                        </p:attrNameLst>
                                      </p:cBhvr>
                                      <p:tavLst>
                                        <p:tav tm="0">
                                          <p:val>
                                            <p:strVal val="#ppt_x"/>
                                          </p:val>
                                        </p:tav>
                                        <p:tav tm="100000">
                                          <p:val>
                                            <p:strVal val="#ppt_x"/>
                                          </p:val>
                                        </p:tav>
                                      </p:tavLst>
                                    </p:anim>
                                    <p:anim calcmode="lin" valueType="num">
                                      <p:cBhvr additive="base">
                                        <p:cTn id="96"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95"/>
                                        </p:tgtEl>
                                        <p:attrNameLst>
                                          <p:attrName>style.visibility</p:attrName>
                                        </p:attrNameLst>
                                      </p:cBhvr>
                                      <p:to>
                                        <p:strVal val="visible"/>
                                      </p:to>
                                    </p:set>
                                    <p:anim calcmode="lin" valueType="num">
                                      <p:cBhvr additive="base">
                                        <p:cTn id="101" dur="500" fill="hold"/>
                                        <p:tgtEl>
                                          <p:spTgt spid="95"/>
                                        </p:tgtEl>
                                        <p:attrNameLst>
                                          <p:attrName>ppt_x</p:attrName>
                                        </p:attrNameLst>
                                      </p:cBhvr>
                                      <p:tavLst>
                                        <p:tav tm="0">
                                          <p:val>
                                            <p:strVal val="#ppt_x"/>
                                          </p:val>
                                        </p:tav>
                                        <p:tav tm="100000">
                                          <p:val>
                                            <p:strVal val="#ppt_x"/>
                                          </p:val>
                                        </p:tav>
                                      </p:tavLst>
                                    </p:anim>
                                    <p:anim calcmode="lin" valueType="num">
                                      <p:cBhvr additive="base">
                                        <p:cTn id="102" dur="500" fill="hold"/>
                                        <p:tgtEl>
                                          <p:spTgt spid="95"/>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96"/>
                                        </p:tgtEl>
                                        <p:attrNameLst>
                                          <p:attrName>style.visibility</p:attrName>
                                        </p:attrNameLst>
                                      </p:cBhvr>
                                      <p:to>
                                        <p:strVal val="visible"/>
                                      </p:to>
                                    </p:set>
                                    <p:anim calcmode="lin" valueType="num">
                                      <p:cBhvr additive="base">
                                        <p:cTn id="105" dur="500" fill="hold"/>
                                        <p:tgtEl>
                                          <p:spTgt spid="96"/>
                                        </p:tgtEl>
                                        <p:attrNameLst>
                                          <p:attrName>ppt_x</p:attrName>
                                        </p:attrNameLst>
                                      </p:cBhvr>
                                      <p:tavLst>
                                        <p:tav tm="0">
                                          <p:val>
                                            <p:strVal val="#ppt_x"/>
                                          </p:val>
                                        </p:tav>
                                        <p:tav tm="100000">
                                          <p:val>
                                            <p:strVal val="#ppt_x"/>
                                          </p:val>
                                        </p:tav>
                                      </p:tavLst>
                                    </p:anim>
                                    <p:anim calcmode="lin" valueType="num">
                                      <p:cBhvr additive="base">
                                        <p:cTn id="106"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58" grpId="0"/>
      <p:bldP spid="59" grpId="0"/>
      <p:bldP spid="60" grpId="0"/>
      <p:bldP spid="61" grpId="0"/>
      <p:bldP spid="83" grpId="0"/>
      <p:bldP spid="86" grpId="0"/>
      <p:bldP spid="87" grpId="0"/>
      <p:bldP spid="88" grpId="0"/>
      <p:bldP spid="91" grpId="0"/>
      <p:bldP spid="92" grpId="0"/>
      <p:bldP spid="93" grpId="0"/>
      <p:bldP spid="9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smtClean="0"/>
          </a:p>
          <a:p>
            <a:pPr marL="0" lvl="1">
              <a:lnSpc>
                <a:spcPct val="150000"/>
              </a:lnSpc>
            </a:pP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5" name="TextBox 84"/>
          <p:cNvSpPr txBox="1"/>
          <p:nvPr/>
        </p:nvSpPr>
        <p:spPr>
          <a:xfrm>
            <a:off x="3429000" y="2190750"/>
            <a:ext cx="7620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2</a:t>
            </a:r>
            <a:endParaRPr lang="zh-CN" altLang="en-US" sz="1400" dirty="0">
              <a:latin typeface="微软雅黑" pitchFamily="34" charset="-122"/>
              <a:ea typeface="微软雅黑" pitchFamily="34" charset="-122"/>
            </a:endParaRPr>
          </a:p>
        </p:txBody>
      </p:sp>
      <p:graphicFrame>
        <p:nvGraphicFramePr>
          <p:cNvPr id="54" name="对象 53"/>
          <p:cNvGraphicFramePr>
            <a:graphicFrameLocks noChangeAspect="1"/>
          </p:cNvGraphicFramePr>
          <p:nvPr/>
        </p:nvGraphicFramePr>
        <p:xfrm>
          <a:off x="1295400" y="711200"/>
          <a:ext cx="5019675" cy="1708150"/>
        </p:xfrm>
        <a:graphic>
          <a:graphicData uri="http://schemas.openxmlformats.org/presentationml/2006/ole">
            <p:oleObj spid="_x0000_s3074" name="Visio" r:id="rId3" imgW="5020526" imgH="1619392" progId="Visio.Drawing.11">
              <p:embed/>
            </p:oleObj>
          </a:graphicData>
        </a:graphic>
      </p:graphicFrame>
      <p:grpSp>
        <p:nvGrpSpPr>
          <p:cNvPr id="2" name="Group 2"/>
          <p:cNvGrpSpPr>
            <a:grpSpLocks/>
          </p:cNvGrpSpPr>
          <p:nvPr/>
        </p:nvGrpSpPr>
        <p:grpSpPr bwMode="auto">
          <a:xfrm>
            <a:off x="1981200" y="2724150"/>
            <a:ext cx="3816350" cy="1008062"/>
            <a:chOff x="340" y="935"/>
            <a:chExt cx="2404" cy="635"/>
          </a:xfrm>
        </p:grpSpPr>
        <p:grpSp>
          <p:nvGrpSpPr>
            <p:cNvPr id="3" name="Group 3"/>
            <p:cNvGrpSpPr>
              <a:grpSpLocks/>
            </p:cNvGrpSpPr>
            <p:nvPr/>
          </p:nvGrpSpPr>
          <p:grpSpPr bwMode="auto">
            <a:xfrm>
              <a:off x="612" y="935"/>
              <a:ext cx="1905" cy="635"/>
              <a:chOff x="612" y="935"/>
              <a:chExt cx="1905" cy="635"/>
            </a:xfrm>
          </p:grpSpPr>
          <p:sp>
            <p:nvSpPr>
              <p:cNvPr id="37" name="Rectangle 4"/>
              <p:cNvSpPr>
                <a:spLocks noChangeArrowheads="1"/>
              </p:cNvSpPr>
              <p:nvPr/>
            </p:nvSpPr>
            <p:spPr bwMode="auto">
              <a:xfrm>
                <a:off x="612"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8" name="Rectangle 5"/>
              <p:cNvSpPr>
                <a:spLocks noChangeArrowheads="1"/>
              </p:cNvSpPr>
              <p:nvPr/>
            </p:nvSpPr>
            <p:spPr bwMode="auto">
              <a:xfrm>
                <a:off x="1066"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9" name="Rectangle 6"/>
              <p:cNvSpPr>
                <a:spLocks noChangeArrowheads="1"/>
              </p:cNvSpPr>
              <p:nvPr/>
            </p:nvSpPr>
            <p:spPr bwMode="auto">
              <a:xfrm>
                <a:off x="1519"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40" name="Rectangle 7"/>
              <p:cNvSpPr>
                <a:spLocks noChangeArrowheads="1"/>
              </p:cNvSpPr>
              <p:nvPr/>
            </p:nvSpPr>
            <p:spPr bwMode="auto">
              <a:xfrm>
                <a:off x="1973"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41" name="AutoShape 8"/>
              <p:cNvSpPr>
                <a:spLocks noChangeArrowheads="1"/>
              </p:cNvSpPr>
              <p:nvPr/>
            </p:nvSpPr>
            <p:spPr bwMode="auto">
              <a:xfrm>
                <a:off x="612" y="935"/>
                <a:ext cx="1905" cy="91"/>
              </a:xfrm>
              <a:prstGeom prst="parallelogram">
                <a:avLst>
                  <a:gd name="adj" fmla="val 81701"/>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42" name="AutoShape 9"/>
              <p:cNvSpPr>
                <a:spLocks noChangeArrowheads="1"/>
              </p:cNvSpPr>
              <p:nvPr/>
            </p:nvSpPr>
            <p:spPr bwMode="auto">
              <a:xfrm rot="16200000" flipV="1">
                <a:off x="2154" y="1207"/>
                <a:ext cx="635" cy="91"/>
              </a:xfrm>
              <a:prstGeom prst="parallelogram">
                <a:avLst>
                  <a:gd name="adj" fmla="val 113716"/>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43" name="Line 10"/>
              <p:cNvSpPr>
                <a:spLocks noChangeShapeType="1"/>
              </p:cNvSpPr>
              <p:nvPr/>
            </p:nvSpPr>
            <p:spPr bwMode="auto">
              <a:xfrm flipV="1">
                <a:off x="1066"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4" name="Line 11"/>
              <p:cNvSpPr>
                <a:spLocks noChangeShapeType="1"/>
              </p:cNvSpPr>
              <p:nvPr/>
            </p:nvSpPr>
            <p:spPr bwMode="auto">
              <a:xfrm flipV="1">
                <a:off x="1519"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5" name="Line 12"/>
              <p:cNvSpPr>
                <a:spLocks noChangeShapeType="1"/>
              </p:cNvSpPr>
              <p:nvPr/>
            </p:nvSpPr>
            <p:spPr bwMode="auto">
              <a:xfrm flipV="1">
                <a:off x="1973"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grpSp>
        <p:sp>
          <p:nvSpPr>
            <p:cNvPr id="32" name="Line 13"/>
            <p:cNvSpPr>
              <a:spLocks noChangeShapeType="1"/>
            </p:cNvSpPr>
            <p:nvPr/>
          </p:nvSpPr>
          <p:spPr bwMode="auto">
            <a:xfrm>
              <a:off x="340" y="1344"/>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33" name="Line 14"/>
            <p:cNvSpPr>
              <a:spLocks noChangeShapeType="1"/>
            </p:cNvSpPr>
            <p:nvPr/>
          </p:nvSpPr>
          <p:spPr bwMode="auto">
            <a:xfrm>
              <a:off x="930" y="1344"/>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34" name="Line 15"/>
            <p:cNvSpPr>
              <a:spLocks noChangeShapeType="1"/>
            </p:cNvSpPr>
            <p:nvPr/>
          </p:nvSpPr>
          <p:spPr bwMode="auto">
            <a:xfrm>
              <a:off x="1383" y="1344"/>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35" name="Line 16"/>
            <p:cNvSpPr>
              <a:spLocks noChangeShapeType="1"/>
            </p:cNvSpPr>
            <p:nvPr/>
          </p:nvSpPr>
          <p:spPr bwMode="auto">
            <a:xfrm>
              <a:off x="1837" y="1344"/>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36" name="Line 17"/>
            <p:cNvSpPr>
              <a:spLocks noChangeShapeType="1"/>
            </p:cNvSpPr>
            <p:nvPr/>
          </p:nvSpPr>
          <p:spPr bwMode="auto">
            <a:xfrm>
              <a:off x="2472" y="1344"/>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grpSp>
      <p:sp>
        <p:nvSpPr>
          <p:cNvPr id="46" name="Text Box 18"/>
          <p:cNvSpPr txBox="1">
            <a:spLocks noChangeArrowheads="1"/>
          </p:cNvSpPr>
          <p:nvPr/>
        </p:nvSpPr>
        <p:spPr bwMode="auto">
          <a:xfrm>
            <a:off x="1008062" y="3186112"/>
            <a:ext cx="1547813"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数据输入</a:t>
            </a:r>
          </a:p>
        </p:txBody>
      </p:sp>
      <p:sp>
        <p:nvSpPr>
          <p:cNvPr id="47" name="Text Box 19"/>
          <p:cNvSpPr txBox="1">
            <a:spLocks noChangeArrowheads="1"/>
          </p:cNvSpPr>
          <p:nvPr/>
        </p:nvSpPr>
        <p:spPr bwMode="auto">
          <a:xfrm>
            <a:off x="5808662" y="3186112"/>
            <a:ext cx="2089150"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数据输出</a:t>
            </a:r>
          </a:p>
        </p:txBody>
      </p:sp>
      <p:sp>
        <p:nvSpPr>
          <p:cNvPr id="48" name="Text Box 20"/>
          <p:cNvSpPr txBox="1">
            <a:spLocks noChangeArrowheads="1"/>
          </p:cNvSpPr>
          <p:nvPr/>
        </p:nvSpPr>
        <p:spPr bwMode="auto">
          <a:xfrm>
            <a:off x="2684462" y="3871912"/>
            <a:ext cx="5040313"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串行输入</a:t>
            </a:r>
            <a:r>
              <a:rPr kumimoji="0" lang="en-US" altLang="zh-CN" sz="1400" b="1" i="0" dirty="0">
                <a:latin typeface="微软雅黑" pitchFamily="34" charset="-122"/>
                <a:ea typeface="微软雅黑" pitchFamily="34" charset="-122"/>
              </a:rPr>
              <a:t>/</a:t>
            </a:r>
            <a:r>
              <a:rPr kumimoji="0" lang="zh-CN" altLang="en-US" sz="1400" b="1" i="0" dirty="0">
                <a:latin typeface="微软雅黑" pitchFamily="34" charset="-122"/>
                <a:ea typeface="微软雅黑" pitchFamily="34" charset="-122"/>
              </a:rPr>
              <a:t>向右移位</a:t>
            </a:r>
            <a:r>
              <a:rPr kumimoji="0" lang="en-US" altLang="zh-CN" sz="1400" b="1" i="0" dirty="0">
                <a:latin typeface="微软雅黑" pitchFamily="34" charset="-122"/>
                <a:ea typeface="微软雅黑" pitchFamily="34" charset="-122"/>
              </a:rPr>
              <a:t>/</a:t>
            </a:r>
            <a:r>
              <a:rPr kumimoji="0" lang="zh-CN" altLang="en-US" sz="1400" b="1" i="0" dirty="0">
                <a:latin typeface="微软雅黑" pitchFamily="34" charset="-122"/>
                <a:ea typeface="微软雅黑" pitchFamily="34" charset="-122"/>
              </a:rPr>
              <a:t>串行输出</a:t>
            </a:r>
          </a:p>
        </p:txBody>
      </p:sp>
      <p:sp>
        <p:nvSpPr>
          <p:cNvPr id="49" name="TextBox 48"/>
          <p:cNvSpPr txBox="1"/>
          <p:nvPr/>
        </p:nvSpPr>
        <p:spPr>
          <a:xfrm>
            <a:off x="3429000" y="4324350"/>
            <a:ext cx="7620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3</a:t>
            </a:r>
            <a:endParaRPr lang="zh-CN" altLang="en-US" sz="1400" dirty="0">
              <a:latin typeface="微软雅黑" pitchFamily="34" charset="-122"/>
              <a:ea typeface="微软雅黑" pitchFamily="34" charset="-122"/>
            </a:endParaRPr>
          </a:p>
        </p:txBody>
      </p:sp>
      <p:sp>
        <p:nvSpPr>
          <p:cNvPr id="50" name="矩形 49"/>
          <p:cNvSpPr/>
          <p:nvPr/>
        </p:nvSpPr>
        <p:spPr>
          <a:xfrm>
            <a:off x="0" y="0"/>
            <a:ext cx="4217821" cy="523220"/>
          </a:xfrm>
          <a:prstGeom prst="rect">
            <a:avLst/>
          </a:prstGeom>
        </p:spPr>
        <p:txBody>
          <a:bodyPr wrap="none">
            <a:spAutoFit/>
          </a:bodyPr>
          <a:lstStyle/>
          <a:p>
            <a:pPr algn="ctr">
              <a:defRPr/>
            </a:pPr>
            <a:r>
              <a:rPr lang="en-US" altLang="zh-CN"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wipe(left)">
                                      <p:cBhvr>
                                        <p:cTn id="15" dur="500"/>
                                        <p:tgtEl>
                                          <p:spTgt spid="47"/>
                                        </p:tgtEl>
                                      </p:cBhvr>
                                    </p:animEffect>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2" presetClass="entr" presetSubtype="4"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fill="hold"/>
                                        <p:tgtEl>
                                          <p:spTgt spid="49"/>
                                        </p:tgtEl>
                                        <p:attrNameLst>
                                          <p:attrName>ppt_x</p:attrName>
                                        </p:attrNameLst>
                                      </p:cBhvr>
                                      <p:tavLst>
                                        <p:tav tm="0">
                                          <p:val>
                                            <p:strVal val="#ppt_x"/>
                                          </p:val>
                                        </p:tav>
                                        <p:tav tm="100000">
                                          <p:val>
                                            <p:strVal val="#ppt_x"/>
                                          </p:val>
                                        </p:tav>
                                      </p:tavLst>
                                    </p:anim>
                                    <p:anim calcmode="lin" valueType="num">
                                      <p:cBhvr additive="base">
                                        <p:cTn id="2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27" name="Group 21"/>
          <p:cNvGrpSpPr>
            <a:grpSpLocks/>
          </p:cNvGrpSpPr>
          <p:nvPr/>
        </p:nvGrpSpPr>
        <p:grpSpPr bwMode="auto">
          <a:xfrm>
            <a:off x="1752600" y="1581150"/>
            <a:ext cx="3816350" cy="1008063"/>
            <a:chOff x="340" y="935"/>
            <a:chExt cx="2404" cy="635"/>
          </a:xfrm>
        </p:grpSpPr>
        <p:grpSp>
          <p:nvGrpSpPr>
            <p:cNvPr id="28" name="Group 22"/>
            <p:cNvGrpSpPr>
              <a:grpSpLocks/>
            </p:cNvGrpSpPr>
            <p:nvPr/>
          </p:nvGrpSpPr>
          <p:grpSpPr bwMode="auto">
            <a:xfrm>
              <a:off x="612" y="935"/>
              <a:ext cx="1905" cy="635"/>
              <a:chOff x="612" y="935"/>
              <a:chExt cx="1905" cy="635"/>
            </a:xfrm>
          </p:grpSpPr>
          <p:sp>
            <p:nvSpPr>
              <p:cNvPr id="51" name="Rectangle 23"/>
              <p:cNvSpPr>
                <a:spLocks noChangeArrowheads="1"/>
              </p:cNvSpPr>
              <p:nvPr/>
            </p:nvSpPr>
            <p:spPr bwMode="auto">
              <a:xfrm>
                <a:off x="612"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2" name="Rectangle 24"/>
              <p:cNvSpPr>
                <a:spLocks noChangeArrowheads="1"/>
              </p:cNvSpPr>
              <p:nvPr/>
            </p:nvSpPr>
            <p:spPr bwMode="auto">
              <a:xfrm>
                <a:off x="1066"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3" name="Rectangle 25"/>
              <p:cNvSpPr>
                <a:spLocks noChangeArrowheads="1"/>
              </p:cNvSpPr>
              <p:nvPr/>
            </p:nvSpPr>
            <p:spPr bwMode="auto">
              <a:xfrm>
                <a:off x="1519"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5" name="Rectangle 26"/>
              <p:cNvSpPr>
                <a:spLocks noChangeArrowheads="1"/>
              </p:cNvSpPr>
              <p:nvPr/>
            </p:nvSpPr>
            <p:spPr bwMode="auto">
              <a:xfrm>
                <a:off x="1973"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6" name="AutoShape 27"/>
              <p:cNvSpPr>
                <a:spLocks noChangeArrowheads="1"/>
              </p:cNvSpPr>
              <p:nvPr/>
            </p:nvSpPr>
            <p:spPr bwMode="auto">
              <a:xfrm>
                <a:off x="612" y="935"/>
                <a:ext cx="1905" cy="91"/>
              </a:xfrm>
              <a:prstGeom prst="parallelogram">
                <a:avLst>
                  <a:gd name="adj" fmla="val 81701"/>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7" name="AutoShape 28"/>
              <p:cNvSpPr>
                <a:spLocks noChangeArrowheads="1"/>
              </p:cNvSpPr>
              <p:nvPr/>
            </p:nvSpPr>
            <p:spPr bwMode="auto">
              <a:xfrm rot="16200000" flipV="1">
                <a:off x="2154" y="1207"/>
                <a:ext cx="635" cy="91"/>
              </a:xfrm>
              <a:prstGeom prst="parallelogram">
                <a:avLst>
                  <a:gd name="adj" fmla="val 113716"/>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8" name="Line 29"/>
              <p:cNvSpPr>
                <a:spLocks noChangeShapeType="1"/>
              </p:cNvSpPr>
              <p:nvPr/>
            </p:nvSpPr>
            <p:spPr bwMode="auto">
              <a:xfrm flipV="1">
                <a:off x="1066"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59" name="Line 30"/>
              <p:cNvSpPr>
                <a:spLocks noChangeShapeType="1"/>
              </p:cNvSpPr>
              <p:nvPr/>
            </p:nvSpPr>
            <p:spPr bwMode="auto">
              <a:xfrm flipV="1">
                <a:off x="1519"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60" name="Line 31"/>
              <p:cNvSpPr>
                <a:spLocks noChangeShapeType="1"/>
              </p:cNvSpPr>
              <p:nvPr/>
            </p:nvSpPr>
            <p:spPr bwMode="auto">
              <a:xfrm flipV="1">
                <a:off x="1973"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grpSp>
        <p:sp>
          <p:nvSpPr>
            <p:cNvPr id="29" name="Line 32"/>
            <p:cNvSpPr>
              <a:spLocks noChangeShapeType="1"/>
            </p:cNvSpPr>
            <p:nvPr/>
          </p:nvSpPr>
          <p:spPr bwMode="auto">
            <a:xfrm>
              <a:off x="340" y="1344"/>
              <a:ext cx="272"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sp>
          <p:nvSpPr>
            <p:cNvPr id="30" name="Line 33"/>
            <p:cNvSpPr>
              <a:spLocks noChangeShapeType="1"/>
            </p:cNvSpPr>
            <p:nvPr/>
          </p:nvSpPr>
          <p:spPr bwMode="auto">
            <a:xfrm>
              <a:off x="930" y="1344"/>
              <a:ext cx="272" cy="0"/>
            </a:xfrm>
            <a:prstGeom prst="line">
              <a:avLst/>
            </a:prstGeom>
            <a:noFill/>
            <a:ln w="28575">
              <a:solidFill>
                <a:schemeClr val="tx1"/>
              </a:solidFill>
              <a:round/>
              <a:headEnd type="triangle" w="med" len="med"/>
              <a:tailEnd/>
            </a:ln>
          </p:spPr>
          <p:txBody>
            <a:bodyPr/>
            <a:lstStyle/>
            <a:p>
              <a:endParaRPr lang="zh-CN" altLang="en-US" sz="1400" dirty="0">
                <a:latin typeface="微软雅黑" pitchFamily="34" charset="-122"/>
                <a:ea typeface="微软雅黑" pitchFamily="34" charset="-122"/>
              </a:endParaRPr>
            </a:p>
          </p:txBody>
        </p:sp>
        <p:sp>
          <p:nvSpPr>
            <p:cNvPr id="31" name="Line 34"/>
            <p:cNvSpPr>
              <a:spLocks noChangeShapeType="1"/>
            </p:cNvSpPr>
            <p:nvPr/>
          </p:nvSpPr>
          <p:spPr bwMode="auto">
            <a:xfrm>
              <a:off x="1383" y="1344"/>
              <a:ext cx="272"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sp>
          <p:nvSpPr>
            <p:cNvPr id="49" name="Line 35"/>
            <p:cNvSpPr>
              <a:spLocks noChangeShapeType="1"/>
            </p:cNvSpPr>
            <p:nvPr/>
          </p:nvSpPr>
          <p:spPr bwMode="auto">
            <a:xfrm>
              <a:off x="1837" y="1344"/>
              <a:ext cx="272"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sp>
          <p:nvSpPr>
            <p:cNvPr id="50" name="Line 36"/>
            <p:cNvSpPr>
              <a:spLocks noChangeShapeType="1"/>
            </p:cNvSpPr>
            <p:nvPr/>
          </p:nvSpPr>
          <p:spPr bwMode="auto">
            <a:xfrm>
              <a:off x="2472" y="1344"/>
              <a:ext cx="272"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grpSp>
      <p:sp>
        <p:nvSpPr>
          <p:cNvPr id="61" name="Text Box 37"/>
          <p:cNvSpPr txBox="1">
            <a:spLocks noChangeArrowheads="1"/>
          </p:cNvSpPr>
          <p:nvPr/>
        </p:nvSpPr>
        <p:spPr bwMode="auto">
          <a:xfrm>
            <a:off x="838200" y="2061021"/>
            <a:ext cx="1547813"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数据输出</a:t>
            </a:r>
          </a:p>
        </p:txBody>
      </p:sp>
      <p:sp>
        <p:nvSpPr>
          <p:cNvPr id="62" name="Text Box 38"/>
          <p:cNvSpPr txBox="1">
            <a:spLocks noChangeArrowheads="1"/>
          </p:cNvSpPr>
          <p:nvPr/>
        </p:nvSpPr>
        <p:spPr bwMode="auto">
          <a:xfrm>
            <a:off x="5562600" y="2038350"/>
            <a:ext cx="2089150"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数据输入</a:t>
            </a:r>
          </a:p>
        </p:txBody>
      </p:sp>
      <p:sp>
        <p:nvSpPr>
          <p:cNvPr id="63" name="Text Box 39"/>
          <p:cNvSpPr txBox="1">
            <a:spLocks noChangeArrowheads="1"/>
          </p:cNvSpPr>
          <p:nvPr/>
        </p:nvSpPr>
        <p:spPr bwMode="auto">
          <a:xfrm>
            <a:off x="2438400" y="2724150"/>
            <a:ext cx="5040313"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串行输入</a:t>
            </a:r>
            <a:r>
              <a:rPr kumimoji="0" lang="en-US" altLang="zh-CN" sz="1400" b="1" i="0" dirty="0">
                <a:latin typeface="微软雅黑" pitchFamily="34" charset="-122"/>
                <a:ea typeface="微软雅黑" pitchFamily="34" charset="-122"/>
              </a:rPr>
              <a:t>/</a:t>
            </a:r>
            <a:r>
              <a:rPr kumimoji="0" lang="zh-CN" altLang="en-US" sz="1400" b="1" i="0" dirty="0">
                <a:latin typeface="微软雅黑" pitchFamily="34" charset="-122"/>
                <a:ea typeface="微软雅黑" pitchFamily="34" charset="-122"/>
              </a:rPr>
              <a:t>向左移位</a:t>
            </a:r>
            <a:r>
              <a:rPr kumimoji="0" lang="en-US" altLang="zh-CN" sz="1400" b="1" i="0" dirty="0">
                <a:latin typeface="微软雅黑" pitchFamily="34" charset="-122"/>
                <a:ea typeface="微软雅黑" pitchFamily="34" charset="-122"/>
              </a:rPr>
              <a:t>/</a:t>
            </a:r>
            <a:r>
              <a:rPr kumimoji="0" lang="zh-CN" altLang="en-US" sz="1400" b="1" i="0" dirty="0">
                <a:latin typeface="微软雅黑" pitchFamily="34" charset="-122"/>
                <a:ea typeface="微软雅黑" pitchFamily="34" charset="-122"/>
              </a:rPr>
              <a:t>串行输出</a:t>
            </a:r>
          </a:p>
        </p:txBody>
      </p:sp>
      <p:sp>
        <p:nvSpPr>
          <p:cNvPr id="64" name="TextBox 63"/>
          <p:cNvSpPr txBox="1"/>
          <p:nvPr/>
        </p:nvSpPr>
        <p:spPr>
          <a:xfrm>
            <a:off x="2971800" y="3181350"/>
            <a:ext cx="16002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4 </a:t>
            </a:r>
            <a:r>
              <a:rPr lang="zh-CN" altLang="en-US" sz="1400" dirty="0">
                <a:latin typeface="微软雅黑" pitchFamily="34" charset="-122"/>
                <a:ea typeface="微软雅黑" pitchFamily="34" charset="-122"/>
              </a:rPr>
              <a:t>左移寄存器</a:t>
            </a:r>
          </a:p>
        </p:txBody>
      </p:sp>
      <p:sp>
        <p:nvSpPr>
          <p:cNvPr id="65" name="矩形 64"/>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right)">
                                      <p:cBhvr>
                                        <p:cTn id="7" dur="500"/>
                                        <p:tgtEl>
                                          <p:spTgt spid="6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right)">
                                      <p:cBhvr>
                                        <p:cTn id="11" dur="500"/>
                                        <p:tgtEl>
                                          <p:spTgt spid="27"/>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ipe(right)">
                                      <p:cBhvr>
                                        <p:cTn id="15" dur="500"/>
                                        <p:tgtEl>
                                          <p:spTgt spid="61"/>
                                        </p:tgtEl>
                                      </p:cBhvr>
                                    </p:animEffect>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2" presetClass="entr" presetSubtype="4"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additive="base">
                                        <p:cTn id="21" dur="500" fill="hold"/>
                                        <p:tgtEl>
                                          <p:spTgt spid="64"/>
                                        </p:tgtEl>
                                        <p:attrNameLst>
                                          <p:attrName>ppt_x</p:attrName>
                                        </p:attrNameLst>
                                      </p:cBhvr>
                                      <p:tavLst>
                                        <p:tav tm="0">
                                          <p:val>
                                            <p:strVal val="#ppt_x"/>
                                          </p:val>
                                        </p:tav>
                                        <p:tav tm="100000">
                                          <p:val>
                                            <p:strVal val="#ppt_x"/>
                                          </p:val>
                                        </p:tav>
                                      </p:tavLst>
                                    </p:anim>
                                    <p:anim calcmode="lin" valueType="num">
                                      <p:cBhvr additive="base">
                                        <p:cTn id="22"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3" grpId="0"/>
      <p:bldP spid="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grpSp>
        <p:nvGrpSpPr>
          <p:cNvPr id="26" name="Group 2"/>
          <p:cNvGrpSpPr>
            <a:grpSpLocks/>
          </p:cNvGrpSpPr>
          <p:nvPr/>
        </p:nvGrpSpPr>
        <p:grpSpPr bwMode="auto">
          <a:xfrm>
            <a:off x="1905000" y="1962150"/>
            <a:ext cx="3024187" cy="1008063"/>
            <a:chOff x="612" y="935"/>
            <a:chExt cx="1905" cy="635"/>
          </a:xfrm>
        </p:grpSpPr>
        <p:sp>
          <p:nvSpPr>
            <p:cNvPr id="27" name="Rectangle 3"/>
            <p:cNvSpPr>
              <a:spLocks noChangeArrowheads="1"/>
            </p:cNvSpPr>
            <p:nvPr/>
          </p:nvSpPr>
          <p:spPr bwMode="auto">
            <a:xfrm>
              <a:off x="612"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28" name="Rectangle 4"/>
            <p:cNvSpPr>
              <a:spLocks noChangeArrowheads="1"/>
            </p:cNvSpPr>
            <p:nvPr/>
          </p:nvSpPr>
          <p:spPr bwMode="auto">
            <a:xfrm>
              <a:off x="1066"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2" name="Rectangle 5"/>
            <p:cNvSpPr>
              <a:spLocks noChangeArrowheads="1"/>
            </p:cNvSpPr>
            <p:nvPr/>
          </p:nvSpPr>
          <p:spPr bwMode="auto">
            <a:xfrm>
              <a:off x="1519"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3" name="Rectangle 6"/>
            <p:cNvSpPr>
              <a:spLocks noChangeArrowheads="1"/>
            </p:cNvSpPr>
            <p:nvPr/>
          </p:nvSpPr>
          <p:spPr bwMode="auto">
            <a:xfrm>
              <a:off x="1973"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4" name="AutoShape 7"/>
            <p:cNvSpPr>
              <a:spLocks noChangeArrowheads="1"/>
            </p:cNvSpPr>
            <p:nvPr/>
          </p:nvSpPr>
          <p:spPr bwMode="auto">
            <a:xfrm>
              <a:off x="612" y="935"/>
              <a:ext cx="1905" cy="91"/>
            </a:xfrm>
            <a:prstGeom prst="parallelogram">
              <a:avLst>
                <a:gd name="adj" fmla="val 81701"/>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5" name="AutoShape 8"/>
            <p:cNvSpPr>
              <a:spLocks noChangeArrowheads="1"/>
            </p:cNvSpPr>
            <p:nvPr/>
          </p:nvSpPr>
          <p:spPr bwMode="auto">
            <a:xfrm rot="16200000" flipV="1">
              <a:off x="2154" y="1207"/>
              <a:ext cx="635" cy="91"/>
            </a:xfrm>
            <a:prstGeom prst="parallelogram">
              <a:avLst>
                <a:gd name="adj" fmla="val 113716"/>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6" name="Line 9"/>
            <p:cNvSpPr>
              <a:spLocks noChangeShapeType="1"/>
            </p:cNvSpPr>
            <p:nvPr/>
          </p:nvSpPr>
          <p:spPr bwMode="auto">
            <a:xfrm flipV="1">
              <a:off x="1066"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37" name="Line 10"/>
            <p:cNvSpPr>
              <a:spLocks noChangeShapeType="1"/>
            </p:cNvSpPr>
            <p:nvPr/>
          </p:nvSpPr>
          <p:spPr bwMode="auto">
            <a:xfrm flipV="1">
              <a:off x="1519"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38" name="Line 11"/>
            <p:cNvSpPr>
              <a:spLocks noChangeShapeType="1"/>
            </p:cNvSpPr>
            <p:nvPr/>
          </p:nvSpPr>
          <p:spPr bwMode="auto">
            <a:xfrm flipV="1">
              <a:off x="1973"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grpSp>
      <p:sp>
        <p:nvSpPr>
          <p:cNvPr id="39" name="Line 12"/>
          <p:cNvSpPr>
            <a:spLocks noChangeShapeType="1"/>
          </p:cNvSpPr>
          <p:nvPr/>
        </p:nvSpPr>
        <p:spPr bwMode="auto">
          <a:xfrm>
            <a:off x="2409825" y="2611438"/>
            <a:ext cx="431800"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0" name="Line 13"/>
          <p:cNvSpPr>
            <a:spLocks noChangeShapeType="1"/>
          </p:cNvSpPr>
          <p:nvPr/>
        </p:nvSpPr>
        <p:spPr bwMode="auto">
          <a:xfrm>
            <a:off x="3128962" y="2611438"/>
            <a:ext cx="431800"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1" name="Line 14"/>
          <p:cNvSpPr>
            <a:spLocks noChangeShapeType="1"/>
          </p:cNvSpPr>
          <p:nvPr/>
        </p:nvSpPr>
        <p:spPr bwMode="auto">
          <a:xfrm>
            <a:off x="3849687" y="2611438"/>
            <a:ext cx="431800"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2" name="Line 15"/>
          <p:cNvSpPr>
            <a:spLocks noChangeShapeType="1"/>
          </p:cNvSpPr>
          <p:nvPr/>
        </p:nvSpPr>
        <p:spPr bwMode="auto">
          <a:xfrm>
            <a:off x="4857750" y="2611438"/>
            <a:ext cx="431800"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3" name="Text Box 16"/>
          <p:cNvSpPr txBox="1">
            <a:spLocks noChangeArrowheads="1"/>
          </p:cNvSpPr>
          <p:nvPr/>
        </p:nvSpPr>
        <p:spPr bwMode="auto">
          <a:xfrm>
            <a:off x="5362575" y="2419350"/>
            <a:ext cx="2089150"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数据输出</a:t>
            </a:r>
          </a:p>
        </p:txBody>
      </p:sp>
      <p:grpSp>
        <p:nvGrpSpPr>
          <p:cNvPr id="44" name="Group 17"/>
          <p:cNvGrpSpPr>
            <a:grpSpLocks/>
          </p:cNvGrpSpPr>
          <p:nvPr/>
        </p:nvGrpSpPr>
        <p:grpSpPr bwMode="auto">
          <a:xfrm>
            <a:off x="2266950" y="1027112"/>
            <a:ext cx="2233612" cy="1079501"/>
            <a:chOff x="1701" y="-17"/>
            <a:chExt cx="1407" cy="680"/>
          </a:xfrm>
        </p:grpSpPr>
        <p:sp>
          <p:nvSpPr>
            <p:cNvPr id="45" name="Line 18"/>
            <p:cNvSpPr>
              <a:spLocks noChangeShapeType="1"/>
            </p:cNvSpPr>
            <p:nvPr/>
          </p:nvSpPr>
          <p:spPr bwMode="auto">
            <a:xfrm>
              <a:off x="1746"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6" name="Line 19"/>
            <p:cNvSpPr>
              <a:spLocks noChangeShapeType="1"/>
            </p:cNvSpPr>
            <p:nvPr/>
          </p:nvSpPr>
          <p:spPr bwMode="auto">
            <a:xfrm>
              <a:off x="2200"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7" name="Line 20"/>
            <p:cNvSpPr>
              <a:spLocks noChangeShapeType="1"/>
            </p:cNvSpPr>
            <p:nvPr/>
          </p:nvSpPr>
          <p:spPr bwMode="auto">
            <a:xfrm>
              <a:off x="2608"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8" name="Line 21"/>
            <p:cNvSpPr>
              <a:spLocks noChangeShapeType="1"/>
            </p:cNvSpPr>
            <p:nvPr/>
          </p:nvSpPr>
          <p:spPr bwMode="auto">
            <a:xfrm>
              <a:off x="3107"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54" name="Text Box 22"/>
            <p:cNvSpPr txBox="1">
              <a:spLocks noChangeArrowheads="1"/>
            </p:cNvSpPr>
            <p:nvPr/>
          </p:nvSpPr>
          <p:spPr bwMode="auto">
            <a:xfrm>
              <a:off x="2130" y="-17"/>
              <a:ext cx="975" cy="194"/>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数据输入</a:t>
              </a:r>
            </a:p>
          </p:txBody>
        </p:sp>
        <p:sp>
          <p:nvSpPr>
            <p:cNvPr id="65" name="AutoShape 23"/>
            <p:cNvSpPr>
              <a:spLocks/>
            </p:cNvSpPr>
            <p:nvPr/>
          </p:nvSpPr>
          <p:spPr bwMode="auto">
            <a:xfrm rot="5400000">
              <a:off x="2359" y="-403"/>
              <a:ext cx="91" cy="1407"/>
            </a:xfrm>
            <a:prstGeom prst="leftBrace">
              <a:avLst>
                <a:gd name="adj1" fmla="val 128846"/>
                <a:gd name="adj2" fmla="val 50000"/>
              </a:avLst>
            </a:prstGeom>
            <a:noFill/>
            <a:ln w="28575">
              <a:solidFill>
                <a:schemeClr val="tx1"/>
              </a:solidFill>
              <a:round/>
              <a:headEnd/>
              <a:tailEnd/>
            </a:ln>
          </p:spPr>
          <p:txBody>
            <a:bodyPr wrap="none" anchor="ctr"/>
            <a:lstStyle/>
            <a:p>
              <a:endParaRPr lang="zh-CN" altLang="en-US" sz="1400">
                <a:latin typeface="微软雅黑" pitchFamily="34" charset="-122"/>
                <a:ea typeface="微软雅黑" pitchFamily="34" charset="-122"/>
              </a:endParaRPr>
            </a:p>
          </p:txBody>
        </p:sp>
      </p:grpSp>
      <p:sp>
        <p:nvSpPr>
          <p:cNvPr id="66" name="Text Box 24"/>
          <p:cNvSpPr txBox="1">
            <a:spLocks noChangeArrowheads="1"/>
          </p:cNvSpPr>
          <p:nvPr/>
        </p:nvSpPr>
        <p:spPr bwMode="auto">
          <a:xfrm>
            <a:off x="2474912" y="3105150"/>
            <a:ext cx="3240088"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并行输入</a:t>
            </a:r>
            <a:r>
              <a:rPr kumimoji="0" lang="en-US" altLang="zh-CN" sz="1400" b="1" i="0" dirty="0">
                <a:latin typeface="微软雅黑" pitchFamily="34" charset="-122"/>
                <a:ea typeface="微软雅黑" pitchFamily="34" charset="-122"/>
              </a:rPr>
              <a:t>/</a:t>
            </a:r>
            <a:r>
              <a:rPr kumimoji="0" lang="zh-CN" altLang="en-US" sz="1400" b="1" i="0" dirty="0">
                <a:latin typeface="微软雅黑" pitchFamily="34" charset="-122"/>
                <a:ea typeface="微软雅黑" pitchFamily="34" charset="-122"/>
              </a:rPr>
              <a:t>串行输出</a:t>
            </a:r>
          </a:p>
        </p:txBody>
      </p:sp>
      <p:sp>
        <p:nvSpPr>
          <p:cNvPr id="67" name="TextBox 66"/>
          <p:cNvSpPr txBox="1"/>
          <p:nvPr/>
        </p:nvSpPr>
        <p:spPr>
          <a:xfrm>
            <a:off x="2438400" y="35623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5  </a:t>
            </a:r>
            <a:r>
              <a:rPr lang="zh-CN" altLang="en-US" sz="1400" dirty="0">
                <a:latin typeface="微软雅黑" pitchFamily="34" charset="-122"/>
                <a:ea typeface="微软雅黑" pitchFamily="34" charset="-122"/>
              </a:rPr>
              <a:t>并串转换</a:t>
            </a:r>
          </a:p>
        </p:txBody>
      </p:sp>
      <p:sp>
        <p:nvSpPr>
          <p:cNvPr id="68" name="矩形 67"/>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500"/>
                                        <p:tgtEl>
                                          <p:spTgt spid="4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up)">
                                      <p:cBhvr>
                                        <p:cTn id="11" dur="500"/>
                                        <p:tgtEl>
                                          <p:spTgt spid="2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500"/>
                                        <p:tgtEl>
                                          <p:spTgt spid="39"/>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left)">
                                      <p:cBhvr>
                                        <p:cTn id="23" dur="500"/>
                                        <p:tgtEl>
                                          <p:spTgt spid="41"/>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wipe(left)">
                                      <p:cBhvr>
                                        <p:cTn id="27" dur="500"/>
                                        <p:tgtEl>
                                          <p:spTgt spid="42"/>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wipe(left)">
                                      <p:cBhvr>
                                        <p:cTn id="31" dur="500"/>
                                        <p:tgtEl>
                                          <p:spTgt spid="43"/>
                                        </p:tgtEl>
                                      </p:cBhvr>
                                    </p:animEffect>
                                  </p:childTnLst>
                                </p:cTn>
                              </p:par>
                            </p:childTnLst>
                          </p:cTn>
                        </p:par>
                        <p:par>
                          <p:cTn id="32" fill="hold">
                            <p:stCondLst>
                              <p:cond delay="3500"/>
                            </p:stCondLst>
                            <p:childTnLst>
                              <p:par>
                                <p:cTn id="33" presetID="1" presetClass="entr" presetSubtype="0"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par>
                                <p:cTn id="35" presetID="2" presetClass="entr" presetSubtype="4"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anim calcmode="lin" valueType="num">
                                      <p:cBhvr additive="base">
                                        <p:cTn id="37" dur="500" fill="hold"/>
                                        <p:tgtEl>
                                          <p:spTgt spid="67"/>
                                        </p:tgtEl>
                                        <p:attrNameLst>
                                          <p:attrName>ppt_x</p:attrName>
                                        </p:attrNameLst>
                                      </p:cBhvr>
                                      <p:tavLst>
                                        <p:tav tm="0">
                                          <p:val>
                                            <p:strVal val="#ppt_x"/>
                                          </p:val>
                                        </p:tav>
                                        <p:tav tm="100000">
                                          <p:val>
                                            <p:strVal val="#ppt_x"/>
                                          </p:val>
                                        </p:tav>
                                      </p:tavLst>
                                    </p:anim>
                                    <p:anim calcmode="lin" valueType="num">
                                      <p:cBhvr additive="base">
                                        <p:cTn id="38"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p:bldP spid="66" grpId="0"/>
      <p:bldP spid="6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67" name="TextBox 66"/>
          <p:cNvSpPr txBox="1"/>
          <p:nvPr/>
        </p:nvSpPr>
        <p:spPr>
          <a:xfrm>
            <a:off x="3048000" y="35623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6 </a:t>
            </a:r>
            <a:r>
              <a:rPr lang="zh-CN" altLang="en-US" sz="1400" dirty="0">
                <a:latin typeface="微软雅黑" pitchFamily="34" charset="-122"/>
                <a:ea typeface="微软雅黑" pitchFamily="34" charset="-122"/>
              </a:rPr>
              <a:t>串并转换</a:t>
            </a:r>
          </a:p>
        </p:txBody>
      </p:sp>
      <p:grpSp>
        <p:nvGrpSpPr>
          <p:cNvPr id="30" name="Group 25"/>
          <p:cNvGrpSpPr>
            <a:grpSpLocks/>
          </p:cNvGrpSpPr>
          <p:nvPr/>
        </p:nvGrpSpPr>
        <p:grpSpPr bwMode="auto">
          <a:xfrm>
            <a:off x="2590800" y="1047750"/>
            <a:ext cx="3024188" cy="1008063"/>
            <a:chOff x="612" y="935"/>
            <a:chExt cx="1905" cy="635"/>
          </a:xfrm>
        </p:grpSpPr>
        <p:sp>
          <p:nvSpPr>
            <p:cNvPr id="31" name="Rectangle 26"/>
            <p:cNvSpPr>
              <a:spLocks noChangeArrowheads="1"/>
            </p:cNvSpPr>
            <p:nvPr/>
          </p:nvSpPr>
          <p:spPr bwMode="auto">
            <a:xfrm>
              <a:off x="612"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44" name="Rectangle 27"/>
            <p:cNvSpPr>
              <a:spLocks noChangeArrowheads="1"/>
            </p:cNvSpPr>
            <p:nvPr/>
          </p:nvSpPr>
          <p:spPr bwMode="auto">
            <a:xfrm>
              <a:off x="1066"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49" name="Rectangle 28"/>
            <p:cNvSpPr>
              <a:spLocks noChangeArrowheads="1"/>
            </p:cNvSpPr>
            <p:nvPr/>
          </p:nvSpPr>
          <p:spPr bwMode="auto">
            <a:xfrm>
              <a:off x="1519"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0" name="Rectangle 29"/>
            <p:cNvSpPr>
              <a:spLocks noChangeArrowheads="1"/>
            </p:cNvSpPr>
            <p:nvPr/>
          </p:nvSpPr>
          <p:spPr bwMode="auto">
            <a:xfrm>
              <a:off x="1973"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1" name="AutoShape 30"/>
            <p:cNvSpPr>
              <a:spLocks noChangeArrowheads="1"/>
            </p:cNvSpPr>
            <p:nvPr/>
          </p:nvSpPr>
          <p:spPr bwMode="auto">
            <a:xfrm>
              <a:off x="612" y="935"/>
              <a:ext cx="1905" cy="91"/>
            </a:xfrm>
            <a:prstGeom prst="parallelogram">
              <a:avLst>
                <a:gd name="adj" fmla="val 81701"/>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2" name="AutoShape 31"/>
            <p:cNvSpPr>
              <a:spLocks noChangeArrowheads="1"/>
            </p:cNvSpPr>
            <p:nvPr/>
          </p:nvSpPr>
          <p:spPr bwMode="auto">
            <a:xfrm rot="16200000" flipV="1">
              <a:off x="2154" y="1207"/>
              <a:ext cx="635" cy="91"/>
            </a:xfrm>
            <a:prstGeom prst="parallelogram">
              <a:avLst>
                <a:gd name="adj" fmla="val 113716"/>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3" name="Line 32"/>
            <p:cNvSpPr>
              <a:spLocks noChangeShapeType="1"/>
            </p:cNvSpPr>
            <p:nvPr/>
          </p:nvSpPr>
          <p:spPr bwMode="auto">
            <a:xfrm flipV="1">
              <a:off x="1066"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55" name="Line 33"/>
            <p:cNvSpPr>
              <a:spLocks noChangeShapeType="1"/>
            </p:cNvSpPr>
            <p:nvPr/>
          </p:nvSpPr>
          <p:spPr bwMode="auto">
            <a:xfrm flipV="1">
              <a:off x="1519"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56" name="Line 34"/>
            <p:cNvSpPr>
              <a:spLocks noChangeShapeType="1"/>
            </p:cNvSpPr>
            <p:nvPr/>
          </p:nvSpPr>
          <p:spPr bwMode="auto">
            <a:xfrm flipV="1">
              <a:off x="1973"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grpSp>
      <p:grpSp>
        <p:nvGrpSpPr>
          <p:cNvPr id="57" name="Group 35"/>
          <p:cNvGrpSpPr>
            <a:grpSpLocks/>
          </p:cNvGrpSpPr>
          <p:nvPr/>
        </p:nvGrpSpPr>
        <p:grpSpPr bwMode="auto">
          <a:xfrm>
            <a:off x="2159000" y="1695450"/>
            <a:ext cx="2808288" cy="1588"/>
            <a:chOff x="1202" y="2296"/>
            <a:chExt cx="1769" cy="1"/>
          </a:xfrm>
        </p:grpSpPr>
        <p:sp>
          <p:nvSpPr>
            <p:cNvPr id="58" name="Line 36"/>
            <p:cNvSpPr>
              <a:spLocks noChangeShapeType="1"/>
            </p:cNvSpPr>
            <p:nvPr/>
          </p:nvSpPr>
          <p:spPr bwMode="auto">
            <a:xfrm>
              <a:off x="1792" y="2297"/>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59" name="Line 37"/>
            <p:cNvSpPr>
              <a:spLocks noChangeShapeType="1"/>
            </p:cNvSpPr>
            <p:nvPr/>
          </p:nvSpPr>
          <p:spPr bwMode="auto">
            <a:xfrm>
              <a:off x="2245" y="2297"/>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60" name="Line 38"/>
            <p:cNvSpPr>
              <a:spLocks noChangeShapeType="1"/>
            </p:cNvSpPr>
            <p:nvPr/>
          </p:nvSpPr>
          <p:spPr bwMode="auto">
            <a:xfrm>
              <a:off x="2699" y="2297"/>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61" name="Line 39"/>
            <p:cNvSpPr>
              <a:spLocks noChangeShapeType="1"/>
            </p:cNvSpPr>
            <p:nvPr/>
          </p:nvSpPr>
          <p:spPr bwMode="auto">
            <a:xfrm>
              <a:off x="1202" y="2296"/>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grpSp>
      <p:sp>
        <p:nvSpPr>
          <p:cNvPr id="62" name="Text Box 40"/>
          <p:cNvSpPr txBox="1">
            <a:spLocks noChangeArrowheads="1"/>
          </p:cNvSpPr>
          <p:nvPr/>
        </p:nvSpPr>
        <p:spPr bwMode="auto">
          <a:xfrm>
            <a:off x="3309938" y="2703513"/>
            <a:ext cx="2089150"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   数据输出</a:t>
            </a:r>
          </a:p>
        </p:txBody>
      </p:sp>
      <p:grpSp>
        <p:nvGrpSpPr>
          <p:cNvPr id="63" name="Group 41"/>
          <p:cNvGrpSpPr>
            <a:grpSpLocks/>
          </p:cNvGrpSpPr>
          <p:nvPr/>
        </p:nvGrpSpPr>
        <p:grpSpPr bwMode="auto">
          <a:xfrm>
            <a:off x="2878138" y="2055813"/>
            <a:ext cx="2233612" cy="647700"/>
            <a:chOff x="1655" y="2523"/>
            <a:chExt cx="1407" cy="408"/>
          </a:xfrm>
        </p:grpSpPr>
        <p:sp>
          <p:nvSpPr>
            <p:cNvPr id="64" name="Line 42"/>
            <p:cNvSpPr>
              <a:spLocks noChangeShapeType="1"/>
            </p:cNvSpPr>
            <p:nvPr/>
          </p:nvSpPr>
          <p:spPr bwMode="auto">
            <a:xfrm>
              <a:off x="1700" y="2523"/>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68" name="Line 43"/>
            <p:cNvSpPr>
              <a:spLocks noChangeShapeType="1"/>
            </p:cNvSpPr>
            <p:nvPr/>
          </p:nvSpPr>
          <p:spPr bwMode="auto">
            <a:xfrm>
              <a:off x="2154" y="2523"/>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69" name="Line 44"/>
            <p:cNvSpPr>
              <a:spLocks noChangeShapeType="1"/>
            </p:cNvSpPr>
            <p:nvPr/>
          </p:nvSpPr>
          <p:spPr bwMode="auto">
            <a:xfrm>
              <a:off x="2562" y="2523"/>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70" name="Line 45"/>
            <p:cNvSpPr>
              <a:spLocks noChangeShapeType="1"/>
            </p:cNvSpPr>
            <p:nvPr/>
          </p:nvSpPr>
          <p:spPr bwMode="auto">
            <a:xfrm>
              <a:off x="3061" y="2523"/>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71" name="AutoShape 46"/>
            <p:cNvSpPr>
              <a:spLocks/>
            </p:cNvSpPr>
            <p:nvPr/>
          </p:nvSpPr>
          <p:spPr bwMode="auto">
            <a:xfrm rot="16200000" flipV="1">
              <a:off x="2313" y="2182"/>
              <a:ext cx="91" cy="1407"/>
            </a:xfrm>
            <a:prstGeom prst="leftBrace">
              <a:avLst>
                <a:gd name="adj1" fmla="val 128846"/>
                <a:gd name="adj2" fmla="val 50000"/>
              </a:avLst>
            </a:prstGeom>
            <a:noFill/>
            <a:ln w="28575">
              <a:solidFill>
                <a:schemeClr val="tx1"/>
              </a:solidFill>
              <a:round/>
              <a:headEnd/>
              <a:tailEnd/>
            </a:ln>
          </p:spPr>
          <p:txBody>
            <a:bodyPr wrap="none" anchor="ctr"/>
            <a:lstStyle/>
            <a:p>
              <a:endParaRPr lang="zh-CN" altLang="en-US" sz="1400">
                <a:latin typeface="微软雅黑" pitchFamily="34" charset="-122"/>
                <a:ea typeface="微软雅黑" pitchFamily="34" charset="-122"/>
              </a:endParaRPr>
            </a:p>
          </p:txBody>
        </p:sp>
      </p:grpSp>
      <p:sp>
        <p:nvSpPr>
          <p:cNvPr id="72" name="Text Box 47"/>
          <p:cNvSpPr txBox="1">
            <a:spLocks noChangeArrowheads="1"/>
          </p:cNvSpPr>
          <p:nvPr/>
        </p:nvSpPr>
        <p:spPr bwMode="auto">
          <a:xfrm>
            <a:off x="3124200" y="3028950"/>
            <a:ext cx="3240088"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串行输入</a:t>
            </a:r>
            <a:r>
              <a:rPr kumimoji="0" lang="en-US" altLang="zh-CN" sz="1400" b="1" i="0" dirty="0">
                <a:latin typeface="微软雅黑" pitchFamily="34" charset="-122"/>
                <a:ea typeface="微软雅黑" pitchFamily="34" charset="-122"/>
              </a:rPr>
              <a:t>/</a:t>
            </a:r>
            <a:r>
              <a:rPr kumimoji="0" lang="zh-CN" altLang="en-US" sz="1400" b="1" i="0" dirty="0">
                <a:latin typeface="微软雅黑" pitchFamily="34" charset="-122"/>
                <a:ea typeface="微软雅黑" pitchFamily="34" charset="-122"/>
              </a:rPr>
              <a:t>并行输出</a:t>
            </a:r>
          </a:p>
        </p:txBody>
      </p:sp>
      <p:sp>
        <p:nvSpPr>
          <p:cNvPr id="73" name="Text Box 48"/>
          <p:cNvSpPr txBox="1">
            <a:spLocks noChangeArrowheads="1"/>
          </p:cNvSpPr>
          <p:nvPr/>
        </p:nvSpPr>
        <p:spPr bwMode="auto">
          <a:xfrm>
            <a:off x="1219200" y="1504950"/>
            <a:ext cx="1547812"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数据输入</a:t>
            </a:r>
          </a:p>
        </p:txBody>
      </p:sp>
      <p:sp>
        <p:nvSpPr>
          <p:cNvPr id="74" name="矩形 73"/>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left)">
                                      <p:cBhvr>
                                        <p:cTn id="15" dur="500"/>
                                        <p:tgtEl>
                                          <p:spTgt spid="57"/>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wipe(up)">
                                      <p:cBhvr>
                                        <p:cTn id="19" dur="500"/>
                                        <p:tgtEl>
                                          <p:spTgt spid="63"/>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wipe(up)">
                                      <p:cBhvr>
                                        <p:cTn id="23" dur="500"/>
                                        <p:tgtEl>
                                          <p:spTgt spid="62"/>
                                        </p:tgtEl>
                                      </p:cBhvr>
                                    </p:animEffect>
                                  </p:childTnLst>
                                </p:cTn>
                              </p:par>
                            </p:childTnLst>
                          </p:cTn>
                        </p:par>
                        <p:par>
                          <p:cTn id="24" fill="hold">
                            <p:stCondLst>
                              <p:cond delay="2500"/>
                            </p:stCondLst>
                            <p:childTnLst>
                              <p:par>
                                <p:cTn id="25" presetID="1" presetClass="entr" presetSubtype="0" fill="hold" grpId="0" nodeType="after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par>
                                <p:cTn id="27" presetID="2" presetClass="entr" presetSubtype="4"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anim calcmode="lin" valueType="num">
                                      <p:cBhvr additive="base">
                                        <p:cTn id="29" dur="500" fill="hold"/>
                                        <p:tgtEl>
                                          <p:spTgt spid="67"/>
                                        </p:tgtEl>
                                        <p:attrNameLst>
                                          <p:attrName>ppt_x</p:attrName>
                                        </p:attrNameLst>
                                      </p:cBhvr>
                                      <p:tavLst>
                                        <p:tav tm="0">
                                          <p:val>
                                            <p:strVal val="#ppt_x"/>
                                          </p:val>
                                        </p:tav>
                                        <p:tav tm="100000">
                                          <p:val>
                                            <p:strVal val="#ppt_x"/>
                                          </p:val>
                                        </p:tav>
                                      </p:tavLst>
                                    </p:anim>
                                    <p:anim calcmode="lin" valueType="num">
                                      <p:cBhvr additive="base">
                                        <p:cTn id="30"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2" grpId="0"/>
      <p:bldP spid="72" grpId="0"/>
      <p:bldP spid="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67" name="TextBox 66"/>
          <p:cNvSpPr txBox="1"/>
          <p:nvPr/>
        </p:nvSpPr>
        <p:spPr>
          <a:xfrm>
            <a:off x="3467100" y="3783408"/>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7</a:t>
            </a:r>
            <a:endParaRPr lang="zh-CN" altLang="en-US" sz="1400" dirty="0">
              <a:latin typeface="微软雅黑" pitchFamily="34" charset="-122"/>
              <a:ea typeface="微软雅黑" pitchFamily="34" charset="-122"/>
            </a:endParaRPr>
          </a:p>
        </p:txBody>
      </p:sp>
      <p:grpSp>
        <p:nvGrpSpPr>
          <p:cNvPr id="32" name="Group 2"/>
          <p:cNvGrpSpPr>
            <a:grpSpLocks/>
          </p:cNvGrpSpPr>
          <p:nvPr/>
        </p:nvGrpSpPr>
        <p:grpSpPr bwMode="auto">
          <a:xfrm>
            <a:off x="2362200" y="1428750"/>
            <a:ext cx="3024187" cy="1008063"/>
            <a:chOff x="612" y="935"/>
            <a:chExt cx="1905" cy="635"/>
          </a:xfrm>
        </p:grpSpPr>
        <p:sp>
          <p:nvSpPr>
            <p:cNvPr id="33" name="Rectangle 3"/>
            <p:cNvSpPr>
              <a:spLocks noChangeArrowheads="1"/>
            </p:cNvSpPr>
            <p:nvPr/>
          </p:nvSpPr>
          <p:spPr bwMode="auto">
            <a:xfrm>
              <a:off x="612"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4" name="Rectangle 4"/>
            <p:cNvSpPr>
              <a:spLocks noChangeArrowheads="1"/>
            </p:cNvSpPr>
            <p:nvPr/>
          </p:nvSpPr>
          <p:spPr bwMode="auto">
            <a:xfrm>
              <a:off x="1066"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5" name="Rectangle 5"/>
            <p:cNvSpPr>
              <a:spLocks noChangeArrowheads="1"/>
            </p:cNvSpPr>
            <p:nvPr/>
          </p:nvSpPr>
          <p:spPr bwMode="auto">
            <a:xfrm>
              <a:off x="1519"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6" name="Rectangle 6"/>
            <p:cNvSpPr>
              <a:spLocks noChangeArrowheads="1"/>
            </p:cNvSpPr>
            <p:nvPr/>
          </p:nvSpPr>
          <p:spPr bwMode="auto">
            <a:xfrm>
              <a:off x="1973"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7" name="AutoShape 7"/>
            <p:cNvSpPr>
              <a:spLocks noChangeArrowheads="1"/>
            </p:cNvSpPr>
            <p:nvPr/>
          </p:nvSpPr>
          <p:spPr bwMode="auto">
            <a:xfrm>
              <a:off x="612" y="935"/>
              <a:ext cx="1905" cy="91"/>
            </a:xfrm>
            <a:prstGeom prst="parallelogram">
              <a:avLst>
                <a:gd name="adj" fmla="val 81701"/>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8" name="AutoShape 8"/>
            <p:cNvSpPr>
              <a:spLocks noChangeArrowheads="1"/>
            </p:cNvSpPr>
            <p:nvPr/>
          </p:nvSpPr>
          <p:spPr bwMode="auto">
            <a:xfrm rot="16200000" flipV="1">
              <a:off x="2154" y="1207"/>
              <a:ext cx="635" cy="91"/>
            </a:xfrm>
            <a:prstGeom prst="parallelogram">
              <a:avLst>
                <a:gd name="adj" fmla="val 113716"/>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9" name="Line 9"/>
            <p:cNvSpPr>
              <a:spLocks noChangeShapeType="1"/>
            </p:cNvSpPr>
            <p:nvPr/>
          </p:nvSpPr>
          <p:spPr bwMode="auto">
            <a:xfrm flipV="1">
              <a:off x="1066"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0" name="Line 10"/>
            <p:cNvSpPr>
              <a:spLocks noChangeShapeType="1"/>
            </p:cNvSpPr>
            <p:nvPr/>
          </p:nvSpPr>
          <p:spPr bwMode="auto">
            <a:xfrm flipV="1">
              <a:off x="1519"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1" name="Line 11"/>
            <p:cNvSpPr>
              <a:spLocks noChangeShapeType="1"/>
            </p:cNvSpPr>
            <p:nvPr/>
          </p:nvSpPr>
          <p:spPr bwMode="auto">
            <a:xfrm flipV="1">
              <a:off x="1973"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grpSp>
      <p:sp>
        <p:nvSpPr>
          <p:cNvPr id="42" name="Text Box 12"/>
          <p:cNvSpPr txBox="1">
            <a:spLocks noChangeArrowheads="1"/>
          </p:cNvSpPr>
          <p:nvPr/>
        </p:nvSpPr>
        <p:spPr bwMode="auto">
          <a:xfrm>
            <a:off x="3429000" y="3102173"/>
            <a:ext cx="2089150"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数据输出</a:t>
            </a:r>
          </a:p>
        </p:txBody>
      </p:sp>
      <p:grpSp>
        <p:nvGrpSpPr>
          <p:cNvPr id="43" name="Group 13"/>
          <p:cNvGrpSpPr>
            <a:grpSpLocks/>
          </p:cNvGrpSpPr>
          <p:nvPr/>
        </p:nvGrpSpPr>
        <p:grpSpPr bwMode="auto">
          <a:xfrm>
            <a:off x="2724150" y="590550"/>
            <a:ext cx="2233612" cy="982663"/>
            <a:chOff x="1701" y="44"/>
            <a:chExt cx="1407" cy="619"/>
          </a:xfrm>
        </p:grpSpPr>
        <p:sp>
          <p:nvSpPr>
            <p:cNvPr id="45" name="Line 14"/>
            <p:cNvSpPr>
              <a:spLocks noChangeShapeType="1"/>
            </p:cNvSpPr>
            <p:nvPr/>
          </p:nvSpPr>
          <p:spPr bwMode="auto">
            <a:xfrm>
              <a:off x="1746"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6" name="Line 15"/>
            <p:cNvSpPr>
              <a:spLocks noChangeShapeType="1"/>
            </p:cNvSpPr>
            <p:nvPr/>
          </p:nvSpPr>
          <p:spPr bwMode="auto">
            <a:xfrm>
              <a:off x="2200"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7" name="Line 16"/>
            <p:cNvSpPr>
              <a:spLocks noChangeShapeType="1"/>
            </p:cNvSpPr>
            <p:nvPr/>
          </p:nvSpPr>
          <p:spPr bwMode="auto">
            <a:xfrm>
              <a:off x="2608"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8" name="Line 17"/>
            <p:cNvSpPr>
              <a:spLocks noChangeShapeType="1"/>
            </p:cNvSpPr>
            <p:nvPr/>
          </p:nvSpPr>
          <p:spPr bwMode="auto">
            <a:xfrm>
              <a:off x="3107" y="391"/>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54" name="Text Box 18"/>
            <p:cNvSpPr txBox="1">
              <a:spLocks noChangeArrowheads="1"/>
            </p:cNvSpPr>
            <p:nvPr/>
          </p:nvSpPr>
          <p:spPr bwMode="auto">
            <a:xfrm>
              <a:off x="2097" y="44"/>
              <a:ext cx="975" cy="194"/>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数据输入</a:t>
              </a:r>
            </a:p>
          </p:txBody>
        </p:sp>
        <p:sp>
          <p:nvSpPr>
            <p:cNvPr id="57" name="AutoShape 19"/>
            <p:cNvSpPr>
              <a:spLocks/>
            </p:cNvSpPr>
            <p:nvPr/>
          </p:nvSpPr>
          <p:spPr bwMode="auto">
            <a:xfrm rot="5400000">
              <a:off x="2359" y="-403"/>
              <a:ext cx="91" cy="1407"/>
            </a:xfrm>
            <a:prstGeom prst="leftBrace">
              <a:avLst>
                <a:gd name="adj1" fmla="val 128846"/>
                <a:gd name="adj2" fmla="val 50000"/>
              </a:avLst>
            </a:prstGeom>
            <a:noFill/>
            <a:ln w="28575">
              <a:solidFill>
                <a:schemeClr val="tx1"/>
              </a:solidFill>
              <a:round/>
              <a:headEnd/>
              <a:tailEnd/>
            </a:ln>
          </p:spPr>
          <p:txBody>
            <a:bodyPr wrap="none" anchor="ctr"/>
            <a:lstStyle/>
            <a:p>
              <a:endParaRPr lang="zh-CN" altLang="en-US" sz="1400">
                <a:latin typeface="微软雅黑" pitchFamily="34" charset="-122"/>
                <a:ea typeface="微软雅黑" pitchFamily="34" charset="-122"/>
              </a:endParaRPr>
            </a:p>
          </p:txBody>
        </p:sp>
      </p:grpSp>
      <p:sp>
        <p:nvSpPr>
          <p:cNvPr id="63" name="Text Box 20"/>
          <p:cNvSpPr txBox="1">
            <a:spLocks noChangeArrowheads="1"/>
          </p:cNvSpPr>
          <p:nvPr/>
        </p:nvSpPr>
        <p:spPr bwMode="auto">
          <a:xfrm>
            <a:off x="2992437" y="3421262"/>
            <a:ext cx="3240088"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并行输入</a:t>
            </a:r>
            <a:r>
              <a:rPr kumimoji="0" lang="en-US" altLang="zh-CN" sz="1400" b="1" i="0" dirty="0">
                <a:latin typeface="微软雅黑" pitchFamily="34" charset="-122"/>
                <a:ea typeface="微软雅黑" pitchFamily="34" charset="-122"/>
              </a:rPr>
              <a:t>/</a:t>
            </a:r>
            <a:r>
              <a:rPr kumimoji="0" lang="zh-CN" altLang="en-US" sz="1400" b="1" i="0" dirty="0">
                <a:latin typeface="微软雅黑" pitchFamily="34" charset="-122"/>
                <a:ea typeface="微软雅黑" pitchFamily="34" charset="-122"/>
              </a:rPr>
              <a:t>并行输出</a:t>
            </a:r>
          </a:p>
        </p:txBody>
      </p:sp>
      <p:grpSp>
        <p:nvGrpSpPr>
          <p:cNvPr id="65" name="Group 36"/>
          <p:cNvGrpSpPr>
            <a:grpSpLocks/>
          </p:cNvGrpSpPr>
          <p:nvPr/>
        </p:nvGrpSpPr>
        <p:grpSpPr bwMode="auto">
          <a:xfrm>
            <a:off x="2724150" y="2436813"/>
            <a:ext cx="2233612" cy="649287"/>
            <a:chOff x="1701" y="1207"/>
            <a:chExt cx="1407" cy="409"/>
          </a:xfrm>
        </p:grpSpPr>
        <p:sp>
          <p:nvSpPr>
            <p:cNvPr id="66" name="Line 37"/>
            <p:cNvSpPr>
              <a:spLocks noChangeShapeType="1"/>
            </p:cNvSpPr>
            <p:nvPr/>
          </p:nvSpPr>
          <p:spPr bwMode="auto">
            <a:xfrm>
              <a:off x="1746" y="1207"/>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74" name="Line 38"/>
            <p:cNvSpPr>
              <a:spLocks noChangeShapeType="1"/>
            </p:cNvSpPr>
            <p:nvPr/>
          </p:nvSpPr>
          <p:spPr bwMode="auto">
            <a:xfrm>
              <a:off x="2200" y="1207"/>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75" name="Line 39"/>
            <p:cNvSpPr>
              <a:spLocks noChangeShapeType="1"/>
            </p:cNvSpPr>
            <p:nvPr/>
          </p:nvSpPr>
          <p:spPr bwMode="auto">
            <a:xfrm>
              <a:off x="2608" y="1207"/>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76" name="Line 40"/>
            <p:cNvSpPr>
              <a:spLocks noChangeShapeType="1"/>
            </p:cNvSpPr>
            <p:nvPr/>
          </p:nvSpPr>
          <p:spPr bwMode="auto">
            <a:xfrm>
              <a:off x="3107" y="1207"/>
              <a:ext cx="0" cy="272"/>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77" name="AutoShape 41"/>
            <p:cNvSpPr>
              <a:spLocks/>
            </p:cNvSpPr>
            <p:nvPr/>
          </p:nvSpPr>
          <p:spPr bwMode="auto">
            <a:xfrm rot="16200000" flipV="1">
              <a:off x="2359" y="867"/>
              <a:ext cx="91" cy="1407"/>
            </a:xfrm>
            <a:prstGeom prst="leftBrace">
              <a:avLst>
                <a:gd name="adj1" fmla="val 128846"/>
                <a:gd name="adj2" fmla="val 50000"/>
              </a:avLst>
            </a:prstGeom>
            <a:noFill/>
            <a:ln w="28575">
              <a:solidFill>
                <a:schemeClr val="tx1"/>
              </a:solidFill>
              <a:round/>
              <a:headEnd/>
              <a:tailEnd/>
            </a:ln>
          </p:spPr>
          <p:txBody>
            <a:bodyPr wrap="none" anchor="ctr"/>
            <a:lstStyle/>
            <a:p>
              <a:endParaRPr lang="zh-CN" altLang="en-US" sz="1400">
                <a:latin typeface="微软雅黑" pitchFamily="34" charset="-122"/>
                <a:ea typeface="微软雅黑" pitchFamily="34" charset="-122"/>
              </a:endParaRPr>
            </a:p>
          </p:txBody>
        </p:sp>
      </p:grpSp>
      <p:sp>
        <p:nvSpPr>
          <p:cNvPr id="78" name="矩形 77"/>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1"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up)">
                                      <p:cBhvr>
                                        <p:cTn id="11" dur="500"/>
                                        <p:tgtEl>
                                          <p:spTgt spid="32"/>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wipe(up)">
                                      <p:cBhvr>
                                        <p:cTn id="15" dur="500"/>
                                        <p:tgtEl>
                                          <p:spTgt spid="65"/>
                                        </p:tgtEl>
                                      </p:cBhvr>
                                    </p:animEffect>
                                  </p:childTnLst>
                                </p:cTn>
                              </p:par>
                            </p:childTnLst>
                          </p:cTn>
                        </p:par>
                        <p:par>
                          <p:cTn id="16" fill="hold">
                            <p:stCondLst>
                              <p:cond delay="2000"/>
                            </p:stCondLst>
                            <p:childTnLst>
                              <p:par>
                                <p:cTn id="17" presetID="22" presetClass="entr" presetSubtype="1" fill="hold" grpId="0"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up)">
                                      <p:cBhvr>
                                        <p:cTn id="19" dur="500"/>
                                        <p:tgtEl>
                                          <p:spTgt spid="42"/>
                                        </p:tgtEl>
                                      </p:cBhvr>
                                    </p:animEffect>
                                  </p:childTnLst>
                                </p:cTn>
                              </p:par>
                            </p:childTnLst>
                          </p:cTn>
                        </p:par>
                        <p:par>
                          <p:cTn id="20" fill="hold">
                            <p:stCondLst>
                              <p:cond delay="2500"/>
                            </p:stCondLst>
                            <p:childTnLst>
                              <p:par>
                                <p:cTn id="21" presetID="1" presetClass="entr" presetSubtype="0" fill="hold" grpId="0" nodeType="after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2" presetClass="entr" presetSubtype="4" fill="hold" grpId="0"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42" grpId="0"/>
      <p:bldP spid="6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67" name="TextBox 66"/>
          <p:cNvSpPr txBox="1"/>
          <p:nvPr/>
        </p:nvSpPr>
        <p:spPr>
          <a:xfrm>
            <a:off x="3889375" y="3138587"/>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8</a:t>
            </a:r>
            <a:endParaRPr lang="zh-CN" altLang="en-US" sz="1400" dirty="0">
              <a:latin typeface="微软雅黑" pitchFamily="34" charset="-122"/>
              <a:ea typeface="微软雅黑" pitchFamily="34" charset="-122"/>
            </a:endParaRPr>
          </a:p>
        </p:txBody>
      </p:sp>
      <p:grpSp>
        <p:nvGrpSpPr>
          <p:cNvPr id="32" name="Group 21"/>
          <p:cNvGrpSpPr>
            <a:grpSpLocks/>
          </p:cNvGrpSpPr>
          <p:nvPr/>
        </p:nvGrpSpPr>
        <p:grpSpPr bwMode="auto">
          <a:xfrm>
            <a:off x="2943225" y="1635125"/>
            <a:ext cx="3024188" cy="1008063"/>
            <a:chOff x="522" y="2704"/>
            <a:chExt cx="1905" cy="635"/>
          </a:xfrm>
        </p:grpSpPr>
        <p:grpSp>
          <p:nvGrpSpPr>
            <p:cNvPr id="43" name="Group 22"/>
            <p:cNvGrpSpPr>
              <a:grpSpLocks/>
            </p:cNvGrpSpPr>
            <p:nvPr/>
          </p:nvGrpSpPr>
          <p:grpSpPr bwMode="auto">
            <a:xfrm>
              <a:off x="522" y="2704"/>
              <a:ext cx="1905" cy="635"/>
              <a:chOff x="612" y="935"/>
              <a:chExt cx="1905" cy="635"/>
            </a:xfrm>
          </p:grpSpPr>
          <p:sp>
            <p:nvSpPr>
              <p:cNvPr id="51" name="Rectangle 23"/>
              <p:cNvSpPr>
                <a:spLocks noChangeArrowheads="1"/>
              </p:cNvSpPr>
              <p:nvPr/>
            </p:nvSpPr>
            <p:spPr bwMode="auto">
              <a:xfrm>
                <a:off x="612"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2" name="Rectangle 24"/>
              <p:cNvSpPr>
                <a:spLocks noChangeArrowheads="1"/>
              </p:cNvSpPr>
              <p:nvPr/>
            </p:nvSpPr>
            <p:spPr bwMode="auto">
              <a:xfrm>
                <a:off x="1066"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3" name="Rectangle 25"/>
              <p:cNvSpPr>
                <a:spLocks noChangeArrowheads="1"/>
              </p:cNvSpPr>
              <p:nvPr/>
            </p:nvSpPr>
            <p:spPr bwMode="auto">
              <a:xfrm>
                <a:off x="1519"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5" name="Rectangle 26"/>
              <p:cNvSpPr>
                <a:spLocks noChangeArrowheads="1"/>
              </p:cNvSpPr>
              <p:nvPr/>
            </p:nvSpPr>
            <p:spPr bwMode="auto">
              <a:xfrm>
                <a:off x="1973"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6" name="AutoShape 27"/>
              <p:cNvSpPr>
                <a:spLocks noChangeArrowheads="1"/>
              </p:cNvSpPr>
              <p:nvPr/>
            </p:nvSpPr>
            <p:spPr bwMode="auto">
              <a:xfrm>
                <a:off x="612" y="935"/>
                <a:ext cx="1905" cy="91"/>
              </a:xfrm>
              <a:prstGeom prst="parallelogram">
                <a:avLst>
                  <a:gd name="adj" fmla="val 81701"/>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8" name="AutoShape 28"/>
              <p:cNvSpPr>
                <a:spLocks noChangeArrowheads="1"/>
              </p:cNvSpPr>
              <p:nvPr/>
            </p:nvSpPr>
            <p:spPr bwMode="auto">
              <a:xfrm rot="16200000" flipV="1">
                <a:off x="2154" y="1207"/>
                <a:ext cx="635" cy="91"/>
              </a:xfrm>
              <a:prstGeom prst="parallelogram">
                <a:avLst>
                  <a:gd name="adj" fmla="val 113716"/>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59" name="Line 29"/>
              <p:cNvSpPr>
                <a:spLocks noChangeShapeType="1"/>
              </p:cNvSpPr>
              <p:nvPr/>
            </p:nvSpPr>
            <p:spPr bwMode="auto">
              <a:xfrm flipV="1">
                <a:off x="1066"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60" name="Line 30"/>
              <p:cNvSpPr>
                <a:spLocks noChangeShapeType="1"/>
              </p:cNvSpPr>
              <p:nvPr/>
            </p:nvSpPr>
            <p:spPr bwMode="auto">
              <a:xfrm flipV="1">
                <a:off x="1519"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61" name="Line 31"/>
              <p:cNvSpPr>
                <a:spLocks noChangeShapeType="1"/>
              </p:cNvSpPr>
              <p:nvPr/>
            </p:nvSpPr>
            <p:spPr bwMode="auto">
              <a:xfrm flipV="1">
                <a:off x="1973"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grpSp>
        <p:sp>
          <p:nvSpPr>
            <p:cNvPr id="44" name="Line 32"/>
            <p:cNvSpPr>
              <a:spLocks noChangeShapeType="1"/>
            </p:cNvSpPr>
            <p:nvPr/>
          </p:nvSpPr>
          <p:spPr bwMode="auto">
            <a:xfrm>
              <a:off x="840" y="3113"/>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49" name="Line 33"/>
            <p:cNvSpPr>
              <a:spLocks noChangeShapeType="1"/>
            </p:cNvSpPr>
            <p:nvPr/>
          </p:nvSpPr>
          <p:spPr bwMode="auto">
            <a:xfrm>
              <a:off x="1293" y="3113"/>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50" name="Line 34"/>
            <p:cNvSpPr>
              <a:spLocks noChangeShapeType="1"/>
            </p:cNvSpPr>
            <p:nvPr/>
          </p:nvSpPr>
          <p:spPr bwMode="auto">
            <a:xfrm>
              <a:off x="1747" y="3113"/>
              <a:ext cx="272" cy="0"/>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grpSp>
      <p:sp>
        <p:nvSpPr>
          <p:cNvPr id="62" name="Line 35"/>
          <p:cNvSpPr>
            <a:spLocks noChangeShapeType="1"/>
          </p:cNvSpPr>
          <p:nvPr/>
        </p:nvSpPr>
        <p:spPr bwMode="auto">
          <a:xfrm flipV="1">
            <a:off x="2438400" y="2282825"/>
            <a:ext cx="504825" cy="1588"/>
          </a:xfrm>
          <a:prstGeom prst="line">
            <a:avLst/>
          </a:prstGeom>
          <a:noFill/>
          <a:ln w="28575">
            <a:solidFill>
              <a:schemeClr val="tx1"/>
            </a:solidFill>
            <a:round/>
            <a:headEnd/>
            <a:tailEnd type="triangle" w="med" len="med"/>
          </a:ln>
        </p:spPr>
        <p:txBody>
          <a:bodyPr/>
          <a:lstStyle/>
          <a:p>
            <a:endParaRPr lang="zh-CN" altLang="en-US" sz="1400">
              <a:latin typeface="微软雅黑" pitchFamily="34" charset="-122"/>
              <a:ea typeface="微软雅黑" pitchFamily="34" charset="-122"/>
            </a:endParaRPr>
          </a:p>
        </p:txBody>
      </p:sp>
      <p:sp>
        <p:nvSpPr>
          <p:cNvPr id="64" name="Text Box 42"/>
          <p:cNvSpPr txBox="1">
            <a:spLocks noChangeArrowheads="1"/>
          </p:cNvSpPr>
          <p:nvPr/>
        </p:nvSpPr>
        <p:spPr bwMode="auto">
          <a:xfrm>
            <a:off x="3810000" y="2724150"/>
            <a:ext cx="1871663"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循环右移</a:t>
            </a:r>
          </a:p>
        </p:txBody>
      </p:sp>
      <p:sp>
        <p:nvSpPr>
          <p:cNvPr id="65" name="Line 43"/>
          <p:cNvSpPr>
            <a:spLocks noChangeShapeType="1"/>
          </p:cNvSpPr>
          <p:nvPr/>
        </p:nvSpPr>
        <p:spPr bwMode="auto">
          <a:xfrm>
            <a:off x="5895975" y="2284413"/>
            <a:ext cx="358775" cy="0"/>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68" name="Line 44"/>
          <p:cNvSpPr>
            <a:spLocks noChangeShapeType="1"/>
          </p:cNvSpPr>
          <p:nvPr/>
        </p:nvSpPr>
        <p:spPr bwMode="auto">
          <a:xfrm flipV="1">
            <a:off x="6254750" y="1276350"/>
            <a:ext cx="0" cy="1008063"/>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69" name="Line 45"/>
          <p:cNvSpPr>
            <a:spLocks noChangeShapeType="1"/>
          </p:cNvSpPr>
          <p:nvPr/>
        </p:nvSpPr>
        <p:spPr bwMode="auto">
          <a:xfrm flipH="1">
            <a:off x="2438400" y="1276350"/>
            <a:ext cx="3816350" cy="0"/>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70" name="Line 46"/>
          <p:cNvSpPr>
            <a:spLocks noChangeShapeType="1"/>
          </p:cNvSpPr>
          <p:nvPr/>
        </p:nvSpPr>
        <p:spPr bwMode="auto">
          <a:xfrm>
            <a:off x="2438400" y="1276350"/>
            <a:ext cx="0" cy="1008063"/>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71" name="矩形 70"/>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xmlns="" id="{BE7514BE-03BC-477E-B262-E4F7E9311901}"/>
              </a:ext>
            </a:extLst>
          </p:cNvPr>
          <p:cNvSpPr txBox="1"/>
          <p:nvPr/>
        </p:nvSpPr>
        <p:spPr>
          <a:xfrm>
            <a:off x="3020856" y="3370520"/>
            <a:ext cx="2993879" cy="523220"/>
          </a:xfrm>
          <a:prstGeom prst="rect">
            <a:avLst/>
          </a:prstGeom>
          <a:noFill/>
        </p:spPr>
        <p:txBody>
          <a:bodyPr wrap="square" rtlCol="0">
            <a:spAutoFit/>
          </a:bodyPr>
          <a:lstStyle/>
          <a:p>
            <a:r>
              <a:rPr lang="en-US" altLang="zh-CN" sz="2800" dirty="0">
                <a:solidFill>
                  <a:srgbClr val="FF0000"/>
                </a:solidFill>
              </a:rPr>
              <a:t>1     1      0     1</a:t>
            </a:r>
            <a:endParaRPr lang="zh-CN" altLang="en-US" sz="2800" dirty="0">
              <a:solidFill>
                <a:srgbClr val="FF0000"/>
              </a:solidFill>
            </a:endParaRPr>
          </a:p>
        </p:txBody>
      </p:sp>
      <p:sp>
        <p:nvSpPr>
          <p:cNvPr id="28" name="文本框 27">
            <a:extLst>
              <a:ext uri="{FF2B5EF4-FFF2-40B4-BE49-F238E27FC236}">
                <a16:creationId xmlns:a16="http://schemas.microsoft.com/office/drawing/2014/main" xmlns="" id="{8A67363E-4FFF-4924-B14B-1AFD1697AE3C}"/>
              </a:ext>
            </a:extLst>
          </p:cNvPr>
          <p:cNvSpPr txBox="1"/>
          <p:nvPr/>
        </p:nvSpPr>
        <p:spPr>
          <a:xfrm>
            <a:off x="3017515" y="3901935"/>
            <a:ext cx="2993879" cy="523220"/>
          </a:xfrm>
          <a:prstGeom prst="rect">
            <a:avLst/>
          </a:prstGeom>
          <a:noFill/>
        </p:spPr>
        <p:txBody>
          <a:bodyPr wrap="square" rtlCol="0">
            <a:spAutoFit/>
          </a:bodyPr>
          <a:lstStyle/>
          <a:p>
            <a:r>
              <a:rPr lang="en-US" altLang="zh-CN" sz="2800" dirty="0">
                <a:solidFill>
                  <a:srgbClr val="FF0000"/>
                </a:solidFill>
              </a:rPr>
              <a:t>1     1      1     0</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wipe(left)">
                                      <p:cBhvr>
                                        <p:cTn id="11" dur="500"/>
                                        <p:tgtEl>
                                          <p:spTgt spid="65"/>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down)">
                                      <p:cBhvr>
                                        <p:cTn id="15" dur="500"/>
                                        <p:tgtEl>
                                          <p:spTgt spid="68"/>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wipe(right)">
                                      <p:cBhvr>
                                        <p:cTn id="19" dur="500"/>
                                        <p:tgtEl>
                                          <p:spTgt spid="69"/>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0"/>
                                        </p:tgtEl>
                                        <p:attrNameLst>
                                          <p:attrName>style.visibility</p:attrName>
                                        </p:attrNameLst>
                                      </p:cBhvr>
                                      <p:to>
                                        <p:strVal val="visible"/>
                                      </p:to>
                                    </p:set>
                                    <p:animEffect transition="in" filter="wipe(up)">
                                      <p:cBhvr>
                                        <p:cTn id="23" dur="500"/>
                                        <p:tgtEl>
                                          <p:spTgt spid="70"/>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wipe(left)">
                                      <p:cBhvr>
                                        <p:cTn id="27" dur="500"/>
                                        <p:tgtEl>
                                          <p:spTgt spid="62"/>
                                        </p:tgtEl>
                                      </p:cBhvr>
                                    </p:animEffect>
                                  </p:childTnLst>
                                </p:cTn>
                              </p:par>
                            </p:childTnLst>
                          </p:cTn>
                        </p:par>
                        <p:par>
                          <p:cTn id="28" fill="hold">
                            <p:stCondLst>
                              <p:cond delay="3000"/>
                            </p:stCondLst>
                            <p:childTnLst>
                              <p:par>
                                <p:cTn id="29" presetID="1" presetClass="entr" presetSubtype="0" fill="hold" grpId="0" nodeType="after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2" presetClass="entr" presetSubtype="4"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anim calcmode="lin" valueType="num">
                                      <p:cBhvr additive="base">
                                        <p:cTn id="33" dur="500" fill="hold"/>
                                        <p:tgtEl>
                                          <p:spTgt spid="67"/>
                                        </p:tgtEl>
                                        <p:attrNameLst>
                                          <p:attrName>ppt_x</p:attrName>
                                        </p:attrNameLst>
                                      </p:cBhvr>
                                      <p:tavLst>
                                        <p:tav tm="0">
                                          <p:val>
                                            <p:strVal val="#ppt_x"/>
                                          </p:val>
                                        </p:tav>
                                        <p:tav tm="100000">
                                          <p:val>
                                            <p:strVal val="#ppt_x"/>
                                          </p:val>
                                        </p:tav>
                                      </p:tavLst>
                                    </p:anim>
                                    <p:anim calcmode="lin" valueType="num">
                                      <p:cBhvr additive="base">
                                        <p:cTn id="34"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ppt_x"/>
                                          </p:val>
                                        </p:tav>
                                        <p:tav tm="100000">
                                          <p:val>
                                            <p:strVal val="#ppt_x"/>
                                          </p:val>
                                        </p:tav>
                                      </p:tavLst>
                                    </p:anim>
                                    <p:anim calcmode="lin" valueType="num">
                                      <p:cBhvr additive="base">
                                        <p:cTn id="4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00" fill="hold"/>
                                        <p:tgtEl>
                                          <p:spTgt spid="28"/>
                                        </p:tgtEl>
                                        <p:attrNameLst>
                                          <p:attrName>ppt_x</p:attrName>
                                        </p:attrNameLst>
                                      </p:cBhvr>
                                      <p:tavLst>
                                        <p:tav tm="0">
                                          <p:val>
                                            <p:strVal val="#ppt_x"/>
                                          </p:val>
                                        </p:tav>
                                        <p:tav tm="100000">
                                          <p:val>
                                            <p:strVal val="#ppt_x"/>
                                          </p:val>
                                        </p:tav>
                                      </p:tavLst>
                                    </p:anim>
                                    <p:anim calcmode="lin" valueType="num">
                                      <p:cBhvr additive="base">
                                        <p:cTn id="4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2" grpId="0" animBg="1"/>
      <p:bldP spid="64" grpId="0"/>
      <p:bldP spid="65" grpId="0" animBg="1"/>
      <p:bldP spid="68" grpId="0" animBg="1"/>
      <p:bldP spid="69" grpId="0" animBg="1"/>
      <p:bldP spid="70" grpId="0" animBg="1"/>
      <p:bldP spid="2"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5545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移位寄存器的例子：</a:t>
            </a:r>
            <a:endParaRPr lang="zh-CN" altLang="en-US" sz="14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67" name="TextBox 66"/>
          <p:cNvSpPr txBox="1"/>
          <p:nvPr/>
        </p:nvSpPr>
        <p:spPr>
          <a:xfrm>
            <a:off x="3124200" y="33337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9</a:t>
            </a:r>
            <a:endParaRPr lang="zh-CN" altLang="en-US" sz="1400" dirty="0">
              <a:latin typeface="微软雅黑" pitchFamily="34" charset="-122"/>
              <a:ea typeface="微软雅黑" pitchFamily="34" charset="-122"/>
            </a:endParaRPr>
          </a:p>
        </p:txBody>
      </p:sp>
      <p:grpSp>
        <p:nvGrpSpPr>
          <p:cNvPr id="27" name="Group 47"/>
          <p:cNvGrpSpPr>
            <a:grpSpLocks/>
          </p:cNvGrpSpPr>
          <p:nvPr/>
        </p:nvGrpSpPr>
        <p:grpSpPr bwMode="auto">
          <a:xfrm>
            <a:off x="2181225" y="1863725"/>
            <a:ext cx="3024187" cy="1008063"/>
            <a:chOff x="3153" y="2704"/>
            <a:chExt cx="1905" cy="635"/>
          </a:xfrm>
        </p:grpSpPr>
        <p:grpSp>
          <p:nvGrpSpPr>
            <p:cNvPr id="28" name="Group 48"/>
            <p:cNvGrpSpPr>
              <a:grpSpLocks/>
            </p:cNvGrpSpPr>
            <p:nvPr/>
          </p:nvGrpSpPr>
          <p:grpSpPr bwMode="auto">
            <a:xfrm>
              <a:off x="3153" y="2704"/>
              <a:ext cx="1905" cy="635"/>
              <a:chOff x="612" y="935"/>
              <a:chExt cx="1905" cy="635"/>
            </a:xfrm>
          </p:grpSpPr>
          <p:sp>
            <p:nvSpPr>
              <p:cNvPr id="32" name="Rectangle 49"/>
              <p:cNvSpPr>
                <a:spLocks noChangeArrowheads="1"/>
              </p:cNvSpPr>
              <p:nvPr/>
            </p:nvSpPr>
            <p:spPr bwMode="auto">
              <a:xfrm>
                <a:off x="612"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3" name="Rectangle 50"/>
              <p:cNvSpPr>
                <a:spLocks noChangeArrowheads="1"/>
              </p:cNvSpPr>
              <p:nvPr/>
            </p:nvSpPr>
            <p:spPr bwMode="auto">
              <a:xfrm>
                <a:off x="1066"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4" name="Rectangle 51"/>
              <p:cNvSpPr>
                <a:spLocks noChangeArrowheads="1"/>
              </p:cNvSpPr>
              <p:nvPr/>
            </p:nvSpPr>
            <p:spPr bwMode="auto">
              <a:xfrm>
                <a:off x="1519"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5" name="Rectangle 52"/>
              <p:cNvSpPr>
                <a:spLocks noChangeArrowheads="1"/>
              </p:cNvSpPr>
              <p:nvPr/>
            </p:nvSpPr>
            <p:spPr bwMode="auto">
              <a:xfrm>
                <a:off x="1973" y="1026"/>
                <a:ext cx="454" cy="544"/>
              </a:xfrm>
              <a:prstGeom prst="rect">
                <a:avLst/>
              </a:prstGeom>
              <a:no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6" name="AutoShape 53"/>
              <p:cNvSpPr>
                <a:spLocks noChangeArrowheads="1"/>
              </p:cNvSpPr>
              <p:nvPr/>
            </p:nvSpPr>
            <p:spPr bwMode="auto">
              <a:xfrm>
                <a:off x="612" y="935"/>
                <a:ext cx="1905" cy="91"/>
              </a:xfrm>
              <a:prstGeom prst="parallelogram">
                <a:avLst>
                  <a:gd name="adj" fmla="val 81701"/>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7" name="AutoShape 54"/>
              <p:cNvSpPr>
                <a:spLocks noChangeArrowheads="1"/>
              </p:cNvSpPr>
              <p:nvPr/>
            </p:nvSpPr>
            <p:spPr bwMode="auto">
              <a:xfrm rot="16200000" flipV="1">
                <a:off x="2154" y="1207"/>
                <a:ext cx="635" cy="91"/>
              </a:xfrm>
              <a:prstGeom prst="parallelogram">
                <a:avLst>
                  <a:gd name="adj" fmla="val 113716"/>
                </a:avLst>
              </a:prstGeom>
              <a:solidFill>
                <a:schemeClr val="accent1"/>
              </a:solidFill>
              <a:ln w="9525">
                <a:solidFill>
                  <a:schemeClr val="tx1"/>
                </a:solidFill>
                <a:miter lim="800000"/>
                <a:headEnd/>
                <a:tailEnd/>
              </a:ln>
            </p:spPr>
            <p:txBody>
              <a:bodyPr wrap="none" anchor="ctr"/>
              <a:lstStyle/>
              <a:p>
                <a:endParaRPr lang="zh-CN" altLang="en-US" sz="1400">
                  <a:latin typeface="微软雅黑" pitchFamily="34" charset="-122"/>
                  <a:ea typeface="微软雅黑" pitchFamily="34" charset="-122"/>
                </a:endParaRPr>
              </a:p>
            </p:txBody>
          </p:sp>
          <p:sp>
            <p:nvSpPr>
              <p:cNvPr id="38" name="Line 55"/>
              <p:cNvSpPr>
                <a:spLocks noChangeShapeType="1"/>
              </p:cNvSpPr>
              <p:nvPr/>
            </p:nvSpPr>
            <p:spPr bwMode="auto">
              <a:xfrm flipV="1">
                <a:off x="1066"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39" name="Line 56"/>
              <p:cNvSpPr>
                <a:spLocks noChangeShapeType="1"/>
              </p:cNvSpPr>
              <p:nvPr/>
            </p:nvSpPr>
            <p:spPr bwMode="auto">
              <a:xfrm flipV="1">
                <a:off x="1519"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0" name="Line 57"/>
              <p:cNvSpPr>
                <a:spLocks noChangeShapeType="1"/>
              </p:cNvSpPr>
              <p:nvPr/>
            </p:nvSpPr>
            <p:spPr bwMode="auto">
              <a:xfrm flipV="1">
                <a:off x="1973" y="935"/>
                <a:ext cx="90" cy="91"/>
              </a:xfrm>
              <a:prstGeom prst="line">
                <a:avLst/>
              </a:prstGeom>
              <a:noFill/>
              <a:ln w="9525">
                <a:solidFill>
                  <a:schemeClr val="tx1"/>
                </a:solidFill>
                <a:round/>
                <a:headEnd/>
                <a:tailEnd/>
              </a:ln>
            </p:spPr>
            <p:txBody>
              <a:bodyPr/>
              <a:lstStyle/>
              <a:p>
                <a:endParaRPr lang="zh-CN" altLang="en-US" sz="1400">
                  <a:latin typeface="微软雅黑" pitchFamily="34" charset="-122"/>
                  <a:ea typeface="微软雅黑" pitchFamily="34" charset="-122"/>
                </a:endParaRPr>
              </a:p>
            </p:txBody>
          </p:sp>
        </p:grpSp>
        <p:sp>
          <p:nvSpPr>
            <p:cNvPr id="29" name="Line 58"/>
            <p:cNvSpPr>
              <a:spLocks noChangeShapeType="1"/>
            </p:cNvSpPr>
            <p:nvPr/>
          </p:nvSpPr>
          <p:spPr bwMode="auto">
            <a:xfrm>
              <a:off x="3471" y="3113"/>
              <a:ext cx="272"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sp>
          <p:nvSpPr>
            <p:cNvPr id="30" name="Line 59"/>
            <p:cNvSpPr>
              <a:spLocks noChangeShapeType="1"/>
            </p:cNvSpPr>
            <p:nvPr/>
          </p:nvSpPr>
          <p:spPr bwMode="auto">
            <a:xfrm>
              <a:off x="3924" y="3113"/>
              <a:ext cx="272"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sp>
          <p:nvSpPr>
            <p:cNvPr id="31" name="Line 60"/>
            <p:cNvSpPr>
              <a:spLocks noChangeShapeType="1"/>
            </p:cNvSpPr>
            <p:nvPr/>
          </p:nvSpPr>
          <p:spPr bwMode="auto">
            <a:xfrm>
              <a:off x="4378" y="3113"/>
              <a:ext cx="272"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grpSp>
      <p:sp>
        <p:nvSpPr>
          <p:cNvPr id="41" name="Line 61"/>
          <p:cNvSpPr>
            <a:spLocks noChangeShapeType="1"/>
          </p:cNvSpPr>
          <p:nvPr/>
        </p:nvSpPr>
        <p:spPr bwMode="auto">
          <a:xfrm flipV="1">
            <a:off x="1676400" y="2511425"/>
            <a:ext cx="504825" cy="1588"/>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2" name="Text Box 62"/>
          <p:cNvSpPr txBox="1">
            <a:spLocks noChangeArrowheads="1"/>
          </p:cNvSpPr>
          <p:nvPr/>
        </p:nvSpPr>
        <p:spPr bwMode="auto">
          <a:xfrm>
            <a:off x="3124200" y="2952750"/>
            <a:ext cx="1871662" cy="307777"/>
          </a:xfrm>
          <a:prstGeom prst="rect">
            <a:avLst/>
          </a:prstGeom>
          <a:noFill/>
          <a:ln w="9525">
            <a:noFill/>
            <a:miter lim="800000"/>
            <a:headEnd/>
            <a:tailEnd/>
          </a:ln>
        </p:spPr>
        <p:txBody>
          <a:bodyPr>
            <a:spAutoFit/>
          </a:bodyPr>
          <a:lstStyle/>
          <a:p>
            <a:pPr>
              <a:spcBef>
                <a:spcPct val="50000"/>
              </a:spcBef>
            </a:pPr>
            <a:r>
              <a:rPr kumimoji="0" lang="zh-CN" altLang="en-US" sz="1400" b="1" i="0" dirty="0">
                <a:latin typeface="微软雅黑" pitchFamily="34" charset="-122"/>
                <a:ea typeface="微软雅黑" pitchFamily="34" charset="-122"/>
              </a:rPr>
              <a:t>循环左移</a:t>
            </a:r>
          </a:p>
        </p:txBody>
      </p:sp>
      <p:sp>
        <p:nvSpPr>
          <p:cNvPr id="43" name="Line 63"/>
          <p:cNvSpPr>
            <a:spLocks noChangeShapeType="1"/>
          </p:cNvSpPr>
          <p:nvPr/>
        </p:nvSpPr>
        <p:spPr bwMode="auto">
          <a:xfrm>
            <a:off x="5060950" y="2513013"/>
            <a:ext cx="431800" cy="0"/>
          </a:xfrm>
          <a:prstGeom prst="line">
            <a:avLst/>
          </a:prstGeom>
          <a:noFill/>
          <a:ln w="28575">
            <a:solidFill>
              <a:schemeClr val="tx1"/>
            </a:solidFill>
            <a:round/>
            <a:headEnd type="triangle" w="med" len="med"/>
            <a:tailEnd/>
          </a:ln>
        </p:spPr>
        <p:txBody>
          <a:bodyPr/>
          <a:lstStyle/>
          <a:p>
            <a:endParaRPr lang="zh-CN" altLang="en-US" sz="1400">
              <a:latin typeface="微软雅黑" pitchFamily="34" charset="-122"/>
              <a:ea typeface="微软雅黑" pitchFamily="34" charset="-122"/>
            </a:endParaRPr>
          </a:p>
        </p:txBody>
      </p:sp>
      <p:sp>
        <p:nvSpPr>
          <p:cNvPr id="45" name="Line 64"/>
          <p:cNvSpPr>
            <a:spLocks noChangeShapeType="1"/>
          </p:cNvSpPr>
          <p:nvPr/>
        </p:nvSpPr>
        <p:spPr bwMode="auto">
          <a:xfrm flipV="1">
            <a:off x="5492750" y="1504950"/>
            <a:ext cx="0" cy="1008063"/>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6" name="Line 65"/>
          <p:cNvSpPr>
            <a:spLocks noChangeShapeType="1"/>
          </p:cNvSpPr>
          <p:nvPr/>
        </p:nvSpPr>
        <p:spPr bwMode="auto">
          <a:xfrm flipH="1">
            <a:off x="1676400" y="1504950"/>
            <a:ext cx="3816350" cy="0"/>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7" name="Line 66"/>
          <p:cNvSpPr>
            <a:spLocks noChangeShapeType="1"/>
          </p:cNvSpPr>
          <p:nvPr/>
        </p:nvSpPr>
        <p:spPr bwMode="auto">
          <a:xfrm>
            <a:off x="1676400" y="1504950"/>
            <a:ext cx="0" cy="1008063"/>
          </a:xfrm>
          <a:prstGeom prst="line">
            <a:avLst/>
          </a:prstGeom>
          <a:noFill/>
          <a:ln w="28575">
            <a:solidFill>
              <a:schemeClr val="tx1"/>
            </a:solidFill>
            <a:round/>
            <a:headEnd/>
            <a:tailEnd/>
          </a:ln>
        </p:spPr>
        <p:txBody>
          <a:bodyPr/>
          <a:lstStyle/>
          <a:p>
            <a:endParaRPr lang="zh-CN" altLang="en-US" sz="1400">
              <a:latin typeface="微软雅黑" pitchFamily="34" charset="-122"/>
              <a:ea typeface="微软雅黑" pitchFamily="34" charset="-122"/>
            </a:endParaRPr>
          </a:p>
        </p:txBody>
      </p:sp>
      <p:sp>
        <p:nvSpPr>
          <p:cNvPr id="48" name="矩形 47"/>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xmlns="" id="{D66FED70-B4A7-4772-80F6-050849D65C37}"/>
              </a:ext>
            </a:extLst>
          </p:cNvPr>
          <p:cNvSpPr txBox="1"/>
          <p:nvPr/>
        </p:nvSpPr>
        <p:spPr>
          <a:xfrm>
            <a:off x="2126177" y="3714750"/>
            <a:ext cx="2993879" cy="523220"/>
          </a:xfrm>
          <a:prstGeom prst="rect">
            <a:avLst/>
          </a:prstGeom>
          <a:noFill/>
        </p:spPr>
        <p:txBody>
          <a:bodyPr wrap="square" rtlCol="0">
            <a:spAutoFit/>
          </a:bodyPr>
          <a:lstStyle/>
          <a:p>
            <a:r>
              <a:rPr lang="en-US" altLang="zh-CN" sz="2800" dirty="0">
                <a:solidFill>
                  <a:srgbClr val="FF0000"/>
                </a:solidFill>
              </a:rPr>
              <a:t>1     1      0     1</a:t>
            </a:r>
            <a:endParaRPr lang="zh-CN" altLang="en-US" sz="2800" dirty="0">
              <a:solidFill>
                <a:srgbClr val="FF0000"/>
              </a:solidFill>
            </a:endParaRPr>
          </a:p>
        </p:txBody>
      </p:sp>
      <p:sp>
        <p:nvSpPr>
          <p:cNvPr id="49" name="文本框 48">
            <a:extLst>
              <a:ext uri="{FF2B5EF4-FFF2-40B4-BE49-F238E27FC236}">
                <a16:creationId xmlns:a16="http://schemas.microsoft.com/office/drawing/2014/main" xmlns="" id="{523C9158-4906-4D13-9140-3866157295CD}"/>
              </a:ext>
            </a:extLst>
          </p:cNvPr>
          <p:cNvSpPr txBox="1"/>
          <p:nvPr/>
        </p:nvSpPr>
        <p:spPr>
          <a:xfrm>
            <a:off x="2122836" y="4246165"/>
            <a:ext cx="2993879" cy="523220"/>
          </a:xfrm>
          <a:prstGeom prst="rect">
            <a:avLst/>
          </a:prstGeom>
          <a:noFill/>
        </p:spPr>
        <p:txBody>
          <a:bodyPr wrap="square" rtlCol="0">
            <a:spAutoFit/>
          </a:bodyPr>
          <a:lstStyle/>
          <a:p>
            <a:r>
              <a:rPr lang="en-US" altLang="zh-CN" sz="2800" dirty="0">
                <a:solidFill>
                  <a:srgbClr val="FF0000"/>
                </a:solidFill>
              </a:rPr>
              <a:t>1     0      1     1</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right)">
                                      <p:cBhvr>
                                        <p:cTn id="11" dur="500"/>
                                        <p:tgtEl>
                                          <p:spTgt spid="41"/>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wipe(down)">
                                      <p:cBhvr>
                                        <p:cTn id="15" dur="500"/>
                                        <p:tgtEl>
                                          <p:spTgt spid="4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ipe(left)">
                                      <p:cBhvr>
                                        <p:cTn id="19" dur="500"/>
                                        <p:tgtEl>
                                          <p:spTgt spid="46"/>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up)">
                                      <p:cBhvr>
                                        <p:cTn id="23" dur="500"/>
                                        <p:tgtEl>
                                          <p:spTgt spid="45"/>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right)">
                                      <p:cBhvr>
                                        <p:cTn id="27" dur="500"/>
                                        <p:tgtEl>
                                          <p:spTgt spid="43"/>
                                        </p:tgtEl>
                                      </p:cBhvr>
                                    </p:animEffect>
                                  </p:childTnLst>
                                </p:cTn>
                              </p:par>
                            </p:childTnLst>
                          </p:cTn>
                        </p:par>
                        <p:par>
                          <p:cTn id="28" fill="hold">
                            <p:stCondLst>
                              <p:cond delay="3000"/>
                            </p:stCondLst>
                            <p:childTnLst>
                              <p:par>
                                <p:cTn id="29" presetID="1" presetClass="entr" presetSubtype="0" fill="hold" grpId="0" nodeType="after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2" presetClass="entr" presetSubtype="4"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anim calcmode="lin" valueType="num">
                                      <p:cBhvr additive="base">
                                        <p:cTn id="33" dur="500" fill="hold"/>
                                        <p:tgtEl>
                                          <p:spTgt spid="67"/>
                                        </p:tgtEl>
                                        <p:attrNameLst>
                                          <p:attrName>ppt_x</p:attrName>
                                        </p:attrNameLst>
                                      </p:cBhvr>
                                      <p:tavLst>
                                        <p:tav tm="0">
                                          <p:val>
                                            <p:strVal val="#ppt_x"/>
                                          </p:val>
                                        </p:tav>
                                        <p:tav tm="100000">
                                          <p:val>
                                            <p:strVal val="#ppt_x"/>
                                          </p:val>
                                        </p:tav>
                                      </p:tavLst>
                                    </p:anim>
                                    <p:anim calcmode="lin" valueType="num">
                                      <p:cBhvr additive="base">
                                        <p:cTn id="34"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cBhvr additive="base">
                                        <p:cTn id="39" dur="500" fill="hold"/>
                                        <p:tgtEl>
                                          <p:spTgt spid="44"/>
                                        </p:tgtEl>
                                        <p:attrNameLst>
                                          <p:attrName>ppt_x</p:attrName>
                                        </p:attrNameLst>
                                      </p:cBhvr>
                                      <p:tavLst>
                                        <p:tav tm="0">
                                          <p:val>
                                            <p:strVal val="#ppt_x"/>
                                          </p:val>
                                        </p:tav>
                                        <p:tav tm="100000">
                                          <p:val>
                                            <p:strVal val="#ppt_x"/>
                                          </p:val>
                                        </p:tav>
                                      </p:tavLst>
                                    </p:anim>
                                    <p:anim calcmode="lin" valueType="num">
                                      <p:cBhvr additive="base">
                                        <p:cTn id="4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41" grpId="0" animBg="1"/>
      <p:bldP spid="42" grpId="0"/>
      <p:bldP spid="43" grpId="0" animBg="1"/>
      <p:bldP spid="45" grpId="0" animBg="1"/>
      <p:bldP spid="46" grpId="0" animBg="1"/>
      <p:bldP spid="47" grpId="0" animBg="1"/>
      <p:bldP spid="44" grpId="0"/>
      <p:bldP spid="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600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通用寄存器：</a:t>
            </a:r>
            <a:r>
              <a:rPr lang="zh-CN" altLang="en-US" sz="1600" b="1" dirty="0"/>
              <a:t>具有右移、左移、并行置数和保持功能的寄存器。</a:t>
            </a:r>
            <a:endParaRPr lang="zh-CN" altLang="en-US" sz="1600" dirty="0"/>
          </a:p>
          <a:p>
            <a:pPr marL="0" lvl="1">
              <a:lnSpc>
                <a:spcPct val="150000"/>
              </a:lnSpc>
            </a:pP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28" name="矩形 27"/>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2" descr="CAI4-6"/>
          <p:cNvPicPr>
            <a:picLocks noChangeAspect="1" noChangeArrowheads="1"/>
          </p:cNvPicPr>
          <p:nvPr/>
        </p:nvPicPr>
        <p:blipFill>
          <a:blip r:embed="rId2" cstate="print"/>
          <a:srcRect/>
          <a:stretch>
            <a:fillRect/>
          </a:stretch>
        </p:blipFill>
        <p:spPr bwMode="auto">
          <a:xfrm>
            <a:off x="1295400" y="590550"/>
            <a:ext cx="5334000" cy="3965724"/>
          </a:xfrm>
          <a:prstGeom prst="rect">
            <a:avLst/>
          </a:prstGeom>
          <a:noFill/>
          <a:ln w="9525">
            <a:noFill/>
            <a:miter lim="800000"/>
            <a:headEnd/>
            <a:tailEnd/>
          </a:ln>
        </p:spPr>
      </p:pic>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7" name="TextBox 6"/>
          <p:cNvSpPr txBox="1"/>
          <p:nvPr/>
        </p:nvSpPr>
        <p:spPr>
          <a:xfrm>
            <a:off x="3200400" y="45529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10 </a:t>
            </a:r>
            <a:r>
              <a:rPr lang="zh-CN" altLang="en-US" sz="1400" dirty="0">
                <a:latin typeface="微软雅黑" pitchFamily="34" charset="-122"/>
                <a:ea typeface="微软雅黑" pitchFamily="34" charset="-122"/>
              </a:rPr>
              <a:t>通用寄存器</a:t>
            </a:r>
          </a:p>
        </p:txBody>
      </p:sp>
      <p:sp>
        <p:nvSpPr>
          <p:cNvPr id="8" name="矩形 7"/>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2" descr="CAI4-6"/>
          <p:cNvPicPr>
            <a:picLocks noChangeAspect="1" noChangeArrowheads="1"/>
          </p:cNvPicPr>
          <p:nvPr/>
        </p:nvPicPr>
        <p:blipFill>
          <a:blip r:embed="rId2" cstate="print"/>
          <a:srcRect/>
          <a:stretch>
            <a:fillRect/>
          </a:stretch>
        </p:blipFill>
        <p:spPr bwMode="auto">
          <a:xfrm>
            <a:off x="1295400" y="590550"/>
            <a:ext cx="5334000" cy="3965724"/>
          </a:xfrm>
          <a:prstGeom prst="rect">
            <a:avLst/>
          </a:prstGeom>
          <a:noFill/>
          <a:ln w="9525">
            <a:noFill/>
            <a:miter lim="800000"/>
            <a:headEnd/>
            <a:tailEnd/>
          </a:ln>
        </p:spPr>
      </p:pic>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7" name="TextBox 6"/>
          <p:cNvSpPr txBox="1"/>
          <p:nvPr/>
        </p:nvSpPr>
        <p:spPr>
          <a:xfrm>
            <a:off x="3200400" y="45529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a:latin typeface="微软雅黑" pitchFamily="34" charset="-122"/>
                <a:ea typeface="微软雅黑" pitchFamily="34" charset="-122"/>
              </a:rPr>
              <a:t>10 </a:t>
            </a:r>
            <a:r>
              <a:rPr lang="zh-CN" altLang="en-US" sz="1400" dirty="0">
                <a:latin typeface="微软雅黑" pitchFamily="34" charset="-122"/>
                <a:ea typeface="微软雅黑" pitchFamily="34" charset="-122"/>
              </a:rPr>
              <a:t>通用寄存器</a:t>
            </a:r>
          </a:p>
        </p:txBody>
      </p:sp>
      <p:sp>
        <p:nvSpPr>
          <p:cNvPr id="8" name="Text Box 4"/>
          <p:cNvSpPr txBox="1">
            <a:spLocks noChangeArrowheads="1"/>
          </p:cNvSpPr>
          <p:nvPr/>
        </p:nvSpPr>
        <p:spPr bwMode="auto">
          <a:xfrm>
            <a:off x="26670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a:solidFill>
                  <a:srgbClr val="FF0000"/>
                </a:solidFill>
                <a:latin typeface="微软雅黑" pitchFamily="34" charset="-122"/>
                <a:ea typeface="微软雅黑" pitchFamily="34" charset="-122"/>
              </a:rPr>
              <a:t>清零功能：清除信号为</a:t>
            </a:r>
            <a:r>
              <a:rPr lang="en-US" altLang="zh-CN" sz="1400" dirty="0">
                <a:solidFill>
                  <a:srgbClr val="FF0000"/>
                </a:solidFill>
                <a:latin typeface="微软雅黑" pitchFamily="34" charset="-122"/>
                <a:ea typeface="微软雅黑" pitchFamily="34" charset="-122"/>
              </a:rPr>
              <a:t>0</a:t>
            </a:r>
            <a:endParaRPr lang="zh-CN" altLang="en-US" sz="1400" i="0" dirty="0">
              <a:solidFill>
                <a:srgbClr val="FF0000"/>
              </a:solidFill>
              <a:latin typeface="微软雅黑" pitchFamily="34" charset="-122"/>
              <a:ea typeface="微软雅黑" pitchFamily="34" charset="-122"/>
            </a:endParaRPr>
          </a:p>
        </p:txBody>
      </p:sp>
      <p:sp>
        <p:nvSpPr>
          <p:cNvPr id="9" name="Text Box 4"/>
          <p:cNvSpPr txBox="1">
            <a:spLocks noChangeArrowheads="1"/>
          </p:cNvSpPr>
          <p:nvPr/>
        </p:nvSpPr>
        <p:spPr bwMode="auto">
          <a:xfrm>
            <a:off x="32766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0</a:t>
            </a:r>
            <a:endParaRPr lang="zh-CN" altLang="en-US" sz="1400" b="1" i="0" dirty="0">
              <a:solidFill>
                <a:srgbClr val="FF0000"/>
              </a:solidFill>
              <a:latin typeface="微软雅黑" pitchFamily="34" charset="-122"/>
              <a:ea typeface="微软雅黑" pitchFamily="34" charset="-122"/>
            </a:endParaRPr>
          </a:p>
        </p:txBody>
      </p:sp>
      <p:sp>
        <p:nvSpPr>
          <p:cNvPr id="11" name="Text Box 4"/>
          <p:cNvSpPr txBox="1">
            <a:spLocks noChangeArrowheads="1"/>
          </p:cNvSpPr>
          <p:nvPr/>
        </p:nvSpPr>
        <p:spPr bwMode="auto">
          <a:xfrm>
            <a:off x="22860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0</a:t>
            </a:r>
            <a:endParaRPr lang="zh-CN" altLang="en-US" sz="1400" b="1" i="0" dirty="0">
              <a:solidFill>
                <a:srgbClr val="FF0000"/>
              </a:solidFill>
              <a:latin typeface="微软雅黑" pitchFamily="34" charset="-122"/>
              <a:ea typeface="微软雅黑" pitchFamily="34" charset="-122"/>
            </a:endParaRPr>
          </a:p>
        </p:txBody>
      </p:sp>
      <p:sp>
        <p:nvSpPr>
          <p:cNvPr id="12" name="Text Box 4"/>
          <p:cNvSpPr txBox="1">
            <a:spLocks noChangeArrowheads="1"/>
          </p:cNvSpPr>
          <p:nvPr/>
        </p:nvSpPr>
        <p:spPr bwMode="auto">
          <a:xfrm>
            <a:off x="1600200" y="3638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0</a:t>
            </a:r>
            <a:endParaRPr lang="zh-CN" altLang="en-US" sz="1400" b="1" i="0" dirty="0">
              <a:solidFill>
                <a:srgbClr val="FF0000"/>
              </a:solidFill>
              <a:latin typeface="微软雅黑" pitchFamily="34" charset="-122"/>
              <a:ea typeface="微软雅黑" pitchFamily="34" charset="-122"/>
            </a:endParaRPr>
          </a:p>
        </p:txBody>
      </p:sp>
      <p:sp>
        <p:nvSpPr>
          <p:cNvPr id="13" name="Text Box 4"/>
          <p:cNvSpPr txBox="1">
            <a:spLocks noChangeArrowheads="1"/>
          </p:cNvSpPr>
          <p:nvPr/>
        </p:nvSpPr>
        <p:spPr bwMode="auto">
          <a:xfrm>
            <a:off x="42672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0</a:t>
            </a:r>
            <a:endParaRPr lang="zh-CN" altLang="en-US" sz="1400" b="1" i="0" dirty="0">
              <a:solidFill>
                <a:srgbClr val="FF0000"/>
              </a:solidFill>
              <a:latin typeface="微软雅黑" pitchFamily="34" charset="-122"/>
              <a:ea typeface="微软雅黑" pitchFamily="34" charset="-122"/>
            </a:endParaRPr>
          </a:p>
        </p:txBody>
      </p:sp>
      <p:sp>
        <p:nvSpPr>
          <p:cNvPr id="14" name="Text Box 4"/>
          <p:cNvSpPr txBox="1">
            <a:spLocks noChangeArrowheads="1"/>
          </p:cNvSpPr>
          <p:nvPr/>
        </p:nvSpPr>
        <p:spPr bwMode="auto">
          <a:xfrm>
            <a:off x="52578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0</a:t>
            </a:r>
            <a:endParaRPr lang="zh-CN" altLang="en-US" sz="1400" b="1" i="0" dirty="0">
              <a:solidFill>
                <a:srgbClr val="FF0000"/>
              </a:solidFill>
              <a:latin typeface="微软雅黑" pitchFamily="34" charset="-122"/>
              <a:ea typeface="微软雅黑" pitchFamily="34" charset="-122"/>
            </a:endParaRPr>
          </a:p>
        </p:txBody>
      </p:sp>
      <p:sp>
        <p:nvSpPr>
          <p:cNvPr id="15" name="矩形 14"/>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8" name="Text Box 4"/>
          <p:cNvSpPr txBox="1">
            <a:spLocks noChangeArrowheads="1"/>
          </p:cNvSpPr>
          <p:nvPr/>
        </p:nvSpPr>
        <p:spPr bwMode="auto">
          <a:xfrm>
            <a:off x="26670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smtClean="0">
                <a:solidFill>
                  <a:srgbClr val="FF0000"/>
                </a:solidFill>
                <a:latin typeface="微软雅黑" pitchFamily="34" charset="-122"/>
                <a:ea typeface="微软雅黑" pitchFamily="34" charset="-122"/>
              </a:rPr>
              <a:t>清零功能：清除信号为</a:t>
            </a:r>
            <a:r>
              <a:rPr lang="en-US" altLang="zh-CN" sz="1400" dirty="0" smtClean="0">
                <a:solidFill>
                  <a:srgbClr val="FF0000"/>
                </a:solidFill>
                <a:latin typeface="微软雅黑" pitchFamily="34" charset="-122"/>
                <a:ea typeface="微软雅黑" pitchFamily="34" charset="-122"/>
              </a:rPr>
              <a:t>0</a:t>
            </a:r>
            <a:endParaRPr lang="zh-CN" altLang="en-US" sz="1400" i="0" dirty="0">
              <a:solidFill>
                <a:srgbClr val="FF0000"/>
              </a:solidFill>
              <a:latin typeface="微软雅黑" pitchFamily="34" charset="-122"/>
              <a:ea typeface="微软雅黑" pitchFamily="34" charset="-122"/>
            </a:endParaRPr>
          </a:p>
        </p:txBody>
      </p:sp>
      <p:graphicFrame>
        <p:nvGraphicFramePr>
          <p:cNvPr id="15" name="对象 14"/>
          <p:cNvGraphicFramePr>
            <a:graphicFrameLocks noChangeAspect="1"/>
          </p:cNvGraphicFramePr>
          <p:nvPr/>
        </p:nvGraphicFramePr>
        <p:xfrm>
          <a:off x="1676400" y="1428750"/>
          <a:ext cx="5586413" cy="2049462"/>
        </p:xfrm>
        <a:graphic>
          <a:graphicData uri="http://schemas.openxmlformats.org/presentationml/2006/ole">
            <p:oleObj spid="_x0000_s4098" name="Visio" r:id="rId3" imgW="5584509" imgH="1965110" progId="Visio.Drawing.11">
              <p:embed/>
            </p:oleObj>
          </a:graphicData>
        </a:graphic>
      </p:graphicFrame>
      <p:sp>
        <p:nvSpPr>
          <p:cNvPr id="16" name="TextBox 15"/>
          <p:cNvSpPr txBox="1"/>
          <p:nvPr/>
        </p:nvSpPr>
        <p:spPr>
          <a:xfrm>
            <a:off x="3810000" y="3333750"/>
            <a:ext cx="22098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11  </a:t>
            </a:r>
            <a:r>
              <a:rPr lang="zh-CN" altLang="en-US" sz="1400" dirty="0" smtClean="0">
                <a:latin typeface="微软雅黑" pitchFamily="34" charset="-122"/>
                <a:ea typeface="微软雅黑" pitchFamily="34" charset="-122"/>
              </a:rPr>
              <a:t>清零功能简化图</a:t>
            </a:r>
            <a:endParaRPr lang="zh-CN" altLang="en-US" sz="1400" dirty="0">
              <a:latin typeface="微软雅黑" pitchFamily="34" charset="-122"/>
              <a:ea typeface="微软雅黑" pitchFamily="34" charset="-122"/>
            </a:endParaRPr>
          </a:p>
        </p:txBody>
      </p:sp>
      <p:sp>
        <p:nvSpPr>
          <p:cNvPr id="17" name="矩形 16"/>
          <p:cNvSpPr/>
          <p:nvPr/>
        </p:nvSpPr>
        <p:spPr>
          <a:xfrm>
            <a:off x="0" y="0"/>
            <a:ext cx="4217821" cy="523220"/>
          </a:xfrm>
          <a:prstGeom prst="rect">
            <a:avLst/>
          </a:prstGeom>
        </p:spPr>
        <p:txBody>
          <a:bodyPr wrap="none">
            <a:spAutoFit/>
          </a:bodyPr>
          <a:lstStyle/>
          <a:p>
            <a:pPr algn="ctr">
              <a:defRPr/>
            </a:pPr>
            <a:r>
              <a:rPr lang="en-US" altLang="zh-CN"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2" descr="CAI4-6"/>
          <p:cNvPicPr>
            <a:picLocks noChangeAspect="1" noChangeArrowheads="1"/>
          </p:cNvPicPr>
          <p:nvPr/>
        </p:nvPicPr>
        <p:blipFill>
          <a:blip r:embed="rId2" cstate="print"/>
          <a:srcRect/>
          <a:stretch>
            <a:fillRect/>
          </a:stretch>
        </p:blipFill>
        <p:spPr bwMode="auto">
          <a:xfrm>
            <a:off x="1295400" y="590550"/>
            <a:ext cx="5334000" cy="3965724"/>
          </a:xfrm>
          <a:prstGeom prst="rect">
            <a:avLst/>
          </a:prstGeom>
          <a:noFill/>
          <a:ln w="9525">
            <a:noFill/>
            <a:miter lim="800000"/>
            <a:headEnd/>
            <a:tailEnd/>
          </a:ln>
        </p:spPr>
      </p:pic>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7" name="TextBox 6"/>
          <p:cNvSpPr txBox="1"/>
          <p:nvPr/>
        </p:nvSpPr>
        <p:spPr>
          <a:xfrm>
            <a:off x="3200400" y="45529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10 </a:t>
            </a:r>
            <a:r>
              <a:rPr lang="zh-CN" altLang="en-US" sz="1400" dirty="0">
                <a:latin typeface="微软雅黑" pitchFamily="34" charset="-122"/>
                <a:ea typeface="微软雅黑" pitchFamily="34" charset="-122"/>
              </a:rPr>
              <a:t>通用寄存器</a:t>
            </a:r>
          </a:p>
        </p:txBody>
      </p:sp>
      <p:sp>
        <p:nvSpPr>
          <p:cNvPr id="8" name="Text Box 4"/>
          <p:cNvSpPr txBox="1">
            <a:spLocks noChangeArrowheads="1"/>
          </p:cNvSpPr>
          <p:nvPr/>
        </p:nvSpPr>
        <p:spPr bwMode="auto">
          <a:xfrm>
            <a:off x="26670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a:solidFill>
                  <a:srgbClr val="FF0000"/>
                </a:solidFill>
                <a:latin typeface="微软雅黑" pitchFamily="34" charset="-122"/>
                <a:ea typeface="微软雅黑" pitchFamily="34" charset="-122"/>
              </a:rPr>
              <a:t>保持功能：</a:t>
            </a:r>
            <a:endParaRPr lang="zh-CN" altLang="en-US" sz="1400" i="0" dirty="0">
              <a:solidFill>
                <a:srgbClr val="FF0000"/>
              </a:solidFill>
              <a:latin typeface="微软雅黑" pitchFamily="34" charset="-122"/>
              <a:ea typeface="微软雅黑" pitchFamily="34" charset="-122"/>
            </a:endParaRPr>
          </a:p>
        </p:txBody>
      </p:sp>
      <p:sp>
        <p:nvSpPr>
          <p:cNvPr id="9" name="Text Box 4"/>
          <p:cNvSpPr txBox="1">
            <a:spLocks noChangeArrowheads="1"/>
          </p:cNvSpPr>
          <p:nvPr/>
        </p:nvSpPr>
        <p:spPr bwMode="auto">
          <a:xfrm>
            <a:off x="32766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1" name="Text Box 4"/>
          <p:cNvSpPr txBox="1">
            <a:spLocks noChangeArrowheads="1"/>
          </p:cNvSpPr>
          <p:nvPr/>
        </p:nvSpPr>
        <p:spPr bwMode="auto">
          <a:xfrm>
            <a:off x="22860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2" name="Text Box 4"/>
          <p:cNvSpPr txBox="1">
            <a:spLocks noChangeArrowheads="1"/>
          </p:cNvSpPr>
          <p:nvPr/>
        </p:nvSpPr>
        <p:spPr bwMode="auto">
          <a:xfrm>
            <a:off x="1600200" y="3638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3" name="Text Box 4"/>
          <p:cNvSpPr txBox="1">
            <a:spLocks noChangeArrowheads="1"/>
          </p:cNvSpPr>
          <p:nvPr/>
        </p:nvSpPr>
        <p:spPr bwMode="auto">
          <a:xfrm>
            <a:off x="42672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4" name="Text Box 4"/>
          <p:cNvSpPr txBox="1">
            <a:spLocks noChangeArrowheads="1"/>
          </p:cNvSpPr>
          <p:nvPr/>
        </p:nvSpPr>
        <p:spPr bwMode="auto">
          <a:xfrm>
            <a:off x="52578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5" name="Text Box 4"/>
          <p:cNvSpPr txBox="1">
            <a:spLocks noChangeArrowheads="1"/>
          </p:cNvSpPr>
          <p:nvPr/>
        </p:nvSpPr>
        <p:spPr bwMode="auto">
          <a:xfrm>
            <a:off x="3657600" y="895350"/>
            <a:ext cx="2606675" cy="307777"/>
          </a:xfrm>
          <a:prstGeom prst="rect">
            <a:avLst/>
          </a:prstGeom>
          <a:noFill/>
          <a:ln w="9525">
            <a:noFill/>
            <a:miter lim="800000"/>
            <a:headEnd/>
            <a:tailEnd/>
          </a:ln>
        </p:spPr>
        <p:txBody>
          <a:bodyPr>
            <a:spAutoFit/>
          </a:bodyPr>
          <a:lstStyle/>
          <a:p>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1</a:t>
            </a:r>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0</a:t>
            </a:r>
            <a:r>
              <a:rPr lang="en-US" altLang="zh-CN" sz="1400" i="0" dirty="0">
                <a:solidFill>
                  <a:srgbClr val="FF0000"/>
                </a:solidFill>
                <a:latin typeface="微软雅黑" pitchFamily="34" charset="-122"/>
                <a:ea typeface="微软雅黑" pitchFamily="34" charset="-122"/>
              </a:rPr>
              <a:t>=00</a:t>
            </a:r>
            <a:endParaRPr lang="zh-CN" altLang="en-US" sz="1400" i="0" dirty="0">
              <a:solidFill>
                <a:srgbClr val="FF0000"/>
              </a:solidFill>
              <a:latin typeface="微软雅黑" pitchFamily="34" charset="-122"/>
              <a:ea typeface="微软雅黑" pitchFamily="34" charset="-122"/>
            </a:endParaRPr>
          </a:p>
        </p:txBody>
      </p:sp>
      <p:sp>
        <p:nvSpPr>
          <p:cNvPr id="16" name="Text Box 4"/>
          <p:cNvSpPr txBox="1">
            <a:spLocks noChangeArrowheads="1"/>
          </p:cNvSpPr>
          <p:nvPr/>
        </p:nvSpPr>
        <p:spPr bwMode="auto">
          <a:xfrm>
            <a:off x="16002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17" name="Text Box 4"/>
          <p:cNvSpPr txBox="1">
            <a:spLocks noChangeArrowheads="1"/>
          </p:cNvSpPr>
          <p:nvPr/>
        </p:nvSpPr>
        <p:spPr bwMode="auto">
          <a:xfrm>
            <a:off x="20574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18" name="Text Box 4"/>
          <p:cNvSpPr txBox="1">
            <a:spLocks noChangeArrowheads="1"/>
          </p:cNvSpPr>
          <p:nvPr/>
        </p:nvSpPr>
        <p:spPr bwMode="auto">
          <a:xfrm>
            <a:off x="16002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9" name="Text Box 4"/>
          <p:cNvSpPr txBox="1">
            <a:spLocks noChangeArrowheads="1"/>
          </p:cNvSpPr>
          <p:nvPr/>
        </p:nvSpPr>
        <p:spPr bwMode="auto">
          <a:xfrm>
            <a:off x="20574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20" name="Text Box 4"/>
          <p:cNvSpPr txBox="1">
            <a:spLocks noChangeArrowheads="1"/>
          </p:cNvSpPr>
          <p:nvPr/>
        </p:nvSpPr>
        <p:spPr bwMode="auto">
          <a:xfrm>
            <a:off x="1447800" y="1581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21" name="Text Box 4"/>
          <p:cNvSpPr txBox="1">
            <a:spLocks noChangeArrowheads="1"/>
          </p:cNvSpPr>
          <p:nvPr/>
        </p:nvSpPr>
        <p:spPr bwMode="auto">
          <a:xfrm>
            <a:off x="1905000" y="1504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cxnSp>
        <p:nvCxnSpPr>
          <p:cNvPr id="23" name="直接连接符 22"/>
          <p:cNvCxnSpPr/>
          <p:nvPr/>
        </p:nvCxnSpPr>
        <p:spPr>
          <a:xfrm>
            <a:off x="2178942" y="1732920"/>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133600" y="1833051"/>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126673" y="1642236"/>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966086" y="1923735"/>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ext Box 4"/>
          <p:cNvSpPr txBox="1">
            <a:spLocks noChangeArrowheads="1"/>
          </p:cNvSpPr>
          <p:nvPr/>
        </p:nvSpPr>
        <p:spPr bwMode="auto">
          <a:xfrm>
            <a:off x="2286000" y="227971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1" name="Text Box 4"/>
          <p:cNvSpPr txBox="1">
            <a:spLocks noChangeArrowheads="1"/>
          </p:cNvSpPr>
          <p:nvPr/>
        </p:nvSpPr>
        <p:spPr bwMode="auto">
          <a:xfrm>
            <a:off x="2453514" y="227971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2" name="Text Box 4"/>
          <p:cNvSpPr txBox="1">
            <a:spLocks noChangeArrowheads="1"/>
          </p:cNvSpPr>
          <p:nvPr/>
        </p:nvSpPr>
        <p:spPr bwMode="auto">
          <a:xfrm>
            <a:off x="2659443" y="228727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3" name="Text Box 4"/>
          <p:cNvSpPr txBox="1">
            <a:spLocks noChangeArrowheads="1"/>
          </p:cNvSpPr>
          <p:nvPr/>
        </p:nvSpPr>
        <p:spPr bwMode="auto">
          <a:xfrm>
            <a:off x="2819400" y="2294751"/>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A</a:t>
            </a:r>
            <a:endParaRPr lang="zh-CN" altLang="en-US" sz="1200" b="1" i="0" baseline="-25000" dirty="0">
              <a:solidFill>
                <a:srgbClr val="FF0000"/>
              </a:solidFill>
              <a:latin typeface="微软雅黑" pitchFamily="34" charset="-122"/>
              <a:ea typeface="微软雅黑" pitchFamily="34" charset="-122"/>
            </a:endParaRPr>
          </a:p>
        </p:txBody>
      </p:sp>
      <p:sp>
        <p:nvSpPr>
          <p:cNvPr id="34" name="Text Box 4"/>
          <p:cNvSpPr txBox="1">
            <a:spLocks noChangeArrowheads="1"/>
          </p:cNvSpPr>
          <p:nvPr/>
        </p:nvSpPr>
        <p:spPr bwMode="auto">
          <a:xfrm>
            <a:off x="3238185" y="2266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5" name="Text Box 4"/>
          <p:cNvSpPr txBox="1">
            <a:spLocks noChangeArrowheads="1"/>
          </p:cNvSpPr>
          <p:nvPr/>
        </p:nvSpPr>
        <p:spPr bwMode="auto">
          <a:xfrm>
            <a:off x="3405699" y="2266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6" name="Text Box 4"/>
          <p:cNvSpPr txBox="1">
            <a:spLocks noChangeArrowheads="1"/>
          </p:cNvSpPr>
          <p:nvPr/>
        </p:nvSpPr>
        <p:spPr bwMode="auto">
          <a:xfrm>
            <a:off x="3611628" y="227450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7" name="Text Box 4"/>
          <p:cNvSpPr txBox="1">
            <a:spLocks noChangeArrowheads="1"/>
          </p:cNvSpPr>
          <p:nvPr/>
        </p:nvSpPr>
        <p:spPr bwMode="auto">
          <a:xfrm>
            <a:off x="3771585" y="2281984"/>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B</a:t>
            </a:r>
            <a:endParaRPr lang="zh-CN" altLang="en-US" sz="1200" b="1" i="0" baseline="-25000" dirty="0">
              <a:solidFill>
                <a:srgbClr val="FF0000"/>
              </a:solidFill>
              <a:latin typeface="微软雅黑" pitchFamily="34" charset="-122"/>
              <a:ea typeface="微软雅黑" pitchFamily="34" charset="-122"/>
            </a:endParaRPr>
          </a:p>
        </p:txBody>
      </p:sp>
      <p:sp>
        <p:nvSpPr>
          <p:cNvPr id="38" name="Text Box 4"/>
          <p:cNvSpPr txBox="1">
            <a:spLocks noChangeArrowheads="1"/>
          </p:cNvSpPr>
          <p:nvPr/>
        </p:nvSpPr>
        <p:spPr bwMode="auto">
          <a:xfrm>
            <a:off x="4229415"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9" name="Text Box 4"/>
          <p:cNvSpPr txBox="1">
            <a:spLocks noChangeArrowheads="1"/>
          </p:cNvSpPr>
          <p:nvPr/>
        </p:nvSpPr>
        <p:spPr bwMode="auto">
          <a:xfrm>
            <a:off x="4396929"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40" name="Text Box 4"/>
          <p:cNvSpPr txBox="1">
            <a:spLocks noChangeArrowheads="1"/>
          </p:cNvSpPr>
          <p:nvPr/>
        </p:nvSpPr>
        <p:spPr bwMode="auto">
          <a:xfrm>
            <a:off x="4602858" y="228214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41" name="Text Box 4"/>
          <p:cNvSpPr txBox="1">
            <a:spLocks noChangeArrowheads="1"/>
          </p:cNvSpPr>
          <p:nvPr/>
        </p:nvSpPr>
        <p:spPr bwMode="auto">
          <a:xfrm>
            <a:off x="4762815" y="2289621"/>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C</a:t>
            </a:r>
            <a:endParaRPr lang="zh-CN" altLang="en-US" sz="1200" b="1" i="0" baseline="-25000" dirty="0">
              <a:solidFill>
                <a:srgbClr val="FF0000"/>
              </a:solidFill>
              <a:latin typeface="微软雅黑" pitchFamily="34" charset="-122"/>
              <a:ea typeface="微软雅黑" pitchFamily="34" charset="-122"/>
            </a:endParaRPr>
          </a:p>
        </p:txBody>
      </p:sp>
      <p:sp>
        <p:nvSpPr>
          <p:cNvPr id="42" name="Text Box 4"/>
          <p:cNvSpPr txBox="1">
            <a:spLocks noChangeArrowheads="1"/>
          </p:cNvSpPr>
          <p:nvPr/>
        </p:nvSpPr>
        <p:spPr bwMode="auto">
          <a:xfrm>
            <a:off x="5196714" y="228206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43" name="Text Box 4"/>
          <p:cNvSpPr txBox="1">
            <a:spLocks noChangeArrowheads="1"/>
          </p:cNvSpPr>
          <p:nvPr/>
        </p:nvSpPr>
        <p:spPr bwMode="auto">
          <a:xfrm>
            <a:off x="5364228" y="228206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44" name="Text Box 4"/>
          <p:cNvSpPr txBox="1">
            <a:spLocks noChangeArrowheads="1"/>
          </p:cNvSpPr>
          <p:nvPr/>
        </p:nvSpPr>
        <p:spPr bwMode="auto">
          <a:xfrm>
            <a:off x="5570157" y="2289621"/>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45" name="Text Box 4"/>
          <p:cNvSpPr txBox="1">
            <a:spLocks noChangeArrowheads="1"/>
          </p:cNvSpPr>
          <p:nvPr/>
        </p:nvSpPr>
        <p:spPr bwMode="auto">
          <a:xfrm>
            <a:off x="5730114" y="2297098"/>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D</a:t>
            </a:r>
            <a:endParaRPr lang="zh-CN" altLang="en-US" sz="1200" b="1" i="0" baseline="-25000" dirty="0">
              <a:solidFill>
                <a:srgbClr val="FF0000"/>
              </a:solidFill>
              <a:latin typeface="微软雅黑" pitchFamily="34" charset="-122"/>
              <a:ea typeface="微软雅黑" pitchFamily="34" charset="-122"/>
            </a:endParaRPr>
          </a:p>
        </p:txBody>
      </p:sp>
      <p:sp>
        <p:nvSpPr>
          <p:cNvPr id="46" name="Text Box 4"/>
          <p:cNvSpPr txBox="1">
            <a:spLocks noChangeArrowheads="1"/>
          </p:cNvSpPr>
          <p:nvPr/>
        </p:nvSpPr>
        <p:spPr bwMode="auto">
          <a:xfrm>
            <a:off x="2362200"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A</a:t>
            </a:r>
            <a:endParaRPr lang="zh-CN" altLang="en-US" sz="1200" b="1" i="0" baseline="-25000" dirty="0">
              <a:solidFill>
                <a:srgbClr val="FF0000"/>
              </a:solidFill>
              <a:latin typeface="微软雅黑" pitchFamily="34" charset="-122"/>
              <a:ea typeface="微软雅黑" pitchFamily="34" charset="-122"/>
            </a:endParaRPr>
          </a:p>
        </p:txBody>
      </p:sp>
      <p:sp>
        <p:nvSpPr>
          <p:cNvPr id="47" name="Text Box 4"/>
          <p:cNvSpPr txBox="1">
            <a:spLocks noChangeArrowheads="1"/>
          </p:cNvSpPr>
          <p:nvPr/>
        </p:nvSpPr>
        <p:spPr bwMode="auto">
          <a:xfrm>
            <a:off x="3321942"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B</a:t>
            </a:r>
            <a:endParaRPr lang="zh-CN" altLang="en-US" sz="1200" b="1" i="0" baseline="-25000" dirty="0">
              <a:solidFill>
                <a:srgbClr val="FF0000"/>
              </a:solidFill>
              <a:latin typeface="微软雅黑" pitchFamily="34" charset="-122"/>
              <a:ea typeface="微软雅黑" pitchFamily="34" charset="-122"/>
            </a:endParaRPr>
          </a:p>
        </p:txBody>
      </p:sp>
      <p:sp>
        <p:nvSpPr>
          <p:cNvPr id="48" name="Text Box 4"/>
          <p:cNvSpPr txBox="1">
            <a:spLocks noChangeArrowheads="1"/>
          </p:cNvSpPr>
          <p:nvPr/>
        </p:nvSpPr>
        <p:spPr bwMode="auto">
          <a:xfrm>
            <a:off x="4305615"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C</a:t>
            </a:r>
            <a:endParaRPr lang="zh-CN" altLang="en-US" sz="1200" b="1" i="0" baseline="-25000" dirty="0">
              <a:solidFill>
                <a:srgbClr val="FF0000"/>
              </a:solidFill>
              <a:latin typeface="微软雅黑" pitchFamily="34" charset="-122"/>
              <a:ea typeface="微软雅黑" pitchFamily="34" charset="-122"/>
            </a:endParaRPr>
          </a:p>
        </p:txBody>
      </p:sp>
      <p:sp>
        <p:nvSpPr>
          <p:cNvPr id="49" name="Text Box 4"/>
          <p:cNvSpPr txBox="1">
            <a:spLocks noChangeArrowheads="1"/>
          </p:cNvSpPr>
          <p:nvPr/>
        </p:nvSpPr>
        <p:spPr bwMode="auto">
          <a:xfrm>
            <a:off x="5288658"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D</a:t>
            </a:r>
            <a:endParaRPr lang="zh-CN" altLang="en-US" sz="1200" b="1" i="0" baseline="-25000" dirty="0">
              <a:solidFill>
                <a:srgbClr val="FF0000"/>
              </a:solidFill>
              <a:latin typeface="微软雅黑" pitchFamily="34" charset="-122"/>
              <a:ea typeface="微软雅黑" pitchFamily="34" charset="-122"/>
            </a:endParaRPr>
          </a:p>
        </p:txBody>
      </p:sp>
      <p:sp>
        <p:nvSpPr>
          <p:cNvPr id="50" name="矩形 49"/>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ppt_x"/>
                                          </p:val>
                                        </p:tav>
                                        <p:tav tm="100000">
                                          <p:val>
                                            <p:strVal val="#ppt_x"/>
                                          </p:val>
                                        </p:tav>
                                      </p:tavLst>
                                    </p:anim>
                                    <p:anim calcmode="lin" valueType="num">
                                      <p:cBhvr additive="base">
                                        <p:cTn id="48" dur="500" fill="hold"/>
                                        <p:tgtEl>
                                          <p:spTgt spid="2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additive="base">
                                        <p:cTn id="59" dur="500" fill="hold"/>
                                        <p:tgtEl>
                                          <p:spTgt spid="29"/>
                                        </p:tgtEl>
                                        <p:attrNameLst>
                                          <p:attrName>ppt_x</p:attrName>
                                        </p:attrNameLst>
                                      </p:cBhvr>
                                      <p:tavLst>
                                        <p:tav tm="0">
                                          <p:val>
                                            <p:strVal val="#ppt_x"/>
                                          </p:val>
                                        </p:tav>
                                        <p:tav tm="100000">
                                          <p:val>
                                            <p:strVal val="#ppt_x"/>
                                          </p:val>
                                        </p:tav>
                                      </p:tavLst>
                                    </p:anim>
                                    <p:anim calcmode="lin" valueType="num">
                                      <p:cBhvr additive="base">
                                        <p:cTn id="6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fill="hold"/>
                                        <p:tgtEl>
                                          <p:spTgt spid="30"/>
                                        </p:tgtEl>
                                        <p:attrNameLst>
                                          <p:attrName>ppt_x</p:attrName>
                                        </p:attrNameLst>
                                      </p:cBhvr>
                                      <p:tavLst>
                                        <p:tav tm="0">
                                          <p:val>
                                            <p:strVal val="#ppt_x"/>
                                          </p:val>
                                        </p:tav>
                                        <p:tav tm="100000">
                                          <p:val>
                                            <p:strVal val="#ppt_x"/>
                                          </p:val>
                                        </p:tav>
                                      </p:tavLst>
                                    </p:anim>
                                    <p:anim calcmode="lin" valueType="num">
                                      <p:cBhvr additive="base">
                                        <p:cTn id="66" dur="500" fill="hold"/>
                                        <p:tgtEl>
                                          <p:spTgt spid="30"/>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anim calcmode="lin" valueType="num">
                                      <p:cBhvr additive="base">
                                        <p:cTn id="69" dur="500" fill="hold"/>
                                        <p:tgtEl>
                                          <p:spTgt spid="31"/>
                                        </p:tgtEl>
                                        <p:attrNameLst>
                                          <p:attrName>ppt_x</p:attrName>
                                        </p:attrNameLst>
                                      </p:cBhvr>
                                      <p:tavLst>
                                        <p:tav tm="0">
                                          <p:val>
                                            <p:strVal val="#ppt_x"/>
                                          </p:val>
                                        </p:tav>
                                        <p:tav tm="100000">
                                          <p:val>
                                            <p:strVal val="#ppt_x"/>
                                          </p:val>
                                        </p:tav>
                                      </p:tavLst>
                                    </p:anim>
                                    <p:anim calcmode="lin" valueType="num">
                                      <p:cBhvr additive="base">
                                        <p:cTn id="70" dur="500" fill="hold"/>
                                        <p:tgtEl>
                                          <p:spTgt spid="31"/>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additive="base">
                                        <p:cTn id="73" dur="500" fill="hold"/>
                                        <p:tgtEl>
                                          <p:spTgt spid="32"/>
                                        </p:tgtEl>
                                        <p:attrNameLst>
                                          <p:attrName>ppt_x</p:attrName>
                                        </p:attrNameLst>
                                      </p:cBhvr>
                                      <p:tavLst>
                                        <p:tav tm="0">
                                          <p:val>
                                            <p:strVal val="#ppt_x"/>
                                          </p:val>
                                        </p:tav>
                                        <p:tav tm="100000">
                                          <p:val>
                                            <p:strVal val="#ppt_x"/>
                                          </p:val>
                                        </p:tav>
                                      </p:tavLst>
                                    </p:anim>
                                    <p:anim calcmode="lin" valueType="num">
                                      <p:cBhvr additive="base">
                                        <p:cTn id="74" dur="500" fill="hold"/>
                                        <p:tgtEl>
                                          <p:spTgt spid="32"/>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fill="hold"/>
                                        <p:tgtEl>
                                          <p:spTgt spid="33"/>
                                        </p:tgtEl>
                                        <p:attrNameLst>
                                          <p:attrName>ppt_x</p:attrName>
                                        </p:attrNameLst>
                                      </p:cBhvr>
                                      <p:tavLst>
                                        <p:tav tm="0">
                                          <p:val>
                                            <p:strVal val="#ppt_x"/>
                                          </p:val>
                                        </p:tav>
                                        <p:tav tm="100000">
                                          <p:val>
                                            <p:strVal val="#ppt_x"/>
                                          </p:val>
                                        </p:tav>
                                      </p:tavLst>
                                    </p:anim>
                                    <p:anim calcmode="lin" valueType="num">
                                      <p:cBhvr additive="base">
                                        <p:cTn id="7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 calcmode="lin" valueType="num">
                                      <p:cBhvr additive="base">
                                        <p:cTn id="83" dur="500" fill="hold"/>
                                        <p:tgtEl>
                                          <p:spTgt spid="34"/>
                                        </p:tgtEl>
                                        <p:attrNameLst>
                                          <p:attrName>ppt_x</p:attrName>
                                        </p:attrNameLst>
                                      </p:cBhvr>
                                      <p:tavLst>
                                        <p:tav tm="0">
                                          <p:val>
                                            <p:strVal val="#ppt_x"/>
                                          </p:val>
                                        </p:tav>
                                        <p:tav tm="100000">
                                          <p:val>
                                            <p:strVal val="#ppt_x"/>
                                          </p:val>
                                        </p:tav>
                                      </p:tavLst>
                                    </p:anim>
                                    <p:anim calcmode="lin" valueType="num">
                                      <p:cBhvr additive="base">
                                        <p:cTn id="84" dur="500" fill="hold"/>
                                        <p:tgtEl>
                                          <p:spTgt spid="34"/>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anim calcmode="lin" valueType="num">
                                      <p:cBhvr additive="base">
                                        <p:cTn id="87" dur="500" fill="hold"/>
                                        <p:tgtEl>
                                          <p:spTgt spid="35"/>
                                        </p:tgtEl>
                                        <p:attrNameLst>
                                          <p:attrName>ppt_x</p:attrName>
                                        </p:attrNameLst>
                                      </p:cBhvr>
                                      <p:tavLst>
                                        <p:tav tm="0">
                                          <p:val>
                                            <p:strVal val="#ppt_x"/>
                                          </p:val>
                                        </p:tav>
                                        <p:tav tm="100000">
                                          <p:val>
                                            <p:strVal val="#ppt_x"/>
                                          </p:val>
                                        </p:tav>
                                      </p:tavLst>
                                    </p:anim>
                                    <p:anim calcmode="lin" valueType="num">
                                      <p:cBhvr additive="base">
                                        <p:cTn id="88" dur="500" fill="hold"/>
                                        <p:tgtEl>
                                          <p:spTgt spid="35"/>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 calcmode="lin" valueType="num">
                                      <p:cBhvr additive="base">
                                        <p:cTn id="91" dur="500" fill="hold"/>
                                        <p:tgtEl>
                                          <p:spTgt spid="36"/>
                                        </p:tgtEl>
                                        <p:attrNameLst>
                                          <p:attrName>ppt_x</p:attrName>
                                        </p:attrNameLst>
                                      </p:cBhvr>
                                      <p:tavLst>
                                        <p:tav tm="0">
                                          <p:val>
                                            <p:strVal val="#ppt_x"/>
                                          </p:val>
                                        </p:tav>
                                        <p:tav tm="100000">
                                          <p:val>
                                            <p:strVal val="#ppt_x"/>
                                          </p:val>
                                        </p:tav>
                                      </p:tavLst>
                                    </p:anim>
                                    <p:anim calcmode="lin" valueType="num">
                                      <p:cBhvr additive="base">
                                        <p:cTn id="92" dur="500" fill="hold"/>
                                        <p:tgtEl>
                                          <p:spTgt spid="36"/>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37"/>
                                        </p:tgtEl>
                                        <p:attrNameLst>
                                          <p:attrName>style.visibility</p:attrName>
                                        </p:attrNameLst>
                                      </p:cBhvr>
                                      <p:to>
                                        <p:strVal val="visible"/>
                                      </p:to>
                                    </p:set>
                                    <p:anim calcmode="lin" valueType="num">
                                      <p:cBhvr additive="base">
                                        <p:cTn id="95" dur="500" fill="hold"/>
                                        <p:tgtEl>
                                          <p:spTgt spid="37"/>
                                        </p:tgtEl>
                                        <p:attrNameLst>
                                          <p:attrName>ppt_x</p:attrName>
                                        </p:attrNameLst>
                                      </p:cBhvr>
                                      <p:tavLst>
                                        <p:tav tm="0">
                                          <p:val>
                                            <p:strVal val="#ppt_x"/>
                                          </p:val>
                                        </p:tav>
                                        <p:tav tm="100000">
                                          <p:val>
                                            <p:strVal val="#ppt_x"/>
                                          </p:val>
                                        </p:tav>
                                      </p:tavLst>
                                    </p:anim>
                                    <p:anim calcmode="lin" valueType="num">
                                      <p:cBhvr additive="base">
                                        <p:cTn id="96" dur="500" fill="hold"/>
                                        <p:tgtEl>
                                          <p:spTgt spid="37"/>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8"/>
                                        </p:tgtEl>
                                        <p:attrNameLst>
                                          <p:attrName>style.visibility</p:attrName>
                                        </p:attrNameLst>
                                      </p:cBhvr>
                                      <p:to>
                                        <p:strVal val="visible"/>
                                      </p:to>
                                    </p:set>
                                    <p:anim calcmode="lin" valueType="num">
                                      <p:cBhvr additive="base">
                                        <p:cTn id="99" dur="500" fill="hold"/>
                                        <p:tgtEl>
                                          <p:spTgt spid="38"/>
                                        </p:tgtEl>
                                        <p:attrNameLst>
                                          <p:attrName>ppt_x</p:attrName>
                                        </p:attrNameLst>
                                      </p:cBhvr>
                                      <p:tavLst>
                                        <p:tav tm="0">
                                          <p:val>
                                            <p:strVal val="#ppt_x"/>
                                          </p:val>
                                        </p:tav>
                                        <p:tav tm="100000">
                                          <p:val>
                                            <p:strVal val="#ppt_x"/>
                                          </p:val>
                                        </p:tav>
                                      </p:tavLst>
                                    </p:anim>
                                    <p:anim calcmode="lin" valueType="num">
                                      <p:cBhvr additive="base">
                                        <p:cTn id="100" dur="500" fill="hold"/>
                                        <p:tgtEl>
                                          <p:spTgt spid="38"/>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9"/>
                                        </p:tgtEl>
                                        <p:attrNameLst>
                                          <p:attrName>style.visibility</p:attrName>
                                        </p:attrNameLst>
                                      </p:cBhvr>
                                      <p:to>
                                        <p:strVal val="visible"/>
                                      </p:to>
                                    </p:set>
                                    <p:anim calcmode="lin" valueType="num">
                                      <p:cBhvr additive="base">
                                        <p:cTn id="103" dur="500" fill="hold"/>
                                        <p:tgtEl>
                                          <p:spTgt spid="39"/>
                                        </p:tgtEl>
                                        <p:attrNameLst>
                                          <p:attrName>ppt_x</p:attrName>
                                        </p:attrNameLst>
                                      </p:cBhvr>
                                      <p:tavLst>
                                        <p:tav tm="0">
                                          <p:val>
                                            <p:strVal val="#ppt_x"/>
                                          </p:val>
                                        </p:tav>
                                        <p:tav tm="100000">
                                          <p:val>
                                            <p:strVal val="#ppt_x"/>
                                          </p:val>
                                        </p:tav>
                                      </p:tavLst>
                                    </p:anim>
                                    <p:anim calcmode="lin" valueType="num">
                                      <p:cBhvr additive="base">
                                        <p:cTn id="104" dur="500" fill="hold"/>
                                        <p:tgtEl>
                                          <p:spTgt spid="39"/>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40"/>
                                        </p:tgtEl>
                                        <p:attrNameLst>
                                          <p:attrName>style.visibility</p:attrName>
                                        </p:attrNameLst>
                                      </p:cBhvr>
                                      <p:to>
                                        <p:strVal val="visible"/>
                                      </p:to>
                                    </p:set>
                                    <p:anim calcmode="lin" valueType="num">
                                      <p:cBhvr additive="base">
                                        <p:cTn id="107" dur="500" fill="hold"/>
                                        <p:tgtEl>
                                          <p:spTgt spid="40"/>
                                        </p:tgtEl>
                                        <p:attrNameLst>
                                          <p:attrName>ppt_x</p:attrName>
                                        </p:attrNameLst>
                                      </p:cBhvr>
                                      <p:tavLst>
                                        <p:tav tm="0">
                                          <p:val>
                                            <p:strVal val="#ppt_x"/>
                                          </p:val>
                                        </p:tav>
                                        <p:tav tm="100000">
                                          <p:val>
                                            <p:strVal val="#ppt_x"/>
                                          </p:val>
                                        </p:tav>
                                      </p:tavLst>
                                    </p:anim>
                                    <p:anim calcmode="lin" valueType="num">
                                      <p:cBhvr additive="base">
                                        <p:cTn id="108" dur="500" fill="hold"/>
                                        <p:tgtEl>
                                          <p:spTgt spid="40"/>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41"/>
                                        </p:tgtEl>
                                        <p:attrNameLst>
                                          <p:attrName>style.visibility</p:attrName>
                                        </p:attrNameLst>
                                      </p:cBhvr>
                                      <p:to>
                                        <p:strVal val="visible"/>
                                      </p:to>
                                    </p:set>
                                    <p:anim calcmode="lin" valueType="num">
                                      <p:cBhvr additive="base">
                                        <p:cTn id="111" dur="500" fill="hold"/>
                                        <p:tgtEl>
                                          <p:spTgt spid="41"/>
                                        </p:tgtEl>
                                        <p:attrNameLst>
                                          <p:attrName>ppt_x</p:attrName>
                                        </p:attrNameLst>
                                      </p:cBhvr>
                                      <p:tavLst>
                                        <p:tav tm="0">
                                          <p:val>
                                            <p:strVal val="#ppt_x"/>
                                          </p:val>
                                        </p:tav>
                                        <p:tav tm="100000">
                                          <p:val>
                                            <p:strVal val="#ppt_x"/>
                                          </p:val>
                                        </p:tav>
                                      </p:tavLst>
                                    </p:anim>
                                    <p:anim calcmode="lin" valueType="num">
                                      <p:cBhvr additive="base">
                                        <p:cTn id="112" dur="500" fill="hold"/>
                                        <p:tgtEl>
                                          <p:spTgt spid="41"/>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 calcmode="lin" valueType="num">
                                      <p:cBhvr additive="base">
                                        <p:cTn id="115" dur="500" fill="hold"/>
                                        <p:tgtEl>
                                          <p:spTgt spid="42"/>
                                        </p:tgtEl>
                                        <p:attrNameLst>
                                          <p:attrName>ppt_x</p:attrName>
                                        </p:attrNameLst>
                                      </p:cBhvr>
                                      <p:tavLst>
                                        <p:tav tm="0">
                                          <p:val>
                                            <p:strVal val="#ppt_x"/>
                                          </p:val>
                                        </p:tav>
                                        <p:tav tm="100000">
                                          <p:val>
                                            <p:strVal val="#ppt_x"/>
                                          </p:val>
                                        </p:tav>
                                      </p:tavLst>
                                    </p:anim>
                                    <p:anim calcmode="lin" valueType="num">
                                      <p:cBhvr additive="base">
                                        <p:cTn id="116" dur="500" fill="hold"/>
                                        <p:tgtEl>
                                          <p:spTgt spid="42"/>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 calcmode="lin" valueType="num">
                                      <p:cBhvr additive="base">
                                        <p:cTn id="119" dur="500" fill="hold"/>
                                        <p:tgtEl>
                                          <p:spTgt spid="43"/>
                                        </p:tgtEl>
                                        <p:attrNameLst>
                                          <p:attrName>ppt_x</p:attrName>
                                        </p:attrNameLst>
                                      </p:cBhvr>
                                      <p:tavLst>
                                        <p:tav tm="0">
                                          <p:val>
                                            <p:strVal val="#ppt_x"/>
                                          </p:val>
                                        </p:tav>
                                        <p:tav tm="100000">
                                          <p:val>
                                            <p:strVal val="#ppt_x"/>
                                          </p:val>
                                        </p:tav>
                                      </p:tavLst>
                                    </p:anim>
                                    <p:anim calcmode="lin" valueType="num">
                                      <p:cBhvr additive="base">
                                        <p:cTn id="120" dur="500" fill="hold"/>
                                        <p:tgtEl>
                                          <p:spTgt spid="43"/>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 calcmode="lin" valueType="num">
                                      <p:cBhvr additive="base">
                                        <p:cTn id="123" dur="500" fill="hold"/>
                                        <p:tgtEl>
                                          <p:spTgt spid="44"/>
                                        </p:tgtEl>
                                        <p:attrNameLst>
                                          <p:attrName>ppt_x</p:attrName>
                                        </p:attrNameLst>
                                      </p:cBhvr>
                                      <p:tavLst>
                                        <p:tav tm="0">
                                          <p:val>
                                            <p:strVal val="#ppt_x"/>
                                          </p:val>
                                        </p:tav>
                                        <p:tav tm="100000">
                                          <p:val>
                                            <p:strVal val="#ppt_x"/>
                                          </p:val>
                                        </p:tav>
                                      </p:tavLst>
                                    </p:anim>
                                    <p:anim calcmode="lin" valueType="num">
                                      <p:cBhvr additive="base">
                                        <p:cTn id="124" dur="500" fill="hold"/>
                                        <p:tgtEl>
                                          <p:spTgt spid="44"/>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anim calcmode="lin" valueType="num">
                                      <p:cBhvr additive="base">
                                        <p:cTn id="127" dur="500" fill="hold"/>
                                        <p:tgtEl>
                                          <p:spTgt spid="45"/>
                                        </p:tgtEl>
                                        <p:attrNameLst>
                                          <p:attrName>ppt_x</p:attrName>
                                        </p:attrNameLst>
                                      </p:cBhvr>
                                      <p:tavLst>
                                        <p:tav tm="0">
                                          <p:val>
                                            <p:strVal val="#ppt_x"/>
                                          </p:val>
                                        </p:tav>
                                        <p:tav tm="100000">
                                          <p:val>
                                            <p:strVal val="#ppt_x"/>
                                          </p:val>
                                        </p:tav>
                                      </p:tavLst>
                                    </p:anim>
                                    <p:anim calcmode="lin" valueType="num">
                                      <p:cBhvr additive="base">
                                        <p:cTn id="12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46"/>
                                        </p:tgtEl>
                                        <p:attrNameLst>
                                          <p:attrName>style.visibility</p:attrName>
                                        </p:attrNameLst>
                                      </p:cBhvr>
                                      <p:to>
                                        <p:strVal val="visible"/>
                                      </p:to>
                                    </p:set>
                                    <p:anim calcmode="lin" valueType="num">
                                      <p:cBhvr additive="base">
                                        <p:cTn id="133" dur="500" fill="hold"/>
                                        <p:tgtEl>
                                          <p:spTgt spid="46"/>
                                        </p:tgtEl>
                                        <p:attrNameLst>
                                          <p:attrName>ppt_x</p:attrName>
                                        </p:attrNameLst>
                                      </p:cBhvr>
                                      <p:tavLst>
                                        <p:tav tm="0">
                                          <p:val>
                                            <p:strVal val="#ppt_x"/>
                                          </p:val>
                                        </p:tav>
                                        <p:tav tm="100000">
                                          <p:val>
                                            <p:strVal val="#ppt_x"/>
                                          </p:val>
                                        </p:tav>
                                      </p:tavLst>
                                    </p:anim>
                                    <p:anim calcmode="lin" valueType="num">
                                      <p:cBhvr additive="base">
                                        <p:cTn id="134" dur="500" fill="hold"/>
                                        <p:tgtEl>
                                          <p:spTgt spid="46"/>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47"/>
                                        </p:tgtEl>
                                        <p:attrNameLst>
                                          <p:attrName>style.visibility</p:attrName>
                                        </p:attrNameLst>
                                      </p:cBhvr>
                                      <p:to>
                                        <p:strVal val="visible"/>
                                      </p:to>
                                    </p:set>
                                    <p:anim calcmode="lin" valueType="num">
                                      <p:cBhvr additive="base">
                                        <p:cTn id="137" dur="500" fill="hold"/>
                                        <p:tgtEl>
                                          <p:spTgt spid="47"/>
                                        </p:tgtEl>
                                        <p:attrNameLst>
                                          <p:attrName>ppt_x</p:attrName>
                                        </p:attrNameLst>
                                      </p:cBhvr>
                                      <p:tavLst>
                                        <p:tav tm="0">
                                          <p:val>
                                            <p:strVal val="#ppt_x"/>
                                          </p:val>
                                        </p:tav>
                                        <p:tav tm="100000">
                                          <p:val>
                                            <p:strVal val="#ppt_x"/>
                                          </p:val>
                                        </p:tav>
                                      </p:tavLst>
                                    </p:anim>
                                    <p:anim calcmode="lin" valueType="num">
                                      <p:cBhvr additive="base">
                                        <p:cTn id="138" dur="500" fill="hold"/>
                                        <p:tgtEl>
                                          <p:spTgt spid="47"/>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48"/>
                                        </p:tgtEl>
                                        <p:attrNameLst>
                                          <p:attrName>style.visibility</p:attrName>
                                        </p:attrNameLst>
                                      </p:cBhvr>
                                      <p:to>
                                        <p:strVal val="visible"/>
                                      </p:to>
                                    </p:set>
                                    <p:anim calcmode="lin" valueType="num">
                                      <p:cBhvr additive="base">
                                        <p:cTn id="141" dur="500" fill="hold"/>
                                        <p:tgtEl>
                                          <p:spTgt spid="48"/>
                                        </p:tgtEl>
                                        <p:attrNameLst>
                                          <p:attrName>ppt_x</p:attrName>
                                        </p:attrNameLst>
                                      </p:cBhvr>
                                      <p:tavLst>
                                        <p:tav tm="0">
                                          <p:val>
                                            <p:strVal val="#ppt_x"/>
                                          </p:val>
                                        </p:tav>
                                        <p:tav tm="100000">
                                          <p:val>
                                            <p:strVal val="#ppt_x"/>
                                          </p:val>
                                        </p:tav>
                                      </p:tavLst>
                                    </p:anim>
                                    <p:anim calcmode="lin" valueType="num">
                                      <p:cBhvr additive="base">
                                        <p:cTn id="142" dur="500" fill="hold"/>
                                        <p:tgtEl>
                                          <p:spTgt spid="48"/>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49"/>
                                        </p:tgtEl>
                                        <p:attrNameLst>
                                          <p:attrName>style.visibility</p:attrName>
                                        </p:attrNameLst>
                                      </p:cBhvr>
                                      <p:to>
                                        <p:strVal val="visible"/>
                                      </p:to>
                                    </p:set>
                                    <p:anim calcmode="lin" valueType="num">
                                      <p:cBhvr additive="base">
                                        <p:cTn id="145" dur="500" fill="hold"/>
                                        <p:tgtEl>
                                          <p:spTgt spid="49"/>
                                        </p:tgtEl>
                                        <p:attrNameLst>
                                          <p:attrName>ppt_x</p:attrName>
                                        </p:attrNameLst>
                                      </p:cBhvr>
                                      <p:tavLst>
                                        <p:tav tm="0">
                                          <p:val>
                                            <p:strVal val="#ppt_x"/>
                                          </p:val>
                                        </p:tav>
                                        <p:tav tm="100000">
                                          <p:val>
                                            <p:strVal val="#ppt_x"/>
                                          </p:val>
                                        </p:tav>
                                      </p:tavLst>
                                    </p:anim>
                                    <p:anim calcmode="lin" valueType="num">
                                      <p:cBhvr additive="base">
                                        <p:cTn id="1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6" grpId="0"/>
      <p:bldP spid="17" grpId="0"/>
      <p:bldP spid="18" grpId="0"/>
      <p:bldP spid="19" grpId="0"/>
      <p:bldP spid="20" grpId="0"/>
      <p:bldP spid="21"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6" name="TextBox 15"/>
          <p:cNvSpPr txBox="1"/>
          <p:nvPr/>
        </p:nvSpPr>
        <p:spPr>
          <a:xfrm>
            <a:off x="3200400" y="3105150"/>
            <a:ext cx="22098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12  </a:t>
            </a:r>
            <a:r>
              <a:rPr lang="zh-CN" altLang="en-US" sz="1400" dirty="0" smtClean="0">
                <a:latin typeface="微软雅黑" pitchFamily="34" charset="-122"/>
                <a:ea typeface="微软雅黑" pitchFamily="34" charset="-122"/>
              </a:rPr>
              <a:t>保持功能简化图</a:t>
            </a:r>
            <a:endParaRPr lang="zh-CN" altLang="en-US" sz="1400" dirty="0">
              <a:latin typeface="微软雅黑" pitchFamily="34" charset="-122"/>
              <a:ea typeface="微软雅黑" pitchFamily="34" charset="-122"/>
            </a:endParaRPr>
          </a:p>
        </p:txBody>
      </p:sp>
      <p:sp>
        <p:nvSpPr>
          <p:cNvPr id="9" name="Text Box 4"/>
          <p:cNvSpPr txBox="1">
            <a:spLocks noChangeArrowheads="1"/>
          </p:cNvSpPr>
          <p:nvPr/>
        </p:nvSpPr>
        <p:spPr bwMode="auto">
          <a:xfrm>
            <a:off x="32004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smtClean="0">
                <a:solidFill>
                  <a:srgbClr val="FF0000"/>
                </a:solidFill>
                <a:latin typeface="微软雅黑" pitchFamily="34" charset="-122"/>
                <a:ea typeface="微软雅黑" pitchFamily="34" charset="-122"/>
              </a:rPr>
              <a:t>保持功能：</a:t>
            </a:r>
            <a:endParaRPr lang="zh-CN" altLang="en-US" sz="1400" i="0" dirty="0">
              <a:solidFill>
                <a:srgbClr val="FF0000"/>
              </a:solidFill>
              <a:latin typeface="微软雅黑" pitchFamily="34" charset="-122"/>
              <a:ea typeface="微软雅黑" pitchFamily="34" charset="-122"/>
            </a:endParaRPr>
          </a:p>
        </p:txBody>
      </p:sp>
      <p:sp>
        <p:nvSpPr>
          <p:cNvPr id="10" name="Text Box 4"/>
          <p:cNvSpPr txBox="1">
            <a:spLocks noChangeArrowheads="1"/>
          </p:cNvSpPr>
          <p:nvPr/>
        </p:nvSpPr>
        <p:spPr bwMode="auto">
          <a:xfrm>
            <a:off x="4191000" y="895350"/>
            <a:ext cx="2606675" cy="307777"/>
          </a:xfrm>
          <a:prstGeom prst="rect">
            <a:avLst/>
          </a:prstGeom>
          <a:noFill/>
          <a:ln w="9525">
            <a:noFill/>
            <a:miter lim="800000"/>
            <a:headEnd/>
            <a:tailEnd/>
          </a:ln>
        </p:spPr>
        <p:txBody>
          <a:bodyPr>
            <a:spAutoFit/>
          </a:bodyPr>
          <a:lstStyle/>
          <a:p>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1</a:t>
            </a:r>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0</a:t>
            </a:r>
            <a:r>
              <a:rPr lang="en-US" altLang="zh-CN" sz="1400" i="0" dirty="0" smtClean="0">
                <a:solidFill>
                  <a:srgbClr val="FF0000"/>
                </a:solidFill>
                <a:latin typeface="微软雅黑" pitchFamily="34" charset="-122"/>
                <a:ea typeface="微软雅黑" pitchFamily="34" charset="-122"/>
              </a:rPr>
              <a:t>=00</a:t>
            </a:r>
            <a:endParaRPr lang="zh-CN" altLang="en-US" sz="1400" i="0" dirty="0">
              <a:solidFill>
                <a:srgbClr val="FF0000"/>
              </a:solidFill>
              <a:latin typeface="微软雅黑" pitchFamily="34" charset="-122"/>
              <a:ea typeface="微软雅黑" pitchFamily="34" charset="-122"/>
            </a:endParaRPr>
          </a:p>
        </p:txBody>
      </p:sp>
      <p:graphicFrame>
        <p:nvGraphicFramePr>
          <p:cNvPr id="12" name="对象 11"/>
          <p:cNvGraphicFramePr>
            <a:graphicFrameLocks noChangeAspect="1"/>
          </p:cNvGraphicFramePr>
          <p:nvPr/>
        </p:nvGraphicFramePr>
        <p:xfrm>
          <a:off x="1295400" y="1200150"/>
          <a:ext cx="5772150" cy="2162175"/>
        </p:xfrm>
        <a:graphic>
          <a:graphicData uri="http://schemas.openxmlformats.org/presentationml/2006/ole">
            <p:oleObj spid="_x0000_s8194" name="Visio" r:id="rId3" imgW="5776371" imgH="2274609" progId="Visio.Drawing.11">
              <p:embed/>
            </p:oleObj>
          </a:graphicData>
        </a:graphic>
      </p:graphicFrame>
      <p:sp>
        <p:nvSpPr>
          <p:cNvPr id="11" name="矩形 10"/>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2" descr="CAI4-6"/>
          <p:cNvPicPr>
            <a:picLocks noChangeAspect="1" noChangeArrowheads="1"/>
          </p:cNvPicPr>
          <p:nvPr/>
        </p:nvPicPr>
        <p:blipFill>
          <a:blip r:embed="rId2" cstate="print"/>
          <a:srcRect/>
          <a:stretch>
            <a:fillRect/>
          </a:stretch>
        </p:blipFill>
        <p:spPr bwMode="auto">
          <a:xfrm>
            <a:off x="1295400" y="590550"/>
            <a:ext cx="5334000" cy="3965724"/>
          </a:xfrm>
          <a:prstGeom prst="rect">
            <a:avLst/>
          </a:prstGeom>
          <a:noFill/>
          <a:ln w="9525">
            <a:noFill/>
            <a:miter lim="800000"/>
            <a:headEnd/>
            <a:tailEnd/>
          </a:ln>
        </p:spPr>
      </p:pic>
      <p:sp>
        <p:nvSpPr>
          <p:cNvPr id="5" name="矩形 4"/>
          <p:cNvSpPr/>
          <p:nvPr/>
        </p:nvSpPr>
        <p:spPr>
          <a:xfrm>
            <a:off x="0" y="0"/>
            <a:ext cx="3499677"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：锁存器和触发器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7" name="TextBox 6"/>
          <p:cNvSpPr txBox="1"/>
          <p:nvPr/>
        </p:nvSpPr>
        <p:spPr>
          <a:xfrm>
            <a:off x="3200400" y="45529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10 </a:t>
            </a:r>
            <a:r>
              <a:rPr lang="zh-CN" altLang="en-US" sz="1400" dirty="0">
                <a:latin typeface="微软雅黑" pitchFamily="34" charset="-122"/>
                <a:ea typeface="微软雅黑" pitchFamily="34" charset="-122"/>
              </a:rPr>
              <a:t>通用寄存器</a:t>
            </a:r>
          </a:p>
        </p:txBody>
      </p:sp>
      <p:sp>
        <p:nvSpPr>
          <p:cNvPr id="8" name="Text Box 4"/>
          <p:cNvSpPr txBox="1">
            <a:spLocks noChangeArrowheads="1"/>
          </p:cNvSpPr>
          <p:nvPr/>
        </p:nvSpPr>
        <p:spPr bwMode="auto">
          <a:xfrm>
            <a:off x="26670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a:solidFill>
                  <a:srgbClr val="FF0000"/>
                </a:solidFill>
                <a:latin typeface="微软雅黑" pitchFamily="34" charset="-122"/>
                <a:ea typeface="微软雅黑" pitchFamily="34" charset="-122"/>
              </a:rPr>
              <a:t>右移功能：</a:t>
            </a:r>
            <a:endParaRPr lang="zh-CN" altLang="en-US" sz="1400" i="0" dirty="0">
              <a:solidFill>
                <a:srgbClr val="FF0000"/>
              </a:solidFill>
              <a:latin typeface="微软雅黑" pitchFamily="34" charset="-122"/>
              <a:ea typeface="微软雅黑" pitchFamily="34" charset="-122"/>
            </a:endParaRPr>
          </a:p>
        </p:txBody>
      </p:sp>
      <p:sp>
        <p:nvSpPr>
          <p:cNvPr id="9" name="Text Box 4"/>
          <p:cNvSpPr txBox="1">
            <a:spLocks noChangeArrowheads="1"/>
          </p:cNvSpPr>
          <p:nvPr/>
        </p:nvSpPr>
        <p:spPr bwMode="auto">
          <a:xfrm>
            <a:off x="32766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1" name="Text Box 4"/>
          <p:cNvSpPr txBox="1">
            <a:spLocks noChangeArrowheads="1"/>
          </p:cNvSpPr>
          <p:nvPr/>
        </p:nvSpPr>
        <p:spPr bwMode="auto">
          <a:xfrm>
            <a:off x="22860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2" name="Text Box 4"/>
          <p:cNvSpPr txBox="1">
            <a:spLocks noChangeArrowheads="1"/>
          </p:cNvSpPr>
          <p:nvPr/>
        </p:nvSpPr>
        <p:spPr bwMode="auto">
          <a:xfrm>
            <a:off x="1600200" y="3638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3" name="Text Box 4"/>
          <p:cNvSpPr txBox="1">
            <a:spLocks noChangeArrowheads="1"/>
          </p:cNvSpPr>
          <p:nvPr/>
        </p:nvSpPr>
        <p:spPr bwMode="auto">
          <a:xfrm>
            <a:off x="42672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4" name="Text Box 4"/>
          <p:cNvSpPr txBox="1">
            <a:spLocks noChangeArrowheads="1"/>
          </p:cNvSpPr>
          <p:nvPr/>
        </p:nvSpPr>
        <p:spPr bwMode="auto">
          <a:xfrm>
            <a:off x="52578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5" name="Text Box 4"/>
          <p:cNvSpPr txBox="1">
            <a:spLocks noChangeArrowheads="1"/>
          </p:cNvSpPr>
          <p:nvPr/>
        </p:nvSpPr>
        <p:spPr bwMode="auto">
          <a:xfrm>
            <a:off x="3657600" y="895350"/>
            <a:ext cx="2606675" cy="307777"/>
          </a:xfrm>
          <a:prstGeom prst="rect">
            <a:avLst/>
          </a:prstGeom>
          <a:noFill/>
          <a:ln w="9525">
            <a:noFill/>
            <a:miter lim="800000"/>
            <a:headEnd/>
            <a:tailEnd/>
          </a:ln>
        </p:spPr>
        <p:txBody>
          <a:bodyPr>
            <a:spAutoFit/>
          </a:bodyPr>
          <a:lstStyle/>
          <a:p>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1</a:t>
            </a:r>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0</a:t>
            </a:r>
            <a:r>
              <a:rPr lang="en-US" altLang="zh-CN" sz="1400" i="0" dirty="0">
                <a:solidFill>
                  <a:srgbClr val="FF0000"/>
                </a:solidFill>
                <a:latin typeface="微软雅黑" pitchFamily="34" charset="-122"/>
                <a:ea typeface="微软雅黑" pitchFamily="34" charset="-122"/>
              </a:rPr>
              <a:t>=01</a:t>
            </a:r>
            <a:endParaRPr lang="zh-CN" altLang="en-US" sz="1400" i="0" dirty="0">
              <a:solidFill>
                <a:srgbClr val="FF0000"/>
              </a:solidFill>
              <a:latin typeface="微软雅黑" pitchFamily="34" charset="-122"/>
              <a:ea typeface="微软雅黑" pitchFamily="34" charset="-122"/>
            </a:endParaRPr>
          </a:p>
        </p:txBody>
      </p:sp>
      <p:sp>
        <p:nvSpPr>
          <p:cNvPr id="16" name="Text Box 4"/>
          <p:cNvSpPr txBox="1">
            <a:spLocks noChangeArrowheads="1"/>
          </p:cNvSpPr>
          <p:nvPr/>
        </p:nvSpPr>
        <p:spPr bwMode="auto">
          <a:xfrm>
            <a:off x="16002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17" name="Text Box 4"/>
          <p:cNvSpPr txBox="1">
            <a:spLocks noChangeArrowheads="1"/>
          </p:cNvSpPr>
          <p:nvPr/>
        </p:nvSpPr>
        <p:spPr bwMode="auto">
          <a:xfrm>
            <a:off x="20574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8" name="Text Box 4"/>
          <p:cNvSpPr txBox="1">
            <a:spLocks noChangeArrowheads="1"/>
          </p:cNvSpPr>
          <p:nvPr/>
        </p:nvSpPr>
        <p:spPr bwMode="auto">
          <a:xfrm>
            <a:off x="16002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9" name="Text Box 4"/>
          <p:cNvSpPr txBox="1">
            <a:spLocks noChangeArrowheads="1"/>
          </p:cNvSpPr>
          <p:nvPr/>
        </p:nvSpPr>
        <p:spPr bwMode="auto">
          <a:xfrm>
            <a:off x="20574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20" name="Text Box 4"/>
          <p:cNvSpPr txBox="1">
            <a:spLocks noChangeArrowheads="1"/>
          </p:cNvSpPr>
          <p:nvPr/>
        </p:nvSpPr>
        <p:spPr bwMode="auto">
          <a:xfrm>
            <a:off x="1447800" y="1581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21" name="Text Box 4"/>
          <p:cNvSpPr txBox="1">
            <a:spLocks noChangeArrowheads="1"/>
          </p:cNvSpPr>
          <p:nvPr/>
        </p:nvSpPr>
        <p:spPr bwMode="auto">
          <a:xfrm>
            <a:off x="1905000" y="1504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cxnSp>
        <p:nvCxnSpPr>
          <p:cNvPr id="23" name="直接连接符 22"/>
          <p:cNvCxnSpPr/>
          <p:nvPr/>
        </p:nvCxnSpPr>
        <p:spPr>
          <a:xfrm>
            <a:off x="2278443" y="1634679"/>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981200" y="1839978"/>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362200" y="1733550"/>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904370" y="1923735"/>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ext Box 4"/>
          <p:cNvSpPr txBox="1">
            <a:spLocks noChangeArrowheads="1"/>
          </p:cNvSpPr>
          <p:nvPr/>
        </p:nvSpPr>
        <p:spPr bwMode="auto">
          <a:xfrm>
            <a:off x="2224914" y="2287274"/>
            <a:ext cx="457200" cy="276999"/>
          </a:xfrm>
          <a:prstGeom prst="rect">
            <a:avLst/>
          </a:prstGeom>
          <a:noFill/>
          <a:ln w="9525">
            <a:noFill/>
            <a:miter lim="800000"/>
            <a:headEnd/>
            <a:tailEnd/>
          </a:ln>
        </p:spPr>
        <p:txBody>
          <a:bodyPr wrap="square">
            <a:spAutoFit/>
          </a:bodyPr>
          <a:lstStyle/>
          <a:p>
            <a:pPr>
              <a:spcBef>
                <a:spcPct val="50000"/>
              </a:spcBef>
            </a:pPr>
            <a:r>
              <a:rPr lang="en-US" altLang="zh-CN" sz="1200" b="1" dirty="0">
                <a:solidFill>
                  <a:srgbClr val="FF0000"/>
                </a:solidFill>
                <a:latin typeface="微软雅黑" pitchFamily="34" charset="-122"/>
                <a:ea typeface="微软雅黑" pitchFamily="34" charset="-122"/>
              </a:rPr>
              <a:t>SR</a:t>
            </a:r>
            <a:endParaRPr lang="zh-CN" altLang="en-US" sz="1200" b="1" i="0" dirty="0">
              <a:solidFill>
                <a:srgbClr val="FF0000"/>
              </a:solidFill>
              <a:latin typeface="微软雅黑" pitchFamily="34" charset="-122"/>
              <a:ea typeface="微软雅黑" pitchFamily="34" charset="-122"/>
            </a:endParaRPr>
          </a:p>
        </p:txBody>
      </p:sp>
      <p:sp>
        <p:nvSpPr>
          <p:cNvPr id="31" name="Text Box 4"/>
          <p:cNvSpPr txBox="1">
            <a:spLocks noChangeArrowheads="1"/>
          </p:cNvSpPr>
          <p:nvPr/>
        </p:nvSpPr>
        <p:spPr bwMode="auto">
          <a:xfrm>
            <a:off x="2453514" y="227971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2" name="Text Box 4"/>
          <p:cNvSpPr txBox="1">
            <a:spLocks noChangeArrowheads="1"/>
          </p:cNvSpPr>
          <p:nvPr/>
        </p:nvSpPr>
        <p:spPr bwMode="auto">
          <a:xfrm>
            <a:off x="2659443" y="228727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33" name="Text Box 4"/>
          <p:cNvSpPr txBox="1">
            <a:spLocks noChangeArrowheads="1"/>
          </p:cNvSpPr>
          <p:nvPr/>
        </p:nvSpPr>
        <p:spPr bwMode="auto">
          <a:xfrm>
            <a:off x="2826957" y="2279637"/>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37" name="Text Box 4"/>
          <p:cNvSpPr txBox="1">
            <a:spLocks noChangeArrowheads="1"/>
          </p:cNvSpPr>
          <p:nvPr/>
        </p:nvSpPr>
        <p:spPr bwMode="auto">
          <a:xfrm>
            <a:off x="4191000" y="2266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B</a:t>
            </a:r>
            <a:endParaRPr lang="zh-CN" altLang="en-US" sz="1200" b="1" i="0" baseline="-25000" dirty="0">
              <a:solidFill>
                <a:srgbClr val="FF0000"/>
              </a:solidFill>
              <a:latin typeface="微软雅黑" pitchFamily="34" charset="-122"/>
              <a:ea typeface="微软雅黑" pitchFamily="34" charset="-122"/>
            </a:endParaRPr>
          </a:p>
        </p:txBody>
      </p:sp>
      <p:sp>
        <p:nvSpPr>
          <p:cNvPr id="41" name="Text Box 4"/>
          <p:cNvSpPr txBox="1">
            <a:spLocks noChangeArrowheads="1"/>
          </p:cNvSpPr>
          <p:nvPr/>
        </p:nvSpPr>
        <p:spPr bwMode="auto">
          <a:xfrm>
            <a:off x="5181600" y="2266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C</a:t>
            </a:r>
            <a:endParaRPr lang="zh-CN" altLang="en-US" sz="1200" b="1" i="0" baseline="-25000" dirty="0">
              <a:solidFill>
                <a:srgbClr val="FF0000"/>
              </a:solidFill>
              <a:latin typeface="微软雅黑" pitchFamily="34" charset="-122"/>
              <a:ea typeface="微软雅黑" pitchFamily="34" charset="-122"/>
            </a:endParaRPr>
          </a:p>
        </p:txBody>
      </p:sp>
      <p:sp>
        <p:nvSpPr>
          <p:cNvPr id="45" name="Text Box 4"/>
          <p:cNvSpPr txBox="1">
            <a:spLocks noChangeArrowheads="1"/>
          </p:cNvSpPr>
          <p:nvPr/>
        </p:nvSpPr>
        <p:spPr bwMode="auto">
          <a:xfrm>
            <a:off x="3200400" y="2266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A</a:t>
            </a:r>
            <a:endParaRPr lang="zh-CN" altLang="en-US" sz="1200" b="1" i="0" baseline="-25000" dirty="0">
              <a:solidFill>
                <a:srgbClr val="FF0000"/>
              </a:solidFill>
              <a:latin typeface="微软雅黑" pitchFamily="34" charset="-122"/>
              <a:ea typeface="微软雅黑" pitchFamily="34" charset="-122"/>
            </a:endParaRPr>
          </a:p>
        </p:txBody>
      </p:sp>
      <p:sp>
        <p:nvSpPr>
          <p:cNvPr id="46" name="Text Box 4"/>
          <p:cNvSpPr txBox="1">
            <a:spLocks noChangeArrowheads="1"/>
          </p:cNvSpPr>
          <p:nvPr/>
        </p:nvSpPr>
        <p:spPr bwMode="auto">
          <a:xfrm>
            <a:off x="2362200"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SR</a:t>
            </a:r>
            <a:endParaRPr lang="zh-CN" altLang="en-US" sz="1200" b="1" i="0" baseline="-25000" dirty="0">
              <a:solidFill>
                <a:srgbClr val="FF0000"/>
              </a:solidFill>
              <a:latin typeface="微软雅黑" pitchFamily="34" charset="-122"/>
              <a:ea typeface="微软雅黑" pitchFamily="34" charset="-122"/>
            </a:endParaRPr>
          </a:p>
        </p:txBody>
      </p:sp>
      <p:sp>
        <p:nvSpPr>
          <p:cNvPr id="47" name="Text Box 4"/>
          <p:cNvSpPr txBox="1">
            <a:spLocks noChangeArrowheads="1"/>
          </p:cNvSpPr>
          <p:nvPr/>
        </p:nvSpPr>
        <p:spPr bwMode="auto">
          <a:xfrm>
            <a:off x="3321942"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A</a:t>
            </a:r>
            <a:endParaRPr lang="zh-CN" altLang="en-US" sz="1200" b="1" i="0" baseline="-25000" dirty="0">
              <a:solidFill>
                <a:srgbClr val="FF0000"/>
              </a:solidFill>
              <a:latin typeface="微软雅黑" pitchFamily="34" charset="-122"/>
              <a:ea typeface="微软雅黑" pitchFamily="34" charset="-122"/>
            </a:endParaRPr>
          </a:p>
        </p:txBody>
      </p:sp>
      <p:sp>
        <p:nvSpPr>
          <p:cNvPr id="48" name="Text Box 4"/>
          <p:cNvSpPr txBox="1">
            <a:spLocks noChangeArrowheads="1"/>
          </p:cNvSpPr>
          <p:nvPr/>
        </p:nvSpPr>
        <p:spPr bwMode="auto">
          <a:xfrm>
            <a:off x="4305615"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B</a:t>
            </a:r>
            <a:endParaRPr lang="zh-CN" altLang="en-US" sz="1200" b="1" i="0" baseline="-25000" dirty="0">
              <a:solidFill>
                <a:srgbClr val="FF0000"/>
              </a:solidFill>
              <a:latin typeface="微软雅黑" pitchFamily="34" charset="-122"/>
              <a:ea typeface="微软雅黑" pitchFamily="34" charset="-122"/>
            </a:endParaRPr>
          </a:p>
        </p:txBody>
      </p:sp>
      <p:sp>
        <p:nvSpPr>
          <p:cNvPr id="49" name="Text Box 4"/>
          <p:cNvSpPr txBox="1">
            <a:spLocks noChangeArrowheads="1"/>
          </p:cNvSpPr>
          <p:nvPr/>
        </p:nvSpPr>
        <p:spPr bwMode="auto">
          <a:xfrm>
            <a:off x="5288658"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C</a:t>
            </a:r>
            <a:endParaRPr lang="zh-CN" altLang="en-US" sz="1200" b="1" i="0" baseline="-25000" dirty="0">
              <a:solidFill>
                <a:srgbClr val="FF0000"/>
              </a:solidFill>
              <a:latin typeface="微软雅黑" pitchFamily="34" charset="-122"/>
              <a:ea typeface="微软雅黑" pitchFamily="34" charset="-122"/>
            </a:endParaRPr>
          </a:p>
        </p:txBody>
      </p:sp>
      <p:sp>
        <p:nvSpPr>
          <p:cNvPr id="50" name="Text Box 4"/>
          <p:cNvSpPr txBox="1">
            <a:spLocks noChangeArrowheads="1"/>
          </p:cNvSpPr>
          <p:nvPr/>
        </p:nvSpPr>
        <p:spPr bwMode="auto">
          <a:xfrm>
            <a:off x="3436557" y="226703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1" name="Text Box 4"/>
          <p:cNvSpPr txBox="1">
            <a:spLocks noChangeArrowheads="1"/>
          </p:cNvSpPr>
          <p:nvPr/>
        </p:nvSpPr>
        <p:spPr bwMode="auto">
          <a:xfrm>
            <a:off x="3642486"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2" name="Text Box 4"/>
          <p:cNvSpPr txBox="1">
            <a:spLocks noChangeArrowheads="1"/>
          </p:cNvSpPr>
          <p:nvPr/>
        </p:nvSpPr>
        <p:spPr bwMode="auto">
          <a:xfrm>
            <a:off x="3810000" y="2266950"/>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53" name="Text Box 4"/>
          <p:cNvSpPr txBox="1">
            <a:spLocks noChangeArrowheads="1"/>
          </p:cNvSpPr>
          <p:nvPr/>
        </p:nvSpPr>
        <p:spPr bwMode="auto">
          <a:xfrm>
            <a:off x="4427157" y="226703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4" name="Text Box 4"/>
          <p:cNvSpPr txBox="1">
            <a:spLocks noChangeArrowheads="1"/>
          </p:cNvSpPr>
          <p:nvPr/>
        </p:nvSpPr>
        <p:spPr bwMode="auto">
          <a:xfrm>
            <a:off x="4633086"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5" name="Text Box 4"/>
          <p:cNvSpPr txBox="1">
            <a:spLocks noChangeArrowheads="1"/>
          </p:cNvSpPr>
          <p:nvPr/>
        </p:nvSpPr>
        <p:spPr bwMode="auto">
          <a:xfrm>
            <a:off x="4800600" y="2266950"/>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56" name="Text Box 4"/>
          <p:cNvSpPr txBox="1">
            <a:spLocks noChangeArrowheads="1"/>
          </p:cNvSpPr>
          <p:nvPr/>
        </p:nvSpPr>
        <p:spPr bwMode="auto">
          <a:xfrm>
            <a:off x="5387529"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7" name="Text Box 4"/>
          <p:cNvSpPr txBox="1">
            <a:spLocks noChangeArrowheads="1"/>
          </p:cNvSpPr>
          <p:nvPr/>
        </p:nvSpPr>
        <p:spPr bwMode="auto">
          <a:xfrm>
            <a:off x="5593458" y="228214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8" name="Text Box 4"/>
          <p:cNvSpPr txBox="1">
            <a:spLocks noChangeArrowheads="1"/>
          </p:cNvSpPr>
          <p:nvPr/>
        </p:nvSpPr>
        <p:spPr bwMode="auto">
          <a:xfrm>
            <a:off x="5760972" y="2274507"/>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ppt_x"/>
                                          </p:val>
                                        </p:tav>
                                        <p:tav tm="100000">
                                          <p:val>
                                            <p:strVal val="#ppt_x"/>
                                          </p:val>
                                        </p:tav>
                                      </p:tavLst>
                                    </p:anim>
                                    <p:anim calcmode="lin" valueType="num">
                                      <p:cBhvr additive="base">
                                        <p:cTn id="48" dur="500" fill="hold"/>
                                        <p:tgtEl>
                                          <p:spTgt spid="2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additive="base">
                                        <p:cTn id="59" dur="500" fill="hold"/>
                                        <p:tgtEl>
                                          <p:spTgt spid="29"/>
                                        </p:tgtEl>
                                        <p:attrNameLst>
                                          <p:attrName>ppt_x</p:attrName>
                                        </p:attrNameLst>
                                      </p:cBhvr>
                                      <p:tavLst>
                                        <p:tav tm="0">
                                          <p:val>
                                            <p:strVal val="#ppt_x"/>
                                          </p:val>
                                        </p:tav>
                                        <p:tav tm="100000">
                                          <p:val>
                                            <p:strVal val="#ppt_x"/>
                                          </p:val>
                                        </p:tav>
                                      </p:tavLst>
                                    </p:anim>
                                    <p:anim calcmode="lin" valueType="num">
                                      <p:cBhvr additive="base">
                                        <p:cTn id="6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additive="base">
                                        <p:cTn id="65" dur="500" fill="hold"/>
                                        <p:tgtEl>
                                          <p:spTgt spid="30"/>
                                        </p:tgtEl>
                                        <p:attrNameLst>
                                          <p:attrName>ppt_x</p:attrName>
                                        </p:attrNameLst>
                                      </p:cBhvr>
                                      <p:tavLst>
                                        <p:tav tm="0">
                                          <p:val>
                                            <p:strVal val="#ppt_x"/>
                                          </p:val>
                                        </p:tav>
                                        <p:tav tm="100000">
                                          <p:val>
                                            <p:strVal val="#ppt_x"/>
                                          </p:val>
                                        </p:tav>
                                      </p:tavLst>
                                    </p:anim>
                                    <p:anim calcmode="lin" valueType="num">
                                      <p:cBhvr additive="base">
                                        <p:cTn id="66" dur="500" fill="hold"/>
                                        <p:tgtEl>
                                          <p:spTgt spid="30"/>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anim calcmode="lin" valueType="num">
                                      <p:cBhvr additive="base">
                                        <p:cTn id="69" dur="500" fill="hold"/>
                                        <p:tgtEl>
                                          <p:spTgt spid="31"/>
                                        </p:tgtEl>
                                        <p:attrNameLst>
                                          <p:attrName>ppt_x</p:attrName>
                                        </p:attrNameLst>
                                      </p:cBhvr>
                                      <p:tavLst>
                                        <p:tav tm="0">
                                          <p:val>
                                            <p:strVal val="#ppt_x"/>
                                          </p:val>
                                        </p:tav>
                                        <p:tav tm="100000">
                                          <p:val>
                                            <p:strVal val="#ppt_x"/>
                                          </p:val>
                                        </p:tav>
                                      </p:tavLst>
                                    </p:anim>
                                    <p:anim calcmode="lin" valueType="num">
                                      <p:cBhvr additive="base">
                                        <p:cTn id="70" dur="500" fill="hold"/>
                                        <p:tgtEl>
                                          <p:spTgt spid="31"/>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additive="base">
                                        <p:cTn id="73" dur="500" fill="hold"/>
                                        <p:tgtEl>
                                          <p:spTgt spid="32"/>
                                        </p:tgtEl>
                                        <p:attrNameLst>
                                          <p:attrName>ppt_x</p:attrName>
                                        </p:attrNameLst>
                                      </p:cBhvr>
                                      <p:tavLst>
                                        <p:tav tm="0">
                                          <p:val>
                                            <p:strVal val="#ppt_x"/>
                                          </p:val>
                                        </p:tav>
                                        <p:tav tm="100000">
                                          <p:val>
                                            <p:strVal val="#ppt_x"/>
                                          </p:val>
                                        </p:tav>
                                      </p:tavLst>
                                    </p:anim>
                                    <p:anim calcmode="lin" valueType="num">
                                      <p:cBhvr additive="base">
                                        <p:cTn id="74" dur="500" fill="hold"/>
                                        <p:tgtEl>
                                          <p:spTgt spid="32"/>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fill="hold"/>
                                        <p:tgtEl>
                                          <p:spTgt spid="33"/>
                                        </p:tgtEl>
                                        <p:attrNameLst>
                                          <p:attrName>ppt_x</p:attrName>
                                        </p:attrNameLst>
                                      </p:cBhvr>
                                      <p:tavLst>
                                        <p:tav tm="0">
                                          <p:val>
                                            <p:strVal val="#ppt_x"/>
                                          </p:val>
                                        </p:tav>
                                        <p:tav tm="100000">
                                          <p:val>
                                            <p:strVal val="#ppt_x"/>
                                          </p:val>
                                        </p:tav>
                                      </p:tavLst>
                                    </p:anim>
                                    <p:anim calcmode="lin" valueType="num">
                                      <p:cBhvr additive="base">
                                        <p:cTn id="7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 calcmode="lin" valueType="num">
                                      <p:cBhvr additive="base">
                                        <p:cTn id="83" dur="500" fill="hold"/>
                                        <p:tgtEl>
                                          <p:spTgt spid="37"/>
                                        </p:tgtEl>
                                        <p:attrNameLst>
                                          <p:attrName>ppt_x</p:attrName>
                                        </p:attrNameLst>
                                      </p:cBhvr>
                                      <p:tavLst>
                                        <p:tav tm="0">
                                          <p:val>
                                            <p:strVal val="#ppt_x"/>
                                          </p:val>
                                        </p:tav>
                                        <p:tav tm="100000">
                                          <p:val>
                                            <p:strVal val="#ppt_x"/>
                                          </p:val>
                                        </p:tav>
                                      </p:tavLst>
                                    </p:anim>
                                    <p:anim calcmode="lin" valueType="num">
                                      <p:cBhvr additive="base">
                                        <p:cTn id="84" dur="500" fill="hold"/>
                                        <p:tgtEl>
                                          <p:spTgt spid="3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 calcmode="lin" valueType="num">
                                      <p:cBhvr additive="base">
                                        <p:cTn id="87" dur="500" fill="hold"/>
                                        <p:tgtEl>
                                          <p:spTgt spid="41"/>
                                        </p:tgtEl>
                                        <p:attrNameLst>
                                          <p:attrName>ppt_x</p:attrName>
                                        </p:attrNameLst>
                                      </p:cBhvr>
                                      <p:tavLst>
                                        <p:tav tm="0">
                                          <p:val>
                                            <p:strVal val="#ppt_x"/>
                                          </p:val>
                                        </p:tav>
                                        <p:tav tm="100000">
                                          <p:val>
                                            <p:strVal val="#ppt_x"/>
                                          </p:val>
                                        </p:tav>
                                      </p:tavLst>
                                    </p:anim>
                                    <p:anim calcmode="lin" valueType="num">
                                      <p:cBhvr additive="base">
                                        <p:cTn id="88" dur="500" fill="hold"/>
                                        <p:tgtEl>
                                          <p:spTgt spid="4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 calcmode="lin" valueType="num">
                                      <p:cBhvr additive="base">
                                        <p:cTn id="91" dur="500" fill="hold"/>
                                        <p:tgtEl>
                                          <p:spTgt spid="45"/>
                                        </p:tgtEl>
                                        <p:attrNameLst>
                                          <p:attrName>ppt_x</p:attrName>
                                        </p:attrNameLst>
                                      </p:cBhvr>
                                      <p:tavLst>
                                        <p:tav tm="0">
                                          <p:val>
                                            <p:strVal val="#ppt_x"/>
                                          </p:val>
                                        </p:tav>
                                        <p:tav tm="100000">
                                          <p:val>
                                            <p:strVal val="#ppt_x"/>
                                          </p:val>
                                        </p:tav>
                                      </p:tavLst>
                                    </p:anim>
                                    <p:anim calcmode="lin" valueType="num">
                                      <p:cBhvr additive="base">
                                        <p:cTn id="92" dur="500" fill="hold"/>
                                        <p:tgtEl>
                                          <p:spTgt spid="45"/>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 calcmode="lin" valueType="num">
                                      <p:cBhvr additive="base">
                                        <p:cTn id="95" dur="500" fill="hold"/>
                                        <p:tgtEl>
                                          <p:spTgt spid="50"/>
                                        </p:tgtEl>
                                        <p:attrNameLst>
                                          <p:attrName>ppt_x</p:attrName>
                                        </p:attrNameLst>
                                      </p:cBhvr>
                                      <p:tavLst>
                                        <p:tav tm="0">
                                          <p:val>
                                            <p:strVal val="#ppt_x"/>
                                          </p:val>
                                        </p:tav>
                                        <p:tav tm="100000">
                                          <p:val>
                                            <p:strVal val="#ppt_x"/>
                                          </p:val>
                                        </p:tav>
                                      </p:tavLst>
                                    </p:anim>
                                    <p:anim calcmode="lin" valueType="num">
                                      <p:cBhvr additive="base">
                                        <p:cTn id="96" dur="500" fill="hold"/>
                                        <p:tgtEl>
                                          <p:spTgt spid="50"/>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1"/>
                                        </p:tgtEl>
                                        <p:attrNameLst>
                                          <p:attrName>style.visibility</p:attrName>
                                        </p:attrNameLst>
                                      </p:cBhvr>
                                      <p:to>
                                        <p:strVal val="visible"/>
                                      </p:to>
                                    </p:set>
                                    <p:anim calcmode="lin" valueType="num">
                                      <p:cBhvr additive="base">
                                        <p:cTn id="99" dur="500" fill="hold"/>
                                        <p:tgtEl>
                                          <p:spTgt spid="51"/>
                                        </p:tgtEl>
                                        <p:attrNameLst>
                                          <p:attrName>ppt_x</p:attrName>
                                        </p:attrNameLst>
                                      </p:cBhvr>
                                      <p:tavLst>
                                        <p:tav tm="0">
                                          <p:val>
                                            <p:strVal val="#ppt_x"/>
                                          </p:val>
                                        </p:tav>
                                        <p:tav tm="100000">
                                          <p:val>
                                            <p:strVal val="#ppt_x"/>
                                          </p:val>
                                        </p:tav>
                                      </p:tavLst>
                                    </p:anim>
                                    <p:anim calcmode="lin" valueType="num">
                                      <p:cBhvr additive="base">
                                        <p:cTn id="100" dur="500" fill="hold"/>
                                        <p:tgtEl>
                                          <p:spTgt spid="51"/>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2"/>
                                        </p:tgtEl>
                                        <p:attrNameLst>
                                          <p:attrName>style.visibility</p:attrName>
                                        </p:attrNameLst>
                                      </p:cBhvr>
                                      <p:to>
                                        <p:strVal val="visible"/>
                                      </p:to>
                                    </p:set>
                                    <p:anim calcmode="lin" valueType="num">
                                      <p:cBhvr additive="base">
                                        <p:cTn id="103" dur="500" fill="hold"/>
                                        <p:tgtEl>
                                          <p:spTgt spid="52"/>
                                        </p:tgtEl>
                                        <p:attrNameLst>
                                          <p:attrName>ppt_x</p:attrName>
                                        </p:attrNameLst>
                                      </p:cBhvr>
                                      <p:tavLst>
                                        <p:tav tm="0">
                                          <p:val>
                                            <p:strVal val="#ppt_x"/>
                                          </p:val>
                                        </p:tav>
                                        <p:tav tm="100000">
                                          <p:val>
                                            <p:strVal val="#ppt_x"/>
                                          </p:val>
                                        </p:tav>
                                      </p:tavLst>
                                    </p:anim>
                                    <p:anim calcmode="lin" valueType="num">
                                      <p:cBhvr additive="base">
                                        <p:cTn id="104" dur="500" fill="hold"/>
                                        <p:tgtEl>
                                          <p:spTgt spid="52"/>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additive="base">
                                        <p:cTn id="107" dur="500" fill="hold"/>
                                        <p:tgtEl>
                                          <p:spTgt spid="53"/>
                                        </p:tgtEl>
                                        <p:attrNameLst>
                                          <p:attrName>ppt_x</p:attrName>
                                        </p:attrNameLst>
                                      </p:cBhvr>
                                      <p:tavLst>
                                        <p:tav tm="0">
                                          <p:val>
                                            <p:strVal val="#ppt_x"/>
                                          </p:val>
                                        </p:tav>
                                        <p:tav tm="100000">
                                          <p:val>
                                            <p:strVal val="#ppt_x"/>
                                          </p:val>
                                        </p:tav>
                                      </p:tavLst>
                                    </p:anim>
                                    <p:anim calcmode="lin" valueType="num">
                                      <p:cBhvr additive="base">
                                        <p:cTn id="108" dur="500" fill="hold"/>
                                        <p:tgtEl>
                                          <p:spTgt spid="53"/>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500" fill="hold"/>
                                        <p:tgtEl>
                                          <p:spTgt spid="54"/>
                                        </p:tgtEl>
                                        <p:attrNameLst>
                                          <p:attrName>ppt_x</p:attrName>
                                        </p:attrNameLst>
                                      </p:cBhvr>
                                      <p:tavLst>
                                        <p:tav tm="0">
                                          <p:val>
                                            <p:strVal val="#ppt_x"/>
                                          </p:val>
                                        </p:tav>
                                        <p:tav tm="100000">
                                          <p:val>
                                            <p:strVal val="#ppt_x"/>
                                          </p:val>
                                        </p:tav>
                                      </p:tavLst>
                                    </p:anim>
                                    <p:anim calcmode="lin" valueType="num">
                                      <p:cBhvr additive="base">
                                        <p:cTn id="112" dur="500" fill="hold"/>
                                        <p:tgtEl>
                                          <p:spTgt spid="54"/>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55"/>
                                        </p:tgtEl>
                                        <p:attrNameLst>
                                          <p:attrName>style.visibility</p:attrName>
                                        </p:attrNameLst>
                                      </p:cBhvr>
                                      <p:to>
                                        <p:strVal val="visible"/>
                                      </p:to>
                                    </p:set>
                                    <p:anim calcmode="lin" valueType="num">
                                      <p:cBhvr additive="base">
                                        <p:cTn id="115" dur="500" fill="hold"/>
                                        <p:tgtEl>
                                          <p:spTgt spid="55"/>
                                        </p:tgtEl>
                                        <p:attrNameLst>
                                          <p:attrName>ppt_x</p:attrName>
                                        </p:attrNameLst>
                                      </p:cBhvr>
                                      <p:tavLst>
                                        <p:tav tm="0">
                                          <p:val>
                                            <p:strVal val="#ppt_x"/>
                                          </p:val>
                                        </p:tav>
                                        <p:tav tm="100000">
                                          <p:val>
                                            <p:strVal val="#ppt_x"/>
                                          </p:val>
                                        </p:tav>
                                      </p:tavLst>
                                    </p:anim>
                                    <p:anim calcmode="lin" valueType="num">
                                      <p:cBhvr additive="base">
                                        <p:cTn id="116" dur="500" fill="hold"/>
                                        <p:tgtEl>
                                          <p:spTgt spid="55"/>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56"/>
                                        </p:tgtEl>
                                        <p:attrNameLst>
                                          <p:attrName>style.visibility</p:attrName>
                                        </p:attrNameLst>
                                      </p:cBhvr>
                                      <p:to>
                                        <p:strVal val="visible"/>
                                      </p:to>
                                    </p:set>
                                    <p:anim calcmode="lin" valueType="num">
                                      <p:cBhvr additive="base">
                                        <p:cTn id="119" dur="500" fill="hold"/>
                                        <p:tgtEl>
                                          <p:spTgt spid="56"/>
                                        </p:tgtEl>
                                        <p:attrNameLst>
                                          <p:attrName>ppt_x</p:attrName>
                                        </p:attrNameLst>
                                      </p:cBhvr>
                                      <p:tavLst>
                                        <p:tav tm="0">
                                          <p:val>
                                            <p:strVal val="#ppt_x"/>
                                          </p:val>
                                        </p:tav>
                                        <p:tav tm="100000">
                                          <p:val>
                                            <p:strVal val="#ppt_x"/>
                                          </p:val>
                                        </p:tav>
                                      </p:tavLst>
                                    </p:anim>
                                    <p:anim calcmode="lin" valueType="num">
                                      <p:cBhvr additive="base">
                                        <p:cTn id="120" dur="500" fill="hold"/>
                                        <p:tgtEl>
                                          <p:spTgt spid="56"/>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anim calcmode="lin" valueType="num">
                                      <p:cBhvr additive="base">
                                        <p:cTn id="123" dur="500" fill="hold"/>
                                        <p:tgtEl>
                                          <p:spTgt spid="57"/>
                                        </p:tgtEl>
                                        <p:attrNameLst>
                                          <p:attrName>ppt_x</p:attrName>
                                        </p:attrNameLst>
                                      </p:cBhvr>
                                      <p:tavLst>
                                        <p:tav tm="0">
                                          <p:val>
                                            <p:strVal val="#ppt_x"/>
                                          </p:val>
                                        </p:tav>
                                        <p:tav tm="100000">
                                          <p:val>
                                            <p:strVal val="#ppt_x"/>
                                          </p:val>
                                        </p:tav>
                                      </p:tavLst>
                                    </p:anim>
                                    <p:anim calcmode="lin" valueType="num">
                                      <p:cBhvr additive="base">
                                        <p:cTn id="124" dur="500" fill="hold"/>
                                        <p:tgtEl>
                                          <p:spTgt spid="5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58"/>
                                        </p:tgtEl>
                                        <p:attrNameLst>
                                          <p:attrName>style.visibility</p:attrName>
                                        </p:attrNameLst>
                                      </p:cBhvr>
                                      <p:to>
                                        <p:strVal val="visible"/>
                                      </p:to>
                                    </p:set>
                                    <p:anim calcmode="lin" valueType="num">
                                      <p:cBhvr additive="base">
                                        <p:cTn id="127" dur="500" fill="hold"/>
                                        <p:tgtEl>
                                          <p:spTgt spid="58"/>
                                        </p:tgtEl>
                                        <p:attrNameLst>
                                          <p:attrName>ppt_x</p:attrName>
                                        </p:attrNameLst>
                                      </p:cBhvr>
                                      <p:tavLst>
                                        <p:tav tm="0">
                                          <p:val>
                                            <p:strVal val="#ppt_x"/>
                                          </p:val>
                                        </p:tav>
                                        <p:tav tm="100000">
                                          <p:val>
                                            <p:strVal val="#ppt_x"/>
                                          </p:val>
                                        </p:tav>
                                      </p:tavLst>
                                    </p:anim>
                                    <p:anim calcmode="lin" valueType="num">
                                      <p:cBhvr additive="base">
                                        <p:cTn id="128"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46"/>
                                        </p:tgtEl>
                                        <p:attrNameLst>
                                          <p:attrName>style.visibility</p:attrName>
                                        </p:attrNameLst>
                                      </p:cBhvr>
                                      <p:to>
                                        <p:strVal val="visible"/>
                                      </p:to>
                                    </p:set>
                                    <p:anim calcmode="lin" valueType="num">
                                      <p:cBhvr additive="base">
                                        <p:cTn id="133" dur="500" fill="hold"/>
                                        <p:tgtEl>
                                          <p:spTgt spid="46"/>
                                        </p:tgtEl>
                                        <p:attrNameLst>
                                          <p:attrName>ppt_x</p:attrName>
                                        </p:attrNameLst>
                                      </p:cBhvr>
                                      <p:tavLst>
                                        <p:tav tm="0">
                                          <p:val>
                                            <p:strVal val="#ppt_x"/>
                                          </p:val>
                                        </p:tav>
                                        <p:tav tm="100000">
                                          <p:val>
                                            <p:strVal val="#ppt_x"/>
                                          </p:val>
                                        </p:tav>
                                      </p:tavLst>
                                    </p:anim>
                                    <p:anim calcmode="lin" valueType="num">
                                      <p:cBhvr additive="base">
                                        <p:cTn id="134" dur="500" fill="hold"/>
                                        <p:tgtEl>
                                          <p:spTgt spid="46"/>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47"/>
                                        </p:tgtEl>
                                        <p:attrNameLst>
                                          <p:attrName>style.visibility</p:attrName>
                                        </p:attrNameLst>
                                      </p:cBhvr>
                                      <p:to>
                                        <p:strVal val="visible"/>
                                      </p:to>
                                    </p:set>
                                    <p:anim calcmode="lin" valueType="num">
                                      <p:cBhvr additive="base">
                                        <p:cTn id="137" dur="500" fill="hold"/>
                                        <p:tgtEl>
                                          <p:spTgt spid="47"/>
                                        </p:tgtEl>
                                        <p:attrNameLst>
                                          <p:attrName>ppt_x</p:attrName>
                                        </p:attrNameLst>
                                      </p:cBhvr>
                                      <p:tavLst>
                                        <p:tav tm="0">
                                          <p:val>
                                            <p:strVal val="#ppt_x"/>
                                          </p:val>
                                        </p:tav>
                                        <p:tav tm="100000">
                                          <p:val>
                                            <p:strVal val="#ppt_x"/>
                                          </p:val>
                                        </p:tav>
                                      </p:tavLst>
                                    </p:anim>
                                    <p:anim calcmode="lin" valueType="num">
                                      <p:cBhvr additive="base">
                                        <p:cTn id="138" dur="500" fill="hold"/>
                                        <p:tgtEl>
                                          <p:spTgt spid="47"/>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48"/>
                                        </p:tgtEl>
                                        <p:attrNameLst>
                                          <p:attrName>style.visibility</p:attrName>
                                        </p:attrNameLst>
                                      </p:cBhvr>
                                      <p:to>
                                        <p:strVal val="visible"/>
                                      </p:to>
                                    </p:set>
                                    <p:anim calcmode="lin" valueType="num">
                                      <p:cBhvr additive="base">
                                        <p:cTn id="141" dur="500" fill="hold"/>
                                        <p:tgtEl>
                                          <p:spTgt spid="48"/>
                                        </p:tgtEl>
                                        <p:attrNameLst>
                                          <p:attrName>ppt_x</p:attrName>
                                        </p:attrNameLst>
                                      </p:cBhvr>
                                      <p:tavLst>
                                        <p:tav tm="0">
                                          <p:val>
                                            <p:strVal val="#ppt_x"/>
                                          </p:val>
                                        </p:tav>
                                        <p:tav tm="100000">
                                          <p:val>
                                            <p:strVal val="#ppt_x"/>
                                          </p:val>
                                        </p:tav>
                                      </p:tavLst>
                                    </p:anim>
                                    <p:anim calcmode="lin" valueType="num">
                                      <p:cBhvr additive="base">
                                        <p:cTn id="142" dur="500" fill="hold"/>
                                        <p:tgtEl>
                                          <p:spTgt spid="48"/>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49"/>
                                        </p:tgtEl>
                                        <p:attrNameLst>
                                          <p:attrName>style.visibility</p:attrName>
                                        </p:attrNameLst>
                                      </p:cBhvr>
                                      <p:to>
                                        <p:strVal val="visible"/>
                                      </p:to>
                                    </p:set>
                                    <p:anim calcmode="lin" valueType="num">
                                      <p:cBhvr additive="base">
                                        <p:cTn id="145" dur="500" fill="hold"/>
                                        <p:tgtEl>
                                          <p:spTgt spid="49"/>
                                        </p:tgtEl>
                                        <p:attrNameLst>
                                          <p:attrName>ppt_x</p:attrName>
                                        </p:attrNameLst>
                                      </p:cBhvr>
                                      <p:tavLst>
                                        <p:tav tm="0">
                                          <p:val>
                                            <p:strVal val="#ppt_x"/>
                                          </p:val>
                                        </p:tav>
                                        <p:tav tm="100000">
                                          <p:val>
                                            <p:strVal val="#ppt_x"/>
                                          </p:val>
                                        </p:tav>
                                      </p:tavLst>
                                    </p:anim>
                                    <p:anim calcmode="lin" valueType="num">
                                      <p:cBhvr additive="base">
                                        <p:cTn id="14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6" grpId="0"/>
      <p:bldP spid="17" grpId="0"/>
      <p:bldP spid="18" grpId="0"/>
      <p:bldP spid="19" grpId="0"/>
      <p:bldP spid="20" grpId="0"/>
      <p:bldP spid="21" grpId="0"/>
      <p:bldP spid="30" grpId="0"/>
      <p:bldP spid="31" grpId="0"/>
      <p:bldP spid="32" grpId="0"/>
      <p:bldP spid="33" grpId="0"/>
      <p:bldP spid="37" grpId="0"/>
      <p:bldP spid="41"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6" name="TextBox 15"/>
          <p:cNvSpPr txBox="1"/>
          <p:nvPr/>
        </p:nvSpPr>
        <p:spPr>
          <a:xfrm>
            <a:off x="3200400" y="3105150"/>
            <a:ext cx="22098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13  </a:t>
            </a:r>
            <a:r>
              <a:rPr lang="zh-CN" altLang="en-US" sz="1400" dirty="0" smtClean="0">
                <a:latin typeface="微软雅黑" pitchFamily="34" charset="-122"/>
                <a:ea typeface="微软雅黑" pitchFamily="34" charset="-122"/>
              </a:rPr>
              <a:t>右移功能简化图</a:t>
            </a:r>
            <a:endParaRPr lang="zh-CN" altLang="en-US" sz="1400" dirty="0">
              <a:latin typeface="微软雅黑" pitchFamily="34" charset="-122"/>
              <a:ea typeface="微软雅黑" pitchFamily="34" charset="-122"/>
            </a:endParaRPr>
          </a:p>
        </p:txBody>
      </p:sp>
      <p:sp>
        <p:nvSpPr>
          <p:cNvPr id="9" name="Text Box 4"/>
          <p:cNvSpPr txBox="1">
            <a:spLocks noChangeArrowheads="1"/>
          </p:cNvSpPr>
          <p:nvPr/>
        </p:nvSpPr>
        <p:spPr bwMode="auto">
          <a:xfrm>
            <a:off x="32004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smtClean="0">
                <a:solidFill>
                  <a:srgbClr val="FF0000"/>
                </a:solidFill>
                <a:latin typeface="微软雅黑" pitchFamily="34" charset="-122"/>
                <a:ea typeface="微软雅黑" pitchFamily="34" charset="-122"/>
              </a:rPr>
              <a:t>右移功能：</a:t>
            </a:r>
            <a:endParaRPr lang="zh-CN" altLang="en-US" sz="1400" i="0" dirty="0">
              <a:solidFill>
                <a:srgbClr val="FF0000"/>
              </a:solidFill>
              <a:latin typeface="微软雅黑" pitchFamily="34" charset="-122"/>
              <a:ea typeface="微软雅黑" pitchFamily="34" charset="-122"/>
            </a:endParaRPr>
          </a:p>
        </p:txBody>
      </p:sp>
      <p:sp>
        <p:nvSpPr>
          <p:cNvPr id="10" name="Text Box 4"/>
          <p:cNvSpPr txBox="1">
            <a:spLocks noChangeArrowheads="1"/>
          </p:cNvSpPr>
          <p:nvPr/>
        </p:nvSpPr>
        <p:spPr bwMode="auto">
          <a:xfrm>
            <a:off x="4191000" y="895350"/>
            <a:ext cx="2606675" cy="307777"/>
          </a:xfrm>
          <a:prstGeom prst="rect">
            <a:avLst/>
          </a:prstGeom>
          <a:noFill/>
          <a:ln w="9525">
            <a:noFill/>
            <a:miter lim="800000"/>
            <a:headEnd/>
            <a:tailEnd/>
          </a:ln>
        </p:spPr>
        <p:txBody>
          <a:bodyPr>
            <a:spAutoFit/>
          </a:bodyPr>
          <a:lstStyle/>
          <a:p>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1</a:t>
            </a:r>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0</a:t>
            </a:r>
            <a:r>
              <a:rPr lang="en-US" altLang="zh-CN" sz="1400" i="0" dirty="0" smtClean="0">
                <a:solidFill>
                  <a:srgbClr val="FF0000"/>
                </a:solidFill>
                <a:latin typeface="微软雅黑" pitchFamily="34" charset="-122"/>
                <a:ea typeface="微软雅黑" pitchFamily="34" charset="-122"/>
              </a:rPr>
              <a:t>=01</a:t>
            </a:r>
            <a:endParaRPr lang="zh-CN" altLang="en-US" sz="1400" i="0" dirty="0">
              <a:solidFill>
                <a:srgbClr val="FF0000"/>
              </a:solidFill>
              <a:latin typeface="微软雅黑" pitchFamily="34" charset="-122"/>
              <a:ea typeface="微软雅黑" pitchFamily="34" charset="-122"/>
            </a:endParaRPr>
          </a:p>
        </p:txBody>
      </p:sp>
      <p:graphicFrame>
        <p:nvGraphicFramePr>
          <p:cNvPr id="11" name="对象 10"/>
          <p:cNvGraphicFramePr>
            <a:graphicFrameLocks noChangeAspect="1"/>
          </p:cNvGraphicFramePr>
          <p:nvPr/>
        </p:nvGraphicFramePr>
        <p:xfrm>
          <a:off x="1143000" y="0"/>
          <a:ext cx="6124575" cy="4092575"/>
        </p:xfrm>
        <a:graphic>
          <a:graphicData uri="http://schemas.openxmlformats.org/presentationml/2006/ole">
            <p:oleObj spid="_x0000_s5122" name="Visio" r:id="rId3" imgW="6124475" imgH="4092674" progId="Visio.Drawing.11">
              <p:embed/>
            </p:oleObj>
          </a:graphicData>
        </a:graphic>
      </p:graphicFrame>
      <p:sp>
        <p:nvSpPr>
          <p:cNvPr id="13" name="矩形 12"/>
          <p:cNvSpPr/>
          <p:nvPr/>
        </p:nvSpPr>
        <p:spPr>
          <a:xfrm>
            <a:off x="0" y="0"/>
            <a:ext cx="4217821" cy="523220"/>
          </a:xfrm>
          <a:prstGeom prst="rect">
            <a:avLst/>
          </a:prstGeom>
        </p:spPr>
        <p:txBody>
          <a:bodyPr wrap="none">
            <a:spAutoFit/>
          </a:bodyPr>
          <a:lstStyle/>
          <a:p>
            <a:pPr algn="ctr">
              <a:defRPr/>
            </a:pPr>
            <a:r>
              <a:rPr lang="en-US" altLang="zh-CN"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2" descr="CAI4-6"/>
          <p:cNvPicPr>
            <a:picLocks noChangeAspect="1" noChangeArrowheads="1"/>
          </p:cNvPicPr>
          <p:nvPr/>
        </p:nvPicPr>
        <p:blipFill>
          <a:blip r:embed="rId2" cstate="print"/>
          <a:srcRect/>
          <a:stretch>
            <a:fillRect/>
          </a:stretch>
        </p:blipFill>
        <p:spPr bwMode="auto">
          <a:xfrm>
            <a:off x="1295400" y="590550"/>
            <a:ext cx="5334000" cy="3965724"/>
          </a:xfrm>
          <a:prstGeom prst="rect">
            <a:avLst/>
          </a:prstGeom>
          <a:noFill/>
          <a:ln w="9525">
            <a:noFill/>
            <a:miter lim="800000"/>
            <a:headEnd/>
            <a:tailEnd/>
          </a:ln>
        </p:spPr>
      </p:pic>
      <p:sp>
        <p:nvSpPr>
          <p:cNvPr id="5" name="矩形 4"/>
          <p:cNvSpPr/>
          <p:nvPr/>
        </p:nvSpPr>
        <p:spPr>
          <a:xfrm>
            <a:off x="0" y="0"/>
            <a:ext cx="3499677"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：锁存器和触发器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Rectangle 14"/>
          <p:cNvSpPr>
            <a:spLocks noChangeArrowheads="1"/>
          </p:cNvSpPr>
          <p:nvPr/>
        </p:nvSpPr>
        <p:spPr bwMode="auto">
          <a:xfrm>
            <a:off x="0" y="590550"/>
            <a:ext cx="8610600" cy="22313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7" name="TextBox 6"/>
          <p:cNvSpPr txBox="1"/>
          <p:nvPr/>
        </p:nvSpPr>
        <p:spPr>
          <a:xfrm>
            <a:off x="3200400" y="45529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10 </a:t>
            </a:r>
            <a:r>
              <a:rPr lang="zh-CN" altLang="en-US" sz="1400" dirty="0">
                <a:latin typeface="微软雅黑" pitchFamily="34" charset="-122"/>
                <a:ea typeface="微软雅黑" pitchFamily="34" charset="-122"/>
              </a:rPr>
              <a:t>通用寄存器</a:t>
            </a:r>
          </a:p>
        </p:txBody>
      </p:sp>
      <p:sp>
        <p:nvSpPr>
          <p:cNvPr id="8" name="Text Box 4"/>
          <p:cNvSpPr txBox="1">
            <a:spLocks noChangeArrowheads="1"/>
          </p:cNvSpPr>
          <p:nvPr/>
        </p:nvSpPr>
        <p:spPr bwMode="auto">
          <a:xfrm>
            <a:off x="26670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a:solidFill>
                  <a:srgbClr val="FF0000"/>
                </a:solidFill>
                <a:latin typeface="微软雅黑" pitchFamily="34" charset="-122"/>
                <a:ea typeface="微软雅黑" pitchFamily="34" charset="-122"/>
              </a:rPr>
              <a:t>左移功能：</a:t>
            </a:r>
            <a:endParaRPr lang="zh-CN" altLang="en-US" sz="1400" i="0" dirty="0">
              <a:solidFill>
                <a:srgbClr val="FF0000"/>
              </a:solidFill>
              <a:latin typeface="微软雅黑" pitchFamily="34" charset="-122"/>
              <a:ea typeface="微软雅黑" pitchFamily="34" charset="-122"/>
            </a:endParaRPr>
          </a:p>
        </p:txBody>
      </p:sp>
      <p:sp>
        <p:nvSpPr>
          <p:cNvPr id="9" name="Text Box 4"/>
          <p:cNvSpPr txBox="1">
            <a:spLocks noChangeArrowheads="1"/>
          </p:cNvSpPr>
          <p:nvPr/>
        </p:nvSpPr>
        <p:spPr bwMode="auto">
          <a:xfrm>
            <a:off x="32766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1" name="Text Box 4"/>
          <p:cNvSpPr txBox="1">
            <a:spLocks noChangeArrowheads="1"/>
          </p:cNvSpPr>
          <p:nvPr/>
        </p:nvSpPr>
        <p:spPr bwMode="auto">
          <a:xfrm>
            <a:off x="22860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2" name="Text Box 4"/>
          <p:cNvSpPr txBox="1">
            <a:spLocks noChangeArrowheads="1"/>
          </p:cNvSpPr>
          <p:nvPr/>
        </p:nvSpPr>
        <p:spPr bwMode="auto">
          <a:xfrm>
            <a:off x="1600200" y="3638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3" name="Text Box 4"/>
          <p:cNvSpPr txBox="1">
            <a:spLocks noChangeArrowheads="1"/>
          </p:cNvSpPr>
          <p:nvPr/>
        </p:nvSpPr>
        <p:spPr bwMode="auto">
          <a:xfrm>
            <a:off x="42672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4" name="Text Box 4"/>
          <p:cNvSpPr txBox="1">
            <a:spLocks noChangeArrowheads="1"/>
          </p:cNvSpPr>
          <p:nvPr/>
        </p:nvSpPr>
        <p:spPr bwMode="auto">
          <a:xfrm>
            <a:off x="52578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5" name="Text Box 4"/>
          <p:cNvSpPr txBox="1">
            <a:spLocks noChangeArrowheads="1"/>
          </p:cNvSpPr>
          <p:nvPr/>
        </p:nvSpPr>
        <p:spPr bwMode="auto">
          <a:xfrm>
            <a:off x="3657600" y="895350"/>
            <a:ext cx="2606675" cy="307777"/>
          </a:xfrm>
          <a:prstGeom prst="rect">
            <a:avLst/>
          </a:prstGeom>
          <a:noFill/>
          <a:ln w="9525">
            <a:noFill/>
            <a:miter lim="800000"/>
            <a:headEnd/>
            <a:tailEnd/>
          </a:ln>
        </p:spPr>
        <p:txBody>
          <a:bodyPr>
            <a:spAutoFit/>
          </a:bodyPr>
          <a:lstStyle/>
          <a:p>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1</a:t>
            </a:r>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0</a:t>
            </a:r>
            <a:r>
              <a:rPr lang="en-US" altLang="zh-CN" sz="1400" i="0" dirty="0">
                <a:solidFill>
                  <a:srgbClr val="FF0000"/>
                </a:solidFill>
                <a:latin typeface="微软雅黑" pitchFamily="34" charset="-122"/>
                <a:ea typeface="微软雅黑" pitchFamily="34" charset="-122"/>
              </a:rPr>
              <a:t>=10</a:t>
            </a:r>
            <a:endParaRPr lang="zh-CN" altLang="en-US" sz="1400" i="0" dirty="0">
              <a:solidFill>
                <a:srgbClr val="FF0000"/>
              </a:solidFill>
              <a:latin typeface="微软雅黑" pitchFamily="34" charset="-122"/>
              <a:ea typeface="微软雅黑" pitchFamily="34" charset="-122"/>
            </a:endParaRPr>
          </a:p>
        </p:txBody>
      </p:sp>
      <p:sp>
        <p:nvSpPr>
          <p:cNvPr id="16" name="Text Box 4"/>
          <p:cNvSpPr txBox="1">
            <a:spLocks noChangeArrowheads="1"/>
          </p:cNvSpPr>
          <p:nvPr/>
        </p:nvSpPr>
        <p:spPr bwMode="auto">
          <a:xfrm>
            <a:off x="16002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7" name="Text Box 4"/>
          <p:cNvSpPr txBox="1">
            <a:spLocks noChangeArrowheads="1"/>
          </p:cNvSpPr>
          <p:nvPr/>
        </p:nvSpPr>
        <p:spPr bwMode="auto">
          <a:xfrm>
            <a:off x="20574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18" name="Text Box 4"/>
          <p:cNvSpPr txBox="1">
            <a:spLocks noChangeArrowheads="1"/>
          </p:cNvSpPr>
          <p:nvPr/>
        </p:nvSpPr>
        <p:spPr bwMode="auto">
          <a:xfrm>
            <a:off x="16002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19" name="Text Box 4"/>
          <p:cNvSpPr txBox="1">
            <a:spLocks noChangeArrowheads="1"/>
          </p:cNvSpPr>
          <p:nvPr/>
        </p:nvSpPr>
        <p:spPr bwMode="auto">
          <a:xfrm>
            <a:off x="20574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20" name="Text Box 4"/>
          <p:cNvSpPr txBox="1">
            <a:spLocks noChangeArrowheads="1"/>
          </p:cNvSpPr>
          <p:nvPr/>
        </p:nvSpPr>
        <p:spPr bwMode="auto">
          <a:xfrm>
            <a:off x="1447800" y="1581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21" name="Text Box 4"/>
          <p:cNvSpPr txBox="1">
            <a:spLocks noChangeArrowheads="1"/>
          </p:cNvSpPr>
          <p:nvPr/>
        </p:nvSpPr>
        <p:spPr bwMode="auto">
          <a:xfrm>
            <a:off x="1905000" y="1504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cxnSp>
        <p:nvCxnSpPr>
          <p:cNvPr id="23" name="直接连接符 22"/>
          <p:cNvCxnSpPr/>
          <p:nvPr/>
        </p:nvCxnSpPr>
        <p:spPr>
          <a:xfrm>
            <a:off x="2209800" y="1733550"/>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935858" y="1931922"/>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301744" y="1634679"/>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133600" y="1824864"/>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 Box 4"/>
          <p:cNvSpPr txBox="1">
            <a:spLocks noChangeArrowheads="1"/>
          </p:cNvSpPr>
          <p:nvPr/>
        </p:nvSpPr>
        <p:spPr bwMode="auto">
          <a:xfrm>
            <a:off x="5220015" y="2294751"/>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47" name="Text Box 4"/>
          <p:cNvSpPr txBox="1">
            <a:spLocks noChangeArrowheads="1"/>
          </p:cNvSpPr>
          <p:nvPr/>
        </p:nvSpPr>
        <p:spPr bwMode="auto">
          <a:xfrm>
            <a:off x="3321942"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C</a:t>
            </a:r>
            <a:endParaRPr lang="zh-CN" altLang="en-US" sz="1200" b="1" i="0" baseline="-25000" dirty="0">
              <a:solidFill>
                <a:srgbClr val="FF0000"/>
              </a:solidFill>
              <a:latin typeface="微软雅黑" pitchFamily="34" charset="-122"/>
              <a:ea typeface="微软雅黑" pitchFamily="34" charset="-122"/>
            </a:endParaRPr>
          </a:p>
        </p:txBody>
      </p:sp>
      <p:sp>
        <p:nvSpPr>
          <p:cNvPr id="48" name="Text Box 4"/>
          <p:cNvSpPr txBox="1">
            <a:spLocks noChangeArrowheads="1"/>
          </p:cNvSpPr>
          <p:nvPr/>
        </p:nvSpPr>
        <p:spPr bwMode="auto">
          <a:xfrm>
            <a:off x="4305615"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D</a:t>
            </a:r>
            <a:endParaRPr lang="zh-CN" altLang="en-US" sz="1200" b="1" i="0" baseline="-25000" dirty="0">
              <a:solidFill>
                <a:srgbClr val="FF0000"/>
              </a:solidFill>
              <a:latin typeface="微软雅黑" pitchFamily="34" charset="-122"/>
              <a:ea typeface="微软雅黑" pitchFamily="34" charset="-122"/>
            </a:endParaRPr>
          </a:p>
        </p:txBody>
      </p:sp>
      <p:sp>
        <p:nvSpPr>
          <p:cNvPr id="49" name="Text Box 4"/>
          <p:cNvSpPr txBox="1">
            <a:spLocks noChangeArrowheads="1"/>
          </p:cNvSpPr>
          <p:nvPr/>
        </p:nvSpPr>
        <p:spPr bwMode="auto">
          <a:xfrm>
            <a:off x="5288658"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SL</a:t>
            </a:r>
            <a:endParaRPr lang="zh-CN" altLang="en-US" sz="1200" b="1" i="0" baseline="-25000" dirty="0">
              <a:solidFill>
                <a:srgbClr val="FF0000"/>
              </a:solidFill>
              <a:latin typeface="微软雅黑" pitchFamily="34" charset="-122"/>
              <a:ea typeface="微软雅黑" pitchFamily="34" charset="-122"/>
            </a:endParaRPr>
          </a:p>
        </p:txBody>
      </p:sp>
      <p:sp>
        <p:nvSpPr>
          <p:cNvPr id="56" name="Text Box 4"/>
          <p:cNvSpPr txBox="1">
            <a:spLocks noChangeArrowheads="1"/>
          </p:cNvSpPr>
          <p:nvPr/>
        </p:nvSpPr>
        <p:spPr bwMode="auto">
          <a:xfrm>
            <a:off x="5379972" y="2294751"/>
            <a:ext cx="381000" cy="276999"/>
          </a:xfrm>
          <a:prstGeom prst="rect">
            <a:avLst/>
          </a:prstGeom>
          <a:noFill/>
          <a:ln w="9525">
            <a:noFill/>
            <a:miter lim="800000"/>
            <a:headEnd/>
            <a:tailEnd/>
          </a:ln>
        </p:spPr>
        <p:txBody>
          <a:bodyPr wrap="square">
            <a:spAutoFit/>
          </a:bodyPr>
          <a:lstStyle/>
          <a:p>
            <a:pPr>
              <a:spcBef>
                <a:spcPct val="50000"/>
              </a:spcBef>
            </a:pPr>
            <a:r>
              <a:rPr lang="en-US" altLang="zh-CN" sz="1200" b="1" dirty="0">
                <a:solidFill>
                  <a:srgbClr val="FF0000"/>
                </a:solidFill>
                <a:latin typeface="微软雅黑" pitchFamily="34" charset="-122"/>
                <a:ea typeface="微软雅黑" pitchFamily="34" charset="-122"/>
              </a:rPr>
              <a:t>SL</a:t>
            </a:r>
            <a:endParaRPr lang="zh-CN" altLang="en-US" sz="1200" b="1" i="0" dirty="0">
              <a:solidFill>
                <a:srgbClr val="FF0000"/>
              </a:solidFill>
              <a:latin typeface="微软雅黑" pitchFamily="34" charset="-122"/>
              <a:ea typeface="微软雅黑" pitchFamily="34" charset="-122"/>
            </a:endParaRPr>
          </a:p>
        </p:txBody>
      </p:sp>
      <p:sp>
        <p:nvSpPr>
          <p:cNvPr id="57" name="Text Box 4"/>
          <p:cNvSpPr txBox="1">
            <a:spLocks noChangeArrowheads="1"/>
          </p:cNvSpPr>
          <p:nvPr/>
        </p:nvSpPr>
        <p:spPr bwMode="auto">
          <a:xfrm>
            <a:off x="5593458" y="228214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8" name="Text Box 4"/>
          <p:cNvSpPr txBox="1">
            <a:spLocks noChangeArrowheads="1"/>
          </p:cNvSpPr>
          <p:nvPr/>
        </p:nvSpPr>
        <p:spPr bwMode="auto">
          <a:xfrm>
            <a:off x="5760972" y="2274507"/>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59" name="Text Box 4"/>
          <p:cNvSpPr txBox="1">
            <a:spLocks noChangeArrowheads="1"/>
          </p:cNvSpPr>
          <p:nvPr/>
        </p:nvSpPr>
        <p:spPr bwMode="auto">
          <a:xfrm>
            <a:off x="2362200" y="3028950"/>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B</a:t>
            </a:r>
            <a:endParaRPr lang="zh-CN" altLang="en-US" sz="1200" b="1" i="0" baseline="-25000" dirty="0">
              <a:solidFill>
                <a:srgbClr val="FF0000"/>
              </a:solidFill>
              <a:latin typeface="微软雅黑" pitchFamily="34" charset="-122"/>
              <a:ea typeface="微软雅黑" pitchFamily="34" charset="-122"/>
            </a:endParaRPr>
          </a:p>
        </p:txBody>
      </p:sp>
      <p:sp>
        <p:nvSpPr>
          <p:cNvPr id="63" name="Text Box 4"/>
          <p:cNvSpPr txBox="1">
            <a:spLocks noChangeArrowheads="1"/>
          </p:cNvSpPr>
          <p:nvPr/>
        </p:nvSpPr>
        <p:spPr bwMode="auto">
          <a:xfrm>
            <a:off x="4236972" y="2287194"/>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65" name="Text Box 4"/>
          <p:cNvSpPr txBox="1">
            <a:spLocks noChangeArrowheads="1"/>
          </p:cNvSpPr>
          <p:nvPr/>
        </p:nvSpPr>
        <p:spPr bwMode="auto">
          <a:xfrm>
            <a:off x="4610415"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66" name="Text Box 4"/>
          <p:cNvSpPr txBox="1">
            <a:spLocks noChangeArrowheads="1"/>
          </p:cNvSpPr>
          <p:nvPr/>
        </p:nvSpPr>
        <p:spPr bwMode="auto">
          <a:xfrm>
            <a:off x="4777929" y="2266950"/>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67" name="Text Box 4"/>
          <p:cNvSpPr txBox="1">
            <a:spLocks noChangeArrowheads="1"/>
          </p:cNvSpPr>
          <p:nvPr/>
        </p:nvSpPr>
        <p:spPr bwMode="auto">
          <a:xfrm>
            <a:off x="4381815" y="2282064"/>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D</a:t>
            </a:r>
            <a:endParaRPr lang="zh-CN" altLang="en-US" sz="1200" b="1" i="0" baseline="-25000" dirty="0">
              <a:solidFill>
                <a:srgbClr val="FF0000"/>
              </a:solidFill>
              <a:latin typeface="微软雅黑" pitchFamily="34" charset="-122"/>
              <a:ea typeface="微软雅黑" pitchFamily="34" charset="-122"/>
            </a:endParaRPr>
          </a:p>
        </p:txBody>
      </p:sp>
      <p:sp>
        <p:nvSpPr>
          <p:cNvPr id="77" name="Text Box 4"/>
          <p:cNvSpPr txBox="1">
            <a:spLocks noChangeArrowheads="1"/>
          </p:cNvSpPr>
          <p:nvPr/>
        </p:nvSpPr>
        <p:spPr bwMode="auto">
          <a:xfrm>
            <a:off x="3642486" y="228214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78" name="Text Box 4"/>
          <p:cNvSpPr txBox="1">
            <a:spLocks noChangeArrowheads="1"/>
          </p:cNvSpPr>
          <p:nvPr/>
        </p:nvSpPr>
        <p:spPr bwMode="auto">
          <a:xfrm>
            <a:off x="3810000" y="2274507"/>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79" name="Text Box 4"/>
          <p:cNvSpPr txBox="1">
            <a:spLocks noChangeArrowheads="1"/>
          </p:cNvSpPr>
          <p:nvPr/>
        </p:nvSpPr>
        <p:spPr bwMode="auto">
          <a:xfrm>
            <a:off x="3413886" y="2289621"/>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C</a:t>
            </a:r>
            <a:endParaRPr lang="zh-CN" altLang="en-US" sz="1200" b="1" i="0" baseline="-25000" dirty="0">
              <a:solidFill>
                <a:srgbClr val="FF0000"/>
              </a:solidFill>
              <a:latin typeface="微软雅黑" pitchFamily="34" charset="-122"/>
              <a:ea typeface="微软雅黑" pitchFamily="34" charset="-122"/>
            </a:endParaRPr>
          </a:p>
        </p:txBody>
      </p:sp>
      <p:sp>
        <p:nvSpPr>
          <p:cNvPr id="80" name="Text Box 4"/>
          <p:cNvSpPr txBox="1">
            <a:spLocks noChangeArrowheads="1"/>
          </p:cNvSpPr>
          <p:nvPr/>
        </p:nvSpPr>
        <p:spPr bwMode="auto">
          <a:xfrm>
            <a:off x="3262116" y="2297178"/>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81" name="Text Box 4"/>
          <p:cNvSpPr txBox="1">
            <a:spLocks noChangeArrowheads="1"/>
          </p:cNvSpPr>
          <p:nvPr/>
        </p:nvSpPr>
        <p:spPr bwMode="auto">
          <a:xfrm>
            <a:off x="2667000"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82" name="Text Box 4"/>
          <p:cNvSpPr txBox="1">
            <a:spLocks noChangeArrowheads="1"/>
          </p:cNvSpPr>
          <p:nvPr/>
        </p:nvSpPr>
        <p:spPr bwMode="auto">
          <a:xfrm>
            <a:off x="2834514" y="2266950"/>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83" name="Text Box 4"/>
          <p:cNvSpPr txBox="1">
            <a:spLocks noChangeArrowheads="1"/>
          </p:cNvSpPr>
          <p:nvPr/>
        </p:nvSpPr>
        <p:spPr bwMode="auto">
          <a:xfrm>
            <a:off x="2438400" y="2282064"/>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Q</a:t>
            </a:r>
            <a:r>
              <a:rPr lang="en-US" altLang="zh-CN" sz="1200" b="1" i="0" baseline="-25000" dirty="0">
                <a:solidFill>
                  <a:srgbClr val="FF0000"/>
                </a:solidFill>
                <a:latin typeface="微软雅黑" pitchFamily="34" charset="-122"/>
                <a:ea typeface="微软雅黑" pitchFamily="34" charset="-122"/>
              </a:rPr>
              <a:t>B</a:t>
            </a:r>
            <a:endParaRPr lang="zh-CN" altLang="en-US" sz="1200" b="1" i="0" baseline="-25000" dirty="0">
              <a:solidFill>
                <a:srgbClr val="FF0000"/>
              </a:solidFill>
              <a:latin typeface="微软雅黑" pitchFamily="34" charset="-122"/>
              <a:ea typeface="微软雅黑" pitchFamily="34" charset="-122"/>
            </a:endParaRPr>
          </a:p>
        </p:txBody>
      </p:sp>
      <p:sp>
        <p:nvSpPr>
          <p:cNvPr id="84" name="Text Box 4"/>
          <p:cNvSpPr txBox="1">
            <a:spLocks noChangeArrowheads="1"/>
          </p:cNvSpPr>
          <p:nvPr/>
        </p:nvSpPr>
        <p:spPr bwMode="auto">
          <a:xfrm>
            <a:off x="2286630" y="2289621"/>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ppt_x"/>
                                          </p:val>
                                        </p:tav>
                                        <p:tav tm="100000">
                                          <p:val>
                                            <p:strVal val="#ppt_x"/>
                                          </p:val>
                                        </p:tav>
                                      </p:tavLst>
                                    </p:anim>
                                    <p:anim calcmode="lin" valueType="num">
                                      <p:cBhvr additive="base">
                                        <p:cTn id="48" dur="500" fill="hold"/>
                                        <p:tgtEl>
                                          <p:spTgt spid="2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additive="base">
                                        <p:cTn id="59" dur="500" fill="hold"/>
                                        <p:tgtEl>
                                          <p:spTgt spid="29"/>
                                        </p:tgtEl>
                                        <p:attrNameLst>
                                          <p:attrName>ppt_x</p:attrName>
                                        </p:attrNameLst>
                                      </p:cBhvr>
                                      <p:tavLst>
                                        <p:tav tm="0">
                                          <p:val>
                                            <p:strVal val="#ppt_x"/>
                                          </p:val>
                                        </p:tav>
                                        <p:tav tm="100000">
                                          <p:val>
                                            <p:strVal val="#ppt_x"/>
                                          </p:val>
                                        </p:tav>
                                      </p:tavLst>
                                    </p:anim>
                                    <p:anim calcmode="lin" valueType="num">
                                      <p:cBhvr additive="base">
                                        <p:cTn id="6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41"/>
                                        </p:tgtEl>
                                        <p:attrNameLst>
                                          <p:attrName>style.visibility</p:attrName>
                                        </p:attrNameLst>
                                      </p:cBhvr>
                                      <p:to>
                                        <p:strVal val="visible"/>
                                      </p:to>
                                    </p:set>
                                    <p:anim calcmode="lin" valueType="num">
                                      <p:cBhvr additive="base">
                                        <p:cTn id="65" dur="500" fill="hold"/>
                                        <p:tgtEl>
                                          <p:spTgt spid="41"/>
                                        </p:tgtEl>
                                        <p:attrNameLst>
                                          <p:attrName>ppt_x</p:attrName>
                                        </p:attrNameLst>
                                      </p:cBhvr>
                                      <p:tavLst>
                                        <p:tav tm="0">
                                          <p:val>
                                            <p:strVal val="#ppt_x"/>
                                          </p:val>
                                        </p:tav>
                                        <p:tav tm="100000">
                                          <p:val>
                                            <p:strVal val="#ppt_x"/>
                                          </p:val>
                                        </p:tav>
                                      </p:tavLst>
                                    </p:anim>
                                    <p:anim calcmode="lin" valueType="num">
                                      <p:cBhvr additive="base">
                                        <p:cTn id="66" dur="500" fill="hold"/>
                                        <p:tgtEl>
                                          <p:spTgt spid="4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6"/>
                                        </p:tgtEl>
                                        <p:attrNameLst>
                                          <p:attrName>style.visibility</p:attrName>
                                        </p:attrNameLst>
                                      </p:cBhvr>
                                      <p:to>
                                        <p:strVal val="visible"/>
                                      </p:to>
                                    </p:set>
                                    <p:anim calcmode="lin" valueType="num">
                                      <p:cBhvr additive="base">
                                        <p:cTn id="69" dur="500" fill="hold"/>
                                        <p:tgtEl>
                                          <p:spTgt spid="56"/>
                                        </p:tgtEl>
                                        <p:attrNameLst>
                                          <p:attrName>ppt_x</p:attrName>
                                        </p:attrNameLst>
                                      </p:cBhvr>
                                      <p:tavLst>
                                        <p:tav tm="0">
                                          <p:val>
                                            <p:strVal val="#ppt_x"/>
                                          </p:val>
                                        </p:tav>
                                        <p:tav tm="100000">
                                          <p:val>
                                            <p:strVal val="#ppt_x"/>
                                          </p:val>
                                        </p:tav>
                                      </p:tavLst>
                                    </p:anim>
                                    <p:anim calcmode="lin" valueType="num">
                                      <p:cBhvr additive="base">
                                        <p:cTn id="70" dur="500" fill="hold"/>
                                        <p:tgtEl>
                                          <p:spTgt spid="56"/>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7"/>
                                        </p:tgtEl>
                                        <p:attrNameLst>
                                          <p:attrName>style.visibility</p:attrName>
                                        </p:attrNameLst>
                                      </p:cBhvr>
                                      <p:to>
                                        <p:strVal val="visible"/>
                                      </p:to>
                                    </p:set>
                                    <p:anim calcmode="lin" valueType="num">
                                      <p:cBhvr additive="base">
                                        <p:cTn id="73" dur="500" fill="hold"/>
                                        <p:tgtEl>
                                          <p:spTgt spid="57"/>
                                        </p:tgtEl>
                                        <p:attrNameLst>
                                          <p:attrName>ppt_x</p:attrName>
                                        </p:attrNameLst>
                                      </p:cBhvr>
                                      <p:tavLst>
                                        <p:tav tm="0">
                                          <p:val>
                                            <p:strVal val="#ppt_x"/>
                                          </p:val>
                                        </p:tav>
                                        <p:tav tm="100000">
                                          <p:val>
                                            <p:strVal val="#ppt_x"/>
                                          </p:val>
                                        </p:tav>
                                      </p:tavLst>
                                    </p:anim>
                                    <p:anim calcmode="lin" valueType="num">
                                      <p:cBhvr additive="base">
                                        <p:cTn id="74" dur="500" fill="hold"/>
                                        <p:tgtEl>
                                          <p:spTgt spid="5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58"/>
                                        </p:tgtEl>
                                        <p:attrNameLst>
                                          <p:attrName>style.visibility</p:attrName>
                                        </p:attrNameLst>
                                      </p:cBhvr>
                                      <p:to>
                                        <p:strVal val="visible"/>
                                      </p:to>
                                    </p:set>
                                    <p:anim calcmode="lin" valueType="num">
                                      <p:cBhvr additive="base">
                                        <p:cTn id="77" dur="500" fill="hold"/>
                                        <p:tgtEl>
                                          <p:spTgt spid="58"/>
                                        </p:tgtEl>
                                        <p:attrNameLst>
                                          <p:attrName>ppt_x</p:attrName>
                                        </p:attrNameLst>
                                      </p:cBhvr>
                                      <p:tavLst>
                                        <p:tav tm="0">
                                          <p:val>
                                            <p:strVal val="#ppt_x"/>
                                          </p:val>
                                        </p:tav>
                                        <p:tav tm="100000">
                                          <p:val>
                                            <p:strVal val="#ppt_x"/>
                                          </p:val>
                                        </p:tav>
                                      </p:tavLst>
                                    </p:anim>
                                    <p:anim calcmode="lin" valueType="num">
                                      <p:cBhvr additive="base">
                                        <p:cTn id="78"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63"/>
                                        </p:tgtEl>
                                        <p:attrNameLst>
                                          <p:attrName>style.visibility</p:attrName>
                                        </p:attrNameLst>
                                      </p:cBhvr>
                                      <p:to>
                                        <p:strVal val="visible"/>
                                      </p:to>
                                    </p:set>
                                    <p:anim calcmode="lin" valueType="num">
                                      <p:cBhvr additive="base">
                                        <p:cTn id="83" dur="500" fill="hold"/>
                                        <p:tgtEl>
                                          <p:spTgt spid="63"/>
                                        </p:tgtEl>
                                        <p:attrNameLst>
                                          <p:attrName>ppt_x</p:attrName>
                                        </p:attrNameLst>
                                      </p:cBhvr>
                                      <p:tavLst>
                                        <p:tav tm="0">
                                          <p:val>
                                            <p:strVal val="#ppt_x"/>
                                          </p:val>
                                        </p:tav>
                                        <p:tav tm="100000">
                                          <p:val>
                                            <p:strVal val="#ppt_x"/>
                                          </p:val>
                                        </p:tav>
                                      </p:tavLst>
                                    </p:anim>
                                    <p:anim calcmode="lin" valueType="num">
                                      <p:cBhvr additive="base">
                                        <p:cTn id="84" dur="500" fill="hold"/>
                                        <p:tgtEl>
                                          <p:spTgt spid="6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67"/>
                                        </p:tgtEl>
                                        <p:attrNameLst>
                                          <p:attrName>style.visibility</p:attrName>
                                        </p:attrNameLst>
                                      </p:cBhvr>
                                      <p:to>
                                        <p:strVal val="visible"/>
                                      </p:to>
                                    </p:set>
                                    <p:anim calcmode="lin" valueType="num">
                                      <p:cBhvr additive="base">
                                        <p:cTn id="87" dur="500" fill="hold"/>
                                        <p:tgtEl>
                                          <p:spTgt spid="67"/>
                                        </p:tgtEl>
                                        <p:attrNameLst>
                                          <p:attrName>ppt_x</p:attrName>
                                        </p:attrNameLst>
                                      </p:cBhvr>
                                      <p:tavLst>
                                        <p:tav tm="0">
                                          <p:val>
                                            <p:strVal val="#ppt_x"/>
                                          </p:val>
                                        </p:tav>
                                        <p:tav tm="100000">
                                          <p:val>
                                            <p:strVal val="#ppt_x"/>
                                          </p:val>
                                        </p:tav>
                                      </p:tavLst>
                                    </p:anim>
                                    <p:anim calcmode="lin" valueType="num">
                                      <p:cBhvr additive="base">
                                        <p:cTn id="88" dur="500" fill="hold"/>
                                        <p:tgtEl>
                                          <p:spTgt spid="6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65"/>
                                        </p:tgtEl>
                                        <p:attrNameLst>
                                          <p:attrName>style.visibility</p:attrName>
                                        </p:attrNameLst>
                                      </p:cBhvr>
                                      <p:to>
                                        <p:strVal val="visible"/>
                                      </p:to>
                                    </p:set>
                                    <p:anim calcmode="lin" valueType="num">
                                      <p:cBhvr additive="base">
                                        <p:cTn id="91" dur="500" fill="hold"/>
                                        <p:tgtEl>
                                          <p:spTgt spid="65"/>
                                        </p:tgtEl>
                                        <p:attrNameLst>
                                          <p:attrName>ppt_x</p:attrName>
                                        </p:attrNameLst>
                                      </p:cBhvr>
                                      <p:tavLst>
                                        <p:tav tm="0">
                                          <p:val>
                                            <p:strVal val="#ppt_x"/>
                                          </p:val>
                                        </p:tav>
                                        <p:tav tm="100000">
                                          <p:val>
                                            <p:strVal val="#ppt_x"/>
                                          </p:val>
                                        </p:tav>
                                      </p:tavLst>
                                    </p:anim>
                                    <p:anim calcmode="lin" valueType="num">
                                      <p:cBhvr additive="base">
                                        <p:cTn id="92" dur="500" fill="hold"/>
                                        <p:tgtEl>
                                          <p:spTgt spid="65"/>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66"/>
                                        </p:tgtEl>
                                        <p:attrNameLst>
                                          <p:attrName>style.visibility</p:attrName>
                                        </p:attrNameLst>
                                      </p:cBhvr>
                                      <p:to>
                                        <p:strVal val="visible"/>
                                      </p:to>
                                    </p:set>
                                    <p:anim calcmode="lin" valueType="num">
                                      <p:cBhvr additive="base">
                                        <p:cTn id="95" dur="500" fill="hold"/>
                                        <p:tgtEl>
                                          <p:spTgt spid="66"/>
                                        </p:tgtEl>
                                        <p:attrNameLst>
                                          <p:attrName>ppt_x</p:attrName>
                                        </p:attrNameLst>
                                      </p:cBhvr>
                                      <p:tavLst>
                                        <p:tav tm="0">
                                          <p:val>
                                            <p:strVal val="#ppt_x"/>
                                          </p:val>
                                        </p:tav>
                                        <p:tav tm="100000">
                                          <p:val>
                                            <p:strVal val="#ppt_x"/>
                                          </p:val>
                                        </p:tav>
                                      </p:tavLst>
                                    </p:anim>
                                    <p:anim calcmode="lin" valueType="num">
                                      <p:cBhvr additive="base">
                                        <p:cTn id="96" dur="500" fill="hold"/>
                                        <p:tgtEl>
                                          <p:spTgt spid="6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83"/>
                                        </p:tgtEl>
                                        <p:attrNameLst>
                                          <p:attrName>style.visibility</p:attrName>
                                        </p:attrNameLst>
                                      </p:cBhvr>
                                      <p:to>
                                        <p:strVal val="visible"/>
                                      </p:to>
                                    </p:set>
                                    <p:anim calcmode="lin" valueType="num">
                                      <p:cBhvr additive="base">
                                        <p:cTn id="99" dur="500" fill="hold"/>
                                        <p:tgtEl>
                                          <p:spTgt spid="83"/>
                                        </p:tgtEl>
                                        <p:attrNameLst>
                                          <p:attrName>ppt_x</p:attrName>
                                        </p:attrNameLst>
                                      </p:cBhvr>
                                      <p:tavLst>
                                        <p:tav tm="0">
                                          <p:val>
                                            <p:strVal val="#ppt_x"/>
                                          </p:val>
                                        </p:tav>
                                        <p:tav tm="100000">
                                          <p:val>
                                            <p:strVal val="#ppt_x"/>
                                          </p:val>
                                        </p:tav>
                                      </p:tavLst>
                                    </p:anim>
                                    <p:anim calcmode="lin" valueType="num">
                                      <p:cBhvr additive="base">
                                        <p:cTn id="100" dur="500" fill="hold"/>
                                        <p:tgtEl>
                                          <p:spTgt spid="83"/>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81"/>
                                        </p:tgtEl>
                                        <p:attrNameLst>
                                          <p:attrName>style.visibility</p:attrName>
                                        </p:attrNameLst>
                                      </p:cBhvr>
                                      <p:to>
                                        <p:strVal val="visible"/>
                                      </p:to>
                                    </p:set>
                                    <p:anim calcmode="lin" valueType="num">
                                      <p:cBhvr additive="base">
                                        <p:cTn id="103" dur="500" fill="hold"/>
                                        <p:tgtEl>
                                          <p:spTgt spid="81"/>
                                        </p:tgtEl>
                                        <p:attrNameLst>
                                          <p:attrName>ppt_x</p:attrName>
                                        </p:attrNameLst>
                                      </p:cBhvr>
                                      <p:tavLst>
                                        <p:tav tm="0">
                                          <p:val>
                                            <p:strVal val="#ppt_x"/>
                                          </p:val>
                                        </p:tav>
                                        <p:tav tm="100000">
                                          <p:val>
                                            <p:strVal val="#ppt_x"/>
                                          </p:val>
                                        </p:tav>
                                      </p:tavLst>
                                    </p:anim>
                                    <p:anim calcmode="lin" valueType="num">
                                      <p:cBhvr additive="base">
                                        <p:cTn id="104" dur="500" fill="hold"/>
                                        <p:tgtEl>
                                          <p:spTgt spid="8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82"/>
                                        </p:tgtEl>
                                        <p:attrNameLst>
                                          <p:attrName>style.visibility</p:attrName>
                                        </p:attrNameLst>
                                      </p:cBhvr>
                                      <p:to>
                                        <p:strVal val="visible"/>
                                      </p:to>
                                    </p:set>
                                    <p:anim calcmode="lin" valueType="num">
                                      <p:cBhvr additive="base">
                                        <p:cTn id="107" dur="500" fill="hold"/>
                                        <p:tgtEl>
                                          <p:spTgt spid="82"/>
                                        </p:tgtEl>
                                        <p:attrNameLst>
                                          <p:attrName>ppt_x</p:attrName>
                                        </p:attrNameLst>
                                      </p:cBhvr>
                                      <p:tavLst>
                                        <p:tav tm="0">
                                          <p:val>
                                            <p:strVal val="#ppt_x"/>
                                          </p:val>
                                        </p:tav>
                                        <p:tav tm="100000">
                                          <p:val>
                                            <p:strVal val="#ppt_x"/>
                                          </p:val>
                                        </p:tav>
                                      </p:tavLst>
                                    </p:anim>
                                    <p:anim calcmode="lin" valueType="num">
                                      <p:cBhvr additive="base">
                                        <p:cTn id="108" dur="500" fill="hold"/>
                                        <p:tgtEl>
                                          <p:spTgt spid="82"/>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84"/>
                                        </p:tgtEl>
                                        <p:attrNameLst>
                                          <p:attrName>style.visibility</p:attrName>
                                        </p:attrNameLst>
                                      </p:cBhvr>
                                      <p:to>
                                        <p:strVal val="visible"/>
                                      </p:to>
                                    </p:set>
                                    <p:anim calcmode="lin" valueType="num">
                                      <p:cBhvr additive="base">
                                        <p:cTn id="111" dur="500" fill="hold"/>
                                        <p:tgtEl>
                                          <p:spTgt spid="84"/>
                                        </p:tgtEl>
                                        <p:attrNameLst>
                                          <p:attrName>ppt_x</p:attrName>
                                        </p:attrNameLst>
                                      </p:cBhvr>
                                      <p:tavLst>
                                        <p:tav tm="0">
                                          <p:val>
                                            <p:strVal val="#ppt_x"/>
                                          </p:val>
                                        </p:tav>
                                        <p:tav tm="100000">
                                          <p:val>
                                            <p:strVal val="#ppt_x"/>
                                          </p:val>
                                        </p:tav>
                                      </p:tavLst>
                                    </p:anim>
                                    <p:anim calcmode="lin" valueType="num">
                                      <p:cBhvr additive="base">
                                        <p:cTn id="112" dur="500" fill="hold"/>
                                        <p:tgtEl>
                                          <p:spTgt spid="84"/>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80"/>
                                        </p:tgtEl>
                                        <p:attrNameLst>
                                          <p:attrName>style.visibility</p:attrName>
                                        </p:attrNameLst>
                                      </p:cBhvr>
                                      <p:to>
                                        <p:strVal val="visible"/>
                                      </p:to>
                                    </p:set>
                                    <p:anim calcmode="lin" valueType="num">
                                      <p:cBhvr additive="base">
                                        <p:cTn id="115" dur="500" fill="hold"/>
                                        <p:tgtEl>
                                          <p:spTgt spid="80"/>
                                        </p:tgtEl>
                                        <p:attrNameLst>
                                          <p:attrName>ppt_x</p:attrName>
                                        </p:attrNameLst>
                                      </p:cBhvr>
                                      <p:tavLst>
                                        <p:tav tm="0">
                                          <p:val>
                                            <p:strVal val="#ppt_x"/>
                                          </p:val>
                                        </p:tav>
                                        <p:tav tm="100000">
                                          <p:val>
                                            <p:strVal val="#ppt_x"/>
                                          </p:val>
                                        </p:tav>
                                      </p:tavLst>
                                    </p:anim>
                                    <p:anim calcmode="lin" valueType="num">
                                      <p:cBhvr additive="base">
                                        <p:cTn id="116" dur="500" fill="hold"/>
                                        <p:tgtEl>
                                          <p:spTgt spid="80"/>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79"/>
                                        </p:tgtEl>
                                        <p:attrNameLst>
                                          <p:attrName>style.visibility</p:attrName>
                                        </p:attrNameLst>
                                      </p:cBhvr>
                                      <p:to>
                                        <p:strVal val="visible"/>
                                      </p:to>
                                    </p:set>
                                    <p:anim calcmode="lin" valueType="num">
                                      <p:cBhvr additive="base">
                                        <p:cTn id="119" dur="500" fill="hold"/>
                                        <p:tgtEl>
                                          <p:spTgt spid="79"/>
                                        </p:tgtEl>
                                        <p:attrNameLst>
                                          <p:attrName>ppt_x</p:attrName>
                                        </p:attrNameLst>
                                      </p:cBhvr>
                                      <p:tavLst>
                                        <p:tav tm="0">
                                          <p:val>
                                            <p:strVal val="#ppt_x"/>
                                          </p:val>
                                        </p:tav>
                                        <p:tav tm="100000">
                                          <p:val>
                                            <p:strVal val="#ppt_x"/>
                                          </p:val>
                                        </p:tav>
                                      </p:tavLst>
                                    </p:anim>
                                    <p:anim calcmode="lin" valueType="num">
                                      <p:cBhvr additive="base">
                                        <p:cTn id="120" dur="500" fill="hold"/>
                                        <p:tgtEl>
                                          <p:spTgt spid="79"/>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77"/>
                                        </p:tgtEl>
                                        <p:attrNameLst>
                                          <p:attrName>style.visibility</p:attrName>
                                        </p:attrNameLst>
                                      </p:cBhvr>
                                      <p:to>
                                        <p:strVal val="visible"/>
                                      </p:to>
                                    </p:set>
                                    <p:anim calcmode="lin" valueType="num">
                                      <p:cBhvr additive="base">
                                        <p:cTn id="123" dur="500" fill="hold"/>
                                        <p:tgtEl>
                                          <p:spTgt spid="77"/>
                                        </p:tgtEl>
                                        <p:attrNameLst>
                                          <p:attrName>ppt_x</p:attrName>
                                        </p:attrNameLst>
                                      </p:cBhvr>
                                      <p:tavLst>
                                        <p:tav tm="0">
                                          <p:val>
                                            <p:strVal val="#ppt_x"/>
                                          </p:val>
                                        </p:tav>
                                        <p:tav tm="100000">
                                          <p:val>
                                            <p:strVal val="#ppt_x"/>
                                          </p:val>
                                        </p:tav>
                                      </p:tavLst>
                                    </p:anim>
                                    <p:anim calcmode="lin" valueType="num">
                                      <p:cBhvr additive="base">
                                        <p:cTn id="124" dur="500" fill="hold"/>
                                        <p:tgtEl>
                                          <p:spTgt spid="7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78"/>
                                        </p:tgtEl>
                                        <p:attrNameLst>
                                          <p:attrName>style.visibility</p:attrName>
                                        </p:attrNameLst>
                                      </p:cBhvr>
                                      <p:to>
                                        <p:strVal val="visible"/>
                                      </p:to>
                                    </p:set>
                                    <p:anim calcmode="lin" valueType="num">
                                      <p:cBhvr additive="base">
                                        <p:cTn id="127" dur="500" fill="hold"/>
                                        <p:tgtEl>
                                          <p:spTgt spid="78"/>
                                        </p:tgtEl>
                                        <p:attrNameLst>
                                          <p:attrName>ppt_x</p:attrName>
                                        </p:attrNameLst>
                                      </p:cBhvr>
                                      <p:tavLst>
                                        <p:tav tm="0">
                                          <p:val>
                                            <p:strVal val="#ppt_x"/>
                                          </p:val>
                                        </p:tav>
                                        <p:tav tm="100000">
                                          <p:val>
                                            <p:strVal val="#ppt_x"/>
                                          </p:val>
                                        </p:tav>
                                      </p:tavLst>
                                    </p:anim>
                                    <p:anim calcmode="lin" valueType="num">
                                      <p:cBhvr additive="base">
                                        <p:cTn id="12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47"/>
                                        </p:tgtEl>
                                        <p:attrNameLst>
                                          <p:attrName>style.visibility</p:attrName>
                                        </p:attrNameLst>
                                      </p:cBhvr>
                                      <p:to>
                                        <p:strVal val="visible"/>
                                      </p:to>
                                    </p:set>
                                    <p:anim calcmode="lin" valueType="num">
                                      <p:cBhvr additive="base">
                                        <p:cTn id="133" dur="500" fill="hold"/>
                                        <p:tgtEl>
                                          <p:spTgt spid="47"/>
                                        </p:tgtEl>
                                        <p:attrNameLst>
                                          <p:attrName>ppt_x</p:attrName>
                                        </p:attrNameLst>
                                      </p:cBhvr>
                                      <p:tavLst>
                                        <p:tav tm="0">
                                          <p:val>
                                            <p:strVal val="#ppt_x"/>
                                          </p:val>
                                        </p:tav>
                                        <p:tav tm="100000">
                                          <p:val>
                                            <p:strVal val="#ppt_x"/>
                                          </p:val>
                                        </p:tav>
                                      </p:tavLst>
                                    </p:anim>
                                    <p:anim calcmode="lin" valueType="num">
                                      <p:cBhvr additive="base">
                                        <p:cTn id="134" dur="500" fill="hold"/>
                                        <p:tgtEl>
                                          <p:spTgt spid="47"/>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48"/>
                                        </p:tgtEl>
                                        <p:attrNameLst>
                                          <p:attrName>style.visibility</p:attrName>
                                        </p:attrNameLst>
                                      </p:cBhvr>
                                      <p:to>
                                        <p:strVal val="visible"/>
                                      </p:to>
                                    </p:set>
                                    <p:anim calcmode="lin" valueType="num">
                                      <p:cBhvr additive="base">
                                        <p:cTn id="137" dur="500" fill="hold"/>
                                        <p:tgtEl>
                                          <p:spTgt spid="48"/>
                                        </p:tgtEl>
                                        <p:attrNameLst>
                                          <p:attrName>ppt_x</p:attrName>
                                        </p:attrNameLst>
                                      </p:cBhvr>
                                      <p:tavLst>
                                        <p:tav tm="0">
                                          <p:val>
                                            <p:strVal val="#ppt_x"/>
                                          </p:val>
                                        </p:tav>
                                        <p:tav tm="100000">
                                          <p:val>
                                            <p:strVal val="#ppt_x"/>
                                          </p:val>
                                        </p:tav>
                                      </p:tavLst>
                                    </p:anim>
                                    <p:anim calcmode="lin" valueType="num">
                                      <p:cBhvr additive="base">
                                        <p:cTn id="138" dur="500" fill="hold"/>
                                        <p:tgtEl>
                                          <p:spTgt spid="48"/>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 calcmode="lin" valueType="num">
                                      <p:cBhvr additive="base">
                                        <p:cTn id="141" dur="500" fill="hold"/>
                                        <p:tgtEl>
                                          <p:spTgt spid="49"/>
                                        </p:tgtEl>
                                        <p:attrNameLst>
                                          <p:attrName>ppt_x</p:attrName>
                                        </p:attrNameLst>
                                      </p:cBhvr>
                                      <p:tavLst>
                                        <p:tav tm="0">
                                          <p:val>
                                            <p:strVal val="#ppt_x"/>
                                          </p:val>
                                        </p:tav>
                                        <p:tav tm="100000">
                                          <p:val>
                                            <p:strVal val="#ppt_x"/>
                                          </p:val>
                                        </p:tav>
                                      </p:tavLst>
                                    </p:anim>
                                    <p:anim calcmode="lin" valueType="num">
                                      <p:cBhvr additive="base">
                                        <p:cTn id="142" dur="500" fill="hold"/>
                                        <p:tgtEl>
                                          <p:spTgt spid="49"/>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59"/>
                                        </p:tgtEl>
                                        <p:attrNameLst>
                                          <p:attrName>style.visibility</p:attrName>
                                        </p:attrNameLst>
                                      </p:cBhvr>
                                      <p:to>
                                        <p:strVal val="visible"/>
                                      </p:to>
                                    </p:set>
                                    <p:anim calcmode="lin" valueType="num">
                                      <p:cBhvr additive="base">
                                        <p:cTn id="145" dur="500" fill="hold"/>
                                        <p:tgtEl>
                                          <p:spTgt spid="59"/>
                                        </p:tgtEl>
                                        <p:attrNameLst>
                                          <p:attrName>ppt_x</p:attrName>
                                        </p:attrNameLst>
                                      </p:cBhvr>
                                      <p:tavLst>
                                        <p:tav tm="0">
                                          <p:val>
                                            <p:strVal val="#ppt_x"/>
                                          </p:val>
                                        </p:tav>
                                        <p:tav tm="100000">
                                          <p:val>
                                            <p:strVal val="#ppt_x"/>
                                          </p:val>
                                        </p:tav>
                                      </p:tavLst>
                                    </p:anim>
                                    <p:anim calcmode="lin" valueType="num">
                                      <p:cBhvr additive="base">
                                        <p:cTn id="146"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6" grpId="0"/>
      <p:bldP spid="17" grpId="0"/>
      <p:bldP spid="18" grpId="0"/>
      <p:bldP spid="19" grpId="0"/>
      <p:bldP spid="20" grpId="0"/>
      <p:bldP spid="21" grpId="0"/>
      <p:bldP spid="41" grpId="0"/>
      <p:bldP spid="47" grpId="0"/>
      <p:bldP spid="48" grpId="0"/>
      <p:bldP spid="49" grpId="0"/>
      <p:bldP spid="56" grpId="0"/>
      <p:bldP spid="57" grpId="0"/>
      <p:bldP spid="58" grpId="0"/>
      <p:bldP spid="59" grpId="0"/>
      <p:bldP spid="63" grpId="0"/>
      <p:bldP spid="65" grpId="0"/>
      <p:bldP spid="66" grpId="0"/>
      <p:bldP spid="67" grpId="0"/>
      <p:bldP spid="77" grpId="0"/>
      <p:bldP spid="78" grpId="0"/>
      <p:bldP spid="79" grpId="0"/>
      <p:bldP spid="80" grpId="0"/>
      <p:bldP spid="81" grpId="0"/>
      <p:bldP spid="82" grpId="0"/>
      <p:bldP spid="83" grpId="0"/>
      <p:bldP spid="8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6" name="TextBox 15"/>
          <p:cNvSpPr txBox="1"/>
          <p:nvPr/>
        </p:nvSpPr>
        <p:spPr>
          <a:xfrm>
            <a:off x="3200400" y="3105150"/>
            <a:ext cx="22098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14  </a:t>
            </a:r>
            <a:r>
              <a:rPr lang="zh-CN" altLang="en-US" sz="1400" dirty="0" smtClean="0">
                <a:latin typeface="微软雅黑" pitchFamily="34" charset="-122"/>
                <a:ea typeface="微软雅黑" pitchFamily="34" charset="-122"/>
              </a:rPr>
              <a:t>左移功能简化图</a:t>
            </a:r>
            <a:endParaRPr lang="zh-CN" altLang="en-US" sz="1400" dirty="0">
              <a:latin typeface="微软雅黑" pitchFamily="34" charset="-122"/>
              <a:ea typeface="微软雅黑" pitchFamily="34" charset="-122"/>
            </a:endParaRPr>
          </a:p>
        </p:txBody>
      </p:sp>
      <p:sp>
        <p:nvSpPr>
          <p:cNvPr id="9" name="Text Box 4"/>
          <p:cNvSpPr txBox="1">
            <a:spLocks noChangeArrowheads="1"/>
          </p:cNvSpPr>
          <p:nvPr/>
        </p:nvSpPr>
        <p:spPr bwMode="auto">
          <a:xfrm>
            <a:off x="32004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smtClean="0">
                <a:solidFill>
                  <a:srgbClr val="FF0000"/>
                </a:solidFill>
                <a:latin typeface="微软雅黑" pitchFamily="34" charset="-122"/>
                <a:ea typeface="微软雅黑" pitchFamily="34" charset="-122"/>
              </a:rPr>
              <a:t>左移功能：</a:t>
            </a:r>
            <a:endParaRPr lang="zh-CN" altLang="en-US" sz="1400" i="0" dirty="0">
              <a:solidFill>
                <a:srgbClr val="FF0000"/>
              </a:solidFill>
              <a:latin typeface="微软雅黑" pitchFamily="34" charset="-122"/>
              <a:ea typeface="微软雅黑" pitchFamily="34" charset="-122"/>
            </a:endParaRPr>
          </a:p>
        </p:txBody>
      </p:sp>
      <p:sp>
        <p:nvSpPr>
          <p:cNvPr id="10" name="Text Box 4"/>
          <p:cNvSpPr txBox="1">
            <a:spLocks noChangeArrowheads="1"/>
          </p:cNvSpPr>
          <p:nvPr/>
        </p:nvSpPr>
        <p:spPr bwMode="auto">
          <a:xfrm>
            <a:off x="4191000" y="895350"/>
            <a:ext cx="2606675" cy="307777"/>
          </a:xfrm>
          <a:prstGeom prst="rect">
            <a:avLst/>
          </a:prstGeom>
          <a:noFill/>
          <a:ln w="9525">
            <a:noFill/>
            <a:miter lim="800000"/>
            <a:headEnd/>
            <a:tailEnd/>
          </a:ln>
        </p:spPr>
        <p:txBody>
          <a:bodyPr>
            <a:spAutoFit/>
          </a:bodyPr>
          <a:lstStyle/>
          <a:p>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1</a:t>
            </a:r>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0</a:t>
            </a:r>
            <a:r>
              <a:rPr lang="en-US" altLang="zh-CN" sz="1400" i="0" dirty="0" smtClean="0">
                <a:solidFill>
                  <a:srgbClr val="FF0000"/>
                </a:solidFill>
                <a:latin typeface="微软雅黑" pitchFamily="34" charset="-122"/>
                <a:ea typeface="微软雅黑" pitchFamily="34" charset="-122"/>
              </a:rPr>
              <a:t>=10</a:t>
            </a:r>
            <a:endParaRPr lang="zh-CN" altLang="en-US" sz="1400" i="0" dirty="0">
              <a:solidFill>
                <a:srgbClr val="FF0000"/>
              </a:solidFill>
              <a:latin typeface="微软雅黑" pitchFamily="34" charset="-122"/>
              <a:ea typeface="微软雅黑" pitchFamily="34" charset="-122"/>
            </a:endParaRPr>
          </a:p>
        </p:txBody>
      </p:sp>
      <p:graphicFrame>
        <p:nvGraphicFramePr>
          <p:cNvPr id="12" name="对象 11"/>
          <p:cNvGraphicFramePr>
            <a:graphicFrameLocks noChangeAspect="1"/>
          </p:cNvGraphicFramePr>
          <p:nvPr/>
        </p:nvGraphicFramePr>
        <p:xfrm>
          <a:off x="1676400" y="1047750"/>
          <a:ext cx="6121400" cy="2168525"/>
        </p:xfrm>
        <a:graphic>
          <a:graphicData uri="http://schemas.openxmlformats.org/presentationml/2006/ole">
            <p:oleObj spid="_x0000_s6146" name="Visio" r:id="rId3" imgW="6124475" imgH="2099452" progId="Visio.Drawing.11">
              <p:embed/>
            </p:oleObj>
          </a:graphicData>
        </a:graphic>
      </p:graphicFrame>
      <p:sp>
        <p:nvSpPr>
          <p:cNvPr id="11" name="矩形 10"/>
          <p:cNvSpPr/>
          <p:nvPr/>
        </p:nvSpPr>
        <p:spPr>
          <a:xfrm>
            <a:off x="0" y="0"/>
            <a:ext cx="4217821" cy="523220"/>
          </a:xfrm>
          <a:prstGeom prst="rect">
            <a:avLst/>
          </a:prstGeom>
        </p:spPr>
        <p:txBody>
          <a:bodyPr wrap="none">
            <a:spAutoFit/>
          </a:bodyPr>
          <a:lstStyle/>
          <a:p>
            <a:pPr algn="ctr">
              <a:defRPr/>
            </a:pPr>
            <a:r>
              <a:rPr lang="en-US" altLang="zh-CN"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2" descr="CAI4-6"/>
          <p:cNvPicPr>
            <a:picLocks noChangeAspect="1" noChangeArrowheads="1"/>
          </p:cNvPicPr>
          <p:nvPr/>
        </p:nvPicPr>
        <p:blipFill>
          <a:blip r:embed="rId2" cstate="print"/>
          <a:srcRect/>
          <a:stretch>
            <a:fillRect/>
          </a:stretch>
        </p:blipFill>
        <p:spPr bwMode="auto">
          <a:xfrm>
            <a:off x="1295400" y="590550"/>
            <a:ext cx="5334000" cy="3965724"/>
          </a:xfrm>
          <a:prstGeom prst="rect">
            <a:avLst/>
          </a:prstGeom>
          <a:noFill/>
          <a:ln w="9525">
            <a:noFill/>
            <a:miter lim="800000"/>
            <a:headEnd/>
            <a:tailEnd/>
          </a:ln>
        </p:spPr>
      </p:pic>
      <p:sp>
        <p:nvSpPr>
          <p:cNvPr id="6" name="Rectangle 14"/>
          <p:cNvSpPr>
            <a:spLocks noChangeArrowheads="1"/>
          </p:cNvSpPr>
          <p:nvPr/>
        </p:nvSpPr>
        <p:spPr bwMode="auto">
          <a:xfrm>
            <a:off x="0" y="590550"/>
            <a:ext cx="8610600" cy="22313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1">
              <a:lnSpc>
                <a:spcPct val="150000"/>
              </a:lnSpc>
            </a:pPr>
            <a:r>
              <a:rPr lang="zh-CN" altLang="en-US" sz="1600" b="1" dirty="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a:solidFill>
                <a:srgbClr val="3333CC"/>
              </a:solidFill>
              <a:latin typeface="微软雅黑" pitchFamily="34" charset="-122"/>
              <a:ea typeface="微软雅黑" pitchFamily="34" charset="-122"/>
            </a:endParaRPr>
          </a:p>
          <a:p>
            <a:pPr marL="0" lvl="1" indent="457200">
              <a:lnSpc>
                <a:spcPct val="150000"/>
              </a:lnSpc>
            </a:pPr>
            <a:endParaRPr lang="en-US" altLang="zh-CN" dirty="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a:solidFill>
                  <a:schemeClr val="accent6"/>
                </a:solidFill>
                <a:latin typeface="微软雅黑" panose="020B0503020204020204" pitchFamily="34" charset="-122"/>
                <a:ea typeface="微软雅黑" panose="020B0503020204020204" pitchFamily="34" charset="-122"/>
              </a:rPr>
              <a:t>      </a:t>
            </a:r>
            <a:r>
              <a:rPr lang="en-US" altLang="zh-CN" dirty="0">
                <a:solidFill>
                  <a:schemeClr val="accent6"/>
                </a:solidFill>
                <a:latin typeface="微软雅黑" panose="020B0503020204020204" pitchFamily="34" charset="-122"/>
                <a:ea typeface="微软雅黑" panose="020B0503020204020204" pitchFamily="34" charset="-122"/>
              </a:rPr>
              <a:t> </a:t>
            </a: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7" name="TextBox 6"/>
          <p:cNvSpPr txBox="1"/>
          <p:nvPr/>
        </p:nvSpPr>
        <p:spPr>
          <a:xfrm>
            <a:off x="3200400" y="4552950"/>
            <a:ext cx="2209800" cy="307777"/>
          </a:xfrm>
          <a:prstGeom prst="rect">
            <a:avLst/>
          </a:prstGeom>
          <a:noFill/>
        </p:spPr>
        <p:txBody>
          <a:bodyPr wrap="square" rtlCol="0">
            <a:spAutoFit/>
          </a:bodyPr>
          <a:lstStyle/>
          <a:p>
            <a:r>
              <a:rPr lang="zh-CN" altLang="en-US" sz="1400" dirty="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10 </a:t>
            </a:r>
            <a:r>
              <a:rPr lang="zh-CN" altLang="en-US" sz="1400" dirty="0">
                <a:latin typeface="微软雅黑" pitchFamily="34" charset="-122"/>
                <a:ea typeface="微软雅黑" pitchFamily="34" charset="-122"/>
              </a:rPr>
              <a:t>通用寄存器</a:t>
            </a:r>
          </a:p>
        </p:txBody>
      </p:sp>
      <p:sp>
        <p:nvSpPr>
          <p:cNvPr id="8" name="Text Box 4"/>
          <p:cNvSpPr txBox="1">
            <a:spLocks noChangeArrowheads="1"/>
          </p:cNvSpPr>
          <p:nvPr/>
        </p:nvSpPr>
        <p:spPr bwMode="auto">
          <a:xfrm>
            <a:off x="26670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a:solidFill>
                  <a:srgbClr val="FF0000"/>
                </a:solidFill>
                <a:latin typeface="微软雅黑" pitchFamily="34" charset="-122"/>
                <a:ea typeface="微软雅黑" pitchFamily="34" charset="-122"/>
              </a:rPr>
              <a:t>置数功能：</a:t>
            </a:r>
            <a:endParaRPr lang="zh-CN" altLang="en-US" sz="1400" i="0" dirty="0">
              <a:solidFill>
                <a:srgbClr val="FF0000"/>
              </a:solidFill>
              <a:latin typeface="微软雅黑" pitchFamily="34" charset="-122"/>
              <a:ea typeface="微软雅黑" pitchFamily="34" charset="-122"/>
            </a:endParaRPr>
          </a:p>
        </p:txBody>
      </p:sp>
      <p:sp>
        <p:nvSpPr>
          <p:cNvPr id="9" name="Text Box 4"/>
          <p:cNvSpPr txBox="1">
            <a:spLocks noChangeArrowheads="1"/>
          </p:cNvSpPr>
          <p:nvPr/>
        </p:nvSpPr>
        <p:spPr bwMode="auto">
          <a:xfrm>
            <a:off x="32766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1" name="Text Box 4"/>
          <p:cNvSpPr txBox="1">
            <a:spLocks noChangeArrowheads="1"/>
          </p:cNvSpPr>
          <p:nvPr/>
        </p:nvSpPr>
        <p:spPr bwMode="auto">
          <a:xfrm>
            <a:off x="22860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2" name="Text Box 4"/>
          <p:cNvSpPr txBox="1">
            <a:spLocks noChangeArrowheads="1"/>
          </p:cNvSpPr>
          <p:nvPr/>
        </p:nvSpPr>
        <p:spPr bwMode="auto">
          <a:xfrm>
            <a:off x="1600200" y="3638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3" name="Text Box 4"/>
          <p:cNvSpPr txBox="1">
            <a:spLocks noChangeArrowheads="1"/>
          </p:cNvSpPr>
          <p:nvPr/>
        </p:nvSpPr>
        <p:spPr bwMode="auto">
          <a:xfrm>
            <a:off x="42672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4" name="Text Box 4"/>
          <p:cNvSpPr txBox="1">
            <a:spLocks noChangeArrowheads="1"/>
          </p:cNvSpPr>
          <p:nvPr/>
        </p:nvSpPr>
        <p:spPr bwMode="auto">
          <a:xfrm>
            <a:off x="5257800" y="32575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5" name="Text Box 4"/>
          <p:cNvSpPr txBox="1">
            <a:spLocks noChangeArrowheads="1"/>
          </p:cNvSpPr>
          <p:nvPr/>
        </p:nvSpPr>
        <p:spPr bwMode="auto">
          <a:xfrm>
            <a:off x="3657600" y="895350"/>
            <a:ext cx="2606675" cy="307777"/>
          </a:xfrm>
          <a:prstGeom prst="rect">
            <a:avLst/>
          </a:prstGeom>
          <a:noFill/>
          <a:ln w="9525">
            <a:noFill/>
            <a:miter lim="800000"/>
            <a:headEnd/>
            <a:tailEnd/>
          </a:ln>
        </p:spPr>
        <p:txBody>
          <a:bodyPr>
            <a:spAutoFit/>
          </a:bodyPr>
          <a:lstStyle/>
          <a:p>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1</a:t>
            </a:r>
            <a:r>
              <a:rPr lang="en-US" altLang="zh-CN" sz="1400" i="0" dirty="0">
                <a:solidFill>
                  <a:srgbClr val="FF0000"/>
                </a:solidFill>
                <a:latin typeface="微软雅黑" pitchFamily="34" charset="-122"/>
                <a:ea typeface="微软雅黑" pitchFamily="34" charset="-122"/>
              </a:rPr>
              <a:t>S</a:t>
            </a:r>
            <a:r>
              <a:rPr lang="en-US" altLang="zh-CN" sz="1400" i="0" baseline="-25000" dirty="0">
                <a:solidFill>
                  <a:srgbClr val="FF0000"/>
                </a:solidFill>
                <a:latin typeface="微软雅黑" pitchFamily="34" charset="-122"/>
                <a:ea typeface="微软雅黑" pitchFamily="34" charset="-122"/>
              </a:rPr>
              <a:t>0</a:t>
            </a:r>
            <a:r>
              <a:rPr lang="en-US" altLang="zh-CN" sz="1400" i="0" dirty="0">
                <a:solidFill>
                  <a:srgbClr val="FF0000"/>
                </a:solidFill>
                <a:latin typeface="微软雅黑" pitchFamily="34" charset="-122"/>
                <a:ea typeface="微软雅黑" pitchFamily="34" charset="-122"/>
              </a:rPr>
              <a:t>=11</a:t>
            </a:r>
            <a:endParaRPr lang="zh-CN" altLang="en-US" sz="1400" i="0" dirty="0">
              <a:solidFill>
                <a:srgbClr val="FF0000"/>
              </a:solidFill>
              <a:latin typeface="微软雅黑" pitchFamily="34" charset="-122"/>
              <a:ea typeface="微软雅黑" pitchFamily="34" charset="-122"/>
            </a:endParaRPr>
          </a:p>
        </p:txBody>
      </p:sp>
      <p:sp>
        <p:nvSpPr>
          <p:cNvPr id="16" name="Text Box 4"/>
          <p:cNvSpPr txBox="1">
            <a:spLocks noChangeArrowheads="1"/>
          </p:cNvSpPr>
          <p:nvPr/>
        </p:nvSpPr>
        <p:spPr bwMode="auto">
          <a:xfrm>
            <a:off x="16002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7" name="Text Box 4"/>
          <p:cNvSpPr txBox="1">
            <a:spLocks noChangeArrowheads="1"/>
          </p:cNvSpPr>
          <p:nvPr/>
        </p:nvSpPr>
        <p:spPr bwMode="auto">
          <a:xfrm>
            <a:off x="2057400" y="742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18" name="Text Box 4"/>
          <p:cNvSpPr txBox="1">
            <a:spLocks noChangeArrowheads="1"/>
          </p:cNvSpPr>
          <p:nvPr/>
        </p:nvSpPr>
        <p:spPr bwMode="auto">
          <a:xfrm>
            <a:off x="16002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19" name="Text Box 4"/>
          <p:cNvSpPr txBox="1">
            <a:spLocks noChangeArrowheads="1"/>
          </p:cNvSpPr>
          <p:nvPr/>
        </p:nvSpPr>
        <p:spPr bwMode="auto">
          <a:xfrm>
            <a:off x="2057400" y="1200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20" name="Text Box 4"/>
          <p:cNvSpPr txBox="1">
            <a:spLocks noChangeArrowheads="1"/>
          </p:cNvSpPr>
          <p:nvPr/>
        </p:nvSpPr>
        <p:spPr bwMode="auto">
          <a:xfrm>
            <a:off x="1447800" y="15811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sp>
        <p:nvSpPr>
          <p:cNvPr id="21" name="Text Box 4"/>
          <p:cNvSpPr txBox="1">
            <a:spLocks noChangeArrowheads="1"/>
          </p:cNvSpPr>
          <p:nvPr/>
        </p:nvSpPr>
        <p:spPr bwMode="auto">
          <a:xfrm>
            <a:off x="1905000" y="1504950"/>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1</a:t>
            </a:r>
            <a:endParaRPr lang="zh-CN" altLang="en-US" sz="1400" b="1" i="0" dirty="0">
              <a:solidFill>
                <a:srgbClr val="FF0000"/>
              </a:solidFill>
              <a:latin typeface="微软雅黑" pitchFamily="34" charset="-122"/>
              <a:ea typeface="微软雅黑" pitchFamily="34" charset="-122"/>
            </a:endParaRPr>
          </a:p>
        </p:txBody>
      </p:sp>
      <p:cxnSp>
        <p:nvCxnSpPr>
          <p:cNvPr id="23" name="直接连接符 22"/>
          <p:cNvCxnSpPr/>
          <p:nvPr/>
        </p:nvCxnSpPr>
        <p:spPr>
          <a:xfrm>
            <a:off x="2255142" y="1642866"/>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935858" y="1931922"/>
            <a:ext cx="37338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286000" y="1733550"/>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133600" y="1824864"/>
            <a:ext cx="37338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 Box 4"/>
          <p:cNvSpPr txBox="1">
            <a:spLocks noChangeArrowheads="1"/>
          </p:cNvSpPr>
          <p:nvPr/>
        </p:nvSpPr>
        <p:spPr bwMode="auto">
          <a:xfrm>
            <a:off x="5220015" y="2294751"/>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47" name="Text Box 4"/>
          <p:cNvSpPr txBox="1">
            <a:spLocks noChangeArrowheads="1"/>
          </p:cNvSpPr>
          <p:nvPr/>
        </p:nvSpPr>
        <p:spPr bwMode="auto">
          <a:xfrm>
            <a:off x="3398142" y="3056751"/>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B</a:t>
            </a:r>
            <a:endParaRPr lang="zh-CN" altLang="en-US" sz="1200" b="1" i="0" baseline="-25000" dirty="0">
              <a:solidFill>
                <a:srgbClr val="FF0000"/>
              </a:solidFill>
              <a:latin typeface="微软雅黑" pitchFamily="34" charset="-122"/>
              <a:ea typeface="微软雅黑" pitchFamily="34" charset="-122"/>
            </a:endParaRPr>
          </a:p>
        </p:txBody>
      </p:sp>
      <p:sp>
        <p:nvSpPr>
          <p:cNvPr id="48" name="Text Box 4"/>
          <p:cNvSpPr txBox="1">
            <a:spLocks noChangeArrowheads="1"/>
          </p:cNvSpPr>
          <p:nvPr/>
        </p:nvSpPr>
        <p:spPr bwMode="auto">
          <a:xfrm>
            <a:off x="4381815" y="3056751"/>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C</a:t>
            </a:r>
            <a:endParaRPr lang="zh-CN" altLang="en-US" sz="1200" b="1" i="0" baseline="-25000" dirty="0">
              <a:solidFill>
                <a:srgbClr val="FF0000"/>
              </a:solidFill>
              <a:latin typeface="微软雅黑" pitchFamily="34" charset="-122"/>
              <a:ea typeface="微软雅黑" pitchFamily="34" charset="-122"/>
            </a:endParaRPr>
          </a:p>
        </p:txBody>
      </p:sp>
      <p:sp>
        <p:nvSpPr>
          <p:cNvPr id="49" name="Text Box 4"/>
          <p:cNvSpPr txBox="1">
            <a:spLocks noChangeArrowheads="1"/>
          </p:cNvSpPr>
          <p:nvPr/>
        </p:nvSpPr>
        <p:spPr bwMode="auto">
          <a:xfrm>
            <a:off x="5364858" y="3056751"/>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D</a:t>
            </a:r>
            <a:endParaRPr lang="zh-CN" altLang="en-US" sz="1200" b="1" i="0" baseline="-25000" dirty="0">
              <a:solidFill>
                <a:srgbClr val="FF0000"/>
              </a:solidFill>
              <a:latin typeface="微软雅黑" pitchFamily="34" charset="-122"/>
              <a:ea typeface="微软雅黑" pitchFamily="34" charset="-122"/>
            </a:endParaRPr>
          </a:p>
        </p:txBody>
      </p:sp>
      <p:sp>
        <p:nvSpPr>
          <p:cNvPr id="56" name="Text Box 4"/>
          <p:cNvSpPr txBox="1">
            <a:spLocks noChangeArrowheads="1"/>
          </p:cNvSpPr>
          <p:nvPr/>
        </p:nvSpPr>
        <p:spPr bwMode="auto">
          <a:xfrm>
            <a:off x="5379972" y="2294751"/>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chemeClr val="accent6"/>
                </a:solidFill>
                <a:latin typeface="微软雅黑" pitchFamily="34" charset="-122"/>
                <a:ea typeface="微软雅黑" pitchFamily="34" charset="-122"/>
              </a:rPr>
              <a:t>0</a:t>
            </a:r>
            <a:endParaRPr lang="zh-CN" altLang="en-US" sz="1400" b="1" i="0" dirty="0">
              <a:solidFill>
                <a:schemeClr val="accent6"/>
              </a:solidFill>
              <a:latin typeface="微软雅黑" pitchFamily="34" charset="-122"/>
              <a:ea typeface="微软雅黑" pitchFamily="34" charset="-122"/>
            </a:endParaRPr>
          </a:p>
        </p:txBody>
      </p:sp>
      <p:sp>
        <p:nvSpPr>
          <p:cNvPr id="57" name="Text Box 4"/>
          <p:cNvSpPr txBox="1">
            <a:spLocks noChangeArrowheads="1"/>
          </p:cNvSpPr>
          <p:nvPr/>
        </p:nvSpPr>
        <p:spPr bwMode="auto">
          <a:xfrm>
            <a:off x="5593458" y="228214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D</a:t>
            </a:r>
            <a:endParaRPr lang="zh-CN" altLang="en-US" sz="1400" b="1" i="0" dirty="0">
              <a:solidFill>
                <a:srgbClr val="FF0000"/>
              </a:solidFill>
              <a:latin typeface="微软雅黑" pitchFamily="34" charset="-122"/>
              <a:ea typeface="微软雅黑" pitchFamily="34" charset="-122"/>
            </a:endParaRPr>
          </a:p>
        </p:txBody>
      </p:sp>
      <p:sp>
        <p:nvSpPr>
          <p:cNvPr id="58" name="Text Box 4"/>
          <p:cNvSpPr txBox="1">
            <a:spLocks noChangeArrowheads="1"/>
          </p:cNvSpPr>
          <p:nvPr/>
        </p:nvSpPr>
        <p:spPr bwMode="auto">
          <a:xfrm>
            <a:off x="5760972" y="2274507"/>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59" name="Text Box 4"/>
          <p:cNvSpPr txBox="1">
            <a:spLocks noChangeArrowheads="1"/>
          </p:cNvSpPr>
          <p:nvPr/>
        </p:nvSpPr>
        <p:spPr bwMode="auto">
          <a:xfrm>
            <a:off x="2438400" y="3056751"/>
            <a:ext cx="457200" cy="276999"/>
          </a:xfrm>
          <a:prstGeom prst="rect">
            <a:avLst/>
          </a:prstGeom>
          <a:noFill/>
          <a:ln w="9525">
            <a:noFill/>
            <a:miter lim="800000"/>
            <a:headEnd/>
            <a:tailEnd/>
          </a:ln>
        </p:spPr>
        <p:txBody>
          <a:bodyPr wrap="square">
            <a:spAutoFit/>
          </a:bodyPr>
          <a:lstStyle/>
          <a:p>
            <a:pPr>
              <a:spcBef>
                <a:spcPct val="50000"/>
              </a:spcBef>
            </a:pPr>
            <a:r>
              <a:rPr lang="en-US" altLang="zh-CN" sz="1200" b="1" i="0" dirty="0">
                <a:solidFill>
                  <a:srgbClr val="FF0000"/>
                </a:solidFill>
                <a:latin typeface="微软雅黑" pitchFamily="34" charset="-122"/>
                <a:ea typeface="微软雅黑" pitchFamily="34" charset="-122"/>
              </a:rPr>
              <a:t>A</a:t>
            </a:r>
            <a:endParaRPr lang="zh-CN" altLang="en-US" sz="1200" b="1" i="0" baseline="-25000" dirty="0">
              <a:solidFill>
                <a:srgbClr val="FF0000"/>
              </a:solidFill>
              <a:latin typeface="微软雅黑" pitchFamily="34" charset="-122"/>
              <a:ea typeface="微软雅黑" pitchFamily="34" charset="-122"/>
            </a:endParaRPr>
          </a:p>
        </p:txBody>
      </p:sp>
      <p:sp>
        <p:nvSpPr>
          <p:cNvPr id="63" name="Text Box 4"/>
          <p:cNvSpPr txBox="1">
            <a:spLocks noChangeArrowheads="1"/>
          </p:cNvSpPr>
          <p:nvPr/>
        </p:nvSpPr>
        <p:spPr bwMode="auto">
          <a:xfrm>
            <a:off x="4236972" y="2287194"/>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65" name="Text Box 4"/>
          <p:cNvSpPr txBox="1">
            <a:spLocks noChangeArrowheads="1"/>
          </p:cNvSpPr>
          <p:nvPr/>
        </p:nvSpPr>
        <p:spPr bwMode="auto">
          <a:xfrm>
            <a:off x="4610415"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C</a:t>
            </a:r>
            <a:endParaRPr lang="zh-CN" altLang="en-US" sz="1400" b="1" i="0" dirty="0">
              <a:solidFill>
                <a:srgbClr val="FF0000"/>
              </a:solidFill>
              <a:latin typeface="微软雅黑" pitchFamily="34" charset="-122"/>
              <a:ea typeface="微软雅黑" pitchFamily="34" charset="-122"/>
            </a:endParaRPr>
          </a:p>
        </p:txBody>
      </p:sp>
      <p:sp>
        <p:nvSpPr>
          <p:cNvPr id="66" name="Text Box 4"/>
          <p:cNvSpPr txBox="1">
            <a:spLocks noChangeArrowheads="1"/>
          </p:cNvSpPr>
          <p:nvPr/>
        </p:nvSpPr>
        <p:spPr bwMode="auto">
          <a:xfrm>
            <a:off x="4777929" y="2266950"/>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67" name="Text Box 4"/>
          <p:cNvSpPr txBox="1">
            <a:spLocks noChangeArrowheads="1"/>
          </p:cNvSpPr>
          <p:nvPr/>
        </p:nvSpPr>
        <p:spPr bwMode="auto">
          <a:xfrm>
            <a:off x="4381815" y="2282064"/>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77" name="Text Box 4"/>
          <p:cNvSpPr txBox="1">
            <a:spLocks noChangeArrowheads="1"/>
          </p:cNvSpPr>
          <p:nvPr/>
        </p:nvSpPr>
        <p:spPr bwMode="auto">
          <a:xfrm>
            <a:off x="3642486" y="2282144"/>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B</a:t>
            </a:r>
            <a:endParaRPr lang="zh-CN" altLang="en-US" sz="1400" b="1" i="0" dirty="0">
              <a:solidFill>
                <a:srgbClr val="FF0000"/>
              </a:solidFill>
              <a:latin typeface="微软雅黑" pitchFamily="34" charset="-122"/>
              <a:ea typeface="微软雅黑" pitchFamily="34" charset="-122"/>
            </a:endParaRPr>
          </a:p>
        </p:txBody>
      </p:sp>
      <p:sp>
        <p:nvSpPr>
          <p:cNvPr id="78" name="Text Box 4"/>
          <p:cNvSpPr txBox="1">
            <a:spLocks noChangeArrowheads="1"/>
          </p:cNvSpPr>
          <p:nvPr/>
        </p:nvSpPr>
        <p:spPr bwMode="auto">
          <a:xfrm>
            <a:off x="3810000" y="2274507"/>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79" name="Text Box 4"/>
          <p:cNvSpPr txBox="1">
            <a:spLocks noChangeArrowheads="1"/>
          </p:cNvSpPr>
          <p:nvPr/>
        </p:nvSpPr>
        <p:spPr bwMode="auto">
          <a:xfrm>
            <a:off x="3429000" y="2289621"/>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80" name="Text Box 4"/>
          <p:cNvSpPr txBox="1">
            <a:spLocks noChangeArrowheads="1"/>
          </p:cNvSpPr>
          <p:nvPr/>
        </p:nvSpPr>
        <p:spPr bwMode="auto">
          <a:xfrm>
            <a:off x="3262116" y="2297178"/>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81" name="Text Box 4"/>
          <p:cNvSpPr txBox="1">
            <a:spLocks noChangeArrowheads="1"/>
          </p:cNvSpPr>
          <p:nvPr/>
        </p:nvSpPr>
        <p:spPr bwMode="auto">
          <a:xfrm>
            <a:off x="2636142" y="2274587"/>
            <a:ext cx="381000" cy="307777"/>
          </a:xfrm>
          <a:prstGeom prst="rect">
            <a:avLst/>
          </a:prstGeom>
          <a:noFill/>
          <a:ln w="9525">
            <a:noFill/>
            <a:miter lim="800000"/>
            <a:headEnd/>
            <a:tailEnd/>
          </a:ln>
        </p:spPr>
        <p:txBody>
          <a:bodyPr wrap="square">
            <a:spAutoFit/>
          </a:bodyPr>
          <a:lstStyle/>
          <a:p>
            <a:pPr>
              <a:spcBef>
                <a:spcPct val="50000"/>
              </a:spcBef>
            </a:pPr>
            <a:r>
              <a:rPr lang="en-US" altLang="zh-CN" sz="1400" b="1" dirty="0">
                <a:solidFill>
                  <a:srgbClr val="FF0000"/>
                </a:solidFill>
                <a:latin typeface="微软雅黑" pitchFamily="34" charset="-122"/>
                <a:ea typeface="微软雅黑" pitchFamily="34" charset="-122"/>
              </a:rPr>
              <a:t>A</a:t>
            </a:r>
            <a:endParaRPr lang="zh-CN" altLang="en-US" sz="1400" b="1" i="0" dirty="0">
              <a:solidFill>
                <a:srgbClr val="FF0000"/>
              </a:solidFill>
              <a:latin typeface="微软雅黑" pitchFamily="34" charset="-122"/>
              <a:ea typeface="微软雅黑" pitchFamily="34" charset="-122"/>
            </a:endParaRPr>
          </a:p>
        </p:txBody>
      </p:sp>
      <p:sp>
        <p:nvSpPr>
          <p:cNvPr id="82" name="Text Box 4"/>
          <p:cNvSpPr txBox="1">
            <a:spLocks noChangeArrowheads="1"/>
          </p:cNvSpPr>
          <p:nvPr/>
        </p:nvSpPr>
        <p:spPr bwMode="auto">
          <a:xfrm>
            <a:off x="2834514" y="2266950"/>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83" name="Text Box 4"/>
          <p:cNvSpPr txBox="1">
            <a:spLocks noChangeArrowheads="1"/>
          </p:cNvSpPr>
          <p:nvPr/>
        </p:nvSpPr>
        <p:spPr bwMode="auto">
          <a:xfrm>
            <a:off x="2461701" y="2297178"/>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rgbClr val="FF0000"/>
                </a:solidFill>
                <a:latin typeface="微软雅黑" pitchFamily="34" charset="-122"/>
                <a:ea typeface="微软雅黑" pitchFamily="34" charset="-122"/>
              </a:rPr>
              <a:t>0</a:t>
            </a:r>
            <a:endParaRPr lang="zh-CN" altLang="en-US" sz="1400" b="1" i="0" baseline="-25000" dirty="0">
              <a:solidFill>
                <a:srgbClr val="FF0000"/>
              </a:solidFill>
              <a:latin typeface="微软雅黑" pitchFamily="34" charset="-122"/>
              <a:ea typeface="微软雅黑" pitchFamily="34" charset="-122"/>
            </a:endParaRPr>
          </a:p>
        </p:txBody>
      </p:sp>
      <p:sp>
        <p:nvSpPr>
          <p:cNvPr id="84" name="Text Box 4"/>
          <p:cNvSpPr txBox="1">
            <a:spLocks noChangeArrowheads="1"/>
          </p:cNvSpPr>
          <p:nvPr/>
        </p:nvSpPr>
        <p:spPr bwMode="auto">
          <a:xfrm>
            <a:off x="2286630" y="2289621"/>
            <a:ext cx="457200" cy="307777"/>
          </a:xfrm>
          <a:prstGeom prst="rect">
            <a:avLst/>
          </a:prstGeom>
          <a:noFill/>
          <a:ln w="9525">
            <a:noFill/>
            <a:miter lim="800000"/>
            <a:headEnd/>
            <a:tailEnd/>
          </a:ln>
        </p:spPr>
        <p:txBody>
          <a:bodyPr wrap="square">
            <a:spAutoFit/>
          </a:bodyPr>
          <a:lstStyle/>
          <a:p>
            <a:pPr>
              <a:spcBef>
                <a:spcPct val="50000"/>
              </a:spcBef>
            </a:pPr>
            <a:r>
              <a:rPr lang="en-US" altLang="zh-CN" sz="1400" b="1" i="0" dirty="0">
                <a:solidFill>
                  <a:schemeClr val="accent6"/>
                </a:solidFill>
                <a:latin typeface="微软雅黑" pitchFamily="34" charset="-122"/>
                <a:ea typeface="微软雅黑" pitchFamily="34" charset="-122"/>
              </a:rPr>
              <a:t>0</a:t>
            </a:r>
            <a:endParaRPr lang="zh-CN" altLang="en-US" sz="1400" b="1" i="0" baseline="-25000" dirty="0">
              <a:solidFill>
                <a:schemeClr val="accent6"/>
              </a:solidFill>
              <a:latin typeface="微软雅黑" pitchFamily="34" charset="-122"/>
              <a:ea typeface="微软雅黑" pitchFamily="34" charset="-122"/>
            </a:endParaRPr>
          </a:p>
        </p:txBody>
      </p:sp>
      <p:sp>
        <p:nvSpPr>
          <p:cNvPr id="50" name="矩形 49"/>
          <p:cNvSpPr/>
          <p:nvPr/>
        </p:nvSpPr>
        <p:spPr>
          <a:xfrm>
            <a:off x="0" y="0"/>
            <a:ext cx="4217821" cy="523220"/>
          </a:xfrm>
          <a:prstGeom prst="rect">
            <a:avLst/>
          </a:prstGeom>
        </p:spPr>
        <p:txBody>
          <a:bodyPr wrap="none">
            <a:spAutoFit/>
          </a:bodyPr>
          <a:lstStyle/>
          <a:p>
            <a:pPr algn="ctr">
              <a:defRPr/>
            </a:pPr>
            <a:r>
              <a:rPr lang="en-US"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ppt_x"/>
                                          </p:val>
                                        </p:tav>
                                        <p:tav tm="100000">
                                          <p:val>
                                            <p:strVal val="#ppt_x"/>
                                          </p:val>
                                        </p:tav>
                                      </p:tavLst>
                                    </p:anim>
                                    <p:anim calcmode="lin" valueType="num">
                                      <p:cBhvr additive="base">
                                        <p:cTn id="48" dur="500" fill="hold"/>
                                        <p:tgtEl>
                                          <p:spTgt spid="2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additive="base">
                                        <p:cTn id="59" dur="500" fill="hold"/>
                                        <p:tgtEl>
                                          <p:spTgt spid="29"/>
                                        </p:tgtEl>
                                        <p:attrNameLst>
                                          <p:attrName>ppt_x</p:attrName>
                                        </p:attrNameLst>
                                      </p:cBhvr>
                                      <p:tavLst>
                                        <p:tav tm="0">
                                          <p:val>
                                            <p:strVal val="#ppt_x"/>
                                          </p:val>
                                        </p:tav>
                                        <p:tav tm="100000">
                                          <p:val>
                                            <p:strVal val="#ppt_x"/>
                                          </p:val>
                                        </p:tav>
                                      </p:tavLst>
                                    </p:anim>
                                    <p:anim calcmode="lin" valueType="num">
                                      <p:cBhvr additive="base">
                                        <p:cTn id="6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41"/>
                                        </p:tgtEl>
                                        <p:attrNameLst>
                                          <p:attrName>style.visibility</p:attrName>
                                        </p:attrNameLst>
                                      </p:cBhvr>
                                      <p:to>
                                        <p:strVal val="visible"/>
                                      </p:to>
                                    </p:set>
                                    <p:anim calcmode="lin" valueType="num">
                                      <p:cBhvr additive="base">
                                        <p:cTn id="65" dur="500" fill="hold"/>
                                        <p:tgtEl>
                                          <p:spTgt spid="41"/>
                                        </p:tgtEl>
                                        <p:attrNameLst>
                                          <p:attrName>ppt_x</p:attrName>
                                        </p:attrNameLst>
                                      </p:cBhvr>
                                      <p:tavLst>
                                        <p:tav tm="0">
                                          <p:val>
                                            <p:strVal val="#ppt_x"/>
                                          </p:val>
                                        </p:tav>
                                        <p:tav tm="100000">
                                          <p:val>
                                            <p:strVal val="#ppt_x"/>
                                          </p:val>
                                        </p:tav>
                                      </p:tavLst>
                                    </p:anim>
                                    <p:anim calcmode="lin" valueType="num">
                                      <p:cBhvr additive="base">
                                        <p:cTn id="66" dur="500" fill="hold"/>
                                        <p:tgtEl>
                                          <p:spTgt spid="4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6"/>
                                        </p:tgtEl>
                                        <p:attrNameLst>
                                          <p:attrName>style.visibility</p:attrName>
                                        </p:attrNameLst>
                                      </p:cBhvr>
                                      <p:to>
                                        <p:strVal val="visible"/>
                                      </p:to>
                                    </p:set>
                                    <p:anim calcmode="lin" valueType="num">
                                      <p:cBhvr additive="base">
                                        <p:cTn id="69" dur="500" fill="hold"/>
                                        <p:tgtEl>
                                          <p:spTgt spid="56"/>
                                        </p:tgtEl>
                                        <p:attrNameLst>
                                          <p:attrName>ppt_x</p:attrName>
                                        </p:attrNameLst>
                                      </p:cBhvr>
                                      <p:tavLst>
                                        <p:tav tm="0">
                                          <p:val>
                                            <p:strVal val="#ppt_x"/>
                                          </p:val>
                                        </p:tav>
                                        <p:tav tm="100000">
                                          <p:val>
                                            <p:strVal val="#ppt_x"/>
                                          </p:val>
                                        </p:tav>
                                      </p:tavLst>
                                    </p:anim>
                                    <p:anim calcmode="lin" valueType="num">
                                      <p:cBhvr additive="base">
                                        <p:cTn id="70" dur="500" fill="hold"/>
                                        <p:tgtEl>
                                          <p:spTgt spid="56"/>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7"/>
                                        </p:tgtEl>
                                        <p:attrNameLst>
                                          <p:attrName>style.visibility</p:attrName>
                                        </p:attrNameLst>
                                      </p:cBhvr>
                                      <p:to>
                                        <p:strVal val="visible"/>
                                      </p:to>
                                    </p:set>
                                    <p:anim calcmode="lin" valueType="num">
                                      <p:cBhvr additive="base">
                                        <p:cTn id="73" dur="500" fill="hold"/>
                                        <p:tgtEl>
                                          <p:spTgt spid="57"/>
                                        </p:tgtEl>
                                        <p:attrNameLst>
                                          <p:attrName>ppt_x</p:attrName>
                                        </p:attrNameLst>
                                      </p:cBhvr>
                                      <p:tavLst>
                                        <p:tav tm="0">
                                          <p:val>
                                            <p:strVal val="#ppt_x"/>
                                          </p:val>
                                        </p:tav>
                                        <p:tav tm="100000">
                                          <p:val>
                                            <p:strVal val="#ppt_x"/>
                                          </p:val>
                                        </p:tav>
                                      </p:tavLst>
                                    </p:anim>
                                    <p:anim calcmode="lin" valueType="num">
                                      <p:cBhvr additive="base">
                                        <p:cTn id="74" dur="500" fill="hold"/>
                                        <p:tgtEl>
                                          <p:spTgt spid="5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58"/>
                                        </p:tgtEl>
                                        <p:attrNameLst>
                                          <p:attrName>style.visibility</p:attrName>
                                        </p:attrNameLst>
                                      </p:cBhvr>
                                      <p:to>
                                        <p:strVal val="visible"/>
                                      </p:to>
                                    </p:set>
                                    <p:anim calcmode="lin" valueType="num">
                                      <p:cBhvr additive="base">
                                        <p:cTn id="77" dur="500" fill="hold"/>
                                        <p:tgtEl>
                                          <p:spTgt spid="58"/>
                                        </p:tgtEl>
                                        <p:attrNameLst>
                                          <p:attrName>ppt_x</p:attrName>
                                        </p:attrNameLst>
                                      </p:cBhvr>
                                      <p:tavLst>
                                        <p:tav tm="0">
                                          <p:val>
                                            <p:strVal val="#ppt_x"/>
                                          </p:val>
                                        </p:tav>
                                        <p:tav tm="100000">
                                          <p:val>
                                            <p:strVal val="#ppt_x"/>
                                          </p:val>
                                        </p:tav>
                                      </p:tavLst>
                                    </p:anim>
                                    <p:anim calcmode="lin" valueType="num">
                                      <p:cBhvr additive="base">
                                        <p:cTn id="78"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63"/>
                                        </p:tgtEl>
                                        <p:attrNameLst>
                                          <p:attrName>style.visibility</p:attrName>
                                        </p:attrNameLst>
                                      </p:cBhvr>
                                      <p:to>
                                        <p:strVal val="visible"/>
                                      </p:to>
                                    </p:set>
                                    <p:anim calcmode="lin" valueType="num">
                                      <p:cBhvr additive="base">
                                        <p:cTn id="83" dur="500" fill="hold"/>
                                        <p:tgtEl>
                                          <p:spTgt spid="63"/>
                                        </p:tgtEl>
                                        <p:attrNameLst>
                                          <p:attrName>ppt_x</p:attrName>
                                        </p:attrNameLst>
                                      </p:cBhvr>
                                      <p:tavLst>
                                        <p:tav tm="0">
                                          <p:val>
                                            <p:strVal val="#ppt_x"/>
                                          </p:val>
                                        </p:tav>
                                        <p:tav tm="100000">
                                          <p:val>
                                            <p:strVal val="#ppt_x"/>
                                          </p:val>
                                        </p:tav>
                                      </p:tavLst>
                                    </p:anim>
                                    <p:anim calcmode="lin" valueType="num">
                                      <p:cBhvr additive="base">
                                        <p:cTn id="84" dur="500" fill="hold"/>
                                        <p:tgtEl>
                                          <p:spTgt spid="6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67"/>
                                        </p:tgtEl>
                                        <p:attrNameLst>
                                          <p:attrName>style.visibility</p:attrName>
                                        </p:attrNameLst>
                                      </p:cBhvr>
                                      <p:to>
                                        <p:strVal val="visible"/>
                                      </p:to>
                                    </p:set>
                                    <p:anim calcmode="lin" valueType="num">
                                      <p:cBhvr additive="base">
                                        <p:cTn id="87" dur="500" fill="hold"/>
                                        <p:tgtEl>
                                          <p:spTgt spid="67"/>
                                        </p:tgtEl>
                                        <p:attrNameLst>
                                          <p:attrName>ppt_x</p:attrName>
                                        </p:attrNameLst>
                                      </p:cBhvr>
                                      <p:tavLst>
                                        <p:tav tm="0">
                                          <p:val>
                                            <p:strVal val="#ppt_x"/>
                                          </p:val>
                                        </p:tav>
                                        <p:tav tm="100000">
                                          <p:val>
                                            <p:strVal val="#ppt_x"/>
                                          </p:val>
                                        </p:tav>
                                      </p:tavLst>
                                    </p:anim>
                                    <p:anim calcmode="lin" valueType="num">
                                      <p:cBhvr additive="base">
                                        <p:cTn id="88" dur="500" fill="hold"/>
                                        <p:tgtEl>
                                          <p:spTgt spid="6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65"/>
                                        </p:tgtEl>
                                        <p:attrNameLst>
                                          <p:attrName>style.visibility</p:attrName>
                                        </p:attrNameLst>
                                      </p:cBhvr>
                                      <p:to>
                                        <p:strVal val="visible"/>
                                      </p:to>
                                    </p:set>
                                    <p:anim calcmode="lin" valueType="num">
                                      <p:cBhvr additive="base">
                                        <p:cTn id="91" dur="500" fill="hold"/>
                                        <p:tgtEl>
                                          <p:spTgt spid="65"/>
                                        </p:tgtEl>
                                        <p:attrNameLst>
                                          <p:attrName>ppt_x</p:attrName>
                                        </p:attrNameLst>
                                      </p:cBhvr>
                                      <p:tavLst>
                                        <p:tav tm="0">
                                          <p:val>
                                            <p:strVal val="#ppt_x"/>
                                          </p:val>
                                        </p:tav>
                                        <p:tav tm="100000">
                                          <p:val>
                                            <p:strVal val="#ppt_x"/>
                                          </p:val>
                                        </p:tav>
                                      </p:tavLst>
                                    </p:anim>
                                    <p:anim calcmode="lin" valueType="num">
                                      <p:cBhvr additive="base">
                                        <p:cTn id="92" dur="500" fill="hold"/>
                                        <p:tgtEl>
                                          <p:spTgt spid="65"/>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66"/>
                                        </p:tgtEl>
                                        <p:attrNameLst>
                                          <p:attrName>style.visibility</p:attrName>
                                        </p:attrNameLst>
                                      </p:cBhvr>
                                      <p:to>
                                        <p:strVal val="visible"/>
                                      </p:to>
                                    </p:set>
                                    <p:anim calcmode="lin" valueType="num">
                                      <p:cBhvr additive="base">
                                        <p:cTn id="95" dur="500" fill="hold"/>
                                        <p:tgtEl>
                                          <p:spTgt spid="66"/>
                                        </p:tgtEl>
                                        <p:attrNameLst>
                                          <p:attrName>ppt_x</p:attrName>
                                        </p:attrNameLst>
                                      </p:cBhvr>
                                      <p:tavLst>
                                        <p:tav tm="0">
                                          <p:val>
                                            <p:strVal val="#ppt_x"/>
                                          </p:val>
                                        </p:tav>
                                        <p:tav tm="100000">
                                          <p:val>
                                            <p:strVal val="#ppt_x"/>
                                          </p:val>
                                        </p:tav>
                                      </p:tavLst>
                                    </p:anim>
                                    <p:anim calcmode="lin" valueType="num">
                                      <p:cBhvr additive="base">
                                        <p:cTn id="96" dur="500" fill="hold"/>
                                        <p:tgtEl>
                                          <p:spTgt spid="6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83"/>
                                        </p:tgtEl>
                                        <p:attrNameLst>
                                          <p:attrName>style.visibility</p:attrName>
                                        </p:attrNameLst>
                                      </p:cBhvr>
                                      <p:to>
                                        <p:strVal val="visible"/>
                                      </p:to>
                                    </p:set>
                                    <p:anim calcmode="lin" valueType="num">
                                      <p:cBhvr additive="base">
                                        <p:cTn id="99" dur="500" fill="hold"/>
                                        <p:tgtEl>
                                          <p:spTgt spid="83"/>
                                        </p:tgtEl>
                                        <p:attrNameLst>
                                          <p:attrName>ppt_x</p:attrName>
                                        </p:attrNameLst>
                                      </p:cBhvr>
                                      <p:tavLst>
                                        <p:tav tm="0">
                                          <p:val>
                                            <p:strVal val="#ppt_x"/>
                                          </p:val>
                                        </p:tav>
                                        <p:tav tm="100000">
                                          <p:val>
                                            <p:strVal val="#ppt_x"/>
                                          </p:val>
                                        </p:tav>
                                      </p:tavLst>
                                    </p:anim>
                                    <p:anim calcmode="lin" valueType="num">
                                      <p:cBhvr additive="base">
                                        <p:cTn id="100" dur="500" fill="hold"/>
                                        <p:tgtEl>
                                          <p:spTgt spid="83"/>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81"/>
                                        </p:tgtEl>
                                        <p:attrNameLst>
                                          <p:attrName>style.visibility</p:attrName>
                                        </p:attrNameLst>
                                      </p:cBhvr>
                                      <p:to>
                                        <p:strVal val="visible"/>
                                      </p:to>
                                    </p:set>
                                    <p:anim calcmode="lin" valueType="num">
                                      <p:cBhvr additive="base">
                                        <p:cTn id="103" dur="500" fill="hold"/>
                                        <p:tgtEl>
                                          <p:spTgt spid="81"/>
                                        </p:tgtEl>
                                        <p:attrNameLst>
                                          <p:attrName>ppt_x</p:attrName>
                                        </p:attrNameLst>
                                      </p:cBhvr>
                                      <p:tavLst>
                                        <p:tav tm="0">
                                          <p:val>
                                            <p:strVal val="#ppt_x"/>
                                          </p:val>
                                        </p:tav>
                                        <p:tav tm="100000">
                                          <p:val>
                                            <p:strVal val="#ppt_x"/>
                                          </p:val>
                                        </p:tav>
                                      </p:tavLst>
                                    </p:anim>
                                    <p:anim calcmode="lin" valueType="num">
                                      <p:cBhvr additive="base">
                                        <p:cTn id="104" dur="500" fill="hold"/>
                                        <p:tgtEl>
                                          <p:spTgt spid="8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82"/>
                                        </p:tgtEl>
                                        <p:attrNameLst>
                                          <p:attrName>style.visibility</p:attrName>
                                        </p:attrNameLst>
                                      </p:cBhvr>
                                      <p:to>
                                        <p:strVal val="visible"/>
                                      </p:to>
                                    </p:set>
                                    <p:anim calcmode="lin" valueType="num">
                                      <p:cBhvr additive="base">
                                        <p:cTn id="107" dur="500" fill="hold"/>
                                        <p:tgtEl>
                                          <p:spTgt spid="82"/>
                                        </p:tgtEl>
                                        <p:attrNameLst>
                                          <p:attrName>ppt_x</p:attrName>
                                        </p:attrNameLst>
                                      </p:cBhvr>
                                      <p:tavLst>
                                        <p:tav tm="0">
                                          <p:val>
                                            <p:strVal val="#ppt_x"/>
                                          </p:val>
                                        </p:tav>
                                        <p:tav tm="100000">
                                          <p:val>
                                            <p:strVal val="#ppt_x"/>
                                          </p:val>
                                        </p:tav>
                                      </p:tavLst>
                                    </p:anim>
                                    <p:anim calcmode="lin" valueType="num">
                                      <p:cBhvr additive="base">
                                        <p:cTn id="108" dur="500" fill="hold"/>
                                        <p:tgtEl>
                                          <p:spTgt spid="82"/>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84"/>
                                        </p:tgtEl>
                                        <p:attrNameLst>
                                          <p:attrName>style.visibility</p:attrName>
                                        </p:attrNameLst>
                                      </p:cBhvr>
                                      <p:to>
                                        <p:strVal val="visible"/>
                                      </p:to>
                                    </p:set>
                                    <p:anim calcmode="lin" valueType="num">
                                      <p:cBhvr additive="base">
                                        <p:cTn id="111" dur="500" fill="hold"/>
                                        <p:tgtEl>
                                          <p:spTgt spid="84"/>
                                        </p:tgtEl>
                                        <p:attrNameLst>
                                          <p:attrName>ppt_x</p:attrName>
                                        </p:attrNameLst>
                                      </p:cBhvr>
                                      <p:tavLst>
                                        <p:tav tm="0">
                                          <p:val>
                                            <p:strVal val="#ppt_x"/>
                                          </p:val>
                                        </p:tav>
                                        <p:tav tm="100000">
                                          <p:val>
                                            <p:strVal val="#ppt_x"/>
                                          </p:val>
                                        </p:tav>
                                      </p:tavLst>
                                    </p:anim>
                                    <p:anim calcmode="lin" valueType="num">
                                      <p:cBhvr additive="base">
                                        <p:cTn id="112" dur="500" fill="hold"/>
                                        <p:tgtEl>
                                          <p:spTgt spid="84"/>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80"/>
                                        </p:tgtEl>
                                        <p:attrNameLst>
                                          <p:attrName>style.visibility</p:attrName>
                                        </p:attrNameLst>
                                      </p:cBhvr>
                                      <p:to>
                                        <p:strVal val="visible"/>
                                      </p:to>
                                    </p:set>
                                    <p:anim calcmode="lin" valueType="num">
                                      <p:cBhvr additive="base">
                                        <p:cTn id="115" dur="500" fill="hold"/>
                                        <p:tgtEl>
                                          <p:spTgt spid="80"/>
                                        </p:tgtEl>
                                        <p:attrNameLst>
                                          <p:attrName>ppt_x</p:attrName>
                                        </p:attrNameLst>
                                      </p:cBhvr>
                                      <p:tavLst>
                                        <p:tav tm="0">
                                          <p:val>
                                            <p:strVal val="#ppt_x"/>
                                          </p:val>
                                        </p:tav>
                                        <p:tav tm="100000">
                                          <p:val>
                                            <p:strVal val="#ppt_x"/>
                                          </p:val>
                                        </p:tav>
                                      </p:tavLst>
                                    </p:anim>
                                    <p:anim calcmode="lin" valueType="num">
                                      <p:cBhvr additive="base">
                                        <p:cTn id="116" dur="500" fill="hold"/>
                                        <p:tgtEl>
                                          <p:spTgt spid="80"/>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79"/>
                                        </p:tgtEl>
                                        <p:attrNameLst>
                                          <p:attrName>style.visibility</p:attrName>
                                        </p:attrNameLst>
                                      </p:cBhvr>
                                      <p:to>
                                        <p:strVal val="visible"/>
                                      </p:to>
                                    </p:set>
                                    <p:anim calcmode="lin" valueType="num">
                                      <p:cBhvr additive="base">
                                        <p:cTn id="119" dur="500" fill="hold"/>
                                        <p:tgtEl>
                                          <p:spTgt spid="79"/>
                                        </p:tgtEl>
                                        <p:attrNameLst>
                                          <p:attrName>ppt_x</p:attrName>
                                        </p:attrNameLst>
                                      </p:cBhvr>
                                      <p:tavLst>
                                        <p:tav tm="0">
                                          <p:val>
                                            <p:strVal val="#ppt_x"/>
                                          </p:val>
                                        </p:tav>
                                        <p:tav tm="100000">
                                          <p:val>
                                            <p:strVal val="#ppt_x"/>
                                          </p:val>
                                        </p:tav>
                                      </p:tavLst>
                                    </p:anim>
                                    <p:anim calcmode="lin" valueType="num">
                                      <p:cBhvr additive="base">
                                        <p:cTn id="120" dur="500" fill="hold"/>
                                        <p:tgtEl>
                                          <p:spTgt spid="79"/>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77"/>
                                        </p:tgtEl>
                                        <p:attrNameLst>
                                          <p:attrName>style.visibility</p:attrName>
                                        </p:attrNameLst>
                                      </p:cBhvr>
                                      <p:to>
                                        <p:strVal val="visible"/>
                                      </p:to>
                                    </p:set>
                                    <p:anim calcmode="lin" valueType="num">
                                      <p:cBhvr additive="base">
                                        <p:cTn id="123" dur="500" fill="hold"/>
                                        <p:tgtEl>
                                          <p:spTgt spid="77"/>
                                        </p:tgtEl>
                                        <p:attrNameLst>
                                          <p:attrName>ppt_x</p:attrName>
                                        </p:attrNameLst>
                                      </p:cBhvr>
                                      <p:tavLst>
                                        <p:tav tm="0">
                                          <p:val>
                                            <p:strVal val="#ppt_x"/>
                                          </p:val>
                                        </p:tav>
                                        <p:tav tm="100000">
                                          <p:val>
                                            <p:strVal val="#ppt_x"/>
                                          </p:val>
                                        </p:tav>
                                      </p:tavLst>
                                    </p:anim>
                                    <p:anim calcmode="lin" valueType="num">
                                      <p:cBhvr additive="base">
                                        <p:cTn id="124" dur="500" fill="hold"/>
                                        <p:tgtEl>
                                          <p:spTgt spid="7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78"/>
                                        </p:tgtEl>
                                        <p:attrNameLst>
                                          <p:attrName>style.visibility</p:attrName>
                                        </p:attrNameLst>
                                      </p:cBhvr>
                                      <p:to>
                                        <p:strVal val="visible"/>
                                      </p:to>
                                    </p:set>
                                    <p:anim calcmode="lin" valueType="num">
                                      <p:cBhvr additive="base">
                                        <p:cTn id="127" dur="500" fill="hold"/>
                                        <p:tgtEl>
                                          <p:spTgt spid="78"/>
                                        </p:tgtEl>
                                        <p:attrNameLst>
                                          <p:attrName>ppt_x</p:attrName>
                                        </p:attrNameLst>
                                      </p:cBhvr>
                                      <p:tavLst>
                                        <p:tav tm="0">
                                          <p:val>
                                            <p:strVal val="#ppt_x"/>
                                          </p:val>
                                        </p:tav>
                                        <p:tav tm="100000">
                                          <p:val>
                                            <p:strVal val="#ppt_x"/>
                                          </p:val>
                                        </p:tav>
                                      </p:tavLst>
                                    </p:anim>
                                    <p:anim calcmode="lin" valueType="num">
                                      <p:cBhvr additive="base">
                                        <p:cTn id="12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47"/>
                                        </p:tgtEl>
                                        <p:attrNameLst>
                                          <p:attrName>style.visibility</p:attrName>
                                        </p:attrNameLst>
                                      </p:cBhvr>
                                      <p:to>
                                        <p:strVal val="visible"/>
                                      </p:to>
                                    </p:set>
                                    <p:anim calcmode="lin" valueType="num">
                                      <p:cBhvr additive="base">
                                        <p:cTn id="133" dur="500" fill="hold"/>
                                        <p:tgtEl>
                                          <p:spTgt spid="47"/>
                                        </p:tgtEl>
                                        <p:attrNameLst>
                                          <p:attrName>ppt_x</p:attrName>
                                        </p:attrNameLst>
                                      </p:cBhvr>
                                      <p:tavLst>
                                        <p:tav tm="0">
                                          <p:val>
                                            <p:strVal val="#ppt_x"/>
                                          </p:val>
                                        </p:tav>
                                        <p:tav tm="100000">
                                          <p:val>
                                            <p:strVal val="#ppt_x"/>
                                          </p:val>
                                        </p:tav>
                                      </p:tavLst>
                                    </p:anim>
                                    <p:anim calcmode="lin" valueType="num">
                                      <p:cBhvr additive="base">
                                        <p:cTn id="134" dur="500" fill="hold"/>
                                        <p:tgtEl>
                                          <p:spTgt spid="47"/>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48"/>
                                        </p:tgtEl>
                                        <p:attrNameLst>
                                          <p:attrName>style.visibility</p:attrName>
                                        </p:attrNameLst>
                                      </p:cBhvr>
                                      <p:to>
                                        <p:strVal val="visible"/>
                                      </p:to>
                                    </p:set>
                                    <p:anim calcmode="lin" valueType="num">
                                      <p:cBhvr additive="base">
                                        <p:cTn id="137" dur="500" fill="hold"/>
                                        <p:tgtEl>
                                          <p:spTgt spid="48"/>
                                        </p:tgtEl>
                                        <p:attrNameLst>
                                          <p:attrName>ppt_x</p:attrName>
                                        </p:attrNameLst>
                                      </p:cBhvr>
                                      <p:tavLst>
                                        <p:tav tm="0">
                                          <p:val>
                                            <p:strVal val="#ppt_x"/>
                                          </p:val>
                                        </p:tav>
                                        <p:tav tm="100000">
                                          <p:val>
                                            <p:strVal val="#ppt_x"/>
                                          </p:val>
                                        </p:tav>
                                      </p:tavLst>
                                    </p:anim>
                                    <p:anim calcmode="lin" valueType="num">
                                      <p:cBhvr additive="base">
                                        <p:cTn id="138" dur="500" fill="hold"/>
                                        <p:tgtEl>
                                          <p:spTgt spid="48"/>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 calcmode="lin" valueType="num">
                                      <p:cBhvr additive="base">
                                        <p:cTn id="141" dur="500" fill="hold"/>
                                        <p:tgtEl>
                                          <p:spTgt spid="49"/>
                                        </p:tgtEl>
                                        <p:attrNameLst>
                                          <p:attrName>ppt_x</p:attrName>
                                        </p:attrNameLst>
                                      </p:cBhvr>
                                      <p:tavLst>
                                        <p:tav tm="0">
                                          <p:val>
                                            <p:strVal val="#ppt_x"/>
                                          </p:val>
                                        </p:tav>
                                        <p:tav tm="100000">
                                          <p:val>
                                            <p:strVal val="#ppt_x"/>
                                          </p:val>
                                        </p:tav>
                                      </p:tavLst>
                                    </p:anim>
                                    <p:anim calcmode="lin" valueType="num">
                                      <p:cBhvr additive="base">
                                        <p:cTn id="142" dur="500" fill="hold"/>
                                        <p:tgtEl>
                                          <p:spTgt spid="49"/>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59"/>
                                        </p:tgtEl>
                                        <p:attrNameLst>
                                          <p:attrName>style.visibility</p:attrName>
                                        </p:attrNameLst>
                                      </p:cBhvr>
                                      <p:to>
                                        <p:strVal val="visible"/>
                                      </p:to>
                                    </p:set>
                                    <p:anim calcmode="lin" valueType="num">
                                      <p:cBhvr additive="base">
                                        <p:cTn id="145" dur="500" fill="hold"/>
                                        <p:tgtEl>
                                          <p:spTgt spid="59"/>
                                        </p:tgtEl>
                                        <p:attrNameLst>
                                          <p:attrName>ppt_x</p:attrName>
                                        </p:attrNameLst>
                                      </p:cBhvr>
                                      <p:tavLst>
                                        <p:tav tm="0">
                                          <p:val>
                                            <p:strVal val="#ppt_x"/>
                                          </p:val>
                                        </p:tav>
                                        <p:tav tm="100000">
                                          <p:val>
                                            <p:strVal val="#ppt_x"/>
                                          </p:val>
                                        </p:tav>
                                      </p:tavLst>
                                    </p:anim>
                                    <p:anim calcmode="lin" valueType="num">
                                      <p:cBhvr additive="base">
                                        <p:cTn id="146"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16" grpId="0"/>
      <p:bldP spid="17" grpId="0"/>
      <p:bldP spid="18" grpId="0"/>
      <p:bldP spid="19" grpId="0"/>
      <p:bldP spid="20" grpId="0"/>
      <p:bldP spid="21" grpId="0"/>
      <p:bldP spid="41" grpId="0"/>
      <p:bldP spid="47" grpId="0"/>
      <p:bldP spid="48" grpId="0"/>
      <p:bldP spid="49" grpId="0"/>
      <p:bldP spid="56" grpId="0"/>
      <p:bldP spid="57" grpId="0"/>
      <p:bldP spid="58" grpId="0"/>
      <p:bldP spid="59" grpId="0"/>
      <p:bldP spid="63" grpId="0"/>
      <p:bldP spid="65" grpId="0"/>
      <p:bldP spid="66" grpId="0"/>
      <p:bldP spid="67" grpId="0"/>
      <p:bldP spid="77" grpId="0"/>
      <p:bldP spid="78" grpId="0"/>
      <p:bldP spid="79" grpId="0"/>
      <p:bldP spid="80" grpId="0"/>
      <p:bldP spid="81" grpId="0"/>
      <p:bldP spid="82" grpId="0"/>
      <p:bldP spid="83" grpId="0"/>
      <p:bldP spid="8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4"/>
          <p:cNvSpPr>
            <a:spLocks noChangeArrowheads="1"/>
          </p:cNvSpPr>
          <p:nvPr/>
        </p:nvSpPr>
        <p:spPr bwMode="auto">
          <a:xfrm>
            <a:off x="152400" y="590550"/>
            <a:ext cx="8610600" cy="2231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lvl="1">
              <a:lnSpc>
                <a:spcPct val="150000"/>
              </a:lnSpc>
            </a:pPr>
            <a:r>
              <a:rPr lang="zh-CN" altLang="en-US" sz="1600" b="1" dirty="0" smtClean="0">
                <a:solidFill>
                  <a:schemeClr val="accent6"/>
                </a:solidFill>
                <a:latin typeface="微软雅黑" panose="020B0503020204020204" pitchFamily="34" charset="-122"/>
                <a:ea typeface="微软雅黑" panose="020B0503020204020204" pitchFamily="34" charset="-122"/>
              </a:rPr>
              <a:t>通用寄存器：</a:t>
            </a:r>
            <a:endParaRPr lang="en-US" altLang="zh-CN" sz="1400" b="1" dirty="0" smtClean="0">
              <a:solidFill>
                <a:schemeClr val="accent6"/>
              </a:solidFill>
              <a:latin typeface="微软雅黑" panose="020B0503020204020204" pitchFamily="34" charset="-122"/>
              <a:ea typeface="微软雅黑" panose="020B0503020204020204" pitchFamily="34" charset="-122"/>
            </a:endParaRPr>
          </a:p>
          <a:p>
            <a:pPr marL="0" lvl="1">
              <a:lnSpc>
                <a:spcPct val="150000"/>
              </a:lnSpc>
            </a:pPr>
            <a:endParaRPr lang="en-US" altLang="zh-CN" sz="1600" dirty="0" smtClean="0">
              <a:solidFill>
                <a:srgbClr val="3333CC"/>
              </a:solidFill>
              <a:latin typeface="微软雅黑" pitchFamily="34" charset="-122"/>
              <a:ea typeface="微软雅黑" pitchFamily="34" charset="-122"/>
            </a:endParaRPr>
          </a:p>
          <a:p>
            <a:pPr marL="0" lvl="1" indent="457200">
              <a:lnSpc>
                <a:spcPct val="150000"/>
              </a:lnSpc>
            </a:pPr>
            <a:endParaRPr lang="en-US" altLang="zh-CN" dirty="0" smtClean="0">
              <a:solidFill>
                <a:srgbClr val="3333CC"/>
              </a:solidFill>
              <a:latin typeface="微软雅黑" panose="020B0503020204020204" pitchFamily="34" charset="-122"/>
              <a:ea typeface="微软雅黑" panose="020B0503020204020204" pitchFamily="34" charset="-122"/>
            </a:endParaRPr>
          </a:p>
          <a:p>
            <a:pPr marL="0" lvl="1" indent="457200">
              <a:lnSpc>
                <a:spcPct val="150000"/>
              </a:lnSpc>
            </a:pPr>
            <a:endParaRPr lang="en-US" altLang="zh-CN" dirty="0" smtClean="0">
              <a:solidFill>
                <a:schemeClr val="accent6"/>
              </a:solidFill>
              <a:latin typeface="微软雅黑" panose="020B0503020204020204" pitchFamily="34" charset="-122"/>
              <a:ea typeface="微软雅黑" panose="020B0503020204020204" pitchFamily="34" charset="-122"/>
            </a:endParaRPr>
          </a:p>
          <a:p>
            <a:pPr>
              <a:lnSpc>
                <a:spcPct val="150000"/>
              </a:lnSpc>
              <a:spcBef>
                <a:spcPts val="1200"/>
              </a:spcBef>
            </a:pPr>
            <a:r>
              <a:rPr lang="zh-CN" altLang="en-US" dirty="0" smtClean="0">
                <a:solidFill>
                  <a:schemeClr val="accent6"/>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 </a:t>
            </a:r>
            <a:endParaRPr lang="en-US" altLang="zh-CN" dirty="0">
              <a:solidFill>
                <a:schemeClr val="accent6"/>
              </a:solidFill>
              <a:latin typeface="微软雅黑" panose="020B0503020204020204" pitchFamily="34" charset="-122"/>
              <a:ea typeface="微软雅黑" panose="020B0503020204020204" pitchFamily="34" charset="-122"/>
            </a:endParaRPr>
          </a:p>
        </p:txBody>
      </p:sp>
      <p:sp>
        <p:nvSpPr>
          <p:cNvPr id="124932" name="AutoShape 4"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24933" name="AutoShape 5" descr="C:\Users\hfutliujun\AppData\Roaming\Tencent\Users\350654676\QQ\WinTemp\RichOle\(1YHR_{OZC$S)HTNC8L4D.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6" name="TextBox 15"/>
          <p:cNvSpPr txBox="1"/>
          <p:nvPr/>
        </p:nvSpPr>
        <p:spPr>
          <a:xfrm>
            <a:off x="3200400" y="3105150"/>
            <a:ext cx="2209800" cy="307777"/>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  图 </a:t>
            </a:r>
            <a:r>
              <a:rPr lang="en-US" altLang="zh-CN" sz="1400" dirty="0" smtClean="0">
                <a:latin typeface="微软雅黑" pitchFamily="34" charset="-122"/>
                <a:ea typeface="微软雅黑" pitchFamily="34" charset="-122"/>
              </a:rPr>
              <a:t>15  </a:t>
            </a:r>
            <a:r>
              <a:rPr lang="zh-CN" altLang="en-US" sz="1400" dirty="0" smtClean="0">
                <a:latin typeface="微软雅黑" pitchFamily="34" charset="-122"/>
                <a:ea typeface="微软雅黑" pitchFamily="34" charset="-122"/>
              </a:rPr>
              <a:t>置数功能简化图</a:t>
            </a:r>
            <a:endParaRPr lang="zh-CN" altLang="en-US" sz="1400" dirty="0">
              <a:latin typeface="微软雅黑" pitchFamily="34" charset="-122"/>
              <a:ea typeface="微软雅黑" pitchFamily="34" charset="-122"/>
            </a:endParaRPr>
          </a:p>
        </p:txBody>
      </p:sp>
      <p:sp>
        <p:nvSpPr>
          <p:cNvPr id="9" name="Text Box 4"/>
          <p:cNvSpPr txBox="1">
            <a:spLocks noChangeArrowheads="1"/>
          </p:cNvSpPr>
          <p:nvPr/>
        </p:nvSpPr>
        <p:spPr bwMode="auto">
          <a:xfrm>
            <a:off x="3200400" y="895350"/>
            <a:ext cx="2952750" cy="307777"/>
          </a:xfrm>
          <a:prstGeom prst="rect">
            <a:avLst/>
          </a:prstGeom>
          <a:noFill/>
          <a:ln w="9525">
            <a:noFill/>
            <a:miter lim="800000"/>
            <a:headEnd/>
            <a:tailEnd/>
          </a:ln>
        </p:spPr>
        <p:txBody>
          <a:bodyPr>
            <a:spAutoFit/>
          </a:bodyPr>
          <a:lstStyle/>
          <a:p>
            <a:pPr>
              <a:spcBef>
                <a:spcPct val="50000"/>
              </a:spcBef>
            </a:pPr>
            <a:r>
              <a:rPr lang="zh-CN" altLang="en-US" sz="1400" dirty="0" smtClean="0">
                <a:solidFill>
                  <a:srgbClr val="FF0000"/>
                </a:solidFill>
                <a:latin typeface="微软雅黑" pitchFamily="34" charset="-122"/>
                <a:ea typeface="微软雅黑" pitchFamily="34" charset="-122"/>
              </a:rPr>
              <a:t>置数功能：</a:t>
            </a:r>
            <a:endParaRPr lang="zh-CN" altLang="en-US" sz="1400" i="0" dirty="0">
              <a:solidFill>
                <a:srgbClr val="FF0000"/>
              </a:solidFill>
              <a:latin typeface="微软雅黑" pitchFamily="34" charset="-122"/>
              <a:ea typeface="微软雅黑" pitchFamily="34" charset="-122"/>
            </a:endParaRPr>
          </a:p>
        </p:txBody>
      </p:sp>
      <p:sp>
        <p:nvSpPr>
          <p:cNvPr id="10" name="Text Box 4"/>
          <p:cNvSpPr txBox="1">
            <a:spLocks noChangeArrowheads="1"/>
          </p:cNvSpPr>
          <p:nvPr/>
        </p:nvSpPr>
        <p:spPr bwMode="auto">
          <a:xfrm>
            <a:off x="4191000" y="895350"/>
            <a:ext cx="2606675" cy="307777"/>
          </a:xfrm>
          <a:prstGeom prst="rect">
            <a:avLst/>
          </a:prstGeom>
          <a:noFill/>
          <a:ln w="9525">
            <a:noFill/>
            <a:miter lim="800000"/>
            <a:headEnd/>
            <a:tailEnd/>
          </a:ln>
        </p:spPr>
        <p:txBody>
          <a:bodyPr>
            <a:spAutoFit/>
          </a:bodyPr>
          <a:lstStyle/>
          <a:p>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1</a:t>
            </a:r>
            <a:r>
              <a:rPr lang="en-US" altLang="zh-CN" sz="1400" i="0" dirty="0" smtClean="0">
                <a:solidFill>
                  <a:srgbClr val="FF0000"/>
                </a:solidFill>
                <a:latin typeface="微软雅黑" pitchFamily="34" charset="-122"/>
                <a:ea typeface="微软雅黑" pitchFamily="34" charset="-122"/>
              </a:rPr>
              <a:t>S</a:t>
            </a:r>
            <a:r>
              <a:rPr lang="en-US" altLang="zh-CN" sz="1400" i="0" baseline="-25000" dirty="0" smtClean="0">
                <a:solidFill>
                  <a:srgbClr val="FF0000"/>
                </a:solidFill>
                <a:latin typeface="微软雅黑" pitchFamily="34" charset="-122"/>
                <a:ea typeface="微软雅黑" pitchFamily="34" charset="-122"/>
              </a:rPr>
              <a:t>0</a:t>
            </a:r>
            <a:r>
              <a:rPr lang="en-US" altLang="zh-CN" sz="1400" i="0" dirty="0" smtClean="0">
                <a:solidFill>
                  <a:srgbClr val="FF0000"/>
                </a:solidFill>
                <a:latin typeface="微软雅黑" pitchFamily="34" charset="-122"/>
                <a:ea typeface="微软雅黑" pitchFamily="34" charset="-122"/>
              </a:rPr>
              <a:t>=11</a:t>
            </a:r>
            <a:endParaRPr lang="zh-CN" altLang="en-US" sz="1400" i="0" dirty="0">
              <a:solidFill>
                <a:srgbClr val="FF0000"/>
              </a:solidFill>
              <a:latin typeface="微软雅黑" pitchFamily="34" charset="-122"/>
              <a:ea typeface="微软雅黑" pitchFamily="34" charset="-122"/>
            </a:endParaRPr>
          </a:p>
        </p:txBody>
      </p:sp>
      <p:graphicFrame>
        <p:nvGraphicFramePr>
          <p:cNvPr id="13" name="对象 12"/>
          <p:cNvGraphicFramePr>
            <a:graphicFrameLocks noChangeAspect="1"/>
          </p:cNvGraphicFramePr>
          <p:nvPr/>
        </p:nvGraphicFramePr>
        <p:xfrm>
          <a:off x="1295400" y="971550"/>
          <a:ext cx="6127750" cy="2270125"/>
        </p:xfrm>
        <a:graphic>
          <a:graphicData uri="http://schemas.openxmlformats.org/presentationml/2006/ole">
            <p:oleObj spid="_x0000_s7170" name="Visio" r:id="rId3" imgW="6124475" imgH="2181083" progId="Visio.Drawing.11">
              <p:embed/>
            </p:oleObj>
          </a:graphicData>
        </a:graphic>
      </p:graphicFrame>
      <p:sp>
        <p:nvSpPr>
          <p:cNvPr id="14" name="矩形 13"/>
          <p:cNvSpPr/>
          <p:nvPr/>
        </p:nvSpPr>
        <p:spPr>
          <a:xfrm>
            <a:off x="0" y="0"/>
            <a:ext cx="4217821" cy="523220"/>
          </a:xfrm>
          <a:prstGeom prst="rect">
            <a:avLst/>
          </a:prstGeom>
        </p:spPr>
        <p:txBody>
          <a:bodyPr wrap="none">
            <a:spAutoFit/>
          </a:bodyPr>
          <a:lstStyle/>
          <a:p>
            <a:pPr algn="ctr">
              <a:defRPr/>
            </a:pPr>
            <a:r>
              <a:rPr lang="en-US" altLang="zh-CN"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a:t>
            </a:r>
            <a:r>
              <a:rPr lang="zh-CN" altLang="en-US" sz="2800" b="1" dirty="0" smtClean="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：寄存器和移位寄存器</a:t>
            </a:r>
            <a:endParaRPr lang="zh-CN" altLang="zh-CN" sz="28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BBE0E3"/>
      </a:accent1>
      <a:accent2>
        <a:srgbClr val="2D2D8A"/>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6836</TotalTime>
  <Words>634</Words>
  <Application>Microsoft Office PowerPoint</Application>
  <PresentationFormat>全屏显示(16:9)</PresentationFormat>
  <Paragraphs>361</Paragraphs>
  <Slides>23</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25" baseType="lpstr">
      <vt:lpstr>默认设计模板</vt:lpstr>
      <vt:lpstr>Visio</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zhaole</dc:creator>
  <cp:lastModifiedBy>NTKO</cp:lastModifiedBy>
  <cp:revision>798</cp:revision>
  <cp:lastPrinted>2113-01-01T00:00:00Z</cp:lastPrinted>
  <dcterms:created xsi:type="dcterms:W3CDTF">2113-01-01T00:00:00Z</dcterms:created>
  <dcterms:modified xsi:type="dcterms:W3CDTF">2021-03-25T10:42:39Z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2052-11.1.0.8696</vt:lpwstr>
  </property>
</Properties>
</file>