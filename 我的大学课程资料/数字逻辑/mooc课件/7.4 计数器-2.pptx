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09" r:id="rId2"/>
    <p:sldId id="498" r:id="rId3"/>
    <p:sldId id="499" r:id="rId4"/>
    <p:sldId id="501" r:id="rId5"/>
    <p:sldId id="502" r:id="rId6"/>
    <p:sldId id="503" r:id="rId7"/>
    <p:sldId id="505" r:id="rId8"/>
    <p:sldId id="507" r:id="rId9"/>
    <p:sldId id="508" r:id="rId10"/>
    <p:sldId id="500" r:id="rId11"/>
    <p:sldId id="506" r:id="rId12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780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e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17" Type="http://schemas.openxmlformats.org/officeDocument/2006/relationships/image" Target="../media/image18.emf"/><Relationship Id="rId2" Type="http://schemas.openxmlformats.org/officeDocument/2006/relationships/image" Target="../media/image3.wmf"/><Relationship Id="rId16" Type="http://schemas.openxmlformats.org/officeDocument/2006/relationships/image" Target="../media/image17.e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31.wmf"/><Relationship Id="rId18" Type="http://schemas.openxmlformats.org/officeDocument/2006/relationships/image" Target="../media/image36.wmf"/><Relationship Id="rId3" Type="http://schemas.openxmlformats.org/officeDocument/2006/relationships/image" Target="../media/image12.wmf"/><Relationship Id="rId7" Type="http://schemas.openxmlformats.org/officeDocument/2006/relationships/image" Target="../media/image25.wmf"/><Relationship Id="rId12" Type="http://schemas.openxmlformats.org/officeDocument/2006/relationships/image" Target="../media/image30.wmf"/><Relationship Id="rId17" Type="http://schemas.openxmlformats.org/officeDocument/2006/relationships/image" Target="../media/image35.wmf"/><Relationship Id="rId2" Type="http://schemas.openxmlformats.org/officeDocument/2006/relationships/image" Target="../media/image4.wmf"/><Relationship Id="rId16" Type="http://schemas.openxmlformats.org/officeDocument/2006/relationships/image" Target="../media/image34.wmf"/><Relationship Id="rId1" Type="http://schemas.openxmlformats.org/officeDocument/2006/relationships/image" Target="../media/image21.wmf"/><Relationship Id="rId6" Type="http://schemas.openxmlformats.org/officeDocument/2006/relationships/image" Target="../media/image24.wmf"/><Relationship Id="rId11" Type="http://schemas.openxmlformats.org/officeDocument/2006/relationships/image" Target="../media/image29.emf"/><Relationship Id="rId5" Type="http://schemas.openxmlformats.org/officeDocument/2006/relationships/image" Target="../media/image23.wmf"/><Relationship Id="rId15" Type="http://schemas.openxmlformats.org/officeDocument/2006/relationships/image" Target="../media/image33.emf"/><Relationship Id="rId10" Type="http://schemas.openxmlformats.org/officeDocument/2006/relationships/image" Target="../media/image28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Relationship Id="rId14" Type="http://schemas.openxmlformats.org/officeDocument/2006/relationships/image" Target="../media/image3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9" Type="http://schemas.openxmlformats.org/officeDocument/2006/relationships/image" Target="../media/image15.wmf"/><Relationship Id="rId21" Type="http://schemas.openxmlformats.org/officeDocument/2006/relationships/oleObject" Target="../embeddings/oleObject10.bin"/><Relationship Id="rId34" Type="http://schemas.openxmlformats.org/officeDocument/2006/relationships/oleObject" Target="../embeddings/oleObject19.bin"/><Relationship Id="rId42" Type="http://schemas.openxmlformats.org/officeDocument/2006/relationships/oleObject" Target="../embeddings/oleObject25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32" Type="http://schemas.openxmlformats.org/officeDocument/2006/relationships/oleObject" Target="../embeddings/oleObject17.bin"/><Relationship Id="rId37" Type="http://schemas.openxmlformats.org/officeDocument/2006/relationships/oleObject" Target="../embeddings/oleObject22.bin"/><Relationship Id="rId40" Type="http://schemas.openxmlformats.org/officeDocument/2006/relationships/oleObject" Target="../embeddings/oleObject24.bin"/><Relationship Id="rId45" Type="http://schemas.openxmlformats.org/officeDocument/2006/relationships/image" Target="../media/image18.e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emf"/><Relationship Id="rId36" Type="http://schemas.openxmlformats.org/officeDocument/2006/relationships/oleObject" Target="../embeddings/oleObject21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6.bin"/><Relationship Id="rId44" Type="http://schemas.openxmlformats.org/officeDocument/2006/relationships/oleObject" Target="../embeddings/oleObject26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oleObject" Target="../embeddings/oleObject15.bin"/><Relationship Id="rId35" Type="http://schemas.openxmlformats.org/officeDocument/2006/relationships/oleObject" Target="../embeddings/oleObject20.bin"/><Relationship Id="rId43" Type="http://schemas.openxmlformats.org/officeDocument/2006/relationships/image" Target="../media/image17.emf"/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8.bin"/><Relationship Id="rId38" Type="http://schemas.openxmlformats.org/officeDocument/2006/relationships/oleObject" Target="../embeddings/oleObject23.bin"/><Relationship Id="rId20" Type="http://schemas.openxmlformats.org/officeDocument/2006/relationships/image" Target="../media/image10.wmf"/><Relationship Id="rId41" Type="http://schemas.openxmlformats.org/officeDocument/2006/relationships/image" Target="../media/image1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wmf"/><Relationship Id="rId18" Type="http://schemas.openxmlformats.org/officeDocument/2006/relationships/oleObject" Target="../embeddings/oleObject35.bin"/><Relationship Id="rId26" Type="http://schemas.openxmlformats.org/officeDocument/2006/relationships/image" Target="../media/image29.emf"/><Relationship Id="rId39" Type="http://schemas.openxmlformats.org/officeDocument/2006/relationships/image" Target="../media/image31.wmf"/><Relationship Id="rId21" Type="http://schemas.openxmlformats.org/officeDocument/2006/relationships/image" Target="../media/image27.wmf"/><Relationship Id="rId34" Type="http://schemas.openxmlformats.org/officeDocument/2006/relationships/oleObject" Target="../embeddings/oleObject47.bin"/><Relationship Id="rId42" Type="http://schemas.openxmlformats.org/officeDocument/2006/relationships/oleObject" Target="../embeddings/oleObject52.bin"/><Relationship Id="rId47" Type="http://schemas.openxmlformats.org/officeDocument/2006/relationships/image" Target="../media/image35.wmf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4.bin"/><Relationship Id="rId29" Type="http://schemas.openxmlformats.org/officeDocument/2006/relationships/oleObject" Target="../embeddings/oleObject42.bin"/><Relationship Id="rId11" Type="http://schemas.openxmlformats.org/officeDocument/2006/relationships/image" Target="../media/image22.wmf"/><Relationship Id="rId24" Type="http://schemas.openxmlformats.org/officeDocument/2006/relationships/image" Target="../media/image28.wmf"/><Relationship Id="rId32" Type="http://schemas.openxmlformats.org/officeDocument/2006/relationships/oleObject" Target="../embeddings/oleObject45.bin"/><Relationship Id="rId37" Type="http://schemas.openxmlformats.org/officeDocument/2006/relationships/image" Target="../media/image30.wmf"/><Relationship Id="rId40" Type="http://schemas.openxmlformats.org/officeDocument/2006/relationships/oleObject" Target="../embeddings/oleObject51.bin"/><Relationship Id="rId45" Type="http://schemas.openxmlformats.org/officeDocument/2006/relationships/image" Target="../media/image34.wmf"/><Relationship Id="rId5" Type="http://schemas.openxmlformats.org/officeDocument/2006/relationships/oleObject" Target="../embeddings/oleObject28.bin"/><Relationship Id="rId15" Type="http://schemas.openxmlformats.org/officeDocument/2006/relationships/image" Target="../media/image24.wmf"/><Relationship Id="rId23" Type="http://schemas.openxmlformats.org/officeDocument/2006/relationships/oleObject" Target="../embeddings/oleObject38.bin"/><Relationship Id="rId28" Type="http://schemas.openxmlformats.org/officeDocument/2006/relationships/oleObject" Target="../embeddings/oleObject41.bin"/><Relationship Id="rId36" Type="http://schemas.openxmlformats.org/officeDocument/2006/relationships/oleObject" Target="../embeddings/oleObject49.bin"/><Relationship Id="rId49" Type="http://schemas.openxmlformats.org/officeDocument/2006/relationships/image" Target="../media/image36.w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26.wmf"/><Relationship Id="rId31" Type="http://schemas.openxmlformats.org/officeDocument/2006/relationships/oleObject" Target="../embeddings/oleObject44.bin"/><Relationship Id="rId44" Type="http://schemas.openxmlformats.org/officeDocument/2006/relationships/oleObject" Target="../embeddings/oleObject53.bin"/><Relationship Id="rId4" Type="http://schemas.openxmlformats.org/officeDocument/2006/relationships/image" Target="../media/image21.wmf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Relationship Id="rId27" Type="http://schemas.openxmlformats.org/officeDocument/2006/relationships/oleObject" Target="../embeddings/oleObject40.bin"/><Relationship Id="rId30" Type="http://schemas.openxmlformats.org/officeDocument/2006/relationships/oleObject" Target="../embeddings/oleObject43.bin"/><Relationship Id="rId35" Type="http://schemas.openxmlformats.org/officeDocument/2006/relationships/oleObject" Target="../embeddings/oleObject48.bin"/><Relationship Id="rId43" Type="http://schemas.openxmlformats.org/officeDocument/2006/relationships/image" Target="../media/image33.emf"/><Relationship Id="rId48" Type="http://schemas.openxmlformats.org/officeDocument/2006/relationships/oleObject" Target="../embeddings/oleObject55.bin"/><Relationship Id="rId8" Type="http://schemas.openxmlformats.org/officeDocument/2006/relationships/oleObject" Target="../embeddings/oleObject30.bin"/><Relationship Id="rId3" Type="http://schemas.openxmlformats.org/officeDocument/2006/relationships/oleObject" Target="../embeddings/oleObject27.bin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25.wmf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6.bin"/><Relationship Id="rId38" Type="http://schemas.openxmlformats.org/officeDocument/2006/relationships/oleObject" Target="../embeddings/oleObject50.bin"/><Relationship Id="rId46" Type="http://schemas.openxmlformats.org/officeDocument/2006/relationships/oleObject" Target="../embeddings/oleObject54.bin"/><Relationship Id="rId20" Type="http://schemas.openxmlformats.org/officeDocument/2006/relationships/oleObject" Target="../embeddings/oleObject36.bin"/><Relationship Id="rId41" Type="http://schemas.openxmlformats.org/officeDocument/2006/relationships/image" Target="../media/image32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1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2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计 数 器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3733800" y="2876550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计数器例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1752600" y="1200150"/>
            <a:ext cx="5257801" cy="2022476"/>
            <a:chOff x="1752600" y="1200150"/>
            <a:chExt cx="5257801" cy="2022476"/>
          </a:xfrm>
        </p:grpSpPr>
        <p:graphicFrame>
          <p:nvGraphicFramePr>
            <p:cNvPr id="278546" name="Object 18"/>
            <p:cNvGraphicFramePr>
              <a:graphicFrameLocks noChangeAspect="1"/>
            </p:cNvGraphicFramePr>
            <p:nvPr/>
          </p:nvGraphicFramePr>
          <p:xfrm>
            <a:off x="1752600" y="2038350"/>
            <a:ext cx="51735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" name="Equation" r:id="rId3" imgW="545760" imgH="241200" progId="Equation.DSMT4">
                    <p:embed/>
                  </p:oleObj>
                </mc:Choice>
                <mc:Fallback>
                  <p:oleObj name="Equation" r:id="rId3" imgW="545760" imgH="241200" progId="Equation.DSMT4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600" y="2038350"/>
                          <a:ext cx="51735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348"/>
            <p:cNvGraphicFramePr>
              <a:graphicFrameLocks noChangeAspect="1"/>
            </p:cNvGraphicFramePr>
            <p:nvPr/>
          </p:nvGraphicFramePr>
          <p:xfrm>
            <a:off x="2536641" y="2343150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3" name="公式" r:id="rId5" imgW="114102" imgH="114102" progId="">
                    <p:embed/>
                  </p:oleObj>
                </mc:Choice>
                <mc:Fallback>
                  <p:oleObj name="公式" r:id="rId5" imgW="114102" imgH="114102" progId="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641" y="2343150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348"/>
            <p:cNvGraphicFramePr>
              <a:graphicFrameLocks noChangeAspect="1"/>
            </p:cNvGraphicFramePr>
            <p:nvPr/>
          </p:nvGraphicFramePr>
          <p:xfrm>
            <a:off x="2545458" y="1839978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4" name="公式" r:id="rId7" imgW="114102" imgH="114102" progId="">
                    <p:embed/>
                  </p:oleObj>
                </mc:Choice>
                <mc:Fallback>
                  <p:oleObj name="公式" r:id="rId7" imgW="114102" imgH="114102" progId="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5458" y="1839978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224"/>
            <p:cNvGraphicFramePr>
              <a:graphicFrameLocks noChangeAspect="1"/>
            </p:cNvGraphicFramePr>
            <p:nvPr/>
          </p:nvGraphicFramePr>
          <p:xfrm>
            <a:off x="4314432" y="2114550"/>
            <a:ext cx="244476" cy="195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" name="Equation" r:id="rId9" imgW="126720" imgH="126720" progId="Equation.DSMT4">
                    <p:embed/>
                  </p:oleObj>
                </mc:Choice>
                <mc:Fallback>
                  <p:oleObj name="Equation" r:id="rId9" imgW="126720" imgH="126720" progId="Equation.DSMT4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4432" y="2114550"/>
                          <a:ext cx="244476" cy="1951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51" name="Object 23"/>
            <p:cNvGraphicFramePr>
              <a:graphicFrameLocks noChangeAspect="1"/>
            </p:cNvGraphicFramePr>
            <p:nvPr/>
          </p:nvGraphicFramePr>
          <p:xfrm>
            <a:off x="3276600" y="1809750"/>
            <a:ext cx="265112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" name="Equation" r:id="rId11" imgW="279360" imgH="330120" progId="Equation.DSMT4">
                    <p:embed/>
                  </p:oleObj>
                </mc:Choice>
                <mc:Fallback>
                  <p:oleObj name="Equation" r:id="rId11" imgW="279360" imgH="330120" progId="Equation.DSMT4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600" y="1809750"/>
                          <a:ext cx="265112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3" name="组合 82"/>
            <p:cNvGrpSpPr/>
            <p:nvPr/>
          </p:nvGrpSpPr>
          <p:grpSpPr>
            <a:xfrm>
              <a:off x="2281238" y="1200151"/>
              <a:ext cx="4729163" cy="2022475"/>
              <a:chOff x="2281238" y="1200151"/>
              <a:chExt cx="4729163" cy="2022475"/>
            </a:xfrm>
          </p:grpSpPr>
          <p:grpSp>
            <p:nvGrpSpPr>
              <p:cNvPr id="9" name="Group 389"/>
              <p:cNvGrpSpPr>
                <a:grpSpLocks/>
              </p:cNvGrpSpPr>
              <p:nvPr/>
            </p:nvGrpSpPr>
            <p:grpSpPr bwMode="auto">
              <a:xfrm>
                <a:off x="2281238" y="1200151"/>
                <a:ext cx="4729163" cy="2022475"/>
                <a:chOff x="1418" y="756"/>
                <a:chExt cx="2979" cy="1274"/>
              </a:xfrm>
            </p:grpSpPr>
            <p:sp>
              <p:nvSpPr>
                <p:cNvPr id="10" name="Rectangle 202"/>
                <p:cNvSpPr>
                  <a:spLocks noChangeArrowheads="1"/>
                </p:cNvSpPr>
                <p:nvPr/>
              </p:nvSpPr>
              <p:spPr bwMode="auto">
                <a:xfrm>
                  <a:off x="3687" y="1129"/>
                  <a:ext cx="474" cy="51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" name="Group 203"/>
                <p:cNvGrpSpPr>
                  <a:grpSpLocks/>
                </p:cNvGrpSpPr>
                <p:nvPr/>
              </p:nvGrpSpPr>
              <p:grpSpPr bwMode="auto">
                <a:xfrm>
                  <a:off x="4161" y="1503"/>
                  <a:ext cx="236" cy="46"/>
                  <a:chOff x="250" y="2568"/>
                  <a:chExt cx="680" cy="182"/>
                </a:xfrm>
              </p:grpSpPr>
              <p:sp>
                <p:nvSpPr>
                  <p:cNvPr id="69" name="Oval 204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Line 205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" name="Line 206"/>
                <p:cNvSpPr>
                  <a:spLocks noChangeShapeType="1"/>
                </p:cNvSpPr>
                <p:nvPr/>
              </p:nvSpPr>
              <p:spPr bwMode="auto">
                <a:xfrm>
                  <a:off x="3552" y="1222"/>
                  <a:ext cx="135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207"/>
                <p:cNvSpPr>
                  <a:spLocks noChangeShapeType="1"/>
                </p:cNvSpPr>
                <p:nvPr/>
              </p:nvSpPr>
              <p:spPr bwMode="auto">
                <a:xfrm>
                  <a:off x="3548" y="1549"/>
                  <a:ext cx="13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" name="Object 208"/>
                <p:cNvGraphicFramePr>
                  <a:graphicFrameLocks noChangeAspect="1"/>
                </p:cNvGraphicFramePr>
                <p:nvPr/>
              </p:nvGraphicFramePr>
              <p:xfrm>
                <a:off x="3687" y="1460"/>
                <a:ext cx="220" cy="18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57" name="Equation" r:id="rId13" imgW="215640" imgH="228600" progId="Equation.DSMT4">
                        <p:embed/>
                      </p:oleObj>
                    </mc:Choice>
                    <mc:Fallback>
                      <p:oleObj name="Equation" r:id="rId13" imgW="215640" imgH="228600" progId="Equation.DSMT4">
                        <p:embed/>
                        <p:pic>
                          <p:nvPicPr>
                            <p:cNvPr id="0" name="Picture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87" y="1460"/>
                              <a:ext cx="220" cy="18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" name="Object 210"/>
                <p:cNvGraphicFramePr>
                  <a:graphicFrameLocks noChangeAspect="1"/>
                </p:cNvGraphicFramePr>
                <p:nvPr/>
              </p:nvGraphicFramePr>
              <p:xfrm>
                <a:off x="3720" y="1144"/>
                <a:ext cx="157" cy="17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58" name="Equation" r:id="rId15" imgW="164880" imgH="228600" progId="Equation.DSMT4">
                        <p:embed/>
                      </p:oleObj>
                    </mc:Choice>
                    <mc:Fallback>
                      <p:oleObj name="Equation" r:id="rId15" imgW="164880" imgH="228600" progId="Equation.DSMT4">
                        <p:embed/>
                        <p:pic>
                          <p:nvPicPr>
                            <p:cNvPr id="0" name="Picture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20" y="1144"/>
                              <a:ext cx="157" cy="17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" name="Rectangle 211"/>
                <p:cNvSpPr>
                  <a:spLocks noChangeArrowheads="1"/>
                </p:cNvSpPr>
                <p:nvPr/>
              </p:nvSpPr>
              <p:spPr bwMode="auto">
                <a:xfrm>
                  <a:off x="2719" y="1126"/>
                  <a:ext cx="474" cy="51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212"/>
                <p:cNvSpPr>
                  <a:spLocks noChangeShapeType="1"/>
                </p:cNvSpPr>
                <p:nvPr/>
              </p:nvSpPr>
              <p:spPr bwMode="auto">
                <a:xfrm>
                  <a:off x="2601" y="1219"/>
                  <a:ext cx="118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Line 213"/>
                <p:cNvSpPr>
                  <a:spLocks noChangeShapeType="1"/>
                </p:cNvSpPr>
                <p:nvPr/>
              </p:nvSpPr>
              <p:spPr bwMode="auto">
                <a:xfrm>
                  <a:off x="2601" y="1546"/>
                  <a:ext cx="11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0" name="Object 214"/>
                <p:cNvGraphicFramePr>
                  <a:graphicFrameLocks noChangeAspect="1"/>
                </p:cNvGraphicFramePr>
                <p:nvPr/>
              </p:nvGraphicFramePr>
              <p:xfrm>
                <a:off x="2733" y="1477"/>
                <a:ext cx="184" cy="1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59" name="Equation" r:id="rId17" imgW="203040" imgH="228600" progId="Equation.DSMT4">
                        <p:embed/>
                      </p:oleObj>
                    </mc:Choice>
                    <mc:Fallback>
                      <p:oleObj name="Equation" r:id="rId17" imgW="203040" imgH="228600" progId="Equation.DSMT4">
                        <p:embed/>
                        <p:pic>
                          <p:nvPicPr>
                            <p:cNvPr id="0" name="Picture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33" y="1477"/>
                              <a:ext cx="184" cy="16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" name="Object 216"/>
                <p:cNvGraphicFramePr>
                  <a:graphicFrameLocks noChangeAspect="1"/>
                </p:cNvGraphicFramePr>
                <p:nvPr/>
              </p:nvGraphicFramePr>
              <p:xfrm>
                <a:off x="2760" y="1129"/>
                <a:ext cx="156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60" name="Equation" r:id="rId19" imgW="139680" imgH="228600" progId="Equation.DSMT4">
                        <p:embed/>
                      </p:oleObj>
                    </mc:Choice>
                    <mc:Fallback>
                      <p:oleObj name="Equation" r:id="rId19" imgW="139680" imgH="228600" progId="Equation.DSMT4">
                        <p:embed/>
                        <p:pic>
                          <p:nvPicPr>
                            <p:cNvPr id="0" name="Picture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60" y="1129"/>
                              <a:ext cx="156" cy="2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Rectangle 217"/>
                <p:cNvSpPr>
                  <a:spLocks noChangeArrowheads="1"/>
                </p:cNvSpPr>
                <p:nvPr/>
              </p:nvSpPr>
              <p:spPr bwMode="auto">
                <a:xfrm>
                  <a:off x="1774" y="1126"/>
                  <a:ext cx="473" cy="51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4" name="Group 218"/>
                <p:cNvGrpSpPr>
                  <a:grpSpLocks/>
                </p:cNvGrpSpPr>
                <p:nvPr/>
              </p:nvGrpSpPr>
              <p:grpSpPr bwMode="auto">
                <a:xfrm flipH="1">
                  <a:off x="1418" y="1335"/>
                  <a:ext cx="356" cy="71"/>
                  <a:chOff x="250" y="2568"/>
                  <a:chExt cx="680" cy="182"/>
                </a:xfrm>
              </p:grpSpPr>
              <p:sp>
                <p:nvSpPr>
                  <p:cNvPr id="67" name="Oval 219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Line 2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5" name="Line 221"/>
                <p:cNvSpPr>
                  <a:spLocks noChangeShapeType="1"/>
                </p:cNvSpPr>
                <p:nvPr/>
              </p:nvSpPr>
              <p:spPr bwMode="auto">
                <a:xfrm>
                  <a:off x="1632" y="1220"/>
                  <a:ext cx="14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Line 222"/>
                <p:cNvSpPr>
                  <a:spLocks noChangeShapeType="1"/>
                </p:cNvSpPr>
                <p:nvPr/>
              </p:nvSpPr>
              <p:spPr bwMode="auto">
                <a:xfrm>
                  <a:off x="1632" y="1546"/>
                  <a:ext cx="14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7" name="Object 223"/>
                <p:cNvGraphicFramePr>
                  <a:graphicFrameLocks noChangeAspect="1"/>
                </p:cNvGraphicFramePr>
                <p:nvPr/>
              </p:nvGraphicFramePr>
              <p:xfrm>
                <a:off x="1774" y="1496"/>
                <a:ext cx="177" cy="1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61" name="Equation" r:id="rId21" imgW="215640" imgH="228600" progId="Equation.DSMT4">
                        <p:embed/>
                      </p:oleObj>
                    </mc:Choice>
                    <mc:Fallback>
                      <p:oleObj name="Equation" r:id="rId21" imgW="215640" imgH="228600" progId="Equation.DSMT4">
                        <p:embed/>
                        <p:pic>
                          <p:nvPicPr>
                            <p:cNvPr id="0" name="Picture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74" y="1496"/>
                              <a:ext cx="177" cy="14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Object 224"/>
                <p:cNvGraphicFramePr>
                  <a:graphicFrameLocks noChangeAspect="1"/>
                </p:cNvGraphicFramePr>
                <p:nvPr/>
              </p:nvGraphicFramePr>
              <p:xfrm>
                <a:off x="1757" y="1303"/>
                <a:ext cx="154" cy="1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62" name="Equation" r:id="rId23" imgW="126720" imgH="126720" progId="Equation.DSMT4">
                        <p:embed/>
                      </p:oleObj>
                    </mc:Choice>
                    <mc:Fallback>
                      <p:oleObj name="Equation" r:id="rId23" imgW="126720" imgH="126720" progId="Equation.DSMT4">
                        <p:embed/>
                        <p:pic>
                          <p:nvPicPr>
                            <p:cNvPr id="0" name="Picture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57" y="1303"/>
                              <a:ext cx="154" cy="12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" name="Object 225"/>
                <p:cNvGraphicFramePr>
                  <a:graphicFrameLocks noChangeAspect="1"/>
                </p:cNvGraphicFramePr>
                <p:nvPr/>
              </p:nvGraphicFramePr>
              <p:xfrm>
                <a:off x="1805" y="1169"/>
                <a:ext cx="150" cy="1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63" name="Equation" r:id="rId25" imgW="164880" imgH="228600" progId="Equation.DSMT4">
                        <p:embed/>
                      </p:oleObj>
                    </mc:Choice>
                    <mc:Fallback>
                      <p:oleObj name="Equation" r:id="rId25" imgW="164880" imgH="228600" progId="Equation.DSMT4">
                        <p:embed/>
                        <p:pic>
                          <p:nvPicPr>
                            <p:cNvPr id="0" name="Picture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05" y="1169"/>
                              <a:ext cx="150" cy="1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0" name="Line 226"/>
                <p:cNvSpPr>
                  <a:spLocks noChangeShapeType="1"/>
                </p:cNvSpPr>
                <p:nvPr/>
              </p:nvSpPr>
              <p:spPr bwMode="auto">
                <a:xfrm flipV="1">
                  <a:off x="3554" y="1032"/>
                  <a:ext cx="0" cy="52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" name="Group 228"/>
                <p:cNvGrpSpPr>
                  <a:grpSpLocks/>
                </p:cNvGrpSpPr>
                <p:nvPr/>
              </p:nvGrpSpPr>
              <p:grpSpPr bwMode="auto">
                <a:xfrm>
                  <a:off x="3193" y="1363"/>
                  <a:ext cx="484" cy="236"/>
                  <a:chOff x="4377" y="2306"/>
                  <a:chExt cx="1270" cy="1245"/>
                </a:xfrm>
              </p:grpSpPr>
              <p:sp>
                <p:nvSpPr>
                  <p:cNvPr id="65" name="Oval 230"/>
                  <p:cNvSpPr>
                    <a:spLocks noChangeArrowheads="1"/>
                  </p:cNvSpPr>
                  <p:nvPr/>
                </p:nvSpPr>
                <p:spPr bwMode="auto">
                  <a:xfrm>
                    <a:off x="4377" y="3278"/>
                    <a:ext cx="126" cy="273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" name="Oval 234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5521" y="2306"/>
                    <a:ext cx="126" cy="22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" name="Line 237"/>
                <p:cNvSpPr>
                  <a:spLocks noChangeShapeType="1"/>
                </p:cNvSpPr>
                <p:nvPr/>
              </p:nvSpPr>
              <p:spPr bwMode="auto">
                <a:xfrm>
                  <a:off x="4160" y="1219"/>
                  <a:ext cx="18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239"/>
                <p:cNvSpPr>
                  <a:spLocks noChangeShapeType="1"/>
                </p:cNvSpPr>
                <p:nvPr/>
              </p:nvSpPr>
              <p:spPr bwMode="auto">
                <a:xfrm flipV="1">
                  <a:off x="2601" y="1032"/>
                  <a:ext cx="0" cy="51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241"/>
                <p:cNvSpPr>
                  <a:spLocks noChangeShapeType="1"/>
                </p:cNvSpPr>
                <p:nvPr/>
              </p:nvSpPr>
              <p:spPr bwMode="auto">
                <a:xfrm flipV="1">
                  <a:off x="1632" y="1032"/>
                  <a:ext cx="0" cy="51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1" name="Object 250"/>
                <p:cNvGraphicFramePr>
                  <a:graphicFrameLocks noChangeAspect="1"/>
                </p:cNvGraphicFramePr>
                <p:nvPr/>
              </p:nvGraphicFramePr>
              <p:xfrm>
                <a:off x="1565" y="756"/>
                <a:ext cx="137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64" name="公式" r:id="rId27" imgW="88560" imgH="164880" progId="">
                        <p:embed/>
                      </p:oleObj>
                    </mc:Choice>
                    <mc:Fallback>
                      <p:oleObj name="公式" r:id="rId27" imgW="88560" imgH="164880" progId="">
                        <p:embed/>
                        <p:pic>
                          <p:nvPicPr>
                            <p:cNvPr id="0" name="Picture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65" y="756"/>
                              <a:ext cx="137" cy="2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5" name="Text Box 254"/>
                <p:cNvSpPr txBox="1">
                  <a:spLocks noChangeArrowheads="1"/>
                </p:cNvSpPr>
                <p:nvPr/>
              </p:nvSpPr>
              <p:spPr bwMode="auto">
                <a:xfrm>
                  <a:off x="1418" y="1780"/>
                  <a:ext cx="2797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/>
                  <a:endParaRPr kumimoji="0" lang="zh-CN" altLang="en-US" sz="2000" dirty="0">
                    <a:solidFill>
                      <a:srgbClr val="660066"/>
                    </a:solidFill>
                    <a:effectLst/>
                    <a:latin typeface="Arial" pitchFamily="34" charset="0"/>
                  </a:endParaRPr>
                </a:p>
              </p:txBody>
            </p:sp>
            <p:grpSp>
              <p:nvGrpSpPr>
                <p:cNvPr id="47" name="Group 256"/>
                <p:cNvGrpSpPr>
                  <a:grpSpLocks/>
                </p:cNvGrpSpPr>
                <p:nvPr/>
              </p:nvGrpSpPr>
              <p:grpSpPr bwMode="auto">
                <a:xfrm>
                  <a:off x="2242" y="1364"/>
                  <a:ext cx="474" cy="233"/>
                  <a:chOff x="3696" y="2478"/>
                  <a:chExt cx="1636" cy="683"/>
                </a:xfrm>
              </p:grpSpPr>
              <p:grpSp>
                <p:nvGrpSpPr>
                  <p:cNvPr id="50" name="Group 257"/>
                  <p:cNvGrpSpPr>
                    <a:grpSpLocks/>
                  </p:cNvGrpSpPr>
                  <p:nvPr/>
                </p:nvGrpSpPr>
                <p:grpSpPr bwMode="auto">
                  <a:xfrm flipH="1">
                    <a:off x="4176" y="2478"/>
                    <a:ext cx="1156" cy="181"/>
                    <a:chOff x="247" y="2568"/>
                    <a:chExt cx="961" cy="182"/>
                  </a:xfrm>
                </p:grpSpPr>
                <p:sp>
                  <p:nvSpPr>
                    <p:cNvPr id="56" name="Oval 2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7" y="2568"/>
                      <a:ext cx="135" cy="18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" name="Line 25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82" y="2659"/>
                      <a:ext cx="82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52" name="Group 261"/>
                  <p:cNvGrpSpPr>
                    <a:grpSpLocks/>
                  </p:cNvGrpSpPr>
                  <p:nvPr/>
                </p:nvGrpSpPr>
                <p:grpSpPr bwMode="auto">
                  <a:xfrm flipV="1">
                    <a:off x="3696" y="3002"/>
                    <a:ext cx="645" cy="159"/>
                    <a:chOff x="250" y="2568"/>
                    <a:chExt cx="537" cy="182"/>
                  </a:xfrm>
                </p:grpSpPr>
                <p:sp>
                  <p:nvSpPr>
                    <p:cNvPr id="54" name="Oval 2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0" y="2568"/>
                      <a:ext cx="135" cy="18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5" name="Line 26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0" y="2659"/>
                      <a:ext cx="387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75" name="Line 259"/>
              <p:cNvSpPr>
                <a:spLocks noChangeShapeType="1"/>
              </p:cNvSpPr>
              <p:nvPr/>
            </p:nvSpPr>
            <p:spPr bwMode="auto">
              <a:xfrm>
                <a:off x="3581400" y="1885950"/>
                <a:ext cx="228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239"/>
              <p:cNvSpPr>
                <a:spLocks noChangeShapeType="1"/>
              </p:cNvSpPr>
              <p:nvPr/>
            </p:nvSpPr>
            <p:spPr bwMode="auto">
              <a:xfrm flipV="1">
                <a:off x="3810000" y="1901064"/>
                <a:ext cx="0" cy="304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78552" name="Object 24"/>
              <p:cNvGraphicFramePr>
                <a:graphicFrameLocks noChangeAspect="1"/>
              </p:cNvGraphicFramePr>
              <p:nvPr/>
            </p:nvGraphicFramePr>
            <p:xfrm>
              <a:off x="3733800" y="2114550"/>
              <a:ext cx="152400" cy="1889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5" name="公式" r:id="rId29" imgW="114102" imgH="114102" progId="">
                      <p:embed/>
                    </p:oleObj>
                  </mc:Choice>
                  <mc:Fallback>
                    <p:oleObj name="公式" r:id="rId29" imgW="114102" imgH="114102" progId="">
                      <p:embed/>
                      <p:pic>
                        <p:nvPicPr>
                          <p:cNvPr id="0" name="Picture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3800" y="2114550"/>
                            <a:ext cx="152400" cy="1889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8553" name="Object 25"/>
              <p:cNvGraphicFramePr>
                <a:graphicFrameLocks noChangeAspect="1"/>
              </p:cNvGraphicFramePr>
              <p:nvPr/>
            </p:nvGraphicFramePr>
            <p:xfrm>
              <a:off x="3733800" y="1809750"/>
              <a:ext cx="152400" cy="1889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6" name="公式" r:id="rId30" imgW="114102" imgH="114102" progId="">
                      <p:embed/>
                    </p:oleObj>
                  </mc:Choice>
                  <mc:Fallback>
                    <p:oleObj name="公式" r:id="rId30" imgW="114102" imgH="114102" progId="">
                      <p:embed/>
                      <p:pic>
                        <p:nvPicPr>
                          <p:cNvPr id="0" name="Picture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3800" y="1809750"/>
                            <a:ext cx="152400" cy="1889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78554" name="Object 26"/>
            <p:cNvGraphicFramePr>
              <a:graphicFrameLocks noChangeAspect="1"/>
            </p:cNvGraphicFramePr>
            <p:nvPr/>
          </p:nvGraphicFramePr>
          <p:xfrm>
            <a:off x="4076004" y="2350772"/>
            <a:ext cx="152400" cy="188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" name="公式" r:id="rId31" imgW="114102" imgH="114102" progId="">
                    <p:embed/>
                  </p:oleObj>
                </mc:Choice>
                <mc:Fallback>
                  <p:oleObj name="公式" r:id="rId31" imgW="114102" imgH="114102" progId="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6004" y="2350772"/>
                          <a:ext cx="152400" cy="188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55" name="Object 27"/>
            <p:cNvGraphicFramePr>
              <a:graphicFrameLocks noChangeAspect="1"/>
            </p:cNvGraphicFramePr>
            <p:nvPr/>
          </p:nvGraphicFramePr>
          <p:xfrm>
            <a:off x="4083942" y="1847535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8" name="公式" r:id="rId32" imgW="114102" imgH="114102" progId="">
                    <p:embed/>
                  </p:oleObj>
                </mc:Choice>
                <mc:Fallback>
                  <p:oleObj name="公式" r:id="rId32" imgW="114102" imgH="114102" progId="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942" y="1847535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56" name="Object 28"/>
            <p:cNvGraphicFramePr>
              <a:graphicFrameLocks noChangeAspect="1"/>
            </p:cNvGraphicFramePr>
            <p:nvPr/>
          </p:nvGraphicFramePr>
          <p:xfrm>
            <a:off x="5585520" y="2351402"/>
            <a:ext cx="152400" cy="188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" name="公式" r:id="rId33" imgW="114102" imgH="114102" progId="">
                    <p:embed/>
                  </p:oleObj>
                </mc:Choice>
                <mc:Fallback>
                  <p:oleObj name="公式" r:id="rId33" imgW="114102" imgH="114102" progId="">
                    <p:embed/>
                    <p:pic>
                      <p:nvPicPr>
                        <p:cNvPr id="0" name="Picture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5520" y="2351402"/>
                          <a:ext cx="152400" cy="188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57" name="Object 29"/>
            <p:cNvGraphicFramePr>
              <a:graphicFrameLocks noChangeAspect="1"/>
            </p:cNvGraphicFramePr>
            <p:nvPr/>
          </p:nvGraphicFramePr>
          <p:xfrm>
            <a:off x="5593458" y="1848165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0" name="公式" r:id="rId34" imgW="114102" imgH="114102" progId="">
                    <p:embed/>
                  </p:oleObj>
                </mc:Choice>
                <mc:Fallback>
                  <p:oleObj name="公式" r:id="rId34" imgW="114102" imgH="114102" progId="">
                    <p:embed/>
                    <p:pic>
                      <p:nvPicPr>
                        <p:cNvPr id="0" name="Picture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3458" y="1848165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" name="Line 259"/>
            <p:cNvSpPr>
              <a:spLocks noChangeShapeType="1"/>
            </p:cNvSpPr>
            <p:nvPr/>
          </p:nvSpPr>
          <p:spPr bwMode="auto">
            <a:xfrm>
              <a:off x="5105400" y="188595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259"/>
            <p:cNvSpPr>
              <a:spLocks noChangeShapeType="1"/>
            </p:cNvSpPr>
            <p:nvPr/>
          </p:nvSpPr>
          <p:spPr bwMode="auto">
            <a:xfrm>
              <a:off x="5181600" y="2503737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39"/>
            <p:cNvSpPr>
              <a:spLocks noChangeShapeType="1"/>
            </p:cNvSpPr>
            <p:nvPr/>
          </p:nvSpPr>
          <p:spPr bwMode="auto">
            <a:xfrm flipV="1">
              <a:off x="5334000" y="188595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59"/>
            <p:cNvSpPr>
              <a:spLocks noChangeShapeType="1"/>
            </p:cNvSpPr>
            <p:nvPr/>
          </p:nvSpPr>
          <p:spPr bwMode="auto">
            <a:xfrm>
              <a:off x="5334000" y="219075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9" name="Object 24"/>
            <p:cNvGraphicFramePr>
              <a:graphicFrameLocks noChangeAspect="1"/>
            </p:cNvGraphicFramePr>
            <p:nvPr/>
          </p:nvGraphicFramePr>
          <p:xfrm>
            <a:off x="5257800" y="2091879"/>
            <a:ext cx="152400" cy="188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1" name="公式" r:id="rId35" imgW="114102" imgH="114102" progId="">
                    <p:embed/>
                  </p:oleObj>
                </mc:Choice>
                <mc:Fallback>
                  <p:oleObj name="公式" r:id="rId35" imgW="114102" imgH="114102" progId="">
                    <p:embed/>
                    <p:pic>
                      <p:nvPicPr>
                        <p:cNvPr id="0" name="Picture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2091879"/>
                          <a:ext cx="152400" cy="188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25"/>
            <p:cNvGraphicFramePr>
              <a:graphicFrameLocks noChangeAspect="1"/>
            </p:cNvGraphicFramePr>
            <p:nvPr/>
          </p:nvGraphicFramePr>
          <p:xfrm>
            <a:off x="5257800" y="1787079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" name="公式" r:id="rId36" imgW="114102" imgH="114102" progId="">
                    <p:embed/>
                  </p:oleObj>
                </mc:Choice>
                <mc:Fallback>
                  <p:oleObj name="公式" r:id="rId36" imgW="114102" imgH="114102" progId="">
                    <p:embed/>
                    <p:pic>
                      <p:nvPicPr>
                        <p:cNvPr id="0" name="Picture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1787079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61" name="Object 33"/>
            <p:cNvGraphicFramePr>
              <a:graphicFrameLocks noChangeAspect="1"/>
            </p:cNvGraphicFramePr>
            <p:nvPr/>
          </p:nvGraphicFramePr>
          <p:xfrm>
            <a:off x="5852286" y="2099436"/>
            <a:ext cx="244475" cy="195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3" name="Equation" r:id="rId37" imgW="126720" imgH="126720" progId="Equation.DSMT4">
                    <p:embed/>
                  </p:oleObj>
                </mc:Choice>
                <mc:Fallback>
                  <p:oleObj name="Equation" r:id="rId37" imgW="126720" imgH="126720" progId="Equation.DSMT4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2286" y="2099436"/>
                          <a:ext cx="244475" cy="195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62" name="Object 34"/>
            <p:cNvGraphicFramePr>
              <a:graphicFrameLocks noChangeAspect="1"/>
            </p:cNvGraphicFramePr>
            <p:nvPr/>
          </p:nvGraphicFramePr>
          <p:xfrm>
            <a:off x="4811713" y="1809750"/>
            <a:ext cx="241300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4" name="Equation" r:id="rId38" imgW="253800" imgH="330120" progId="Equation.DSMT4">
                    <p:embed/>
                  </p:oleObj>
                </mc:Choice>
                <mc:Fallback>
                  <p:oleObj name="Equation" r:id="rId38" imgW="253800" imgH="330120" progId="Equation.DSMT4">
                    <p:embed/>
                    <p:pic>
                      <p:nvPicPr>
                        <p:cNvPr id="0" name="Picture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1713" y="1809750"/>
                          <a:ext cx="241300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63" name="Object 35"/>
            <p:cNvGraphicFramePr>
              <a:graphicFrameLocks noChangeAspect="1"/>
            </p:cNvGraphicFramePr>
            <p:nvPr/>
          </p:nvGraphicFramePr>
          <p:xfrm>
            <a:off x="6324600" y="1809750"/>
            <a:ext cx="276225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" name="Equation" r:id="rId40" imgW="291960" imgH="330120" progId="Equation.DSMT4">
                    <p:embed/>
                  </p:oleObj>
                </mc:Choice>
                <mc:Fallback>
                  <p:oleObj name="Equation" r:id="rId40" imgW="291960" imgH="330120" progId="Equation.DSMT4">
                    <p:embed/>
                    <p:pic>
                      <p:nvPicPr>
                        <p:cNvPr id="0" name="Picture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4600" y="1809750"/>
                          <a:ext cx="276225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Object 250"/>
            <p:cNvGraphicFramePr>
              <a:graphicFrameLocks noChangeAspect="1"/>
            </p:cNvGraphicFramePr>
            <p:nvPr/>
          </p:nvGraphicFramePr>
          <p:xfrm>
            <a:off x="4038600" y="1200150"/>
            <a:ext cx="217488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" name="公式" r:id="rId42" imgW="88560" imgH="164880" progId="">
                    <p:embed/>
                  </p:oleObj>
                </mc:Choice>
                <mc:Fallback>
                  <p:oleObj name="公式" r:id="rId42" imgW="88560" imgH="164880" progId="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600" y="1200150"/>
                          <a:ext cx="217488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Object 250"/>
            <p:cNvGraphicFramePr>
              <a:graphicFrameLocks noChangeAspect="1"/>
            </p:cNvGraphicFramePr>
            <p:nvPr/>
          </p:nvGraphicFramePr>
          <p:xfrm>
            <a:off x="5562600" y="1200150"/>
            <a:ext cx="217488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7" name="公式" r:id="rId44" imgW="88560" imgH="164880" progId="">
                    <p:embed/>
                  </p:oleObj>
                </mc:Choice>
                <mc:Fallback>
                  <p:oleObj name="公式" r:id="rId44" imgW="88560" imgH="164880" progId="">
                    <p:embed/>
                    <p:pic>
                      <p:nvPicPr>
                        <p:cNvPr id="0" name="Picture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2600" y="1200150"/>
                          <a:ext cx="217488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24200" y="2190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655757" y="221342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172200" y="2190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3200400" y="4552950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计数器例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波形图</a:t>
            </a:r>
          </a:p>
        </p:txBody>
      </p:sp>
      <p:pic>
        <p:nvPicPr>
          <p:cNvPr id="279609" name="Picture 57" descr="C:\Users\hfutliujun\AppData\Roaming\Tencent\Users\350654676\QQ\WinTemp\RichOle\N$3Q{)6$_AQ04~1LHP6OK`Q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2114550"/>
            <a:ext cx="3810000" cy="2468272"/>
          </a:xfrm>
          <a:prstGeom prst="rect">
            <a:avLst/>
          </a:prstGeom>
          <a:noFill/>
        </p:spPr>
      </p:pic>
      <p:pic>
        <p:nvPicPr>
          <p:cNvPr id="279610" name="Picture 58" descr="C:\Users\hfutliujun\AppData\Roaming\Tencent\Users\350654676\QQ\WinTemp\RichOle\%_TNGSXWHKH86Z`XL[)JJRC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742950"/>
            <a:ext cx="4648200" cy="1258610"/>
          </a:xfrm>
          <a:prstGeom prst="rect">
            <a:avLst/>
          </a:prstGeom>
          <a:noFill/>
        </p:spPr>
      </p:pic>
      <p:sp>
        <p:nvSpPr>
          <p:cNvPr id="215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6686" y="419525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56686" y="3562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6686" y="29527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76600" y="419525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76600" y="3562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76600" y="29527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0" y="419525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0" y="3562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0" y="29527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38600" y="419525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38600" y="3562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38600" y="29527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3628" y="4202178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73628" y="3569277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73628" y="2959677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24400" y="419525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24400" y="3562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24400" y="29527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05400" y="419525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05400" y="3562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05400" y="29527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78213" y="419525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78213" y="3562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78213" y="29527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67400" y="419525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67400" y="3562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867400" y="29527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1"/>
      <p:bldP spid="13" grpId="1"/>
      <p:bldP spid="14" grpId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3733800" y="2876550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计数器例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96"/>
          <p:cNvGrpSpPr/>
          <p:nvPr/>
        </p:nvGrpSpPr>
        <p:grpSpPr>
          <a:xfrm>
            <a:off x="1752600" y="1200150"/>
            <a:ext cx="5257801" cy="2022476"/>
            <a:chOff x="1752600" y="1200150"/>
            <a:chExt cx="5257801" cy="2022476"/>
          </a:xfrm>
        </p:grpSpPr>
        <p:graphicFrame>
          <p:nvGraphicFramePr>
            <p:cNvPr id="278546" name="Object 18"/>
            <p:cNvGraphicFramePr>
              <a:graphicFrameLocks noChangeAspect="1"/>
            </p:cNvGraphicFramePr>
            <p:nvPr/>
          </p:nvGraphicFramePr>
          <p:xfrm>
            <a:off x="1752600" y="2038350"/>
            <a:ext cx="51735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" name="Equation" r:id="rId3" imgW="545760" imgH="241200" progId="Equation.DSMT4">
                    <p:embed/>
                  </p:oleObj>
                </mc:Choice>
                <mc:Fallback>
                  <p:oleObj name="Equation" r:id="rId3" imgW="545760" imgH="24120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600" y="2038350"/>
                          <a:ext cx="51735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348"/>
            <p:cNvGraphicFramePr>
              <a:graphicFrameLocks noChangeAspect="1"/>
            </p:cNvGraphicFramePr>
            <p:nvPr/>
          </p:nvGraphicFramePr>
          <p:xfrm>
            <a:off x="2536641" y="2343150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" name="公式" r:id="rId5" imgW="114102" imgH="114102" progId="">
                    <p:embed/>
                  </p:oleObj>
                </mc:Choice>
                <mc:Fallback>
                  <p:oleObj name="公式" r:id="rId5" imgW="114102" imgH="114102" progId="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641" y="2343150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348"/>
            <p:cNvGraphicFramePr>
              <a:graphicFrameLocks noChangeAspect="1"/>
            </p:cNvGraphicFramePr>
            <p:nvPr/>
          </p:nvGraphicFramePr>
          <p:xfrm>
            <a:off x="2545458" y="1839978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1" name="公式" r:id="rId7" imgW="114102" imgH="114102" progId="">
                    <p:embed/>
                  </p:oleObj>
                </mc:Choice>
                <mc:Fallback>
                  <p:oleObj name="公式" r:id="rId7" imgW="114102" imgH="114102" progId="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5458" y="1839978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224"/>
            <p:cNvGraphicFramePr>
              <a:graphicFrameLocks noChangeAspect="1"/>
            </p:cNvGraphicFramePr>
            <p:nvPr/>
          </p:nvGraphicFramePr>
          <p:xfrm>
            <a:off x="4314432" y="2114550"/>
            <a:ext cx="244476" cy="195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" name="Equation" r:id="rId8" imgW="126720" imgH="126720" progId="Equation.DSMT4">
                    <p:embed/>
                  </p:oleObj>
                </mc:Choice>
                <mc:Fallback>
                  <p:oleObj name="Equation" r:id="rId8" imgW="126720" imgH="12672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4432" y="2114550"/>
                          <a:ext cx="244476" cy="1951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51" name="Object 23"/>
            <p:cNvGraphicFramePr>
              <a:graphicFrameLocks noChangeAspect="1"/>
            </p:cNvGraphicFramePr>
            <p:nvPr/>
          </p:nvGraphicFramePr>
          <p:xfrm>
            <a:off x="3276600" y="1809750"/>
            <a:ext cx="265112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" name="Equation" r:id="rId10" imgW="279360" imgH="330120" progId="Equation.DSMT4">
                    <p:embed/>
                  </p:oleObj>
                </mc:Choice>
                <mc:Fallback>
                  <p:oleObj name="Equation" r:id="rId10" imgW="279360" imgH="33012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600" y="1809750"/>
                          <a:ext cx="265112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组合 82"/>
            <p:cNvGrpSpPr/>
            <p:nvPr/>
          </p:nvGrpSpPr>
          <p:grpSpPr>
            <a:xfrm>
              <a:off x="2281238" y="1200151"/>
              <a:ext cx="4729163" cy="2022475"/>
              <a:chOff x="2281238" y="1200151"/>
              <a:chExt cx="4729163" cy="2022475"/>
            </a:xfrm>
          </p:grpSpPr>
          <p:grpSp>
            <p:nvGrpSpPr>
              <p:cNvPr id="4" name="Group 389"/>
              <p:cNvGrpSpPr>
                <a:grpSpLocks/>
              </p:cNvGrpSpPr>
              <p:nvPr/>
            </p:nvGrpSpPr>
            <p:grpSpPr bwMode="auto">
              <a:xfrm>
                <a:off x="2281238" y="1200151"/>
                <a:ext cx="4729163" cy="2022475"/>
                <a:chOff x="1418" y="756"/>
                <a:chExt cx="2979" cy="1274"/>
              </a:xfrm>
            </p:grpSpPr>
            <p:sp>
              <p:nvSpPr>
                <p:cNvPr id="10" name="Rectangle 202"/>
                <p:cNvSpPr>
                  <a:spLocks noChangeArrowheads="1"/>
                </p:cNvSpPr>
                <p:nvPr/>
              </p:nvSpPr>
              <p:spPr bwMode="auto">
                <a:xfrm>
                  <a:off x="3687" y="1129"/>
                  <a:ext cx="474" cy="51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6" name="Group 203"/>
                <p:cNvGrpSpPr>
                  <a:grpSpLocks/>
                </p:cNvGrpSpPr>
                <p:nvPr/>
              </p:nvGrpSpPr>
              <p:grpSpPr bwMode="auto">
                <a:xfrm>
                  <a:off x="4161" y="1503"/>
                  <a:ext cx="236" cy="46"/>
                  <a:chOff x="250" y="2568"/>
                  <a:chExt cx="680" cy="182"/>
                </a:xfrm>
              </p:grpSpPr>
              <p:sp>
                <p:nvSpPr>
                  <p:cNvPr id="69" name="Oval 204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Line 205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" name="Line 206"/>
                <p:cNvSpPr>
                  <a:spLocks noChangeShapeType="1"/>
                </p:cNvSpPr>
                <p:nvPr/>
              </p:nvSpPr>
              <p:spPr bwMode="auto">
                <a:xfrm>
                  <a:off x="3552" y="1222"/>
                  <a:ext cx="135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207"/>
                <p:cNvSpPr>
                  <a:spLocks noChangeShapeType="1"/>
                </p:cNvSpPr>
                <p:nvPr/>
              </p:nvSpPr>
              <p:spPr bwMode="auto">
                <a:xfrm>
                  <a:off x="3548" y="1549"/>
                  <a:ext cx="13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" name="Object 208"/>
                <p:cNvGraphicFramePr>
                  <a:graphicFrameLocks noChangeAspect="1"/>
                </p:cNvGraphicFramePr>
                <p:nvPr/>
              </p:nvGraphicFramePr>
              <p:xfrm>
                <a:off x="3687" y="1460"/>
                <a:ext cx="220" cy="18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84" name="Equation" r:id="rId12" imgW="215640" imgH="228600" progId="Equation.DSMT4">
                        <p:embed/>
                      </p:oleObj>
                    </mc:Choice>
                    <mc:Fallback>
                      <p:oleObj name="Equation" r:id="rId12" imgW="215640" imgH="228600" progId="Equation.DSMT4">
                        <p:embed/>
                        <p:pic>
                          <p:nvPicPr>
                            <p:cNvPr id="0" name="Picture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87" y="1460"/>
                              <a:ext cx="220" cy="18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" name="Object 210"/>
                <p:cNvGraphicFramePr>
                  <a:graphicFrameLocks noChangeAspect="1"/>
                </p:cNvGraphicFramePr>
                <p:nvPr/>
              </p:nvGraphicFramePr>
              <p:xfrm>
                <a:off x="3720" y="1144"/>
                <a:ext cx="157" cy="17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85" name="Equation" r:id="rId14" imgW="164880" imgH="228600" progId="Equation.DSMT4">
                        <p:embed/>
                      </p:oleObj>
                    </mc:Choice>
                    <mc:Fallback>
                      <p:oleObj name="Equation" r:id="rId14" imgW="164880" imgH="228600" progId="Equation.DSMT4">
                        <p:embed/>
                        <p:pic>
                          <p:nvPicPr>
                            <p:cNvPr id="0" name="Picture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20" y="1144"/>
                              <a:ext cx="157" cy="17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" name="Rectangle 211"/>
                <p:cNvSpPr>
                  <a:spLocks noChangeArrowheads="1"/>
                </p:cNvSpPr>
                <p:nvPr/>
              </p:nvSpPr>
              <p:spPr bwMode="auto">
                <a:xfrm>
                  <a:off x="2719" y="1126"/>
                  <a:ext cx="474" cy="51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212"/>
                <p:cNvSpPr>
                  <a:spLocks noChangeShapeType="1"/>
                </p:cNvSpPr>
                <p:nvPr/>
              </p:nvSpPr>
              <p:spPr bwMode="auto">
                <a:xfrm>
                  <a:off x="2601" y="1219"/>
                  <a:ext cx="118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Line 213"/>
                <p:cNvSpPr>
                  <a:spLocks noChangeShapeType="1"/>
                </p:cNvSpPr>
                <p:nvPr/>
              </p:nvSpPr>
              <p:spPr bwMode="auto">
                <a:xfrm>
                  <a:off x="2601" y="1546"/>
                  <a:ext cx="11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0" name="Object 214"/>
                <p:cNvGraphicFramePr>
                  <a:graphicFrameLocks noChangeAspect="1"/>
                </p:cNvGraphicFramePr>
                <p:nvPr/>
              </p:nvGraphicFramePr>
              <p:xfrm>
                <a:off x="2733" y="1477"/>
                <a:ext cx="184" cy="1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86" name="Equation" r:id="rId16" imgW="203040" imgH="228600" progId="Equation.DSMT4">
                        <p:embed/>
                      </p:oleObj>
                    </mc:Choice>
                    <mc:Fallback>
                      <p:oleObj name="Equation" r:id="rId16" imgW="203040" imgH="228600" progId="Equation.DSMT4">
                        <p:embed/>
                        <p:pic>
                          <p:nvPicPr>
                            <p:cNvPr id="0" name="Picture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33" y="1477"/>
                              <a:ext cx="184" cy="16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" name="Object 216"/>
                <p:cNvGraphicFramePr>
                  <a:graphicFrameLocks noChangeAspect="1"/>
                </p:cNvGraphicFramePr>
                <p:nvPr/>
              </p:nvGraphicFramePr>
              <p:xfrm>
                <a:off x="2760" y="1129"/>
                <a:ext cx="156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87" name="Equation" r:id="rId18" imgW="139680" imgH="228600" progId="Equation.DSMT4">
                        <p:embed/>
                      </p:oleObj>
                    </mc:Choice>
                    <mc:Fallback>
                      <p:oleObj name="Equation" r:id="rId18" imgW="139680" imgH="228600" progId="Equation.DSMT4">
                        <p:embed/>
                        <p:pic>
                          <p:nvPicPr>
                            <p:cNvPr id="0" name="Picture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60" y="1129"/>
                              <a:ext cx="156" cy="2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Rectangle 217"/>
                <p:cNvSpPr>
                  <a:spLocks noChangeArrowheads="1"/>
                </p:cNvSpPr>
                <p:nvPr/>
              </p:nvSpPr>
              <p:spPr bwMode="auto">
                <a:xfrm>
                  <a:off x="1774" y="1126"/>
                  <a:ext cx="473" cy="51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7" name="Group 218"/>
                <p:cNvGrpSpPr>
                  <a:grpSpLocks/>
                </p:cNvGrpSpPr>
                <p:nvPr/>
              </p:nvGrpSpPr>
              <p:grpSpPr bwMode="auto">
                <a:xfrm flipH="1">
                  <a:off x="1418" y="1335"/>
                  <a:ext cx="356" cy="71"/>
                  <a:chOff x="250" y="2568"/>
                  <a:chExt cx="680" cy="182"/>
                </a:xfrm>
              </p:grpSpPr>
              <p:sp>
                <p:nvSpPr>
                  <p:cNvPr id="67" name="Oval 219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Line 2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5" name="Line 221"/>
                <p:cNvSpPr>
                  <a:spLocks noChangeShapeType="1"/>
                </p:cNvSpPr>
                <p:nvPr/>
              </p:nvSpPr>
              <p:spPr bwMode="auto">
                <a:xfrm>
                  <a:off x="1632" y="1220"/>
                  <a:ext cx="14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Line 222"/>
                <p:cNvSpPr>
                  <a:spLocks noChangeShapeType="1"/>
                </p:cNvSpPr>
                <p:nvPr/>
              </p:nvSpPr>
              <p:spPr bwMode="auto">
                <a:xfrm>
                  <a:off x="1632" y="1546"/>
                  <a:ext cx="14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7" name="Object 223"/>
                <p:cNvGraphicFramePr>
                  <a:graphicFrameLocks noChangeAspect="1"/>
                </p:cNvGraphicFramePr>
                <p:nvPr/>
              </p:nvGraphicFramePr>
              <p:xfrm>
                <a:off x="1774" y="1496"/>
                <a:ext cx="177" cy="1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88" name="Equation" r:id="rId20" imgW="215640" imgH="228600" progId="Equation.DSMT4">
                        <p:embed/>
                      </p:oleObj>
                    </mc:Choice>
                    <mc:Fallback>
                      <p:oleObj name="Equation" r:id="rId20" imgW="215640" imgH="228600" progId="Equation.DSMT4">
                        <p:embed/>
                        <p:pic>
                          <p:nvPicPr>
                            <p:cNvPr id="0" name="Picture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74" y="1496"/>
                              <a:ext cx="177" cy="14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Object 224"/>
                <p:cNvGraphicFramePr>
                  <a:graphicFrameLocks noChangeAspect="1"/>
                </p:cNvGraphicFramePr>
                <p:nvPr/>
              </p:nvGraphicFramePr>
              <p:xfrm>
                <a:off x="1757" y="1303"/>
                <a:ext cx="154" cy="1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89" name="Equation" r:id="rId22" imgW="126720" imgH="126720" progId="Equation.DSMT4">
                        <p:embed/>
                      </p:oleObj>
                    </mc:Choice>
                    <mc:Fallback>
                      <p:oleObj name="Equation" r:id="rId22" imgW="126720" imgH="126720" progId="Equation.DSMT4">
                        <p:embed/>
                        <p:pic>
                          <p:nvPicPr>
                            <p:cNvPr id="0" name="Picture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57" y="1303"/>
                              <a:ext cx="154" cy="12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" name="Object 225"/>
                <p:cNvGraphicFramePr>
                  <a:graphicFrameLocks noChangeAspect="1"/>
                </p:cNvGraphicFramePr>
                <p:nvPr/>
              </p:nvGraphicFramePr>
              <p:xfrm>
                <a:off x="1805" y="1169"/>
                <a:ext cx="135" cy="14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90" name="Equation" r:id="rId23" imgW="164880" imgH="228600" progId="Equation.DSMT4">
                        <p:embed/>
                      </p:oleObj>
                    </mc:Choice>
                    <mc:Fallback>
                      <p:oleObj name="Equation" r:id="rId23" imgW="164880" imgH="228600" progId="Equation.DSMT4">
                        <p:embed/>
                        <p:pic>
                          <p:nvPicPr>
                            <p:cNvPr id="0" name="Picture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05" y="1169"/>
                              <a:ext cx="135" cy="14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0" name="Line 226"/>
                <p:cNvSpPr>
                  <a:spLocks noChangeShapeType="1"/>
                </p:cNvSpPr>
                <p:nvPr/>
              </p:nvSpPr>
              <p:spPr bwMode="auto">
                <a:xfrm flipV="1">
                  <a:off x="3554" y="1032"/>
                  <a:ext cx="0" cy="52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8" name="Group 228"/>
                <p:cNvGrpSpPr>
                  <a:grpSpLocks/>
                </p:cNvGrpSpPr>
                <p:nvPr/>
              </p:nvGrpSpPr>
              <p:grpSpPr bwMode="auto">
                <a:xfrm>
                  <a:off x="3193" y="1363"/>
                  <a:ext cx="484" cy="236"/>
                  <a:chOff x="4377" y="2306"/>
                  <a:chExt cx="1270" cy="1245"/>
                </a:xfrm>
              </p:grpSpPr>
              <p:sp>
                <p:nvSpPr>
                  <p:cNvPr id="65" name="Oval 230"/>
                  <p:cNvSpPr>
                    <a:spLocks noChangeArrowheads="1"/>
                  </p:cNvSpPr>
                  <p:nvPr/>
                </p:nvSpPr>
                <p:spPr bwMode="auto">
                  <a:xfrm>
                    <a:off x="4377" y="3278"/>
                    <a:ext cx="126" cy="273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" name="Oval 234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5521" y="2306"/>
                    <a:ext cx="126" cy="22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" name="Line 237"/>
                <p:cNvSpPr>
                  <a:spLocks noChangeShapeType="1"/>
                </p:cNvSpPr>
                <p:nvPr/>
              </p:nvSpPr>
              <p:spPr bwMode="auto">
                <a:xfrm>
                  <a:off x="4160" y="1219"/>
                  <a:ext cx="18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239"/>
                <p:cNvSpPr>
                  <a:spLocks noChangeShapeType="1"/>
                </p:cNvSpPr>
                <p:nvPr/>
              </p:nvSpPr>
              <p:spPr bwMode="auto">
                <a:xfrm flipV="1">
                  <a:off x="2601" y="1032"/>
                  <a:ext cx="0" cy="51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241"/>
                <p:cNvSpPr>
                  <a:spLocks noChangeShapeType="1"/>
                </p:cNvSpPr>
                <p:nvPr/>
              </p:nvSpPr>
              <p:spPr bwMode="auto">
                <a:xfrm flipV="1">
                  <a:off x="1632" y="1032"/>
                  <a:ext cx="0" cy="51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1" name="Object 250"/>
                <p:cNvGraphicFramePr>
                  <a:graphicFrameLocks noChangeAspect="1"/>
                </p:cNvGraphicFramePr>
                <p:nvPr/>
              </p:nvGraphicFramePr>
              <p:xfrm>
                <a:off x="1565" y="756"/>
                <a:ext cx="137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91" name="公式" r:id="rId25" imgW="88560" imgH="164880" progId="">
                        <p:embed/>
                      </p:oleObj>
                    </mc:Choice>
                    <mc:Fallback>
                      <p:oleObj name="公式" r:id="rId25" imgW="88560" imgH="164880" progId="">
                        <p:embed/>
                        <p:pic>
                          <p:nvPicPr>
                            <p:cNvPr id="0" name="Picture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65" y="756"/>
                              <a:ext cx="137" cy="2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5" name="Text Box 254"/>
                <p:cNvSpPr txBox="1">
                  <a:spLocks noChangeArrowheads="1"/>
                </p:cNvSpPr>
                <p:nvPr/>
              </p:nvSpPr>
              <p:spPr bwMode="auto">
                <a:xfrm>
                  <a:off x="1418" y="1780"/>
                  <a:ext cx="2797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/>
                  <a:endParaRPr kumimoji="0" lang="zh-CN" altLang="en-US" sz="2000" dirty="0">
                    <a:solidFill>
                      <a:srgbClr val="660066"/>
                    </a:solidFill>
                    <a:effectLst/>
                    <a:latin typeface="Arial" pitchFamily="34" charset="0"/>
                  </a:endParaRPr>
                </a:p>
              </p:txBody>
            </p:sp>
            <p:grpSp>
              <p:nvGrpSpPr>
                <p:cNvPr id="9" name="Group 256"/>
                <p:cNvGrpSpPr>
                  <a:grpSpLocks/>
                </p:cNvGrpSpPr>
                <p:nvPr/>
              </p:nvGrpSpPr>
              <p:grpSpPr bwMode="auto">
                <a:xfrm>
                  <a:off x="2242" y="1364"/>
                  <a:ext cx="474" cy="233"/>
                  <a:chOff x="3696" y="2478"/>
                  <a:chExt cx="1636" cy="683"/>
                </a:xfrm>
              </p:grpSpPr>
              <p:grpSp>
                <p:nvGrpSpPr>
                  <p:cNvPr id="11" name="Group 257"/>
                  <p:cNvGrpSpPr>
                    <a:grpSpLocks/>
                  </p:cNvGrpSpPr>
                  <p:nvPr/>
                </p:nvGrpSpPr>
                <p:grpSpPr bwMode="auto">
                  <a:xfrm flipH="1">
                    <a:off x="4176" y="2478"/>
                    <a:ext cx="1156" cy="181"/>
                    <a:chOff x="247" y="2568"/>
                    <a:chExt cx="961" cy="182"/>
                  </a:xfrm>
                </p:grpSpPr>
                <p:sp>
                  <p:nvSpPr>
                    <p:cNvPr id="56" name="Oval 2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7" y="2568"/>
                      <a:ext cx="135" cy="18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" name="Line 25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82" y="2659"/>
                      <a:ext cx="82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5" name="Group 261"/>
                  <p:cNvGrpSpPr>
                    <a:grpSpLocks/>
                  </p:cNvGrpSpPr>
                  <p:nvPr/>
                </p:nvGrpSpPr>
                <p:grpSpPr bwMode="auto">
                  <a:xfrm flipV="1">
                    <a:off x="3696" y="3002"/>
                    <a:ext cx="479" cy="159"/>
                    <a:chOff x="250" y="2568"/>
                    <a:chExt cx="399" cy="182"/>
                  </a:xfrm>
                </p:grpSpPr>
                <p:sp>
                  <p:nvSpPr>
                    <p:cNvPr id="54" name="Oval 2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0" y="2568"/>
                      <a:ext cx="135" cy="18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5" name="Line 26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0" y="2659"/>
                      <a:ext cx="249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75" name="Line 259"/>
              <p:cNvSpPr>
                <a:spLocks noChangeShapeType="1"/>
              </p:cNvSpPr>
              <p:nvPr/>
            </p:nvSpPr>
            <p:spPr bwMode="auto">
              <a:xfrm>
                <a:off x="3581400" y="1885950"/>
                <a:ext cx="228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239"/>
              <p:cNvSpPr>
                <a:spLocks noChangeShapeType="1"/>
              </p:cNvSpPr>
              <p:nvPr/>
            </p:nvSpPr>
            <p:spPr bwMode="auto">
              <a:xfrm flipV="1">
                <a:off x="3810000" y="2198307"/>
                <a:ext cx="0" cy="304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78552" name="Object 24"/>
              <p:cNvGraphicFramePr>
                <a:graphicFrameLocks noChangeAspect="1"/>
              </p:cNvGraphicFramePr>
              <p:nvPr/>
            </p:nvGraphicFramePr>
            <p:xfrm>
              <a:off x="3733800" y="2396679"/>
              <a:ext cx="152400" cy="1889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2" name="公式" r:id="rId27" imgW="114102" imgH="114102" progId="">
                      <p:embed/>
                    </p:oleObj>
                  </mc:Choice>
                  <mc:Fallback>
                    <p:oleObj name="公式" r:id="rId27" imgW="114102" imgH="114102" progId="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3800" y="2396679"/>
                            <a:ext cx="152400" cy="1889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8553" name="Object 25"/>
              <p:cNvGraphicFramePr>
                <a:graphicFrameLocks noChangeAspect="1"/>
              </p:cNvGraphicFramePr>
              <p:nvPr/>
            </p:nvGraphicFramePr>
            <p:xfrm>
              <a:off x="3733800" y="2114550"/>
              <a:ext cx="152400" cy="1889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3" name="公式" r:id="rId28" imgW="114102" imgH="114102" progId="">
                      <p:embed/>
                    </p:oleObj>
                  </mc:Choice>
                  <mc:Fallback>
                    <p:oleObj name="公式" r:id="rId28" imgW="114102" imgH="114102" progId="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3800" y="2114550"/>
                            <a:ext cx="152400" cy="1889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78554" name="Object 26"/>
            <p:cNvGraphicFramePr>
              <a:graphicFrameLocks noChangeAspect="1"/>
            </p:cNvGraphicFramePr>
            <p:nvPr/>
          </p:nvGraphicFramePr>
          <p:xfrm>
            <a:off x="4076004" y="2350772"/>
            <a:ext cx="152400" cy="188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" name="公式" r:id="rId29" imgW="114102" imgH="114102" progId="">
                    <p:embed/>
                  </p:oleObj>
                </mc:Choice>
                <mc:Fallback>
                  <p:oleObj name="公式" r:id="rId29" imgW="114102" imgH="114102" progId="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6004" y="2350772"/>
                          <a:ext cx="152400" cy="188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55" name="Object 27"/>
            <p:cNvGraphicFramePr>
              <a:graphicFrameLocks noChangeAspect="1"/>
            </p:cNvGraphicFramePr>
            <p:nvPr/>
          </p:nvGraphicFramePr>
          <p:xfrm>
            <a:off x="4083942" y="1847535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" name="公式" r:id="rId30" imgW="114102" imgH="114102" progId="">
                    <p:embed/>
                  </p:oleObj>
                </mc:Choice>
                <mc:Fallback>
                  <p:oleObj name="公式" r:id="rId30" imgW="114102" imgH="114102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942" y="1847535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56" name="Object 28"/>
            <p:cNvGraphicFramePr>
              <a:graphicFrameLocks noChangeAspect="1"/>
            </p:cNvGraphicFramePr>
            <p:nvPr/>
          </p:nvGraphicFramePr>
          <p:xfrm>
            <a:off x="5585520" y="2351402"/>
            <a:ext cx="152400" cy="188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6" name="公式" r:id="rId31" imgW="114102" imgH="114102" progId="">
                    <p:embed/>
                  </p:oleObj>
                </mc:Choice>
                <mc:Fallback>
                  <p:oleObj name="公式" r:id="rId31" imgW="114102" imgH="114102" progId="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5520" y="2351402"/>
                          <a:ext cx="152400" cy="188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57" name="Object 29"/>
            <p:cNvGraphicFramePr>
              <a:graphicFrameLocks noChangeAspect="1"/>
            </p:cNvGraphicFramePr>
            <p:nvPr/>
          </p:nvGraphicFramePr>
          <p:xfrm>
            <a:off x="5593458" y="1848165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7" name="公式" r:id="rId32" imgW="114102" imgH="114102" progId="">
                    <p:embed/>
                  </p:oleObj>
                </mc:Choice>
                <mc:Fallback>
                  <p:oleObj name="公式" r:id="rId32" imgW="114102" imgH="114102" progId="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3458" y="1848165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" name="Line 259"/>
            <p:cNvSpPr>
              <a:spLocks noChangeShapeType="1"/>
            </p:cNvSpPr>
            <p:nvPr/>
          </p:nvSpPr>
          <p:spPr bwMode="auto">
            <a:xfrm>
              <a:off x="5105400" y="188595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259"/>
            <p:cNvSpPr>
              <a:spLocks noChangeShapeType="1"/>
            </p:cNvSpPr>
            <p:nvPr/>
          </p:nvSpPr>
          <p:spPr bwMode="auto">
            <a:xfrm>
              <a:off x="5181600" y="2503737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39"/>
            <p:cNvSpPr>
              <a:spLocks noChangeShapeType="1"/>
            </p:cNvSpPr>
            <p:nvPr/>
          </p:nvSpPr>
          <p:spPr bwMode="auto">
            <a:xfrm flipV="1">
              <a:off x="5334000" y="219075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59"/>
            <p:cNvSpPr>
              <a:spLocks noChangeShapeType="1"/>
            </p:cNvSpPr>
            <p:nvPr/>
          </p:nvSpPr>
          <p:spPr bwMode="auto">
            <a:xfrm>
              <a:off x="5334000" y="219075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9" name="Object 24"/>
            <p:cNvGraphicFramePr>
              <a:graphicFrameLocks noChangeAspect="1"/>
            </p:cNvGraphicFramePr>
            <p:nvPr/>
          </p:nvGraphicFramePr>
          <p:xfrm>
            <a:off x="5257800" y="2091879"/>
            <a:ext cx="152400" cy="188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8" name="公式" r:id="rId33" imgW="114102" imgH="114102" progId="">
                    <p:embed/>
                  </p:oleObj>
                </mc:Choice>
                <mc:Fallback>
                  <p:oleObj name="公式" r:id="rId33" imgW="114102" imgH="114102" progId="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2091879"/>
                          <a:ext cx="152400" cy="188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25"/>
            <p:cNvGraphicFramePr>
              <a:graphicFrameLocks noChangeAspect="1"/>
            </p:cNvGraphicFramePr>
            <p:nvPr/>
          </p:nvGraphicFramePr>
          <p:xfrm>
            <a:off x="5257800" y="2396049"/>
            <a:ext cx="152400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9" name="公式" r:id="rId34" imgW="114102" imgH="114102" progId="">
                    <p:embed/>
                  </p:oleObj>
                </mc:Choice>
                <mc:Fallback>
                  <p:oleObj name="公式" r:id="rId34" imgW="114102" imgH="114102" progId="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2396049"/>
                          <a:ext cx="152400" cy="188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61" name="Object 33"/>
            <p:cNvGraphicFramePr>
              <a:graphicFrameLocks noChangeAspect="1"/>
            </p:cNvGraphicFramePr>
            <p:nvPr/>
          </p:nvGraphicFramePr>
          <p:xfrm>
            <a:off x="5852286" y="2099436"/>
            <a:ext cx="244475" cy="195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0" name="Equation" r:id="rId35" imgW="126720" imgH="126720" progId="Equation.DSMT4">
                    <p:embed/>
                  </p:oleObj>
                </mc:Choice>
                <mc:Fallback>
                  <p:oleObj name="Equation" r:id="rId35" imgW="126720" imgH="126720" progId="Equation.DSMT4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2286" y="2099436"/>
                          <a:ext cx="244475" cy="195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62" name="Object 34"/>
            <p:cNvGraphicFramePr>
              <a:graphicFrameLocks noChangeAspect="1"/>
            </p:cNvGraphicFramePr>
            <p:nvPr/>
          </p:nvGraphicFramePr>
          <p:xfrm>
            <a:off x="4811713" y="1809750"/>
            <a:ext cx="241300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1" name="Equation" r:id="rId36" imgW="253800" imgH="330120" progId="Equation.DSMT4">
                    <p:embed/>
                  </p:oleObj>
                </mc:Choice>
                <mc:Fallback>
                  <p:oleObj name="Equation" r:id="rId36" imgW="253800" imgH="330120" progId="Equation.DSMT4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1713" y="1809750"/>
                          <a:ext cx="241300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63" name="Object 35"/>
            <p:cNvGraphicFramePr>
              <a:graphicFrameLocks noChangeAspect="1"/>
            </p:cNvGraphicFramePr>
            <p:nvPr/>
          </p:nvGraphicFramePr>
          <p:xfrm>
            <a:off x="6324600" y="1809750"/>
            <a:ext cx="276225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" name="Equation" r:id="rId38" imgW="291960" imgH="330120" progId="Equation.DSMT4">
                    <p:embed/>
                  </p:oleObj>
                </mc:Choice>
                <mc:Fallback>
                  <p:oleObj name="Equation" r:id="rId38" imgW="291960" imgH="330120" progId="Equation.DSMT4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4600" y="1809750"/>
                          <a:ext cx="276225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Object 250"/>
            <p:cNvGraphicFramePr>
              <a:graphicFrameLocks noChangeAspect="1"/>
            </p:cNvGraphicFramePr>
            <p:nvPr/>
          </p:nvGraphicFramePr>
          <p:xfrm>
            <a:off x="4038600" y="1200150"/>
            <a:ext cx="217488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3" name="公式" r:id="rId40" imgW="88560" imgH="164880" progId="">
                    <p:embed/>
                  </p:oleObj>
                </mc:Choice>
                <mc:Fallback>
                  <p:oleObj name="公式" r:id="rId40" imgW="88560" imgH="164880" progId="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600" y="1200150"/>
                          <a:ext cx="217488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Object 250"/>
            <p:cNvGraphicFramePr>
              <a:graphicFrameLocks noChangeAspect="1"/>
            </p:cNvGraphicFramePr>
            <p:nvPr/>
          </p:nvGraphicFramePr>
          <p:xfrm>
            <a:off x="5562600" y="1200150"/>
            <a:ext cx="217488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4" name="公式" r:id="rId42" imgW="88560" imgH="164880" progId="">
                    <p:embed/>
                  </p:oleObj>
                </mc:Choice>
                <mc:Fallback>
                  <p:oleObj name="公式" r:id="rId42" imgW="88560" imgH="164880" progId="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2600" y="1200150"/>
                          <a:ext cx="217488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72" name="Object 23"/>
          <p:cNvGraphicFramePr>
            <a:graphicFrameLocks noChangeAspect="1"/>
          </p:cNvGraphicFramePr>
          <p:nvPr/>
        </p:nvGraphicFramePr>
        <p:xfrm>
          <a:off x="3265488" y="2249488"/>
          <a:ext cx="2889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Equation" r:id="rId44" imgW="304560" imgH="368280" progId="Equation.DSMT4">
                  <p:embed/>
                </p:oleObj>
              </mc:Choice>
              <mc:Fallback>
                <p:oleObj name="Equation" r:id="rId44" imgW="304560" imgH="36828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2249488"/>
                        <a:ext cx="28892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701" name="Object 29"/>
          <p:cNvGraphicFramePr>
            <a:graphicFrameLocks noChangeAspect="1"/>
          </p:cNvGraphicFramePr>
          <p:nvPr/>
        </p:nvGraphicFramePr>
        <p:xfrm>
          <a:off x="4811713" y="2266950"/>
          <a:ext cx="26511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Equation" r:id="rId46" imgW="279360" imgH="368280" progId="Equation.DSMT4">
                  <p:embed/>
                </p:oleObj>
              </mc:Choice>
              <mc:Fallback>
                <p:oleObj name="Equation" r:id="rId46" imgW="279360" imgH="36828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1713" y="2266950"/>
                        <a:ext cx="265112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702" name="Object 30"/>
          <p:cNvGraphicFramePr>
            <a:graphicFrameLocks noChangeAspect="1"/>
          </p:cNvGraphicFramePr>
          <p:nvPr/>
        </p:nvGraphicFramePr>
        <p:xfrm>
          <a:off x="6324600" y="2266950"/>
          <a:ext cx="2889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Equation" r:id="rId48" imgW="304560" imgH="368280" progId="Equation.DSMT4">
                  <p:embed/>
                </p:oleObj>
              </mc:Choice>
              <mc:Fallback>
                <p:oleObj name="Equation" r:id="rId48" imgW="304560" imgH="36828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266950"/>
                        <a:ext cx="28892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3007470" y="2190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539027" y="221342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055470" y="2190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3352800" y="4248150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6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计数器例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762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285739" name="Picture 43" descr="C:\Users\hfutliujun\AppData\Roaming\Tencent\Users\350654676\QQ\WinTemp\RichOle\%5)@6BLN_NOOWKTMUXQHK9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9030" y="1657350"/>
            <a:ext cx="3581400" cy="2667000"/>
          </a:xfrm>
          <a:prstGeom prst="rect">
            <a:avLst/>
          </a:prstGeom>
          <a:noFill/>
        </p:spPr>
      </p:pic>
      <p:pic>
        <p:nvPicPr>
          <p:cNvPr id="285740" name="Picture 44" descr="C:\Users\hfutliujun\AppData\Roaming\Tencent\Users\350654676\QQ\WinTemp\RichOle\ZTHSPO@)5DFN48P2P@76$H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500496"/>
            <a:ext cx="4191000" cy="1163167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2866002" y="376450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66002" y="31316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66002" y="25220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85916" y="376450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85916" y="31316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85916" y="25220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916" y="376450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916" y="31316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66916" y="25220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47916" y="376450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47916" y="31316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47916" y="25220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82944" y="3771429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82944" y="3138528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82944" y="2528928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33716" y="376450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33716" y="31316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33716" y="25220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14716" y="376450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14716" y="31316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14716" y="25220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11329" y="376450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11329" y="31316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311329" y="25220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24316" y="376450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24316" y="31316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38800" y="252200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</a:rPr>
              <a:t>0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3200400" y="4400550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计数器例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286770" name="Picture 50" descr="C:\Users\hfu\AppData\Roaming\Tencent\Users\350654676\QQ\WinTemp\RichOle\C1AJJ`CUI3N7HA%UAED5CD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742950"/>
            <a:ext cx="2914650" cy="3571875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124200" y="1047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3200400" y="440055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计数器例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2" name="Group 263"/>
          <p:cNvGrpSpPr>
            <a:grpSpLocks/>
          </p:cNvGrpSpPr>
          <p:nvPr/>
        </p:nvGrpSpPr>
        <p:grpSpPr bwMode="auto">
          <a:xfrm>
            <a:off x="2362200" y="819150"/>
            <a:ext cx="4321175" cy="3384550"/>
            <a:chOff x="1371" y="458"/>
            <a:chExt cx="2722" cy="2132"/>
          </a:xfrm>
        </p:grpSpPr>
        <p:grpSp>
          <p:nvGrpSpPr>
            <p:cNvPr id="3" name="Group 193"/>
            <p:cNvGrpSpPr>
              <a:grpSpLocks/>
            </p:cNvGrpSpPr>
            <p:nvPr/>
          </p:nvGrpSpPr>
          <p:grpSpPr bwMode="auto">
            <a:xfrm>
              <a:off x="1371" y="912"/>
              <a:ext cx="454" cy="317"/>
              <a:chOff x="1746" y="3385"/>
              <a:chExt cx="454" cy="317"/>
            </a:xfrm>
          </p:grpSpPr>
          <p:sp>
            <p:nvSpPr>
              <p:cNvPr id="73" name="AutoShape 19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Text Box 19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0000</a:t>
                </a:r>
              </a:p>
            </p:txBody>
          </p:sp>
        </p:grpSp>
        <p:grpSp>
          <p:nvGrpSpPr>
            <p:cNvPr id="4" name="Group 196"/>
            <p:cNvGrpSpPr>
              <a:grpSpLocks/>
            </p:cNvGrpSpPr>
            <p:nvPr/>
          </p:nvGrpSpPr>
          <p:grpSpPr bwMode="auto">
            <a:xfrm>
              <a:off x="2278" y="912"/>
              <a:ext cx="454" cy="317"/>
              <a:chOff x="1746" y="3385"/>
              <a:chExt cx="454" cy="317"/>
            </a:xfrm>
          </p:grpSpPr>
          <p:sp>
            <p:nvSpPr>
              <p:cNvPr id="71" name="AutoShape 19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Text Box 19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 dirty="0">
                    <a:solidFill>
                      <a:srgbClr val="FF0000"/>
                    </a:solidFill>
                    <a:effectLst/>
                    <a:latin typeface="Arial" charset="0"/>
                  </a:rPr>
                  <a:t>0010</a:t>
                </a:r>
              </a:p>
            </p:txBody>
          </p:sp>
        </p:grpSp>
        <p:grpSp>
          <p:nvGrpSpPr>
            <p:cNvPr id="6" name="Group 199"/>
            <p:cNvGrpSpPr>
              <a:grpSpLocks/>
            </p:cNvGrpSpPr>
            <p:nvPr/>
          </p:nvGrpSpPr>
          <p:grpSpPr bwMode="auto">
            <a:xfrm>
              <a:off x="1824" y="912"/>
              <a:ext cx="454" cy="317"/>
              <a:chOff x="1746" y="3385"/>
              <a:chExt cx="454" cy="317"/>
            </a:xfrm>
          </p:grpSpPr>
          <p:sp>
            <p:nvSpPr>
              <p:cNvPr id="69" name="AutoShape 20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70" name="Text Box 20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0001</a:t>
                </a:r>
              </a:p>
            </p:txBody>
          </p:sp>
        </p:grpSp>
        <p:grpSp>
          <p:nvGrpSpPr>
            <p:cNvPr id="7" name="Group 202"/>
            <p:cNvGrpSpPr>
              <a:grpSpLocks/>
            </p:cNvGrpSpPr>
            <p:nvPr/>
          </p:nvGrpSpPr>
          <p:grpSpPr bwMode="auto">
            <a:xfrm>
              <a:off x="2732" y="1820"/>
              <a:ext cx="454" cy="317"/>
              <a:chOff x="1746" y="3385"/>
              <a:chExt cx="454" cy="317"/>
            </a:xfrm>
          </p:grpSpPr>
          <p:sp>
            <p:nvSpPr>
              <p:cNvPr id="67" name="AutoShape 20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68" name="Text Box 20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0101</a:t>
                </a:r>
              </a:p>
            </p:txBody>
          </p:sp>
        </p:grpSp>
        <p:grpSp>
          <p:nvGrpSpPr>
            <p:cNvPr id="8" name="Group 205"/>
            <p:cNvGrpSpPr>
              <a:grpSpLocks/>
            </p:cNvGrpSpPr>
            <p:nvPr/>
          </p:nvGrpSpPr>
          <p:grpSpPr bwMode="auto">
            <a:xfrm>
              <a:off x="2732" y="1366"/>
              <a:ext cx="454" cy="317"/>
              <a:chOff x="1746" y="3385"/>
              <a:chExt cx="454" cy="317"/>
            </a:xfrm>
          </p:grpSpPr>
          <p:sp>
            <p:nvSpPr>
              <p:cNvPr id="65" name="AutoShape 20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66" name="Text Box 20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0100</a:t>
                </a:r>
              </a:p>
            </p:txBody>
          </p:sp>
        </p:grpSp>
        <p:grpSp>
          <p:nvGrpSpPr>
            <p:cNvPr id="9" name="Group 208"/>
            <p:cNvGrpSpPr>
              <a:grpSpLocks/>
            </p:cNvGrpSpPr>
            <p:nvPr/>
          </p:nvGrpSpPr>
          <p:grpSpPr bwMode="auto">
            <a:xfrm>
              <a:off x="2731" y="912"/>
              <a:ext cx="454" cy="317"/>
              <a:chOff x="1746" y="3385"/>
              <a:chExt cx="454" cy="317"/>
            </a:xfrm>
          </p:grpSpPr>
          <p:sp>
            <p:nvSpPr>
              <p:cNvPr id="63" name="AutoShape 20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64" name="Text Box 21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0011</a:t>
                </a:r>
              </a:p>
            </p:txBody>
          </p:sp>
        </p:grpSp>
        <p:grpSp>
          <p:nvGrpSpPr>
            <p:cNvPr id="10" name="Group 211"/>
            <p:cNvGrpSpPr>
              <a:grpSpLocks/>
            </p:cNvGrpSpPr>
            <p:nvPr/>
          </p:nvGrpSpPr>
          <p:grpSpPr bwMode="auto">
            <a:xfrm>
              <a:off x="1825" y="458"/>
              <a:ext cx="454" cy="317"/>
              <a:chOff x="1746" y="3385"/>
              <a:chExt cx="454" cy="317"/>
            </a:xfrm>
          </p:grpSpPr>
          <p:sp>
            <p:nvSpPr>
              <p:cNvPr id="61" name="AutoShape 212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62" name="Text Box 213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 dirty="0">
                    <a:solidFill>
                      <a:srgbClr val="FF0000"/>
                    </a:solidFill>
                    <a:effectLst/>
                    <a:latin typeface="Arial" charset="0"/>
                  </a:rPr>
                  <a:t>1110</a:t>
                </a:r>
              </a:p>
            </p:txBody>
          </p:sp>
        </p:grpSp>
        <p:grpSp>
          <p:nvGrpSpPr>
            <p:cNvPr id="11" name="Group 214"/>
            <p:cNvGrpSpPr>
              <a:grpSpLocks/>
            </p:cNvGrpSpPr>
            <p:nvPr/>
          </p:nvGrpSpPr>
          <p:grpSpPr bwMode="auto">
            <a:xfrm>
              <a:off x="2279" y="459"/>
              <a:ext cx="454" cy="317"/>
              <a:chOff x="1746" y="3385"/>
              <a:chExt cx="454" cy="317"/>
            </a:xfrm>
          </p:grpSpPr>
          <p:sp>
            <p:nvSpPr>
              <p:cNvPr id="59" name="AutoShape 215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60" name="Text Box 216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1111</a:t>
                </a:r>
              </a:p>
            </p:txBody>
          </p:sp>
        </p:grpSp>
        <p:grpSp>
          <p:nvGrpSpPr>
            <p:cNvPr id="12" name="Group 217"/>
            <p:cNvGrpSpPr>
              <a:grpSpLocks/>
            </p:cNvGrpSpPr>
            <p:nvPr/>
          </p:nvGrpSpPr>
          <p:grpSpPr bwMode="auto">
            <a:xfrm>
              <a:off x="3639" y="1366"/>
              <a:ext cx="454" cy="317"/>
              <a:chOff x="1746" y="3385"/>
              <a:chExt cx="454" cy="317"/>
            </a:xfrm>
          </p:grpSpPr>
          <p:sp>
            <p:nvSpPr>
              <p:cNvPr id="57" name="AutoShape 218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8" name="Text Box 219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1100</a:t>
                </a:r>
              </a:p>
            </p:txBody>
          </p:sp>
        </p:grpSp>
        <p:grpSp>
          <p:nvGrpSpPr>
            <p:cNvPr id="13" name="Group 220"/>
            <p:cNvGrpSpPr>
              <a:grpSpLocks/>
            </p:cNvGrpSpPr>
            <p:nvPr/>
          </p:nvGrpSpPr>
          <p:grpSpPr bwMode="auto">
            <a:xfrm>
              <a:off x="3186" y="1366"/>
              <a:ext cx="454" cy="317"/>
              <a:chOff x="1746" y="3385"/>
              <a:chExt cx="454" cy="317"/>
            </a:xfrm>
          </p:grpSpPr>
          <p:sp>
            <p:nvSpPr>
              <p:cNvPr id="55" name="AutoShape 221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6" name="Text Box 222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1101</a:t>
                </a:r>
              </a:p>
            </p:txBody>
          </p:sp>
        </p:grpSp>
        <p:grpSp>
          <p:nvGrpSpPr>
            <p:cNvPr id="14" name="Group 223"/>
            <p:cNvGrpSpPr>
              <a:grpSpLocks/>
            </p:cNvGrpSpPr>
            <p:nvPr/>
          </p:nvGrpSpPr>
          <p:grpSpPr bwMode="auto">
            <a:xfrm>
              <a:off x="1825" y="2273"/>
              <a:ext cx="454" cy="317"/>
              <a:chOff x="1746" y="3385"/>
              <a:chExt cx="454" cy="317"/>
            </a:xfrm>
          </p:grpSpPr>
          <p:sp>
            <p:nvSpPr>
              <p:cNvPr id="53" name="AutoShape 22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Text Box 22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1010</a:t>
                </a:r>
              </a:p>
            </p:txBody>
          </p:sp>
        </p:grpSp>
        <p:grpSp>
          <p:nvGrpSpPr>
            <p:cNvPr id="15" name="Group 226"/>
            <p:cNvGrpSpPr>
              <a:grpSpLocks/>
            </p:cNvGrpSpPr>
            <p:nvPr/>
          </p:nvGrpSpPr>
          <p:grpSpPr bwMode="auto">
            <a:xfrm>
              <a:off x="2279" y="2273"/>
              <a:ext cx="454" cy="317"/>
              <a:chOff x="1746" y="3385"/>
              <a:chExt cx="454" cy="317"/>
            </a:xfrm>
          </p:grpSpPr>
          <p:sp>
            <p:nvSpPr>
              <p:cNvPr id="51" name="AutoShape 22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Text Box 22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1011</a:t>
                </a:r>
              </a:p>
            </p:txBody>
          </p:sp>
        </p:grpSp>
        <p:grpSp>
          <p:nvGrpSpPr>
            <p:cNvPr id="16" name="Group 229"/>
            <p:cNvGrpSpPr>
              <a:grpSpLocks/>
            </p:cNvGrpSpPr>
            <p:nvPr/>
          </p:nvGrpSpPr>
          <p:grpSpPr bwMode="auto">
            <a:xfrm>
              <a:off x="1371" y="1819"/>
              <a:ext cx="454" cy="317"/>
              <a:chOff x="1746" y="3385"/>
              <a:chExt cx="454" cy="317"/>
            </a:xfrm>
          </p:grpSpPr>
          <p:sp>
            <p:nvSpPr>
              <p:cNvPr id="49" name="AutoShape 23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Text Box 23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1000</a:t>
                </a:r>
              </a:p>
            </p:txBody>
          </p:sp>
        </p:grpSp>
        <p:grpSp>
          <p:nvGrpSpPr>
            <p:cNvPr id="17" name="Group 232"/>
            <p:cNvGrpSpPr>
              <a:grpSpLocks/>
            </p:cNvGrpSpPr>
            <p:nvPr/>
          </p:nvGrpSpPr>
          <p:grpSpPr bwMode="auto">
            <a:xfrm>
              <a:off x="1371" y="1366"/>
              <a:ext cx="454" cy="317"/>
              <a:chOff x="1746" y="3385"/>
              <a:chExt cx="454" cy="317"/>
            </a:xfrm>
          </p:grpSpPr>
          <p:sp>
            <p:nvSpPr>
              <p:cNvPr id="47" name="AutoShape 23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48" name="Text Box 23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1001</a:t>
                </a:r>
              </a:p>
            </p:txBody>
          </p:sp>
        </p:grpSp>
        <p:grpSp>
          <p:nvGrpSpPr>
            <p:cNvPr id="18" name="Group 235"/>
            <p:cNvGrpSpPr>
              <a:grpSpLocks/>
            </p:cNvGrpSpPr>
            <p:nvPr/>
          </p:nvGrpSpPr>
          <p:grpSpPr bwMode="auto">
            <a:xfrm>
              <a:off x="1825" y="1819"/>
              <a:ext cx="454" cy="317"/>
              <a:chOff x="1746" y="3385"/>
              <a:chExt cx="454" cy="317"/>
            </a:xfrm>
          </p:grpSpPr>
          <p:sp>
            <p:nvSpPr>
              <p:cNvPr id="45" name="AutoShape 23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Text Box 23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0111</a:t>
                </a:r>
              </a:p>
            </p:txBody>
          </p:sp>
        </p:grpSp>
        <p:grpSp>
          <p:nvGrpSpPr>
            <p:cNvPr id="19" name="Group 238"/>
            <p:cNvGrpSpPr>
              <a:grpSpLocks/>
            </p:cNvGrpSpPr>
            <p:nvPr/>
          </p:nvGrpSpPr>
          <p:grpSpPr bwMode="auto">
            <a:xfrm>
              <a:off x="2279" y="1820"/>
              <a:ext cx="454" cy="317"/>
              <a:chOff x="1746" y="3385"/>
              <a:chExt cx="454" cy="317"/>
            </a:xfrm>
          </p:grpSpPr>
          <p:sp>
            <p:nvSpPr>
              <p:cNvPr id="43" name="AutoShape 23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 Box 24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solidFill>
                      <a:srgbClr val="FF0000"/>
                    </a:solidFill>
                    <a:effectLst/>
                    <a:latin typeface="Arial" charset="0"/>
                  </a:rPr>
                  <a:t>0110</a:t>
                </a:r>
              </a:p>
            </p:txBody>
          </p:sp>
        </p:grpSp>
        <p:sp>
          <p:nvSpPr>
            <p:cNvPr id="25" name="Line 241"/>
            <p:cNvSpPr>
              <a:spLocks noChangeShapeType="1"/>
            </p:cNvSpPr>
            <p:nvPr/>
          </p:nvSpPr>
          <p:spPr bwMode="auto">
            <a:xfrm>
              <a:off x="1734" y="104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26" name="Line 242"/>
            <p:cNvSpPr>
              <a:spLocks noChangeShapeType="1"/>
            </p:cNvSpPr>
            <p:nvPr/>
          </p:nvSpPr>
          <p:spPr bwMode="auto">
            <a:xfrm>
              <a:off x="2188" y="104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27" name="Line 243"/>
            <p:cNvSpPr>
              <a:spLocks noChangeShapeType="1"/>
            </p:cNvSpPr>
            <p:nvPr/>
          </p:nvSpPr>
          <p:spPr bwMode="auto">
            <a:xfrm>
              <a:off x="2188" y="245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28" name="Line 244"/>
            <p:cNvSpPr>
              <a:spLocks noChangeShapeType="1"/>
            </p:cNvSpPr>
            <p:nvPr/>
          </p:nvSpPr>
          <p:spPr bwMode="auto">
            <a:xfrm rot="16200000" flipH="1">
              <a:off x="2846" y="1752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29" name="Line 245"/>
            <p:cNvSpPr>
              <a:spLocks noChangeShapeType="1"/>
            </p:cNvSpPr>
            <p:nvPr/>
          </p:nvSpPr>
          <p:spPr bwMode="auto">
            <a:xfrm rot="-5400000">
              <a:off x="1507" y="129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0" name="Line 246"/>
            <p:cNvSpPr>
              <a:spLocks noChangeShapeType="1"/>
            </p:cNvSpPr>
            <p:nvPr/>
          </p:nvSpPr>
          <p:spPr bwMode="auto">
            <a:xfrm rot="-5400000">
              <a:off x="1507" y="1752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1" name="Line 247"/>
            <p:cNvSpPr>
              <a:spLocks noChangeShapeType="1"/>
            </p:cNvSpPr>
            <p:nvPr/>
          </p:nvSpPr>
          <p:spPr bwMode="auto">
            <a:xfrm rot="10800000" flipV="1">
              <a:off x="3095" y="1502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2" name="Line 248"/>
            <p:cNvSpPr>
              <a:spLocks noChangeShapeType="1"/>
            </p:cNvSpPr>
            <p:nvPr/>
          </p:nvSpPr>
          <p:spPr bwMode="auto">
            <a:xfrm rot="16200000" flipV="1">
              <a:off x="2437" y="219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3" name="Line 249"/>
            <p:cNvSpPr>
              <a:spLocks noChangeShapeType="1"/>
            </p:cNvSpPr>
            <p:nvPr/>
          </p:nvSpPr>
          <p:spPr bwMode="auto">
            <a:xfrm flipH="1">
              <a:off x="1734" y="200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4" name="Line 250"/>
            <p:cNvSpPr>
              <a:spLocks noChangeShapeType="1"/>
            </p:cNvSpPr>
            <p:nvPr/>
          </p:nvSpPr>
          <p:spPr bwMode="auto">
            <a:xfrm flipH="1">
              <a:off x="2188" y="200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5" name="Line 251"/>
            <p:cNvSpPr>
              <a:spLocks noChangeShapeType="1"/>
            </p:cNvSpPr>
            <p:nvPr/>
          </p:nvSpPr>
          <p:spPr bwMode="auto">
            <a:xfrm flipH="1">
              <a:off x="2641" y="200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6" name="Line 252"/>
            <p:cNvSpPr>
              <a:spLocks noChangeShapeType="1"/>
            </p:cNvSpPr>
            <p:nvPr/>
          </p:nvSpPr>
          <p:spPr bwMode="auto">
            <a:xfrm>
              <a:off x="2641" y="104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7" name="Line 253"/>
            <p:cNvSpPr>
              <a:spLocks noChangeShapeType="1"/>
            </p:cNvSpPr>
            <p:nvPr/>
          </p:nvSpPr>
          <p:spPr bwMode="auto">
            <a:xfrm>
              <a:off x="2188" y="59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8" name="Line 254"/>
            <p:cNvSpPr>
              <a:spLocks noChangeShapeType="1"/>
            </p:cNvSpPr>
            <p:nvPr/>
          </p:nvSpPr>
          <p:spPr bwMode="auto">
            <a:xfrm rot="5400000" flipV="1">
              <a:off x="2846" y="129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41" name="Line 259"/>
            <p:cNvSpPr>
              <a:spLocks noChangeShapeType="1"/>
            </p:cNvSpPr>
            <p:nvPr/>
          </p:nvSpPr>
          <p:spPr bwMode="auto">
            <a:xfrm rot="16200000" flipH="1">
              <a:off x="2392" y="84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42" name="Line 260"/>
            <p:cNvSpPr>
              <a:spLocks noChangeShapeType="1"/>
            </p:cNvSpPr>
            <p:nvPr/>
          </p:nvSpPr>
          <p:spPr bwMode="auto">
            <a:xfrm flipH="1" flipV="1">
              <a:off x="3526" y="1502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sp>
        <p:nvSpPr>
          <p:cNvPr id="75" name="AutoShape 256"/>
          <p:cNvSpPr>
            <a:spLocks noChangeArrowheads="1"/>
          </p:cNvSpPr>
          <p:nvPr/>
        </p:nvSpPr>
        <p:spPr bwMode="auto">
          <a:xfrm>
            <a:off x="5638801" y="1022350"/>
            <a:ext cx="761999" cy="6350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graphicFrame>
        <p:nvGraphicFramePr>
          <p:cNvPr id="76" name="Object 3"/>
          <p:cNvGraphicFramePr>
            <a:graphicFrameLocks noChangeAspect="1"/>
          </p:cNvGraphicFramePr>
          <p:nvPr/>
        </p:nvGraphicFramePr>
        <p:xfrm>
          <a:off x="5661471" y="1200150"/>
          <a:ext cx="729674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" imgW="1002960" imgH="330120" progId="Equation.DSMT4">
                  <p:embed/>
                </p:oleObj>
              </mc:Choice>
              <mc:Fallback>
                <p:oleObj name="Equation" r:id="rId3" imgW="1002960" imgH="3301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471" y="1200150"/>
                        <a:ext cx="729674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3733800" y="2343150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9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环形计数器</a:t>
            </a: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环形计数器：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8" name="组合 57"/>
          <p:cNvGrpSpPr/>
          <p:nvPr/>
        </p:nvGrpSpPr>
        <p:grpSpPr>
          <a:xfrm>
            <a:off x="990600" y="2809294"/>
            <a:ext cx="1439862" cy="1417638"/>
            <a:chOff x="1038225" y="3333750"/>
            <a:chExt cx="1439862" cy="1417638"/>
          </a:xfrm>
        </p:grpSpPr>
        <p:sp>
          <p:nvSpPr>
            <p:cNvPr id="48" name="AutoShape 197"/>
            <p:cNvSpPr>
              <a:spLocks noChangeArrowheads="1"/>
            </p:cNvSpPr>
            <p:nvPr/>
          </p:nvSpPr>
          <p:spPr bwMode="auto">
            <a:xfrm>
              <a:off x="1109663" y="3333750"/>
              <a:ext cx="504825" cy="50323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49" name="Text Box 198"/>
            <p:cNvSpPr txBox="1">
              <a:spLocks noChangeArrowheads="1"/>
            </p:cNvSpPr>
            <p:nvPr/>
          </p:nvSpPr>
          <p:spPr bwMode="auto">
            <a:xfrm>
              <a:off x="1038225" y="3405188"/>
              <a:ext cx="72072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0" lang="en-US" altLang="zh-CN" sz="1600" b="1" dirty="0">
                  <a:solidFill>
                    <a:srgbClr val="FF0000"/>
                  </a:solidFill>
                  <a:effectLst/>
                  <a:latin typeface="Arial" charset="0"/>
                </a:rPr>
                <a:t> 001</a:t>
              </a:r>
            </a:p>
          </p:txBody>
        </p:sp>
        <p:sp>
          <p:nvSpPr>
            <p:cNvPr id="50" name="AutoShape 209"/>
            <p:cNvSpPr>
              <a:spLocks noChangeArrowheads="1"/>
            </p:cNvSpPr>
            <p:nvPr/>
          </p:nvSpPr>
          <p:spPr bwMode="auto">
            <a:xfrm>
              <a:off x="1828800" y="3333750"/>
              <a:ext cx="504825" cy="50323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51" name="Text Box 210"/>
            <p:cNvSpPr txBox="1">
              <a:spLocks noChangeArrowheads="1"/>
            </p:cNvSpPr>
            <p:nvPr/>
          </p:nvSpPr>
          <p:spPr bwMode="auto">
            <a:xfrm>
              <a:off x="1757362" y="3405188"/>
              <a:ext cx="72072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0" lang="en-US" altLang="zh-CN" sz="1600" b="1" dirty="0">
                  <a:solidFill>
                    <a:srgbClr val="FF0000"/>
                  </a:solidFill>
                  <a:effectLst/>
                  <a:latin typeface="Arial" charset="0"/>
                </a:rPr>
                <a:t> 010</a:t>
              </a:r>
            </a:p>
          </p:txBody>
        </p:sp>
        <p:sp>
          <p:nvSpPr>
            <p:cNvPr id="52" name="Line 252"/>
            <p:cNvSpPr>
              <a:spLocks noChangeShapeType="1"/>
            </p:cNvSpPr>
            <p:nvPr/>
          </p:nvSpPr>
          <p:spPr bwMode="auto">
            <a:xfrm>
              <a:off x="1614487" y="3549650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54" name="AutoShape 209"/>
            <p:cNvSpPr>
              <a:spLocks noChangeArrowheads="1"/>
            </p:cNvSpPr>
            <p:nvPr/>
          </p:nvSpPr>
          <p:spPr bwMode="auto">
            <a:xfrm>
              <a:off x="1447800" y="4248150"/>
              <a:ext cx="504825" cy="50323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55" name="Text Box 210"/>
            <p:cNvSpPr txBox="1">
              <a:spLocks noChangeArrowheads="1"/>
            </p:cNvSpPr>
            <p:nvPr/>
          </p:nvSpPr>
          <p:spPr bwMode="auto">
            <a:xfrm>
              <a:off x="1376362" y="4319588"/>
              <a:ext cx="72072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0" lang="en-US" altLang="zh-CN" sz="1600" b="1" dirty="0">
                  <a:solidFill>
                    <a:srgbClr val="FF0000"/>
                  </a:solidFill>
                  <a:effectLst/>
                  <a:latin typeface="Arial" charset="0"/>
                </a:rPr>
                <a:t> 100</a:t>
              </a:r>
            </a:p>
          </p:txBody>
        </p:sp>
        <p:sp>
          <p:nvSpPr>
            <p:cNvPr id="56" name="Line 252"/>
            <p:cNvSpPr>
              <a:spLocks noChangeShapeType="1"/>
            </p:cNvSpPr>
            <p:nvPr/>
          </p:nvSpPr>
          <p:spPr bwMode="auto">
            <a:xfrm flipH="1">
              <a:off x="1905000" y="3867150"/>
              <a:ext cx="13335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57" name="Line 252"/>
            <p:cNvSpPr>
              <a:spLocks noChangeShapeType="1"/>
            </p:cNvSpPr>
            <p:nvPr/>
          </p:nvSpPr>
          <p:spPr bwMode="auto">
            <a:xfrm flipH="1" flipV="1">
              <a:off x="1295400" y="3867149"/>
              <a:ext cx="228600" cy="4572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sp>
        <p:nvSpPr>
          <p:cNvPr id="60" name="AutoShape 197"/>
          <p:cNvSpPr>
            <a:spLocks noChangeArrowheads="1"/>
          </p:cNvSpPr>
          <p:nvPr/>
        </p:nvSpPr>
        <p:spPr bwMode="auto">
          <a:xfrm>
            <a:off x="4005263" y="2733094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1" name="Text Box 198"/>
          <p:cNvSpPr txBox="1">
            <a:spLocks noChangeArrowheads="1"/>
          </p:cNvSpPr>
          <p:nvPr/>
        </p:nvSpPr>
        <p:spPr bwMode="auto">
          <a:xfrm>
            <a:off x="3933825" y="2804532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101</a:t>
            </a:r>
          </a:p>
        </p:txBody>
      </p:sp>
      <p:sp>
        <p:nvSpPr>
          <p:cNvPr id="62" name="AutoShape 209"/>
          <p:cNvSpPr>
            <a:spLocks noChangeArrowheads="1"/>
          </p:cNvSpPr>
          <p:nvPr/>
        </p:nvSpPr>
        <p:spPr bwMode="auto">
          <a:xfrm>
            <a:off x="4724400" y="2733094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3" name="Text Box 210"/>
          <p:cNvSpPr txBox="1">
            <a:spLocks noChangeArrowheads="1"/>
          </p:cNvSpPr>
          <p:nvPr/>
        </p:nvSpPr>
        <p:spPr bwMode="auto">
          <a:xfrm>
            <a:off x="4652962" y="2804532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011</a:t>
            </a:r>
          </a:p>
        </p:txBody>
      </p:sp>
      <p:sp>
        <p:nvSpPr>
          <p:cNvPr id="64" name="Line 252"/>
          <p:cNvSpPr>
            <a:spLocks noChangeShapeType="1"/>
          </p:cNvSpPr>
          <p:nvPr/>
        </p:nvSpPr>
        <p:spPr bwMode="auto">
          <a:xfrm>
            <a:off x="4510087" y="294899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5" name="AutoShape 209"/>
          <p:cNvSpPr>
            <a:spLocks noChangeArrowheads="1"/>
          </p:cNvSpPr>
          <p:nvPr/>
        </p:nvSpPr>
        <p:spPr bwMode="auto">
          <a:xfrm>
            <a:off x="4343400" y="3647494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6" name="Text Box 210"/>
          <p:cNvSpPr txBox="1">
            <a:spLocks noChangeArrowheads="1"/>
          </p:cNvSpPr>
          <p:nvPr/>
        </p:nvSpPr>
        <p:spPr bwMode="auto">
          <a:xfrm>
            <a:off x="4271962" y="3718932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110</a:t>
            </a:r>
          </a:p>
        </p:txBody>
      </p:sp>
      <p:sp>
        <p:nvSpPr>
          <p:cNvPr id="67" name="Line 252"/>
          <p:cNvSpPr>
            <a:spLocks noChangeShapeType="1"/>
          </p:cNvSpPr>
          <p:nvPr/>
        </p:nvSpPr>
        <p:spPr bwMode="auto">
          <a:xfrm flipH="1">
            <a:off x="4800600" y="3266494"/>
            <a:ext cx="13335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8" name="Line 252"/>
          <p:cNvSpPr>
            <a:spLocks noChangeShapeType="1"/>
          </p:cNvSpPr>
          <p:nvPr/>
        </p:nvSpPr>
        <p:spPr bwMode="auto">
          <a:xfrm flipH="1" flipV="1">
            <a:off x="4191000" y="3266493"/>
            <a:ext cx="228600" cy="45720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9" name="Arc 53"/>
          <p:cNvSpPr>
            <a:spLocks/>
          </p:cNvSpPr>
          <p:nvPr/>
        </p:nvSpPr>
        <p:spPr bwMode="auto">
          <a:xfrm rot="2684575">
            <a:off x="5871555" y="3001333"/>
            <a:ext cx="324253" cy="483719"/>
          </a:xfrm>
          <a:custGeom>
            <a:avLst/>
            <a:gdLst>
              <a:gd name="T0" fmla="*/ 0 w 37363"/>
              <a:gd name="T1" fmla="*/ 0 h 43200"/>
              <a:gd name="T2" fmla="*/ 0 w 37363"/>
              <a:gd name="T3" fmla="*/ 0 h 43200"/>
              <a:gd name="T4" fmla="*/ 0 w 37363"/>
              <a:gd name="T5" fmla="*/ 0 h 43200"/>
              <a:gd name="T6" fmla="*/ 0 60000 65536"/>
              <a:gd name="T7" fmla="*/ 0 60000 65536"/>
              <a:gd name="T8" fmla="*/ 0 60000 65536"/>
              <a:gd name="T9" fmla="*/ 0 w 37363"/>
              <a:gd name="T10" fmla="*/ 0 h 43200"/>
              <a:gd name="T11" fmla="*/ 37363 w 37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363" h="43200" fill="none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</a:path>
              <a:path w="37363" h="43200" stroke="0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  <a:lnTo>
                  <a:pt x="21600" y="21600"/>
                </a:lnTo>
                <a:lnTo>
                  <a:pt x="37362" y="36367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AutoShape 197"/>
          <p:cNvSpPr>
            <a:spLocks noChangeArrowheads="1"/>
          </p:cNvSpPr>
          <p:nvPr/>
        </p:nvSpPr>
        <p:spPr bwMode="auto">
          <a:xfrm>
            <a:off x="6009526" y="3190294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71" name="Text Box 198"/>
          <p:cNvSpPr txBox="1">
            <a:spLocks noChangeArrowheads="1"/>
          </p:cNvSpPr>
          <p:nvPr/>
        </p:nvSpPr>
        <p:spPr bwMode="auto">
          <a:xfrm>
            <a:off x="5948362" y="3261732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111</a:t>
            </a:r>
          </a:p>
        </p:txBody>
      </p:sp>
      <p:sp>
        <p:nvSpPr>
          <p:cNvPr id="75" name="Arc 53"/>
          <p:cNvSpPr>
            <a:spLocks/>
          </p:cNvSpPr>
          <p:nvPr/>
        </p:nvSpPr>
        <p:spPr bwMode="auto">
          <a:xfrm rot="2684575">
            <a:off x="6928081" y="3015889"/>
            <a:ext cx="324253" cy="483719"/>
          </a:xfrm>
          <a:custGeom>
            <a:avLst/>
            <a:gdLst>
              <a:gd name="T0" fmla="*/ 0 w 37363"/>
              <a:gd name="T1" fmla="*/ 0 h 43200"/>
              <a:gd name="T2" fmla="*/ 0 w 37363"/>
              <a:gd name="T3" fmla="*/ 0 h 43200"/>
              <a:gd name="T4" fmla="*/ 0 w 37363"/>
              <a:gd name="T5" fmla="*/ 0 h 43200"/>
              <a:gd name="T6" fmla="*/ 0 60000 65536"/>
              <a:gd name="T7" fmla="*/ 0 60000 65536"/>
              <a:gd name="T8" fmla="*/ 0 60000 65536"/>
              <a:gd name="T9" fmla="*/ 0 w 37363"/>
              <a:gd name="T10" fmla="*/ 0 h 43200"/>
              <a:gd name="T11" fmla="*/ 37363 w 37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363" h="43200" fill="none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</a:path>
              <a:path w="37363" h="43200" stroke="0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  <a:lnTo>
                  <a:pt x="21600" y="21600"/>
                </a:lnTo>
                <a:lnTo>
                  <a:pt x="37362" y="36367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AutoShape 197"/>
          <p:cNvSpPr>
            <a:spLocks noChangeArrowheads="1"/>
          </p:cNvSpPr>
          <p:nvPr/>
        </p:nvSpPr>
        <p:spPr bwMode="auto">
          <a:xfrm>
            <a:off x="7066052" y="3204850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77" name="Text Box 198"/>
          <p:cNvSpPr txBox="1">
            <a:spLocks noChangeArrowheads="1"/>
          </p:cNvSpPr>
          <p:nvPr/>
        </p:nvSpPr>
        <p:spPr bwMode="auto">
          <a:xfrm>
            <a:off x="7004888" y="3276288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6800" y="4257094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有 效 状 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29000" y="4257094"/>
            <a:ext cx="449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无                  效                  状                  态</a:t>
            </a:r>
          </a:p>
        </p:txBody>
      </p:sp>
      <p:grpSp>
        <p:nvGrpSpPr>
          <p:cNvPr id="81" name="组合 80"/>
          <p:cNvGrpSpPr/>
          <p:nvPr/>
        </p:nvGrpSpPr>
        <p:grpSpPr>
          <a:xfrm>
            <a:off x="381000" y="2428294"/>
            <a:ext cx="533400" cy="457200"/>
            <a:chOff x="152400" y="2495550"/>
            <a:chExt cx="762001" cy="685800"/>
          </a:xfrm>
        </p:grpSpPr>
        <p:sp>
          <p:nvSpPr>
            <p:cNvPr id="74" name="AutoShape 256"/>
            <p:cNvSpPr>
              <a:spLocks noChangeArrowheads="1"/>
            </p:cNvSpPr>
            <p:nvPr/>
          </p:nvSpPr>
          <p:spPr bwMode="auto">
            <a:xfrm>
              <a:off x="152401" y="2495550"/>
              <a:ext cx="762000" cy="685800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317443" name="Object 3"/>
            <p:cNvGraphicFramePr>
              <a:graphicFrameLocks noChangeAspect="1"/>
            </p:cNvGraphicFramePr>
            <p:nvPr/>
          </p:nvGraphicFramePr>
          <p:xfrm>
            <a:off x="152400" y="2647950"/>
            <a:ext cx="762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3" imgW="761760" imgH="330120" progId="Equation.DSMT4">
                    <p:embed/>
                  </p:oleObj>
                </mc:Choice>
                <mc:Fallback>
                  <p:oleObj name="Equation" r:id="rId3" imgW="761760" imgH="33012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00" y="2647950"/>
                          <a:ext cx="762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3" name="组合 92"/>
          <p:cNvGrpSpPr/>
          <p:nvPr/>
        </p:nvGrpSpPr>
        <p:grpSpPr>
          <a:xfrm>
            <a:off x="2285777" y="742949"/>
            <a:ext cx="5810818" cy="1729205"/>
            <a:chOff x="2285777" y="742949"/>
            <a:chExt cx="5810818" cy="1729205"/>
          </a:xfrm>
        </p:grpSpPr>
        <p:grpSp>
          <p:nvGrpSpPr>
            <p:cNvPr id="2" name="组合 46"/>
            <p:cNvGrpSpPr/>
            <p:nvPr/>
          </p:nvGrpSpPr>
          <p:grpSpPr>
            <a:xfrm>
              <a:off x="2285777" y="742949"/>
              <a:ext cx="5810818" cy="1729205"/>
              <a:chOff x="952501" y="1276349"/>
              <a:chExt cx="7274206" cy="2210805"/>
            </a:xfrm>
          </p:grpSpPr>
          <p:grpSp>
            <p:nvGrpSpPr>
              <p:cNvPr id="3" name="组合 45"/>
              <p:cNvGrpSpPr>
                <a:grpSpLocks/>
              </p:cNvGrpSpPr>
              <p:nvPr/>
            </p:nvGrpSpPr>
            <p:grpSpPr bwMode="auto">
              <a:xfrm>
                <a:off x="952501" y="1276349"/>
                <a:ext cx="7274206" cy="2210805"/>
                <a:chOff x="817564" y="2789237"/>
                <a:chExt cx="7274206" cy="2210805"/>
              </a:xfrm>
            </p:grpSpPr>
            <p:grpSp>
              <p:nvGrpSpPr>
                <p:cNvPr id="4" name="Group 8"/>
                <p:cNvGrpSpPr>
                  <a:grpSpLocks/>
                </p:cNvGrpSpPr>
                <p:nvPr/>
              </p:nvGrpSpPr>
              <p:grpSpPr bwMode="auto">
                <a:xfrm>
                  <a:off x="1408113" y="2984501"/>
                  <a:ext cx="4622800" cy="1800225"/>
                  <a:chOff x="1136" y="2289"/>
                  <a:chExt cx="2912" cy="1134"/>
                </a:xfrm>
              </p:grpSpPr>
              <p:sp>
                <p:nvSpPr>
                  <p:cNvPr id="36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304"/>
                    <a:ext cx="663" cy="97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7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66" y="2289"/>
                    <a:ext cx="422" cy="297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D</a:t>
                    </a:r>
                    <a:r>
                      <a:rPr kumimoji="0" lang="en-US" altLang="zh-CN" b="1" i="0" baseline="-25000" dirty="0">
                        <a:latin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38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36" y="2447"/>
                    <a:ext cx="213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/>
                    <a:tailEnd type="triangl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2012" y="2447"/>
                    <a:ext cx="46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triangle"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26" y="2964"/>
                    <a:ext cx="11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144" y="2949"/>
                    <a:ext cx="0" cy="47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AutoShape 15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1893" y="2904"/>
                    <a:ext cx="122" cy="120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scene3d>
                    <a:camera prst="orthographicFront">
                      <a:rot lat="0" lon="10800000" rev="0"/>
                    </a:camera>
                    <a:lightRig rig="threePt" dir="t"/>
                  </a:scene3d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44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88" y="2289"/>
                    <a:ext cx="46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Q</a:t>
                    </a:r>
                    <a:r>
                      <a:rPr kumimoji="0" lang="en-US" altLang="zh-CN" b="1" i="0" baseline="-2000" dirty="0">
                        <a:latin typeface="Arial" pitchFamily="34" charset="0"/>
                      </a:rPr>
                      <a:t>0</a:t>
                    </a:r>
                  </a:p>
                </p:txBody>
              </p:sp>
            </p:grpSp>
            <p:grpSp>
              <p:nvGrpSpPr>
                <p:cNvPr id="6" name="Group 18"/>
                <p:cNvGrpSpPr>
                  <a:grpSpLocks/>
                </p:cNvGrpSpPr>
                <p:nvPr/>
              </p:nvGrpSpPr>
              <p:grpSpPr bwMode="auto">
                <a:xfrm>
                  <a:off x="2181225" y="2984502"/>
                  <a:ext cx="3157538" cy="1576388"/>
                  <a:chOff x="1695" y="2305"/>
                  <a:chExt cx="1989" cy="993"/>
                </a:xfrm>
              </p:grpSpPr>
              <p:sp>
                <p:nvSpPr>
                  <p:cNvPr id="2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561" y="2320"/>
                    <a:ext cx="663" cy="97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9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79" y="2305"/>
                    <a:ext cx="461" cy="29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D</a:t>
                    </a:r>
                    <a:r>
                      <a:rPr kumimoji="0" lang="en-US" altLang="zh-CN" b="1" i="0" baseline="-25000" dirty="0">
                        <a:latin typeface="Arial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30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3224" y="2463"/>
                    <a:ext cx="46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triangle"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95" y="2839"/>
                    <a:ext cx="347" cy="28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35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9" y="2305"/>
                    <a:ext cx="46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Q</a:t>
                    </a:r>
                    <a:r>
                      <a:rPr kumimoji="0" lang="en-US" altLang="zh-CN" b="1" i="0" baseline="-2000" dirty="0">
                        <a:latin typeface="Arial" pitchFamily="34" charset="0"/>
                      </a:rPr>
                      <a:t>1</a:t>
                    </a:r>
                  </a:p>
                </p:txBody>
              </p:sp>
            </p:grpSp>
            <p:sp>
              <p:nvSpPr>
                <p:cNvPr id="10" name="Rectangle 27"/>
                <p:cNvSpPr>
                  <a:spLocks noChangeArrowheads="1"/>
                </p:cNvSpPr>
                <p:nvPr/>
              </p:nvSpPr>
              <p:spPr bwMode="auto">
                <a:xfrm>
                  <a:off x="5330826" y="3006726"/>
                  <a:ext cx="1052513" cy="1552575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676354" y="2984083"/>
                  <a:ext cx="730250" cy="4572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 dirty="0">
                      <a:latin typeface="Arial" pitchFamily="34" charset="0"/>
                    </a:rPr>
                    <a:t>Q</a:t>
                  </a:r>
                  <a:r>
                    <a:rPr kumimoji="0" lang="en-US" altLang="zh-CN" b="1" i="0" baseline="-2000" dirty="0">
                      <a:latin typeface="Arial" pitchFamily="34" charset="0"/>
                    </a:rPr>
                    <a:t>2</a:t>
                  </a:r>
                </a:p>
              </p:txBody>
            </p:sp>
            <p:sp>
              <p:nvSpPr>
                <p:cNvPr id="16" name="Line 34"/>
                <p:cNvSpPr>
                  <a:spLocks noChangeShapeType="1"/>
                </p:cNvSpPr>
                <p:nvPr/>
              </p:nvSpPr>
              <p:spPr bwMode="auto">
                <a:xfrm>
                  <a:off x="3011816" y="4773613"/>
                  <a:ext cx="419716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1408113" y="2789238"/>
                  <a:ext cx="0" cy="4572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Line 36"/>
                <p:cNvSpPr>
                  <a:spLocks noChangeShapeType="1"/>
                </p:cNvSpPr>
                <p:nvPr/>
              </p:nvSpPr>
              <p:spPr bwMode="auto">
                <a:xfrm>
                  <a:off x="1408113" y="2789238"/>
                  <a:ext cx="5705475" cy="15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/>
                  <a:tailEnd type="triangl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7113588" y="2789237"/>
                  <a:ext cx="0" cy="48711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7304370" y="4542842"/>
                  <a:ext cx="787400" cy="4572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 dirty="0" err="1">
                      <a:latin typeface="Arial" pitchFamily="34" charset="0"/>
                    </a:rPr>
                    <a:t>ClK</a:t>
                  </a:r>
                  <a:endParaRPr kumimoji="0" lang="en-US" altLang="zh-CN" b="1" i="0" dirty="0">
                    <a:latin typeface="Arial" pitchFamily="34" charset="0"/>
                  </a:endParaRPr>
                </a:p>
              </p:txBody>
            </p:sp>
            <p:sp>
              <p:nvSpPr>
                <p:cNvPr id="23" name="Line 41"/>
                <p:cNvSpPr>
                  <a:spLocks noChangeShapeType="1"/>
                </p:cNvSpPr>
                <p:nvPr/>
              </p:nvSpPr>
              <p:spPr bwMode="auto">
                <a:xfrm>
                  <a:off x="6372199" y="3284984"/>
                  <a:ext cx="74139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triangl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7" name="Group 42"/>
                <p:cNvGrpSpPr>
                  <a:grpSpLocks/>
                </p:cNvGrpSpPr>
                <p:nvPr/>
              </p:nvGrpSpPr>
              <p:grpSpPr bwMode="auto">
                <a:xfrm>
                  <a:off x="817564" y="4056063"/>
                  <a:ext cx="922338" cy="457200"/>
                  <a:chOff x="708" y="2964"/>
                  <a:chExt cx="581" cy="288"/>
                </a:xfrm>
              </p:grpSpPr>
              <p:sp>
                <p:nvSpPr>
                  <p:cNvPr id="25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1009" y="3087"/>
                    <a:ext cx="2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8" y="2964"/>
                    <a:ext cx="46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Q</a:t>
                    </a:r>
                    <a:r>
                      <a:rPr kumimoji="0" lang="en-US" altLang="zh-CN" b="1" i="0" baseline="-2000" dirty="0">
                        <a:latin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27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796" y="3014"/>
                    <a:ext cx="13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5" name="Text Box 40"/>
              <p:cNvSpPr txBox="1">
                <a:spLocks noChangeArrowheads="1"/>
              </p:cNvSpPr>
              <p:nvPr/>
            </p:nvSpPr>
            <p:spPr bwMode="auto">
              <a:xfrm>
                <a:off x="2955972" y="2942193"/>
                <a:ext cx="487363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800" b="1" i="0" dirty="0">
                    <a:latin typeface="Arial" pitchFamily="34" charset="0"/>
                    <a:cs typeface="Arial" pitchFamily="34" charset="0"/>
                  </a:rPr>
                  <a:t>•</a:t>
                </a:r>
              </a:p>
            </p:txBody>
          </p:sp>
        </p:grpSp>
        <p:sp>
          <p:nvSpPr>
            <p:cNvPr id="82" name="Text Box 10"/>
            <p:cNvSpPr txBox="1">
              <a:spLocks noChangeArrowheads="1"/>
            </p:cNvSpPr>
            <p:nvPr/>
          </p:nvSpPr>
          <p:spPr bwMode="auto">
            <a:xfrm>
              <a:off x="6324600" y="895350"/>
              <a:ext cx="535153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D</a:t>
              </a:r>
              <a:r>
                <a:rPr kumimoji="0" lang="en-US" altLang="zh-CN" b="1" i="0" baseline="-25000" dirty="0">
                  <a:latin typeface="Arial" pitchFamily="34" charset="0"/>
                </a:rPr>
                <a:t>0</a:t>
              </a:r>
            </a:p>
          </p:txBody>
        </p:sp>
        <p:sp>
          <p:nvSpPr>
            <p:cNvPr id="83" name="Line 13"/>
            <p:cNvSpPr>
              <a:spLocks noChangeShapeType="1"/>
            </p:cNvSpPr>
            <p:nvPr/>
          </p:nvSpPr>
          <p:spPr bwMode="auto">
            <a:xfrm flipH="1">
              <a:off x="5326405" y="1710510"/>
              <a:ext cx="149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4"/>
            <p:cNvSpPr>
              <a:spLocks noChangeShapeType="1"/>
            </p:cNvSpPr>
            <p:nvPr/>
          </p:nvSpPr>
          <p:spPr bwMode="auto">
            <a:xfrm>
              <a:off x="5475794" y="1691992"/>
              <a:ext cx="0" cy="588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AutoShape 15"/>
            <p:cNvSpPr>
              <a:spLocks noChangeArrowheads="1"/>
            </p:cNvSpPr>
            <p:nvPr/>
          </p:nvSpPr>
          <p:spPr bwMode="auto">
            <a:xfrm rot="16200000">
              <a:off x="5159357" y="1634422"/>
              <a:ext cx="151485" cy="1521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86" name="Text Box 25"/>
            <p:cNvSpPr txBox="1">
              <a:spLocks noChangeArrowheads="1"/>
            </p:cNvSpPr>
            <p:nvPr/>
          </p:nvSpPr>
          <p:spPr bwMode="auto">
            <a:xfrm>
              <a:off x="4815714" y="1535178"/>
              <a:ext cx="440043" cy="35760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C</a:t>
              </a:r>
            </a:p>
          </p:txBody>
        </p:sp>
        <p:sp>
          <p:nvSpPr>
            <p:cNvPr id="87" name="Text Box 40"/>
            <p:cNvSpPr txBox="1">
              <a:spLocks noChangeArrowheads="1"/>
            </p:cNvSpPr>
            <p:nvPr/>
          </p:nvSpPr>
          <p:spPr bwMode="auto">
            <a:xfrm>
              <a:off x="5326443" y="2022606"/>
              <a:ext cx="389318" cy="409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  <p:sp>
          <p:nvSpPr>
            <p:cNvPr id="88" name="Line 13"/>
            <p:cNvSpPr>
              <a:spLocks noChangeShapeType="1"/>
            </p:cNvSpPr>
            <p:nvPr/>
          </p:nvSpPr>
          <p:spPr bwMode="auto">
            <a:xfrm flipH="1">
              <a:off x="6743216" y="1718067"/>
              <a:ext cx="149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14"/>
            <p:cNvSpPr>
              <a:spLocks noChangeShapeType="1"/>
            </p:cNvSpPr>
            <p:nvPr/>
          </p:nvSpPr>
          <p:spPr bwMode="auto">
            <a:xfrm>
              <a:off x="6892605" y="1699549"/>
              <a:ext cx="0" cy="588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AutoShape 15"/>
            <p:cNvSpPr>
              <a:spLocks noChangeArrowheads="1"/>
            </p:cNvSpPr>
            <p:nvPr/>
          </p:nvSpPr>
          <p:spPr bwMode="auto">
            <a:xfrm rot="16200000">
              <a:off x="6576168" y="1641979"/>
              <a:ext cx="151485" cy="1521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91" name="Text Box 25"/>
            <p:cNvSpPr txBox="1">
              <a:spLocks noChangeArrowheads="1"/>
            </p:cNvSpPr>
            <p:nvPr/>
          </p:nvSpPr>
          <p:spPr bwMode="auto">
            <a:xfrm>
              <a:off x="6232525" y="1542735"/>
              <a:ext cx="440043" cy="35760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C</a:t>
              </a:r>
            </a:p>
          </p:txBody>
        </p:sp>
        <p:sp>
          <p:nvSpPr>
            <p:cNvPr id="92" name="Text Box 40"/>
            <p:cNvSpPr txBox="1">
              <a:spLocks noChangeArrowheads="1"/>
            </p:cNvSpPr>
            <p:nvPr/>
          </p:nvSpPr>
          <p:spPr bwMode="auto">
            <a:xfrm>
              <a:off x="6743254" y="2030163"/>
              <a:ext cx="389318" cy="409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3048000" y="462915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10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环形计数器状态图</a:t>
            </a: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  <p:bldP spid="62" grpId="0" animBg="1"/>
      <p:bldP spid="63" grpId="0"/>
      <p:bldP spid="64" grpId="0" animBg="1"/>
      <p:bldP spid="65" grpId="0" animBg="1"/>
      <p:bldP spid="66" grpId="0"/>
      <p:bldP spid="67" grpId="0" animBg="1"/>
      <p:bldP spid="68" grpId="0" animBg="1"/>
      <p:bldP spid="69" grpId="0" animBg="1"/>
      <p:bldP spid="70" grpId="0" animBg="1"/>
      <p:bldP spid="71" grpId="0"/>
      <p:bldP spid="75" grpId="0" animBg="1"/>
      <p:bldP spid="76" grpId="0" animBg="1"/>
      <p:bldP spid="77" grpId="0"/>
      <p:bldP spid="78" grpId="0"/>
      <p:bldP spid="79" grpId="0"/>
      <p:bldP spid="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3429000" y="2571750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9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环形计数器</a:t>
            </a: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环形计数器：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38400" y="318135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环形计数器中触发器的数量： 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438400" y="379095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环形计数器的模值： 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285777" y="742949"/>
            <a:ext cx="5810818" cy="1729205"/>
            <a:chOff x="2285777" y="742949"/>
            <a:chExt cx="5810818" cy="1729205"/>
          </a:xfrm>
        </p:grpSpPr>
        <p:grpSp>
          <p:nvGrpSpPr>
            <p:cNvPr id="50" name="组合 46"/>
            <p:cNvGrpSpPr/>
            <p:nvPr/>
          </p:nvGrpSpPr>
          <p:grpSpPr>
            <a:xfrm>
              <a:off x="2285777" y="742949"/>
              <a:ext cx="5810818" cy="1729205"/>
              <a:chOff x="952501" y="1276349"/>
              <a:chExt cx="7274206" cy="2210805"/>
            </a:xfrm>
          </p:grpSpPr>
          <p:grpSp>
            <p:nvGrpSpPr>
              <p:cNvPr id="62" name="组合 45"/>
              <p:cNvGrpSpPr>
                <a:grpSpLocks/>
              </p:cNvGrpSpPr>
              <p:nvPr/>
            </p:nvGrpSpPr>
            <p:grpSpPr bwMode="auto">
              <a:xfrm>
                <a:off x="952501" y="1276349"/>
                <a:ext cx="7274206" cy="2210805"/>
                <a:chOff x="817564" y="2789237"/>
                <a:chExt cx="7274206" cy="2210805"/>
              </a:xfrm>
            </p:grpSpPr>
            <p:grpSp>
              <p:nvGrpSpPr>
                <p:cNvPr id="64" name="Group 8"/>
                <p:cNvGrpSpPr>
                  <a:grpSpLocks/>
                </p:cNvGrpSpPr>
                <p:nvPr/>
              </p:nvGrpSpPr>
              <p:grpSpPr bwMode="auto">
                <a:xfrm>
                  <a:off x="1408113" y="2984501"/>
                  <a:ext cx="4622800" cy="1800225"/>
                  <a:chOff x="1136" y="2289"/>
                  <a:chExt cx="2912" cy="1134"/>
                </a:xfrm>
              </p:grpSpPr>
              <p:sp>
                <p:nvSpPr>
                  <p:cNvPr id="85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304"/>
                    <a:ext cx="663" cy="97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86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66" y="2289"/>
                    <a:ext cx="422" cy="297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D</a:t>
                    </a:r>
                    <a:r>
                      <a:rPr kumimoji="0" lang="en-US" altLang="zh-CN" b="1" i="0" baseline="-25000" dirty="0">
                        <a:latin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87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36" y="2447"/>
                    <a:ext cx="213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/>
                    <a:tailEnd type="triangl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8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2012" y="2447"/>
                    <a:ext cx="46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triangle"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9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26" y="2964"/>
                    <a:ext cx="11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0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144" y="2949"/>
                    <a:ext cx="0" cy="47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1" name="AutoShape 15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1893" y="2904"/>
                    <a:ext cx="122" cy="120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scene3d>
                    <a:camera prst="orthographicFront">
                      <a:rot lat="0" lon="10800000" rev="0"/>
                    </a:camera>
                    <a:lightRig rig="threePt" dir="t"/>
                  </a:scene3d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88" y="2289"/>
                    <a:ext cx="46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Q</a:t>
                    </a:r>
                    <a:r>
                      <a:rPr kumimoji="0" lang="en-US" altLang="zh-CN" b="1" i="0" baseline="-2000" dirty="0">
                        <a:latin typeface="Arial" pitchFamily="34" charset="0"/>
                      </a:rPr>
                      <a:t>0</a:t>
                    </a:r>
                  </a:p>
                </p:txBody>
              </p:sp>
            </p:grpSp>
            <p:grpSp>
              <p:nvGrpSpPr>
                <p:cNvPr id="65" name="Group 18"/>
                <p:cNvGrpSpPr>
                  <a:grpSpLocks/>
                </p:cNvGrpSpPr>
                <p:nvPr/>
              </p:nvGrpSpPr>
              <p:grpSpPr bwMode="auto">
                <a:xfrm>
                  <a:off x="2181225" y="2984502"/>
                  <a:ext cx="3157538" cy="1576388"/>
                  <a:chOff x="1695" y="2305"/>
                  <a:chExt cx="1989" cy="993"/>
                </a:xfrm>
              </p:grpSpPr>
              <p:sp>
                <p:nvSpPr>
                  <p:cNvPr id="80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561" y="2320"/>
                    <a:ext cx="663" cy="97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81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79" y="2305"/>
                    <a:ext cx="461" cy="29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D</a:t>
                    </a:r>
                    <a:r>
                      <a:rPr kumimoji="0" lang="en-US" altLang="zh-CN" b="1" i="0" baseline="-25000" dirty="0">
                        <a:latin typeface="Arial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82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3224" y="2463"/>
                    <a:ext cx="46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triangle"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95" y="2839"/>
                    <a:ext cx="347" cy="28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84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9" y="2305"/>
                    <a:ext cx="46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Q</a:t>
                    </a:r>
                    <a:r>
                      <a:rPr kumimoji="0" lang="en-US" altLang="zh-CN" b="1" i="0" baseline="-2000" dirty="0">
                        <a:latin typeface="Arial" pitchFamily="34" charset="0"/>
                      </a:rPr>
                      <a:t>1</a:t>
                    </a:r>
                  </a:p>
                </p:txBody>
              </p:sp>
            </p:grpSp>
            <p:sp>
              <p:nvSpPr>
                <p:cNvPr id="66" name="Rectangle 27"/>
                <p:cNvSpPr>
                  <a:spLocks noChangeArrowheads="1"/>
                </p:cNvSpPr>
                <p:nvPr/>
              </p:nvSpPr>
              <p:spPr bwMode="auto">
                <a:xfrm>
                  <a:off x="5330826" y="3006726"/>
                  <a:ext cx="1052513" cy="1552575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676354" y="2984083"/>
                  <a:ext cx="730250" cy="4572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 dirty="0">
                      <a:latin typeface="Arial" pitchFamily="34" charset="0"/>
                    </a:rPr>
                    <a:t>Q</a:t>
                  </a:r>
                  <a:r>
                    <a:rPr kumimoji="0" lang="en-US" altLang="zh-CN" b="1" i="0" baseline="-2000" dirty="0">
                      <a:latin typeface="Arial" pitchFamily="34" charset="0"/>
                    </a:rPr>
                    <a:t>2</a:t>
                  </a:r>
                </a:p>
              </p:txBody>
            </p:sp>
            <p:sp>
              <p:nvSpPr>
                <p:cNvPr id="68" name="Line 34"/>
                <p:cNvSpPr>
                  <a:spLocks noChangeShapeType="1"/>
                </p:cNvSpPr>
                <p:nvPr/>
              </p:nvSpPr>
              <p:spPr bwMode="auto">
                <a:xfrm>
                  <a:off x="3011816" y="4773613"/>
                  <a:ext cx="419716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1408113" y="2789238"/>
                  <a:ext cx="0" cy="4572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Line 36"/>
                <p:cNvSpPr>
                  <a:spLocks noChangeShapeType="1"/>
                </p:cNvSpPr>
                <p:nvPr/>
              </p:nvSpPr>
              <p:spPr bwMode="auto">
                <a:xfrm>
                  <a:off x="1408113" y="2789238"/>
                  <a:ext cx="5705475" cy="15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/>
                  <a:tailEnd type="triangl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7113588" y="2789237"/>
                  <a:ext cx="0" cy="48711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7304370" y="4542842"/>
                  <a:ext cx="787400" cy="4572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 dirty="0" err="1">
                      <a:latin typeface="Arial" pitchFamily="34" charset="0"/>
                    </a:rPr>
                    <a:t>ClK</a:t>
                  </a:r>
                  <a:endParaRPr kumimoji="0" lang="en-US" altLang="zh-CN" b="1" i="0" dirty="0">
                    <a:latin typeface="Arial" pitchFamily="34" charset="0"/>
                  </a:endParaRPr>
                </a:p>
              </p:txBody>
            </p:sp>
            <p:sp>
              <p:nvSpPr>
                <p:cNvPr id="73" name="Line 41"/>
                <p:cNvSpPr>
                  <a:spLocks noChangeShapeType="1"/>
                </p:cNvSpPr>
                <p:nvPr/>
              </p:nvSpPr>
              <p:spPr bwMode="auto">
                <a:xfrm>
                  <a:off x="6372199" y="3284984"/>
                  <a:ext cx="74139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triangl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75" name="Group 42"/>
                <p:cNvGrpSpPr>
                  <a:grpSpLocks/>
                </p:cNvGrpSpPr>
                <p:nvPr/>
              </p:nvGrpSpPr>
              <p:grpSpPr bwMode="auto">
                <a:xfrm>
                  <a:off x="817564" y="4056063"/>
                  <a:ext cx="922338" cy="457200"/>
                  <a:chOff x="708" y="2964"/>
                  <a:chExt cx="581" cy="288"/>
                </a:xfrm>
              </p:grpSpPr>
              <p:sp>
                <p:nvSpPr>
                  <p:cNvPr id="76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1009" y="3087"/>
                    <a:ext cx="2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8" y="2964"/>
                    <a:ext cx="46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Q</a:t>
                    </a:r>
                    <a:r>
                      <a:rPr kumimoji="0" lang="en-US" altLang="zh-CN" b="1" i="0" baseline="-2000" dirty="0">
                        <a:latin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79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796" y="3014"/>
                    <a:ext cx="13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63" name="Text Box 40"/>
              <p:cNvSpPr txBox="1">
                <a:spLocks noChangeArrowheads="1"/>
              </p:cNvSpPr>
              <p:nvPr/>
            </p:nvSpPr>
            <p:spPr bwMode="auto">
              <a:xfrm>
                <a:off x="2955972" y="2942193"/>
                <a:ext cx="487363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800" b="1" i="0" dirty="0">
                    <a:latin typeface="Arial" pitchFamily="34" charset="0"/>
                    <a:cs typeface="Arial" pitchFamily="34" charset="0"/>
                  </a:rPr>
                  <a:t>•</a:t>
                </a:r>
              </a:p>
            </p:txBody>
          </p:sp>
        </p:grpSp>
        <p:sp>
          <p:nvSpPr>
            <p:cNvPr id="51" name="Text Box 10"/>
            <p:cNvSpPr txBox="1">
              <a:spLocks noChangeArrowheads="1"/>
            </p:cNvSpPr>
            <p:nvPr/>
          </p:nvSpPr>
          <p:spPr bwMode="auto">
            <a:xfrm>
              <a:off x="6324600" y="895350"/>
              <a:ext cx="535153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D</a:t>
              </a:r>
              <a:r>
                <a:rPr kumimoji="0" lang="en-US" altLang="zh-CN" b="1" i="0" baseline="-25000" dirty="0">
                  <a:latin typeface="Arial" pitchFamily="34" charset="0"/>
                </a:rPr>
                <a:t>0</a:t>
              </a:r>
            </a:p>
          </p:txBody>
        </p:sp>
        <p:sp>
          <p:nvSpPr>
            <p:cNvPr id="52" name="Line 13"/>
            <p:cNvSpPr>
              <a:spLocks noChangeShapeType="1"/>
            </p:cNvSpPr>
            <p:nvPr/>
          </p:nvSpPr>
          <p:spPr bwMode="auto">
            <a:xfrm flipH="1">
              <a:off x="5326405" y="1710510"/>
              <a:ext cx="149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>
              <a:off x="5475794" y="1691992"/>
              <a:ext cx="0" cy="588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AutoShape 15"/>
            <p:cNvSpPr>
              <a:spLocks noChangeArrowheads="1"/>
            </p:cNvSpPr>
            <p:nvPr/>
          </p:nvSpPr>
          <p:spPr bwMode="auto">
            <a:xfrm rot="16200000">
              <a:off x="5159357" y="1634422"/>
              <a:ext cx="151485" cy="1521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815714" y="1535178"/>
              <a:ext cx="440043" cy="35760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C</a:t>
              </a:r>
            </a:p>
          </p:txBody>
        </p:sp>
        <p:sp>
          <p:nvSpPr>
            <p:cNvPr id="56" name="Text Box 40"/>
            <p:cNvSpPr txBox="1">
              <a:spLocks noChangeArrowheads="1"/>
            </p:cNvSpPr>
            <p:nvPr/>
          </p:nvSpPr>
          <p:spPr bwMode="auto">
            <a:xfrm>
              <a:off x="5326443" y="2022606"/>
              <a:ext cx="389318" cy="409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  <p:sp>
          <p:nvSpPr>
            <p:cNvPr id="57" name="Line 13"/>
            <p:cNvSpPr>
              <a:spLocks noChangeShapeType="1"/>
            </p:cNvSpPr>
            <p:nvPr/>
          </p:nvSpPr>
          <p:spPr bwMode="auto">
            <a:xfrm flipH="1">
              <a:off x="6743216" y="1718067"/>
              <a:ext cx="149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14"/>
            <p:cNvSpPr>
              <a:spLocks noChangeShapeType="1"/>
            </p:cNvSpPr>
            <p:nvPr/>
          </p:nvSpPr>
          <p:spPr bwMode="auto">
            <a:xfrm>
              <a:off x="6892605" y="1699549"/>
              <a:ext cx="0" cy="588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AutoShape 15"/>
            <p:cNvSpPr>
              <a:spLocks noChangeArrowheads="1"/>
            </p:cNvSpPr>
            <p:nvPr/>
          </p:nvSpPr>
          <p:spPr bwMode="auto">
            <a:xfrm rot="16200000">
              <a:off x="6576168" y="1641979"/>
              <a:ext cx="151485" cy="1521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60" name="Text Box 25"/>
            <p:cNvSpPr txBox="1">
              <a:spLocks noChangeArrowheads="1"/>
            </p:cNvSpPr>
            <p:nvPr/>
          </p:nvSpPr>
          <p:spPr bwMode="auto">
            <a:xfrm>
              <a:off x="6232525" y="1542735"/>
              <a:ext cx="440043" cy="35760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C</a:t>
              </a:r>
            </a:p>
          </p:txBody>
        </p:sp>
        <p:sp>
          <p:nvSpPr>
            <p:cNvPr id="61" name="Text Box 40"/>
            <p:cNvSpPr txBox="1">
              <a:spLocks noChangeArrowheads="1"/>
            </p:cNvSpPr>
            <p:nvPr/>
          </p:nvSpPr>
          <p:spPr bwMode="auto">
            <a:xfrm>
              <a:off x="6743254" y="2030163"/>
              <a:ext cx="389318" cy="409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3886200" y="2331938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11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扭环计数器</a:t>
            </a: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扭环计数器：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8" name="AutoShape 197"/>
          <p:cNvSpPr>
            <a:spLocks noChangeArrowheads="1"/>
          </p:cNvSpPr>
          <p:nvPr/>
        </p:nvSpPr>
        <p:spPr bwMode="auto">
          <a:xfrm>
            <a:off x="2380108" y="2728622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9" name="Text Box 198"/>
          <p:cNvSpPr txBox="1">
            <a:spLocks noChangeArrowheads="1"/>
          </p:cNvSpPr>
          <p:nvPr/>
        </p:nvSpPr>
        <p:spPr bwMode="auto">
          <a:xfrm>
            <a:off x="2308670" y="2800060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000</a:t>
            </a:r>
          </a:p>
        </p:txBody>
      </p:sp>
      <p:grpSp>
        <p:nvGrpSpPr>
          <p:cNvPr id="85" name="组合 84"/>
          <p:cNvGrpSpPr/>
          <p:nvPr/>
        </p:nvGrpSpPr>
        <p:grpSpPr>
          <a:xfrm>
            <a:off x="2884932" y="2728622"/>
            <a:ext cx="863600" cy="503238"/>
            <a:chOff x="1566862" y="3105150"/>
            <a:chExt cx="863600" cy="503238"/>
          </a:xfrm>
        </p:grpSpPr>
        <p:sp>
          <p:nvSpPr>
            <p:cNvPr id="50" name="AutoShape 209"/>
            <p:cNvSpPr>
              <a:spLocks noChangeArrowheads="1"/>
            </p:cNvSpPr>
            <p:nvPr/>
          </p:nvSpPr>
          <p:spPr bwMode="auto">
            <a:xfrm>
              <a:off x="1781175" y="3105150"/>
              <a:ext cx="504825" cy="50323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51" name="Text Box 210"/>
            <p:cNvSpPr txBox="1">
              <a:spLocks noChangeArrowheads="1"/>
            </p:cNvSpPr>
            <p:nvPr/>
          </p:nvSpPr>
          <p:spPr bwMode="auto">
            <a:xfrm>
              <a:off x="1709737" y="3176588"/>
              <a:ext cx="72072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0" lang="en-US" altLang="zh-CN" sz="1600" b="1" dirty="0">
                  <a:solidFill>
                    <a:srgbClr val="FF0000"/>
                  </a:solidFill>
                  <a:effectLst/>
                  <a:latin typeface="Arial" charset="0"/>
                </a:rPr>
                <a:t> 001</a:t>
              </a:r>
            </a:p>
          </p:txBody>
        </p:sp>
        <p:sp>
          <p:nvSpPr>
            <p:cNvPr id="52" name="Line 252"/>
            <p:cNvSpPr>
              <a:spLocks noChangeShapeType="1"/>
            </p:cNvSpPr>
            <p:nvPr/>
          </p:nvSpPr>
          <p:spPr bwMode="auto">
            <a:xfrm>
              <a:off x="1566862" y="3351278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sp>
        <p:nvSpPr>
          <p:cNvPr id="54" name="AutoShape 209"/>
          <p:cNvSpPr>
            <a:spLocks noChangeArrowheads="1"/>
          </p:cNvSpPr>
          <p:nvPr/>
        </p:nvSpPr>
        <p:spPr bwMode="auto">
          <a:xfrm>
            <a:off x="3804607" y="3871622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55" name="Text Box 210"/>
          <p:cNvSpPr txBox="1">
            <a:spLocks noChangeArrowheads="1"/>
          </p:cNvSpPr>
          <p:nvPr/>
        </p:nvSpPr>
        <p:spPr bwMode="auto">
          <a:xfrm>
            <a:off x="3733169" y="3943060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111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13470" y="4405022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有 效 状 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42470" y="4405022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无效状态</a:t>
            </a:r>
          </a:p>
        </p:txBody>
      </p:sp>
      <p:sp>
        <p:nvSpPr>
          <p:cNvPr id="81" name="AutoShape 256"/>
          <p:cNvSpPr>
            <a:spLocks noChangeArrowheads="1"/>
          </p:cNvSpPr>
          <p:nvPr/>
        </p:nvSpPr>
        <p:spPr bwMode="auto">
          <a:xfrm>
            <a:off x="1699071" y="2347622"/>
            <a:ext cx="533399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graphicFrame>
        <p:nvGraphicFramePr>
          <p:cNvPr id="82" name="Object 3"/>
          <p:cNvGraphicFramePr>
            <a:graphicFrameLocks noChangeAspect="1"/>
          </p:cNvGraphicFramePr>
          <p:nvPr/>
        </p:nvGraphicFramePr>
        <p:xfrm>
          <a:off x="1699070" y="2455946"/>
          <a:ext cx="533399" cy="220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3" imgW="761760" imgH="330120" progId="Equation.DSMT4">
                  <p:embed/>
                </p:oleObj>
              </mc:Choice>
              <mc:Fallback>
                <p:oleObj name="Equation" r:id="rId3" imgW="76176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070" y="2455946"/>
                        <a:ext cx="533399" cy="220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6" name="组合 85"/>
          <p:cNvGrpSpPr/>
          <p:nvPr/>
        </p:nvGrpSpPr>
        <p:grpSpPr>
          <a:xfrm>
            <a:off x="3604070" y="2751293"/>
            <a:ext cx="863600" cy="503238"/>
            <a:chOff x="1566862" y="3105150"/>
            <a:chExt cx="863600" cy="503238"/>
          </a:xfrm>
        </p:grpSpPr>
        <p:sp>
          <p:nvSpPr>
            <p:cNvPr id="87" name="AutoShape 209"/>
            <p:cNvSpPr>
              <a:spLocks noChangeArrowheads="1"/>
            </p:cNvSpPr>
            <p:nvPr/>
          </p:nvSpPr>
          <p:spPr bwMode="auto">
            <a:xfrm>
              <a:off x="1781175" y="3105150"/>
              <a:ext cx="504825" cy="50323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8" name="Text Box 210"/>
            <p:cNvSpPr txBox="1">
              <a:spLocks noChangeArrowheads="1"/>
            </p:cNvSpPr>
            <p:nvPr/>
          </p:nvSpPr>
          <p:spPr bwMode="auto">
            <a:xfrm>
              <a:off x="1709737" y="3176588"/>
              <a:ext cx="72072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0" lang="en-US" altLang="zh-CN" sz="1600" b="1" dirty="0">
                  <a:solidFill>
                    <a:srgbClr val="FF0000"/>
                  </a:solidFill>
                  <a:effectLst/>
                  <a:latin typeface="Arial" charset="0"/>
                </a:rPr>
                <a:t> 011</a:t>
              </a:r>
            </a:p>
          </p:txBody>
        </p:sp>
        <p:sp>
          <p:nvSpPr>
            <p:cNvPr id="89" name="Line 252"/>
            <p:cNvSpPr>
              <a:spLocks noChangeShapeType="1"/>
            </p:cNvSpPr>
            <p:nvPr/>
          </p:nvSpPr>
          <p:spPr bwMode="auto">
            <a:xfrm>
              <a:off x="1566862" y="3321050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cxnSp>
        <p:nvCxnSpPr>
          <p:cNvPr id="92" name="直接箭头连接符 91"/>
          <p:cNvCxnSpPr/>
          <p:nvPr/>
        </p:nvCxnSpPr>
        <p:spPr>
          <a:xfrm>
            <a:off x="4061270" y="3262022"/>
            <a:ext cx="0" cy="6096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AutoShape 197"/>
          <p:cNvSpPr>
            <a:spLocks noChangeArrowheads="1"/>
          </p:cNvSpPr>
          <p:nvPr/>
        </p:nvSpPr>
        <p:spPr bwMode="auto">
          <a:xfrm>
            <a:off x="2388046" y="3871622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94" name="Text Box 198"/>
          <p:cNvSpPr txBox="1">
            <a:spLocks noChangeArrowheads="1"/>
          </p:cNvSpPr>
          <p:nvPr/>
        </p:nvSpPr>
        <p:spPr bwMode="auto">
          <a:xfrm>
            <a:off x="2316608" y="3943060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100</a:t>
            </a:r>
          </a:p>
        </p:txBody>
      </p:sp>
      <p:grpSp>
        <p:nvGrpSpPr>
          <p:cNvPr id="95" name="组合 94"/>
          <p:cNvGrpSpPr/>
          <p:nvPr/>
        </p:nvGrpSpPr>
        <p:grpSpPr>
          <a:xfrm>
            <a:off x="2892870" y="3871622"/>
            <a:ext cx="863600" cy="503238"/>
            <a:chOff x="1566862" y="3105150"/>
            <a:chExt cx="863600" cy="503238"/>
          </a:xfrm>
        </p:grpSpPr>
        <p:sp>
          <p:nvSpPr>
            <p:cNvPr id="96" name="AutoShape 209"/>
            <p:cNvSpPr>
              <a:spLocks noChangeArrowheads="1"/>
            </p:cNvSpPr>
            <p:nvPr/>
          </p:nvSpPr>
          <p:spPr bwMode="auto">
            <a:xfrm>
              <a:off x="1781175" y="3105150"/>
              <a:ext cx="504825" cy="50323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97" name="Text Box 210"/>
            <p:cNvSpPr txBox="1">
              <a:spLocks noChangeArrowheads="1"/>
            </p:cNvSpPr>
            <p:nvPr/>
          </p:nvSpPr>
          <p:spPr bwMode="auto">
            <a:xfrm>
              <a:off x="1709737" y="3176588"/>
              <a:ext cx="72072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0" lang="en-US" altLang="zh-CN" sz="1600" b="1" dirty="0">
                  <a:solidFill>
                    <a:srgbClr val="FF0000"/>
                  </a:solidFill>
                  <a:effectLst/>
                  <a:latin typeface="Arial" charset="0"/>
                </a:rPr>
                <a:t> 110</a:t>
              </a:r>
            </a:p>
          </p:txBody>
        </p:sp>
        <p:sp>
          <p:nvSpPr>
            <p:cNvPr id="99" name="Line 252"/>
            <p:cNvSpPr>
              <a:spLocks noChangeShapeType="1"/>
            </p:cNvSpPr>
            <p:nvPr/>
          </p:nvSpPr>
          <p:spPr bwMode="auto">
            <a:xfrm>
              <a:off x="1566862" y="3351278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sp>
        <p:nvSpPr>
          <p:cNvPr id="100" name="Line 252"/>
          <p:cNvSpPr>
            <a:spLocks noChangeShapeType="1"/>
          </p:cNvSpPr>
          <p:nvPr/>
        </p:nvSpPr>
        <p:spPr bwMode="auto">
          <a:xfrm>
            <a:off x="3604070" y="4138007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/>
            <a:tailEnd type="none" w="med" len="med"/>
          </a:ln>
          <a:effectLst/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2659442" y="3254465"/>
            <a:ext cx="0" cy="60960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AutoShape 209"/>
          <p:cNvSpPr>
            <a:spLocks noChangeArrowheads="1"/>
          </p:cNvSpPr>
          <p:nvPr/>
        </p:nvSpPr>
        <p:spPr bwMode="auto">
          <a:xfrm>
            <a:off x="6589713" y="3262022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04" name="Text Box 210"/>
          <p:cNvSpPr txBox="1">
            <a:spLocks noChangeArrowheads="1"/>
          </p:cNvSpPr>
          <p:nvPr/>
        </p:nvSpPr>
        <p:spPr bwMode="auto">
          <a:xfrm>
            <a:off x="6518275" y="3333460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101</a:t>
            </a:r>
          </a:p>
        </p:txBody>
      </p:sp>
      <p:sp>
        <p:nvSpPr>
          <p:cNvPr id="105" name="Line 252"/>
          <p:cNvSpPr>
            <a:spLocks noChangeShapeType="1"/>
          </p:cNvSpPr>
          <p:nvPr/>
        </p:nvSpPr>
        <p:spPr bwMode="auto">
          <a:xfrm>
            <a:off x="6194870" y="3414422"/>
            <a:ext cx="43452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06" name="AutoShape 197"/>
          <p:cNvSpPr>
            <a:spLocks noChangeArrowheads="1"/>
          </p:cNvSpPr>
          <p:nvPr/>
        </p:nvSpPr>
        <p:spPr bwMode="auto">
          <a:xfrm>
            <a:off x="5715000" y="3262022"/>
            <a:ext cx="504825" cy="503238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07" name="Text Box 198"/>
          <p:cNvSpPr txBox="1">
            <a:spLocks noChangeArrowheads="1"/>
          </p:cNvSpPr>
          <p:nvPr/>
        </p:nvSpPr>
        <p:spPr bwMode="auto">
          <a:xfrm>
            <a:off x="5643562" y="3333460"/>
            <a:ext cx="720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zh-CN" sz="1600" b="1" dirty="0">
                <a:solidFill>
                  <a:srgbClr val="FF0000"/>
                </a:solidFill>
                <a:effectLst/>
                <a:latin typeface="Arial" charset="0"/>
              </a:rPr>
              <a:t> 010</a:t>
            </a:r>
          </a:p>
        </p:txBody>
      </p:sp>
      <p:sp>
        <p:nvSpPr>
          <p:cNvPr id="108" name="Line 252"/>
          <p:cNvSpPr>
            <a:spLocks noChangeShapeType="1"/>
          </p:cNvSpPr>
          <p:nvPr/>
        </p:nvSpPr>
        <p:spPr bwMode="auto">
          <a:xfrm>
            <a:off x="6172200" y="3643022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/>
            <a:tailEnd type="none" w="med" len="med"/>
          </a:ln>
          <a:effectLst/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2285777" y="655537"/>
            <a:ext cx="5810818" cy="1729205"/>
            <a:chOff x="2285777" y="742949"/>
            <a:chExt cx="5810818" cy="1729205"/>
          </a:xfrm>
        </p:grpSpPr>
        <p:grpSp>
          <p:nvGrpSpPr>
            <p:cNvPr id="110" name="组合 46"/>
            <p:cNvGrpSpPr/>
            <p:nvPr/>
          </p:nvGrpSpPr>
          <p:grpSpPr>
            <a:xfrm>
              <a:off x="2285777" y="742949"/>
              <a:ext cx="5810818" cy="1729205"/>
              <a:chOff x="952501" y="1276349"/>
              <a:chExt cx="7274206" cy="2210805"/>
            </a:xfrm>
          </p:grpSpPr>
          <p:grpSp>
            <p:nvGrpSpPr>
              <p:cNvPr id="122" name="组合 45"/>
              <p:cNvGrpSpPr>
                <a:grpSpLocks/>
              </p:cNvGrpSpPr>
              <p:nvPr/>
            </p:nvGrpSpPr>
            <p:grpSpPr bwMode="auto">
              <a:xfrm>
                <a:off x="952501" y="1276349"/>
                <a:ext cx="7274206" cy="2210805"/>
                <a:chOff x="817564" y="2789237"/>
                <a:chExt cx="7274206" cy="2210805"/>
              </a:xfrm>
            </p:grpSpPr>
            <p:grpSp>
              <p:nvGrpSpPr>
                <p:cNvPr id="124" name="Group 8"/>
                <p:cNvGrpSpPr>
                  <a:grpSpLocks/>
                </p:cNvGrpSpPr>
                <p:nvPr/>
              </p:nvGrpSpPr>
              <p:grpSpPr bwMode="auto">
                <a:xfrm>
                  <a:off x="1408113" y="2984501"/>
                  <a:ext cx="4622800" cy="1800225"/>
                  <a:chOff x="1136" y="2289"/>
                  <a:chExt cx="2912" cy="1134"/>
                </a:xfrm>
              </p:grpSpPr>
              <p:sp>
                <p:nvSpPr>
                  <p:cNvPr id="143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304"/>
                    <a:ext cx="663" cy="97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44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66" y="2289"/>
                    <a:ext cx="422" cy="297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D</a:t>
                    </a:r>
                    <a:r>
                      <a:rPr kumimoji="0" lang="en-US" altLang="zh-CN" b="1" i="0" baseline="-25000" dirty="0">
                        <a:latin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146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36" y="2447"/>
                    <a:ext cx="213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2012" y="2447"/>
                    <a:ext cx="46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triangle"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26" y="2964"/>
                    <a:ext cx="11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9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144" y="2949"/>
                    <a:ext cx="0" cy="47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" name="AutoShape 15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1893" y="2904"/>
                    <a:ext cx="122" cy="120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scene3d>
                    <a:camera prst="orthographicFront">
                      <a:rot lat="0" lon="10800000" rev="0"/>
                    </a:camera>
                    <a:lightRig rig="threePt" dir="t"/>
                  </a:scene3d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51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88" y="2289"/>
                    <a:ext cx="46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Q</a:t>
                    </a:r>
                    <a:r>
                      <a:rPr kumimoji="0" lang="en-US" altLang="zh-CN" b="1" i="0" baseline="-2000" dirty="0">
                        <a:latin typeface="Arial" pitchFamily="34" charset="0"/>
                      </a:rPr>
                      <a:t>0</a:t>
                    </a:r>
                  </a:p>
                </p:txBody>
              </p:sp>
            </p:grpSp>
            <p:grpSp>
              <p:nvGrpSpPr>
                <p:cNvPr id="125" name="Group 18"/>
                <p:cNvGrpSpPr>
                  <a:grpSpLocks/>
                </p:cNvGrpSpPr>
                <p:nvPr/>
              </p:nvGrpSpPr>
              <p:grpSpPr bwMode="auto">
                <a:xfrm>
                  <a:off x="2181225" y="2984502"/>
                  <a:ext cx="3157538" cy="1576388"/>
                  <a:chOff x="1695" y="2305"/>
                  <a:chExt cx="1989" cy="993"/>
                </a:xfrm>
              </p:grpSpPr>
              <p:sp>
                <p:nvSpPr>
                  <p:cNvPr id="13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561" y="2320"/>
                    <a:ext cx="663" cy="97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9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79" y="2305"/>
                    <a:ext cx="461" cy="29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D</a:t>
                    </a:r>
                    <a:r>
                      <a:rPr kumimoji="0" lang="en-US" altLang="zh-CN" b="1" i="0" baseline="-25000" dirty="0">
                        <a:latin typeface="Arial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140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3224" y="2463"/>
                    <a:ext cx="46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triangle"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1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95" y="2839"/>
                    <a:ext cx="347" cy="28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142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9" y="2305"/>
                    <a:ext cx="46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Q</a:t>
                    </a:r>
                    <a:r>
                      <a:rPr kumimoji="0" lang="en-US" altLang="zh-CN" b="1" i="0" baseline="-2000" dirty="0">
                        <a:latin typeface="Arial" pitchFamily="34" charset="0"/>
                      </a:rPr>
                      <a:t>1</a:t>
                    </a:r>
                  </a:p>
                </p:txBody>
              </p:sp>
            </p:grpSp>
            <p:sp>
              <p:nvSpPr>
                <p:cNvPr id="126" name="Rectangle 27"/>
                <p:cNvSpPr>
                  <a:spLocks noChangeArrowheads="1"/>
                </p:cNvSpPr>
                <p:nvPr/>
              </p:nvSpPr>
              <p:spPr bwMode="auto">
                <a:xfrm>
                  <a:off x="5330826" y="3006726"/>
                  <a:ext cx="1052513" cy="1552575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676354" y="2984083"/>
                  <a:ext cx="730250" cy="4572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 dirty="0">
                      <a:latin typeface="Arial" pitchFamily="34" charset="0"/>
                    </a:rPr>
                    <a:t>Q</a:t>
                  </a:r>
                  <a:r>
                    <a:rPr kumimoji="0" lang="en-US" altLang="zh-CN" b="1" i="0" baseline="-2000" dirty="0">
                      <a:latin typeface="Arial" pitchFamily="34" charset="0"/>
                    </a:rPr>
                    <a:t>2</a:t>
                  </a:r>
                </a:p>
              </p:txBody>
            </p:sp>
            <p:sp>
              <p:nvSpPr>
                <p:cNvPr id="128" name="Line 34"/>
                <p:cNvSpPr>
                  <a:spLocks noChangeShapeType="1"/>
                </p:cNvSpPr>
                <p:nvPr/>
              </p:nvSpPr>
              <p:spPr bwMode="auto">
                <a:xfrm>
                  <a:off x="3011816" y="4773613"/>
                  <a:ext cx="419716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1294794" y="2789238"/>
                  <a:ext cx="0" cy="1461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" name="Line 36"/>
                <p:cNvSpPr>
                  <a:spLocks noChangeShapeType="1"/>
                </p:cNvSpPr>
                <p:nvPr/>
              </p:nvSpPr>
              <p:spPr bwMode="auto">
                <a:xfrm>
                  <a:off x="1294794" y="2790826"/>
                  <a:ext cx="581879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/>
                  <a:tailEnd type="triangl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7113588" y="2789237"/>
                  <a:ext cx="0" cy="48711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7304370" y="4542842"/>
                  <a:ext cx="787400" cy="4572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 dirty="0" err="1">
                      <a:latin typeface="Arial" pitchFamily="34" charset="0"/>
                    </a:rPr>
                    <a:t>ClK</a:t>
                  </a:r>
                  <a:endParaRPr kumimoji="0" lang="en-US" altLang="zh-CN" b="1" i="0" dirty="0">
                    <a:latin typeface="Arial" pitchFamily="34" charset="0"/>
                  </a:endParaRPr>
                </a:p>
              </p:txBody>
            </p:sp>
            <p:sp>
              <p:nvSpPr>
                <p:cNvPr id="133" name="Line 41"/>
                <p:cNvSpPr>
                  <a:spLocks noChangeShapeType="1"/>
                </p:cNvSpPr>
                <p:nvPr/>
              </p:nvSpPr>
              <p:spPr bwMode="auto">
                <a:xfrm>
                  <a:off x="6372199" y="3284984"/>
                  <a:ext cx="74139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triangl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34" name="Group 42"/>
                <p:cNvGrpSpPr>
                  <a:grpSpLocks/>
                </p:cNvGrpSpPr>
                <p:nvPr/>
              </p:nvGrpSpPr>
              <p:grpSpPr bwMode="auto">
                <a:xfrm>
                  <a:off x="817564" y="4056063"/>
                  <a:ext cx="922338" cy="457200"/>
                  <a:chOff x="708" y="2964"/>
                  <a:chExt cx="581" cy="288"/>
                </a:xfrm>
              </p:grpSpPr>
              <p:sp>
                <p:nvSpPr>
                  <p:cNvPr id="135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1009" y="3087"/>
                    <a:ext cx="2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triangle"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8" y="2964"/>
                    <a:ext cx="46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0" lang="en-US" altLang="zh-CN" b="1" i="0" dirty="0">
                        <a:latin typeface="Arial" pitchFamily="34" charset="0"/>
                      </a:rPr>
                      <a:t>Q</a:t>
                    </a:r>
                    <a:r>
                      <a:rPr kumimoji="0" lang="en-US" altLang="zh-CN" b="1" i="0" baseline="-2000" dirty="0">
                        <a:latin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137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796" y="3014"/>
                    <a:ext cx="13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23" name="Text Box 40"/>
              <p:cNvSpPr txBox="1">
                <a:spLocks noChangeArrowheads="1"/>
              </p:cNvSpPr>
              <p:nvPr/>
            </p:nvSpPr>
            <p:spPr bwMode="auto">
              <a:xfrm>
                <a:off x="2955972" y="2942193"/>
                <a:ext cx="487363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800" b="1" i="0" dirty="0">
                    <a:latin typeface="Arial" pitchFamily="34" charset="0"/>
                    <a:cs typeface="Arial" pitchFamily="34" charset="0"/>
                  </a:rPr>
                  <a:t>•</a:t>
                </a:r>
              </a:p>
            </p:txBody>
          </p:sp>
        </p:grpSp>
        <p:sp>
          <p:nvSpPr>
            <p:cNvPr id="111" name="Text Box 10"/>
            <p:cNvSpPr txBox="1">
              <a:spLocks noChangeArrowheads="1"/>
            </p:cNvSpPr>
            <p:nvPr/>
          </p:nvSpPr>
          <p:spPr bwMode="auto">
            <a:xfrm>
              <a:off x="6324600" y="895350"/>
              <a:ext cx="535153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D</a:t>
              </a:r>
              <a:r>
                <a:rPr kumimoji="0" lang="en-US" altLang="zh-CN" b="1" i="0" baseline="-25000" dirty="0">
                  <a:latin typeface="Arial" pitchFamily="34" charset="0"/>
                </a:rPr>
                <a:t>0</a:t>
              </a:r>
            </a:p>
          </p:txBody>
        </p:sp>
        <p:sp>
          <p:nvSpPr>
            <p:cNvPr id="112" name="Line 13"/>
            <p:cNvSpPr>
              <a:spLocks noChangeShapeType="1"/>
            </p:cNvSpPr>
            <p:nvPr/>
          </p:nvSpPr>
          <p:spPr bwMode="auto">
            <a:xfrm flipH="1">
              <a:off x="5326405" y="1710510"/>
              <a:ext cx="149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14"/>
            <p:cNvSpPr>
              <a:spLocks noChangeShapeType="1"/>
            </p:cNvSpPr>
            <p:nvPr/>
          </p:nvSpPr>
          <p:spPr bwMode="auto">
            <a:xfrm>
              <a:off x="5475794" y="1691992"/>
              <a:ext cx="0" cy="588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AutoShape 15"/>
            <p:cNvSpPr>
              <a:spLocks noChangeArrowheads="1"/>
            </p:cNvSpPr>
            <p:nvPr/>
          </p:nvSpPr>
          <p:spPr bwMode="auto">
            <a:xfrm rot="16200000">
              <a:off x="5159357" y="1634422"/>
              <a:ext cx="151485" cy="1521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15" name="Text Box 25"/>
            <p:cNvSpPr txBox="1">
              <a:spLocks noChangeArrowheads="1"/>
            </p:cNvSpPr>
            <p:nvPr/>
          </p:nvSpPr>
          <p:spPr bwMode="auto">
            <a:xfrm>
              <a:off x="4815714" y="1535178"/>
              <a:ext cx="440043" cy="35760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C</a:t>
              </a:r>
            </a:p>
          </p:txBody>
        </p:sp>
        <p:sp>
          <p:nvSpPr>
            <p:cNvPr id="116" name="Text Box 40"/>
            <p:cNvSpPr txBox="1">
              <a:spLocks noChangeArrowheads="1"/>
            </p:cNvSpPr>
            <p:nvPr/>
          </p:nvSpPr>
          <p:spPr bwMode="auto">
            <a:xfrm>
              <a:off x="5326443" y="2022606"/>
              <a:ext cx="389318" cy="409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  <p:sp>
          <p:nvSpPr>
            <p:cNvPr id="117" name="Line 13"/>
            <p:cNvSpPr>
              <a:spLocks noChangeShapeType="1"/>
            </p:cNvSpPr>
            <p:nvPr/>
          </p:nvSpPr>
          <p:spPr bwMode="auto">
            <a:xfrm flipH="1">
              <a:off x="6743216" y="1718067"/>
              <a:ext cx="149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4"/>
            <p:cNvSpPr>
              <a:spLocks noChangeShapeType="1"/>
            </p:cNvSpPr>
            <p:nvPr/>
          </p:nvSpPr>
          <p:spPr bwMode="auto">
            <a:xfrm>
              <a:off x="6892605" y="1699549"/>
              <a:ext cx="0" cy="588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AutoShape 15"/>
            <p:cNvSpPr>
              <a:spLocks noChangeArrowheads="1"/>
            </p:cNvSpPr>
            <p:nvPr/>
          </p:nvSpPr>
          <p:spPr bwMode="auto">
            <a:xfrm rot="16200000">
              <a:off x="6576168" y="1641979"/>
              <a:ext cx="151485" cy="1521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20" name="Text Box 25"/>
            <p:cNvSpPr txBox="1">
              <a:spLocks noChangeArrowheads="1"/>
            </p:cNvSpPr>
            <p:nvPr/>
          </p:nvSpPr>
          <p:spPr bwMode="auto">
            <a:xfrm>
              <a:off x="6232525" y="1542735"/>
              <a:ext cx="440043" cy="35760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C</a:t>
              </a:r>
            </a:p>
          </p:txBody>
        </p:sp>
        <p:sp>
          <p:nvSpPr>
            <p:cNvPr id="121" name="Text Box 40"/>
            <p:cNvSpPr txBox="1">
              <a:spLocks noChangeArrowheads="1"/>
            </p:cNvSpPr>
            <p:nvPr/>
          </p:nvSpPr>
          <p:spPr bwMode="auto">
            <a:xfrm>
              <a:off x="6743254" y="2030163"/>
              <a:ext cx="389318" cy="409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3200400" y="4629150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12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扭环计数器状态图</a:t>
            </a: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/>
      <p:bldP spid="54" grpId="0" animBg="1"/>
      <p:bldP spid="55" grpId="0"/>
      <p:bldP spid="78" grpId="0"/>
      <p:bldP spid="79" grpId="0"/>
      <p:bldP spid="81" grpId="0" animBg="1"/>
      <p:bldP spid="93" grpId="0" animBg="1"/>
      <p:bldP spid="94" grpId="0"/>
      <p:bldP spid="100" grpId="0" animBg="1"/>
      <p:bldP spid="103" grpId="0" animBg="1"/>
      <p:bldP spid="104" grpId="0"/>
      <p:bldP spid="105" grpId="0" animBg="1"/>
      <p:bldP spid="106" grpId="0" animBg="1"/>
      <p:bldP spid="107" grpId="0"/>
      <p:bldP spid="108" grpId="0" animBg="1"/>
      <p:bldP spid="8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扭环计数器：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38400" y="318135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扭环计数器中触发器的数量： 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438400" y="379095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扭环计数器的模值： 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2N</a:t>
            </a:r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133600" y="742949"/>
            <a:ext cx="5181599" cy="1730903"/>
            <a:chOff x="762000" y="1276349"/>
            <a:chExt cx="6486525" cy="2212976"/>
          </a:xfrm>
        </p:grpSpPr>
        <p:grpSp>
          <p:nvGrpSpPr>
            <p:cNvPr id="50" name="组合 45"/>
            <p:cNvGrpSpPr>
              <a:grpSpLocks/>
            </p:cNvGrpSpPr>
            <p:nvPr/>
          </p:nvGrpSpPr>
          <p:grpSpPr bwMode="auto">
            <a:xfrm>
              <a:off x="762000" y="1276349"/>
              <a:ext cx="6486525" cy="2212976"/>
              <a:chOff x="627063" y="2789237"/>
              <a:chExt cx="6486525" cy="2212976"/>
            </a:xfrm>
          </p:grpSpPr>
          <p:grpSp>
            <p:nvGrpSpPr>
              <p:cNvPr id="53" name="Group 8"/>
              <p:cNvGrpSpPr>
                <a:grpSpLocks/>
              </p:cNvGrpSpPr>
              <p:nvPr/>
            </p:nvGrpSpPr>
            <p:grpSpPr bwMode="auto">
              <a:xfrm>
                <a:off x="1408113" y="2790826"/>
                <a:ext cx="2120900" cy="1984375"/>
                <a:chOff x="1136" y="2167"/>
                <a:chExt cx="1336" cy="1250"/>
              </a:xfrm>
            </p:grpSpPr>
            <p:sp>
              <p:nvSpPr>
                <p:cNvPr id="82" name="Rectangle 9"/>
                <p:cNvSpPr>
                  <a:spLocks noChangeArrowheads="1"/>
                </p:cNvSpPr>
                <p:nvPr/>
              </p:nvSpPr>
              <p:spPr bwMode="auto">
                <a:xfrm>
                  <a:off x="1349" y="2304"/>
                  <a:ext cx="663" cy="97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360" y="2342"/>
                  <a:ext cx="422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>
                      <a:latin typeface="Arial" pitchFamily="34" charset="0"/>
                    </a:rPr>
                    <a:t>D</a:t>
                  </a:r>
                  <a:r>
                    <a:rPr kumimoji="0" lang="en-US" altLang="zh-CN" b="1" i="0" baseline="-25000">
                      <a:latin typeface="Arial" pitchFamily="34" charset="0"/>
                    </a:rPr>
                    <a:t>0</a:t>
                  </a:r>
                </a:p>
              </p:txBody>
            </p:sp>
            <p:sp>
              <p:nvSpPr>
                <p:cNvPr id="84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1136" y="2447"/>
                  <a:ext cx="21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" name="Line 12"/>
                <p:cNvSpPr>
                  <a:spLocks noChangeShapeType="1"/>
                </p:cNvSpPr>
                <p:nvPr/>
              </p:nvSpPr>
              <p:spPr bwMode="auto">
                <a:xfrm>
                  <a:off x="2012" y="2447"/>
                  <a:ext cx="46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1231" y="2943"/>
                  <a:ext cx="11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" name="Line 14"/>
                <p:cNvSpPr>
                  <a:spLocks noChangeShapeType="1"/>
                </p:cNvSpPr>
                <p:nvPr/>
              </p:nvSpPr>
              <p:spPr bwMode="auto">
                <a:xfrm>
                  <a:off x="1231" y="2943"/>
                  <a:ext cx="0" cy="47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" name="AutoShape 15"/>
                <p:cNvSpPr>
                  <a:spLocks noChangeArrowheads="1"/>
                </p:cNvSpPr>
                <p:nvPr/>
              </p:nvSpPr>
              <p:spPr bwMode="auto">
                <a:xfrm rot="5400000">
                  <a:off x="1342" y="2884"/>
                  <a:ext cx="142" cy="118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9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445" y="2799"/>
                  <a:ext cx="347" cy="28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>
                      <a:latin typeface="Arial" pitchFamily="34" charset="0"/>
                    </a:rPr>
                    <a:t>C</a:t>
                  </a:r>
                </a:p>
              </p:txBody>
            </p:sp>
            <p:sp>
              <p:nvSpPr>
                <p:cNvPr id="9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012" y="2167"/>
                  <a:ext cx="460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>
                      <a:latin typeface="Arial" pitchFamily="34" charset="0"/>
                    </a:rPr>
                    <a:t>Q</a:t>
                  </a:r>
                  <a:r>
                    <a:rPr kumimoji="0" lang="en-US" altLang="zh-CN" b="1" i="0" baseline="-2000">
                      <a:latin typeface="Arial" pitchFamily="34" charset="0"/>
                    </a:rPr>
                    <a:t>0</a:t>
                  </a:r>
                </a:p>
              </p:txBody>
            </p:sp>
          </p:grpSp>
          <p:grpSp>
            <p:nvGrpSpPr>
              <p:cNvPr id="54" name="Group 18"/>
              <p:cNvGrpSpPr>
                <a:grpSpLocks/>
              </p:cNvGrpSpPr>
              <p:nvPr/>
            </p:nvGrpSpPr>
            <p:grpSpPr bwMode="auto">
              <a:xfrm>
                <a:off x="3368676" y="2790826"/>
                <a:ext cx="1970088" cy="1984375"/>
                <a:chOff x="2443" y="2183"/>
                <a:chExt cx="1241" cy="1250"/>
              </a:xfrm>
            </p:grpSpPr>
            <p:sp>
              <p:nvSpPr>
                <p:cNvPr id="72" name="Rectangle 19"/>
                <p:cNvSpPr>
                  <a:spLocks noChangeArrowheads="1"/>
                </p:cNvSpPr>
                <p:nvPr/>
              </p:nvSpPr>
              <p:spPr bwMode="auto">
                <a:xfrm>
                  <a:off x="2561" y="2320"/>
                  <a:ext cx="663" cy="97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3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566" y="2358"/>
                  <a:ext cx="461" cy="29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>
                      <a:latin typeface="Arial" pitchFamily="34" charset="0"/>
                    </a:rPr>
                    <a:t>D</a:t>
                  </a:r>
                  <a:r>
                    <a:rPr kumimoji="0" lang="en-US" altLang="zh-CN" b="1" i="0" baseline="-25000">
                      <a:latin typeface="Arial" pitchFamily="34" charset="0"/>
                    </a:rPr>
                    <a:t>1</a:t>
                  </a:r>
                </a:p>
              </p:txBody>
            </p:sp>
            <p:sp>
              <p:nvSpPr>
                <p:cNvPr id="75" name="Line 21"/>
                <p:cNvSpPr>
                  <a:spLocks noChangeShapeType="1"/>
                </p:cNvSpPr>
                <p:nvPr/>
              </p:nvSpPr>
              <p:spPr bwMode="auto">
                <a:xfrm>
                  <a:off x="3224" y="2463"/>
                  <a:ext cx="46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2443" y="2959"/>
                  <a:ext cx="11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" name="Line 23"/>
                <p:cNvSpPr>
                  <a:spLocks noChangeShapeType="1"/>
                </p:cNvSpPr>
                <p:nvPr/>
              </p:nvSpPr>
              <p:spPr bwMode="auto">
                <a:xfrm>
                  <a:off x="2443" y="2959"/>
                  <a:ext cx="0" cy="47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AutoShape 24"/>
                <p:cNvSpPr>
                  <a:spLocks noChangeArrowheads="1"/>
                </p:cNvSpPr>
                <p:nvPr/>
              </p:nvSpPr>
              <p:spPr bwMode="auto">
                <a:xfrm rot="5400000">
                  <a:off x="2554" y="2900"/>
                  <a:ext cx="142" cy="118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657" y="2815"/>
                  <a:ext cx="347" cy="28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>
                      <a:latin typeface="Arial" pitchFamily="34" charset="0"/>
                    </a:rPr>
                    <a:t>C</a:t>
                  </a:r>
                </a:p>
              </p:txBody>
            </p:sp>
            <p:sp>
              <p:nvSpPr>
                <p:cNvPr id="8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224" y="2183"/>
                  <a:ext cx="460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>
                      <a:latin typeface="Arial" pitchFamily="34" charset="0"/>
                    </a:rPr>
                    <a:t>Q</a:t>
                  </a:r>
                  <a:r>
                    <a:rPr kumimoji="0" lang="en-US" altLang="zh-CN" b="1" i="0" baseline="-2000">
                      <a:latin typeface="Arial" pitchFamily="34" charset="0"/>
                    </a:rPr>
                    <a:t>1</a:t>
                  </a:r>
                </a:p>
              </p:txBody>
            </p:sp>
          </p:grpSp>
          <p:sp>
            <p:nvSpPr>
              <p:cNvPr id="55" name="Rectangle 27"/>
              <p:cNvSpPr>
                <a:spLocks noChangeArrowheads="1"/>
              </p:cNvSpPr>
              <p:nvPr/>
            </p:nvSpPr>
            <p:spPr bwMode="auto">
              <a:xfrm>
                <a:off x="5330826" y="3006726"/>
                <a:ext cx="1052513" cy="15525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56" name="Line 29"/>
              <p:cNvSpPr>
                <a:spLocks noChangeShapeType="1"/>
              </p:cNvSpPr>
              <p:nvPr/>
            </p:nvSpPr>
            <p:spPr bwMode="auto">
              <a:xfrm flipH="1">
                <a:off x="5143501" y="4021138"/>
                <a:ext cx="1873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30"/>
              <p:cNvSpPr>
                <a:spLocks noChangeShapeType="1"/>
              </p:cNvSpPr>
              <p:nvPr/>
            </p:nvSpPr>
            <p:spPr bwMode="auto">
              <a:xfrm>
                <a:off x="5143501" y="4021138"/>
                <a:ext cx="0" cy="7524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AutoShape 31"/>
              <p:cNvSpPr>
                <a:spLocks noChangeArrowheads="1"/>
              </p:cNvSpPr>
              <p:nvPr/>
            </p:nvSpPr>
            <p:spPr bwMode="auto">
              <a:xfrm rot="5400000">
                <a:off x="5319713" y="3927476"/>
                <a:ext cx="225425" cy="187325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59" name="Text Box 32"/>
              <p:cNvSpPr txBox="1">
                <a:spLocks noChangeArrowheads="1"/>
              </p:cNvSpPr>
              <p:nvPr/>
            </p:nvSpPr>
            <p:spPr bwMode="auto">
              <a:xfrm>
                <a:off x="5483226" y="3792538"/>
                <a:ext cx="550863" cy="4572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b="1" i="0">
                    <a:latin typeface="Arial" pitchFamily="34" charset="0"/>
                  </a:rPr>
                  <a:t>C</a:t>
                </a:r>
              </a:p>
            </p:txBody>
          </p:sp>
          <p:sp>
            <p:nvSpPr>
              <p:cNvPr id="60" name="Text Box 33"/>
              <p:cNvSpPr txBox="1">
                <a:spLocks noChangeArrowheads="1"/>
              </p:cNvSpPr>
              <p:nvPr/>
            </p:nvSpPr>
            <p:spPr bwMode="auto">
              <a:xfrm>
                <a:off x="6383338" y="2789238"/>
                <a:ext cx="73025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b="1" i="0">
                    <a:latin typeface="Arial" pitchFamily="34" charset="0"/>
                  </a:rPr>
                  <a:t>Q</a:t>
                </a:r>
                <a:r>
                  <a:rPr kumimoji="0" lang="en-US" altLang="zh-CN" b="1" i="0" baseline="-2000">
                    <a:latin typeface="Arial" pitchFamily="34" charset="0"/>
                  </a:rPr>
                  <a:t>2</a:t>
                </a:r>
              </a:p>
            </p:txBody>
          </p:sp>
          <p:sp>
            <p:nvSpPr>
              <p:cNvPr id="61" name="Line 34"/>
              <p:cNvSpPr>
                <a:spLocks noChangeShapeType="1"/>
              </p:cNvSpPr>
              <p:nvPr/>
            </p:nvSpPr>
            <p:spPr bwMode="auto">
              <a:xfrm>
                <a:off x="1222376" y="4773613"/>
                <a:ext cx="3921125" cy="15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Line 35"/>
              <p:cNvSpPr>
                <a:spLocks noChangeShapeType="1"/>
              </p:cNvSpPr>
              <p:nvPr/>
            </p:nvSpPr>
            <p:spPr bwMode="auto">
              <a:xfrm flipV="1">
                <a:off x="1408113" y="2789238"/>
                <a:ext cx="0" cy="457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Line 36"/>
              <p:cNvSpPr>
                <a:spLocks noChangeShapeType="1"/>
              </p:cNvSpPr>
              <p:nvPr/>
            </p:nvSpPr>
            <p:spPr bwMode="auto">
              <a:xfrm>
                <a:off x="1408113" y="2789238"/>
                <a:ext cx="5705475" cy="15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37"/>
              <p:cNvSpPr>
                <a:spLocks noChangeShapeType="1"/>
              </p:cNvSpPr>
              <p:nvPr/>
            </p:nvSpPr>
            <p:spPr bwMode="auto">
              <a:xfrm flipV="1">
                <a:off x="7113588" y="2789237"/>
                <a:ext cx="0" cy="136391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Text Box 38"/>
              <p:cNvSpPr txBox="1">
                <a:spLocks noChangeArrowheads="1"/>
              </p:cNvSpPr>
              <p:nvPr/>
            </p:nvSpPr>
            <p:spPr bwMode="auto">
              <a:xfrm>
                <a:off x="627063" y="4545013"/>
                <a:ext cx="7874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b="1" i="0">
                    <a:latin typeface="Arial" pitchFamily="34" charset="0"/>
                  </a:rPr>
                  <a:t>ClK</a:t>
                </a:r>
              </a:p>
            </p:txBody>
          </p:sp>
          <p:sp>
            <p:nvSpPr>
              <p:cNvPr id="66" name="Text Box 40"/>
              <p:cNvSpPr txBox="1">
                <a:spLocks noChangeArrowheads="1"/>
              </p:cNvSpPr>
              <p:nvPr/>
            </p:nvSpPr>
            <p:spPr bwMode="auto">
              <a:xfrm>
                <a:off x="3180214" y="4455694"/>
                <a:ext cx="487363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800" b="1" i="0" dirty="0">
                    <a:latin typeface="Arial" pitchFamily="34" charset="0"/>
                    <a:cs typeface="Arial" pitchFamily="34" charset="0"/>
                  </a:rPr>
                  <a:t>•</a:t>
                </a:r>
              </a:p>
            </p:txBody>
          </p:sp>
          <p:sp>
            <p:nvSpPr>
              <p:cNvPr id="67" name="Line 41"/>
              <p:cNvSpPr>
                <a:spLocks noChangeShapeType="1"/>
              </p:cNvSpPr>
              <p:nvPr/>
            </p:nvSpPr>
            <p:spPr bwMode="auto">
              <a:xfrm>
                <a:off x="6372199" y="3284984"/>
                <a:ext cx="4552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8" name="Group 42"/>
              <p:cNvGrpSpPr>
                <a:grpSpLocks/>
              </p:cNvGrpSpPr>
              <p:nvPr/>
            </p:nvGrpSpPr>
            <p:grpSpPr bwMode="auto">
              <a:xfrm>
                <a:off x="6383338" y="3681413"/>
                <a:ext cx="730250" cy="457200"/>
                <a:chOff x="4214" y="2728"/>
                <a:chExt cx="460" cy="288"/>
              </a:xfrm>
            </p:grpSpPr>
            <p:sp>
              <p:nvSpPr>
                <p:cNvPr id="69" name="Line 43"/>
                <p:cNvSpPr>
                  <a:spLocks noChangeShapeType="1"/>
                </p:cNvSpPr>
                <p:nvPr/>
              </p:nvSpPr>
              <p:spPr bwMode="auto">
                <a:xfrm>
                  <a:off x="4214" y="3014"/>
                  <a:ext cx="46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214" y="2728"/>
                  <a:ext cx="460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b="1" i="0">
                      <a:latin typeface="Arial" pitchFamily="34" charset="0"/>
                    </a:rPr>
                    <a:t>Q</a:t>
                  </a:r>
                  <a:r>
                    <a:rPr kumimoji="0" lang="en-US" altLang="zh-CN" b="1" i="0" baseline="-2000">
                      <a:latin typeface="Arial" pitchFamily="34" charset="0"/>
                    </a:rPr>
                    <a:t>2</a:t>
                  </a:r>
                </a:p>
              </p:txBody>
            </p:sp>
            <p:sp>
              <p:nvSpPr>
                <p:cNvPr id="71" name="Line 45"/>
                <p:cNvSpPr>
                  <a:spLocks noChangeShapeType="1"/>
                </p:cNvSpPr>
                <p:nvPr/>
              </p:nvSpPr>
              <p:spPr bwMode="auto">
                <a:xfrm>
                  <a:off x="4270" y="2768"/>
                  <a:ext cx="21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1" name="Text Box 40"/>
            <p:cNvSpPr txBox="1">
              <a:spLocks noChangeArrowheads="1"/>
            </p:cNvSpPr>
            <p:nvPr/>
          </p:nvSpPr>
          <p:spPr bwMode="auto">
            <a:xfrm>
              <a:off x="1506899" y="2932531"/>
              <a:ext cx="48736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  <p:sp>
          <p:nvSpPr>
            <p:cNvPr id="52" name="Text Box 40"/>
            <p:cNvSpPr txBox="1">
              <a:spLocks noChangeArrowheads="1"/>
            </p:cNvSpPr>
            <p:nvPr/>
          </p:nvSpPr>
          <p:spPr bwMode="auto">
            <a:xfrm>
              <a:off x="5088299" y="2932531"/>
              <a:ext cx="48736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3505200" y="2419350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11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扭环计数器</a:t>
            </a: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7737</TotalTime>
  <Words>385</Words>
  <Application>Microsoft Office PowerPoint</Application>
  <PresentationFormat>全屏显示(16:9)</PresentationFormat>
  <Paragraphs>241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宋体</vt:lpstr>
      <vt:lpstr>微软雅黑</vt:lpstr>
      <vt:lpstr>Arial</vt:lpstr>
      <vt:lpstr>Calibri</vt:lpstr>
      <vt:lpstr>Wingdings</vt:lpstr>
      <vt:lpstr>默认设计模板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848</cp:revision>
  <cp:lastPrinted>2113-01-01T00:00:00Z</cp:lastPrinted>
  <dcterms:created xsi:type="dcterms:W3CDTF">2113-01-01T00:00:00Z</dcterms:created>
  <dcterms:modified xsi:type="dcterms:W3CDTF">2021-10-22T00:09:52Z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