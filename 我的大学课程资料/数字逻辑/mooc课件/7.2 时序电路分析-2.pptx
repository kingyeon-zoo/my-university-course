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09" r:id="rId2"/>
    <p:sldId id="475" r:id="rId3"/>
    <p:sldId id="476" r:id="rId4"/>
    <p:sldId id="481" r:id="rId5"/>
    <p:sldId id="477" r:id="rId6"/>
    <p:sldId id="483" r:id="rId7"/>
    <p:sldId id="482" r:id="rId8"/>
    <p:sldId id="486" r:id="rId9"/>
    <p:sldId id="468" r:id="rId10"/>
    <p:sldId id="470" r:id="rId11"/>
    <p:sldId id="471" r:id="rId12"/>
    <p:sldId id="472" r:id="rId13"/>
    <p:sldId id="473" r:id="rId14"/>
    <p:sldId id="474" r:id="rId15"/>
    <p:sldId id="487" r:id="rId16"/>
    <p:sldId id="488" r:id="rId17"/>
    <p:sldId id="489" r:id="rId18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BA"/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98916" autoAdjust="0"/>
  </p:normalViewPr>
  <p:slideViewPr>
    <p:cSldViewPr>
      <p:cViewPr varScale="1">
        <p:scale>
          <a:sx n="100" d="100"/>
          <a:sy n="100" d="100"/>
        </p:scale>
        <p:origin x="78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wmf"/><Relationship Id="rId7" Type="http://schemas.openxmlformats.org/officeDocument/2006/relationships/image" Target="../media/image8.e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5" Type="http://schemas.openxmlformats.org/officeDocument/2006/relationships/image" Target="../media/image6.emf"/><Relationship Id="rId10" Type="http://schemas.openxmlformats.org/officeDocument/2006/relationships/image" Target="../media/image11.wmf"/><Relationship Id="rId4" Type="http://schemas.openxmlformats.org/officeDocument/2006/relationships/image" Target="../media/image5.emf"/><Relationship Id="rId9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27.emf"/><Relationship Id="rId7" Type="http://schemas.openxmlformats.org/officeDocument/2006/relationships/image" Target="../media/image31.w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Relationship Id="rId9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w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image" Target="../media/image59.e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12" Type="http://schemas.openxmlformats.org/officeDocument/2006/relationships/image" Target="../media/image58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Relationship Id="rId6" Type="http://schemas.openxmlformats.org/officeDocument/2006/relationships/image" Target="../media/image53.wmf"/><Relationship Id="rId11" Type="http://schemas.openxmlformats.org/officeDocument/2006/relationships/image" Target="../media/image11.wmf"/><Relationship Id="rId5" Type="http://schemas.openxmlformats.org/officeDocument/2006/relationships/image" Target="../media/image52.emf"/><Relationship Id="rId15" Type="http://schemas.openxmlformats.org/officeDocument/2006/relationships/image" Target="../media/image61.emf"/><Relationship Id="rId10" Type="http://schemas.openxmlformats.org/officeDocument/2006/relationships/image" Target="../media/image57.wmf"/><Relationship Id="rId4" Type="http://schemas.openxmlformats.org/officeDocument/2006/relationships/image" Target="../media/image51.wmf"/><Relationship Id="rId9" Type="http://schemas.openxmlformats.org/officeDocument/2006/relationships/image" Target="../media/image56.wmf"/><Relationship Id="rId14" Type="http://schemas.openxmlformats.org/officeDocument/2006/relationships/image" Target="../media/image6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7" Type="http://schemas.openxmlformats.org/officeDocument/2006/relationships/image" Target="../media/image76.emf"/><Relationship Id="rId2" Type="http://schemas.openxmlformats.org/officeDocument/2006/relationships/image" Target="../media/image71.emf"/><Relationship Id="rId1" Type="http://schemas.openxmlformats.org/officeDocument/2006/relationships/image" Target="../media/image70.emf"/><Relationship Id="rId6" Type="http://schemas.openxmlformats.org/officeDocument/2006/relationships/image" Target="../media/image75.emf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7" Type="http://schemas.openxmlformats.org/officeDocument/2006/relationships/image" Target="../media/image83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4" Type="http://schemas.openxmlformats.org/officeDocument/2006/relationships/image" Target="../media/image8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7" Type="http://schemas.openxmlformats.org/officeDocument/2006/relationships/image" Target="../media/image97.emf"/><Relationship Id="rId2" Type="http://schemas.openxmlformats.org/officeDocument/2006/relationships/image" Target="../media/image92.emf"/><Relationship Id="rId1" Type="http://schemas.openxmlformats.org/officeDocument/2006/relationships/image" Target="../media/image91.emf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emf"/><Relationship Id="rId26" Type="http://schemas.openxmlformats.org/officeDocument/2006/relationships/oleObject" Target="../embeddings/oleObject14.bin"/><Relationship Id="rId39" Type="http://schemas.openxmlformats.org/officeDocument/2006/relationships/oleObject" Target="../embeddings/oleObject27.bin"/><Relationship Id="rId21" Type="http://schemas.openxmlformats.org/officeDocument/2006/relationships/oleObject" Target="../embeddings/oleObject10.bin"/><Relationship Id="rId34" Type="http://schemas.openxmlformats.org/officeDocument/2006/relationships/oleObject" Target="../embeddings/oleObject22.bin"/><Relationship Id="rId42" Type="http://schemas.openxmlformats.org/officeDocument/2006/relationships/oleObject" Target="../embeddings/oleObject30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emf"/><Relationship Id="rId29" Type="http://schemas.openxmlformats.org/officeDocument/2006/relationships/oleObject" Target="../embeddings/oleObject17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20.bin"/><Relationship Id="rId37" Type="http://schemas.openxmlformats.org/officeDocument/2006/relationships/oleObject" Target="../embeddings/oleObject25.bin"/><Relationship Id="rId40" Type="http://schemas.openxmlformats.org/officeDocument/2006/relationships/oleObject" Target="../embeddings/oleObject28.bin"/><Relationship Id="rId45" Type="http://schemas.openxmlformats.org/officeDocument/2006/relationships/oleObject" Target="../embeddings/oleObject33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oleObject" Target="../embeddings/oleObject16.bin"/><Relationship Id="rId36" Type="http://schemas.openxmlformats.org/officeDocument/2006/relationships/oleObject" Target="../embeddings/oleObject24.bin"/><Relationship Id="rId10" Type="http://schemas.openxmlformats.org/officeDocument/2006/relationships/image" Target="../media/image5.e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9.bin"/><Relationship Id="rId44" Type="http://schemas.openxmlformats.org/officeDocument/2006/relationships/oleObject" Target="../embeddings/oleObject32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5.bin"/><Relationship Id="rId30" Type="http://schemas.openxmlformats.org/officeDocument/2006/relationships/oleObject" Target="../embeddings/oleObject18.bin"/><Relationship Id="rId35" Type="http://schemas.openxmlformats.org/officeDocument/2006/relationships/oleObject" Target="../embeddings/oleObject23.bin"/><Relationship Id="rId43" Type="http://schemas.openxmlformats.org/officeDocument/2006/relationships/oleObject" Target="../embeddings/oleObject31.bin"/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3.bin"/><Relationship Id="rId33" Type="http://schemas.openxmlformats.org/officeDocument/2006/relationships/oleObject" Target="../embeddings/oleObject21.bin"/><Relationship Id="rId38" Type="http://schemas.openxmlformats.org/officeDocument/2006/relationships/oleObject" Target="../embeddings/oleObject26.bin"/><Relationship Id="rId46" Type="http://schemas.openxmlformats.org/officeDocument/2006/relationships/image" Target="../media/image12.emf"/><Relationship Id="rId20" Type="http://schemas.openxmlformats.org/officeDocument/2006/relationships/image" Target="../media/image10.emf"/><Relationship Id="rId41" Type="http://schemas.openxmlformats.org/officeDocument/2006/relationships/oleObject" Target="../embeddings/oleObject29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18.png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3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2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2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29.e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wmf"/><Relationship Id="rId20" Type="http://schemas.openxmlformats.org/officeDocument/2006/relationships/image" Target="../media/image17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28.e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25.e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3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oleObject" Target="../embeddings/oleObject59.bin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3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e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35.e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3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44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42.emf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7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4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55.emf"/><Relationship Id="rId26" Type="http://schemas.openxmlformats.org/officeDocument/2006/relationships/image" Target="../media/image58.e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52.emf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wmf"/><Relationship Id="rId20" Type="http://schemas.openxmlformats.org/officeDocument/2006/relationships/image" Target="../media/image56.wmf"/><Relationship Id="rId29" Type="http://schemas.openxmlformats.org/officeDocument/2006/relationships/oleObject" Target="../embeddings/oleObject82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11.wmf"/><Relationship Id="rId32" Type="http://schemas.openxmlformats.org/officeDocument/2006/relationships/image" Target="../media/image61.emf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28" Type="http://schemas.openxmlformats.org/officeDocument/2006/relationships/image" Target="../media/image59.emf"/><Relationship Id="rId10" Type="http://schemas.openxmlformats.org/officeDocument/2006/relationships/image" Target="../media/image51.wmf"/><Relationship Id="rId19" Type="http://schemas.openxmlformats.org/officeDocument/2006/relationships/oleObject" Target="../embeddings/oleObject77.bin"/><Relationship Id="rId31" Type="http://schemas.openxmlformats.org/officeDocument/2006/relationships/oleObject" Target="../embeddings/oleObject83.bin"/><Relationship Id="rId4" Type="http://schemas.openxmlformats.org/officeDocument/2006/relationships/image" Target="../media/image48.e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53.wmf"/><Relationship Id="rId22" Type="http://schemas.openxmlformats.org/officeDocument/2006/relationships/image" Target="../media/image57.wmf"/><Relationship Id="rId27" Type="http://schemas.openxmlformats.org/officeDocument/2006/relationships/oleObject" Target="../embeddings/oleObject81.bin"/><Relationship Id="rId30" Type="http://schemas.openxmlformats.org/officeDocument/2006/relationships/image" Target="../media/image6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66.wmf"/><Relationship Id="rId3" Type="http://schemas.openxmlformats.org/officeDocument/2006/relationships/image" Target="../media/image69.png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88.bin"/><Relationship Id="rId17" Type="http://schemas.openxmlformats.org/officeDocument/2006/relationships/image" Target="../media/image6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0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8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13" Type="http://schemas.openxmlformats.org/officeDocument/2006/relationships/oleObject" Target="../embeddings/oleObject96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74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6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1.e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10" Type="http://schemas.openxmlformats.org/officeDocument/2006/relationships/image" Target="../media/image73.emf"/><Relationship Id="rId4" Type="http://schemas.openxmlformats.org/officeDocument/2006/relationships/image" Target="../media/image70.e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7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81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3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8.e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80.emf"/><Relationship Id="rId4" Type="http://schemas.openxmlformats.org/officeDocument/2006/relationships/image" Target="../media/image77.e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8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13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88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0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5.e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1.bin"/><Relationship Id="rId10" Type="http://schemas.openxmlformats.org/officeDocument/2006/relationships/image" Target="../media/image87.emf"/><Relationship Id="rId4" Type="http://schemas.openxmlformats.org/officeDocument/2006/relationships/image" Target="../media/image84.e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8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13" Type="http://schemas.openxmlformats.org/officeDocument/2006/relationships/oleObject" Target="../embeddings/oleObject117.bin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95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7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94.emf"/><Relationship Id="rId4" Type="http://schemas.openxmlformats.org/officeDocument/2006/relationships/image" Target="../media/image91.e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96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时序电路分析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71800" y="39433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7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时序电路分析例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2" name="Group 1237"/>
          <p:cNvGrpSpPr>
            <a:grpSpLocks/>
          </p:cNvGrpSpPr>
          <p:nvPr/>
        </p:nvGrpSpPr>
        <p:grpSpPr bwMode="auto">
          <a:xfrm>
            <a:off x="762000" y="1200150"/>
            <a:ext cx="6983412" cy="2474912"/>
            <a:chOff x="717" y="1885"/>
            <a:chExt cx="4399" cy="1559"/>
          </a:xfrm>
        </p:grpSpPr>
        <p:sp>
          <p:nvSpPr>
            <p:cNvPr id="93" name="Line 1132"/>
            <p:cNvSpPr>
              <a:spLocks noChangeShapeType="1"/>
            </p:cNvSpPr>
            <p:nvPr/>
          </p:nvSpPr>
          <p:spPr bwMode="auto">
            <a:xfrm>
              <a:off x="3862" y="2991"/>
              <a:ext cx="1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1133"/>
            <p:cNvSpPr>
              <a:spLocks noChangeShapeType="1"/>
            </p:cNvSpPr>
            <p:nvPr/>
          </p:nvSpPr>
          <p:spPr bwMode="auto">
            <a:xfrm>
              <a:off x="3862" y="3176"/>
              <a:ext cx="1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5" name="Group 1135"/>
            <p:cNvGrpSpPr>
              <a:grpSpLocks/>
            </p:cNvGrpSpPr>
            <p:nvPr/>
          </p:nvGrpSpPr>
          <p:grpSpPr bwMode="auto">
            <a:xfrm>
              <a:off x="4164" y="3052"/>
              <a:ext cx="228" cy="46"/>
              <a:chOff x="250" y="2568"/>
              <a:chExt cx="680" cy="182"/>
            </a:xfrm>
          </p:grpSpPr>
          <p:sp>
            <p:nvSpPr>
              <p:cNvPr id="172" name="Oval 1136"/>
              <p:cNvSpPr>
                <a:spLocks noChangeArrowheads="1"/>
              </p:cNvSpPr>
              <p:nvPr/>
            </p:nvSpPr>
            <p:spPr bwMode="auto">
              <a:xfrm>
                <a:off x="250" y="2568"/>
                <a:ext cx="135" cy="18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Line 1137"/>
              <p:cNvSpPr>
                <a:spLocks noChangeShapeType="1"/>
              </p:cNvSpPr>
              <p:nvPr/>
            </p:nvSpPr>
            <p:spPr bwMode="auto">
              <a:xfrm>
                <a:off x="385" y="2659"/>
                <a:ext cx="5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6" name="Line 1139"/>
            <p:cNvSpPr>
              <a:spLocks noChangeShapeType="1"/>
            </p:cNvSpPr>
            <p:nvPr/>
          </p:nvSpPr>
          <p:spPr bwMode="auto">
            <a:xfrm>
              <a:off x="3862" y="2186"/>
              <a:ext cx="1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" name="Group 1140"/>
            <p:cNvGrpSpPr>
              <a:grpSpLocks/>
            </p:cNvGrpSpPr>
            <p:nvPr/>
          </p:nvGrpSpPr>
          <p:grpSpPr bwMode="auto">
            <a:xfrm>
              <a:off x="4182" y="2071"/>
              <a:ext cx="228" cy="48"/>
              <a:chOff x="250" y="2568"/>
              <a:chExt cx="680" cy="182"/>
            </a:xfrm>
          </p:grpSpPr>
          <p:sp>
            <p:nvSpPr>
              <p:cNvPr id="170" name="Oval 1141"/>
              <p:cNvSpPr>
                <a:spLocks noChangeArrowheads="1"/>
              </p:cNvSpPr>
              <p:nvPr/>
            </p:nvSpPr>
            <p:spPr bwMode="auto">
              <a:xfrm>
                <a:off x="250" y="2568"/>
                <a:ext cx="135" cy="18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1142"/>
              <p:cNvSpPr>
                <a:spLocks noChangeShapeType="1"/>
              </p:cNvSpPr>
              <p:nvPr/>
            </p:nvSpPr>
            <p:spPr bwMode="auto">
              <a:xfrm>
                <a:off x="385" y="2659"/>
                <a:ext cx="5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Line 1144"/>
            <p:cNvSpPr>
              <a:spLocks noChangeShapeType="1"/>
            </p:cNvSpPr>
            <p:nvPr/>
          </p:nvSpPr>
          <p:spPr bwMode="auto">
            <a:xfrm>
              <a:off x="4411" y="2474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1145"/>
            <p:cNvSpPr>
              <a:spLocks noChangeShapeType="1"/>
            </p:cNvSpPr>
            <p:nvPr/>
          </p:nvSpPr>
          <p:spPr bwMode="auto">
            <a:xfrm>
              <a:off x="4411" y="2657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" name="Group 1147"/>
            <p:cNvGrpSpPr>
              <a:grpSpLocks/>
            </p:cNvGrpSpPr>
            <p:nvPr/>
          </p:nvGrpSpPr>
          <p:grpSpPr bwMode="auto">
            <a:xfrm>
              <a:off x="4731" y="2551"/>
              <a:ext cx="228" cy="48"/>
              <a:chOff x="250" y="2568"/>
              <a:chExt cx="680" cy="182"/>
            </a:xfrm>
          </p:grpSpPr>
          <p:sp>
            <p:nvSpPr>
              <p:cNvPr id="168" name="Oval 1148"/>
              <p:cNvSpPr>
                <a:spLocks noChangeArrowheads="1"/>
              </p:cNvSpPr>
              <p:nvPr/>
            </p:nvSpPr>
            <p:spPr bwMode="auto">
              <a:xfrm>
                <a:off x="250" y="2568"/>
                <a:ext cx="135" cy="18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1149"/>
              <p:cNvSpPr>
                <a:spLocks noChangeShapeType="1"/>
              </p:cNvSpPr>
              <p:nvPr/>
            </p:nvSpPr>
            <p:spPr bwMode="auto">
              <a:xfrm>
                <a:off x="385" y="2659"/>
                <a:ext cx="5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1" name="Line 1151"/>
            <p:cNvSpPr>
              <a:spLocks noChangeShapeType="1"/>
            </p:cNvSpPr>
            <p:nvPr/>
          </p:nvSpPr>
          <p:spPr bwMode="auto">
            <a:xfrm flipH="1">
              <a:off x="1257" y="2004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Oval 1154"/>
            <p:cNvSpPr>
              <a:spLocks noChangeArrowheads="1"/>
            </p:cNvSpPr>
            <p:nvPr/>
          </p:nvSpPr>
          <p:spPr bwMode="auto">
            <a:xfrm>
              <a:off x="1577" y="1983"/>
              <a:ext cx="45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Rectangle 1156"/>
            <p:cNvSpPr>
              <a:spLocks noChangeArrowheads="1"/>
            </p:cNvSpPr>
            <p:nvPr/>
          </p:nvSpPr>
          <p:spPr bwMode="auto">
            <a:xfrm>
              <a:off x="2531" y="2422"/>
              <a:ext cx="178" cy="28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Text Box 1157"/>
            <p:cNvSpPr txBox="1">
              <a:spLocks noChangeArrowheads="1"/>
            </p:cNvSpPr>
            <p:nvPr/>
          </p:nvSpPr>
          <p:spPr bwMode="auto">
            <a:xfrm>
              <a:off x="2492" y="2407"/>
              <a:ext cx="2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latin typeface="Arial" pitchFamily="34" charset="0"/>
                </a:rPr>
                <a:t>=1</a:t>
              </a:r>
            </a:p>
          </p:txBody>
        </p:sp>
        <p:sp>
          <p:nvSpPr>
            <p:cNvPr id="105" name="Line 1158"/>
            <p:cNvSpPr>
              <a:spLocks noChangeShapeType="1"/>
            </p:cNvSpPr>
            <p:nvPr/>
          </p:nvSpPr>
          <p:spPr bwMode="auto">
            <a:xfrm>
              <a:off x="2400" y="2469"/>
              <a:ext cx="1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159"/>
            <p:cNvSpPr>
              <a:spLocks noChangeShapeType="1"/>
            </p:cNvSpPr>
            <p:nvPr/>
          </p:nvSpPr>
          <p:spPr bwMode="auto">
            <a:xfrm>
              <a:off x="2400" y="2657"/>
              <a:ext cx="1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160"/>
            <p:cNvSpPr>
              <a:spLocks noChangeShapeType="1"/>
            </p:cNvSpPr>
            <p:nvPr/>
          </p:nvSpPr>
          <p:spPr bwMode="auto">
            <a:xfrm>
              <a:off x="2709" y="2563"/>
              <a:ext cx="1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Rectangle 1161"/>
            <p:cNvSpPr>
              <a:spLocks noChangeArrowheads="1"/>
            </p:cNvSpPr>
            <p:nvPr/>
          </p:nvSpPr>
          <p:spPr bwMode="auto">
            <a:xfrm>
              <a:off x="2903" y="2327"/>
              <a:ext cx="183" cy="28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Text Box 1162"/>
            <p:cNvSpPr txBox="1">
              <a:spLocks noChangeArrowheads="1"/>
            </p:cNvSpPr>
            <p:nvPr/>
          </p:nvSpPr>
          <p:spPr bwMode="auto">
            <a:xfrm>
              <a:off x="2866" y="2307"/>
              <a:ext cx="2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kumimoji="0" lang="en-US" altLang="zh-CN" sz="1400" b="1">
                  <a:latin typeface="Arial" pitchFamily="34" charset="0"/>
                </a:rPr>
                <a:t>=1</a:t>
              </a:r>
            </a:p>
          </p:txBody>
        </p:sp>
        <p:sp>
          <p:nvSpPr>
            <p:cNvPr id="110" name="Line 1163"/>
            <p:cNvSpPr>
              <a:spLocks noChangeShapeType="1"/>
            </p:cNvSpPr>
            <p:nvPr/>
          </p:nvSpPr>
          <p:spPr bwMode="auto">
            <a:xfrm>
              <a:off x="2766" y="2373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1164"/>
            <p:cNvSpPr>
              <a:spLocks noChangeShapeType="1"/>
            </p:cNvSpPr>
            <p:nvPr/>
          </p:nvSpPr>
          <p:spPr bwMode="auto">
            <a:xfrm>
              <a:off x="2766" y="2563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1165"/>
            <p:cNvSpPr>
              <a:spLocks noChangeShapeType="1"/>
            </p:cNvSpPr>
            <p:nvPr/>
          </p:nvSpPr>
          <p:spPr bwMode="auto">
            <a:xfrm>
              <a:off x="3086" y="2469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Rectangle 1166"/>
            <p:cNvSpPr>
              <a:spLocks noChangeArrowheads="1"/>
            </p:cNvSpPr>
            <p:nvPr/>
          </p:nvSpPr>
          <p:spPr bwMode="auto">
            <a:xfrm>
              <a:off x="3223" y="2375"/>
              <a:ext cx="412" cy="56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Line 1167"/>
            <p:cNvSpPr>
              <a:spLocks noChangeShapeType="1"/>
            </p:cNvSpPr>
            <p:nvPr/>
          </p:nvSpPr>
          <p:spPr bwMode="auto">
            <a:xfrm>
              <a:off x="3086" y="2469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168"/>
            <p:cNvSpPr>
              <a:spLocks noChangeShapeType="1"/>
            </p:cNvSpPr>
            <p:nvPr/>
          </p:nvSpPr>
          <p:spPr bwMode="auto">
            <a:xfrm>
              <a:off x="2877" y="2751"/>
              <a:ext cx="3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169"/>
            <p:cNvSpPr>
              <a:spLocks noChangeShapeType="1"/>
            </p:cNvSpPr>
            <p:nvPr/>
          </p:nvSpPr>
          <p:spPr bwMode="auto">
            <a:xfrm>
              <a:off x="3635" y="2469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7" name="Group 1170"/>
            <p:cNvGrpSpPr>
              <a:grpSpLocks/>
            </p:cNvGrpSpPr>
            <p:nvPr/>
          </p:nvGrpSpPr>
          <p:grpSpPr bwMode="auto">
            <a:xfrm>
              <a:off x="3635" y="2751"/>
              <a:ext cx="228" cy="48"/>
              <a:chOff x="250" y="2568"/>
              <a:chExt cx="680" cy="182"/>
            </a:xfrm>
          </p:grpSpPr>
          <p:sp>
            <p:nvSpPr>
              <p:cNvPr id="166" name="Oval 1171"/>
              <p:cNvSpPr>
                <a:spLocks noChangeArrowheads="1"/>
              </p:cNvSpPr>
              <p:nvPr/>
            </p:nvSpPr>
            <p:spPr bwMode="auto">
              <a:xfrm>
                <a:off x="250" y="2568"/>
                <a:ext cx="135" cy="18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Line 1172"/>
              <p:cNvSpPr>
                <a:spLocks noChangeShapeType="1"/>
              </p:cNvSpPr>
              <p:nvPr/>
            </p:nvSpPr>
            <p:spPr bwMode="auto">
              <a:xfrm>
                <a:off x="385" y="2659"/>
                <a:ext cx="5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18" name="Object 1173"/>
            <p:cNvGraphicFramePr>
              <a:graphicFrameLocks noChangeAspect="1"/>
            </p:cNvGraphicFramePr>
            <p:nvPr/>
          </p:nvGraphicFramePr>
          <p:xfrm>
            <a:off x="3235" y="2368"/>
            <a:ext cx="206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9" name="Equation" r:id="rId3" imgW="5181600" imgH="5486400" progId="Equation.DSMT4">
                    <p:embed/>
                  </p:oleObj>
                </mc:Choice>
                <mc:Fallback>
                  <p:oleObj name="Equation" r:id="rId3" imgW="5181600" imgH="5486400" progId="Equation.DSMT4">
                    <p:embed/>
                    <p:pic>
                      <p:nvPicPr>
                        <p:cNvPr id="0" name="Picture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5" y="2368"/>
                          <a:ext cx="206" cy="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0" name="Rectangle 1175"/>
            <p:cNvSpPr>
              <a:spLocks noChangeArrowheads="1"/>
            </p:cNvSpPr>
            <p:nvPr/>
          </p:nvSpPr>
          <p:spPr bwMode="auto">
            <a:xfrm>
              <a:off x="1669" y="2375"/>
              <a:ext cx="411" cy="56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Line 1176"/>
            <p:cNvSpPr>
              <a:spLocks noChangeShapeType="1"/>
            </p:cNvSpPr>
            <p:nvPr/>
          </p:nvSpPr>
          <p:spPr bwMode="auto">
            <a:xfrm>
              <a:off x="1532" y="2469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177"/>
            <p:cNvSpPr>
              <a:spLocks noChangeShapeType="1"/>
            </p:cNvSpPr>
            <p:nvPr/>
          </p:nvSpPr>
          <p:spPr bwMode="auto">
            <a:xfrm>
              <a:off x="1349" y="2751"/>
              <a:ext cx="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1178"/>
            <p:cNvSpPr>
              <a:spLocks noChangeShapeType="1"/>
            </p:cNvSpPr>
            <p:nvPr/>
          </p:nvSpPr>
          <p:spPr bwMode="auto">
            <a:xfrm>
              <a:off x="2080" y="2469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4" name="Group 1179"/>
            <p:cNvGrpSpPr>
              <a:grpSpLocks/>
            </p:cNvGrpSpPr>
            <p:nvPr/>
          </p:nvGrpSpPr>
          <p:grpSpPr bwMode="auto">
            <a:xfrm>
              <a:off x="2080" y="2751"/>
              <a:ext cx="228" cy="48"/>
              <a:chOff x="250" y="2568"/>
              <a:chExt cx="680" cy="182"/>
            </a:xfrm>
          </p:grpSpPr>
          <p:sp>
            <p:nvSpPr>
              <p:cNvPr id="164" name="Oval 1180"/>
              <p:cNvSpPr>
                <a:spLocks noChangeArrowheads="1"/>
              </p:cNvSpPr>
              <p:nvPr/>
            </p:nvSpPr>
            <p:spPr bwMode="auto">
              <a:xfrm>
                <a:off x="250" y="2568"/>
                <a:ext cx="135" cy="18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" name="Line 1181"/>
              <p:cNvSpPr>
                <a:spLocks noChangeShapeType="1"/>
              </p:cNvSpPr>
              <p:nvPr/>
            </p:nvSpPr>
            <p:spPr bwMode="auto">
              <a:xfrm>
                <a:off x="385" y="2659"/>
                <a:ext cx="5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25" name="Object 1182"/>
            <p:cNvGraphicFramePr>
              <a:graphicFrameLocks noChangeAspect="1"/>
            </p:cNvGraphicFramePr>
            <p:nvPr/>
          </p:nvGraphicFramePr>
          <p:xfrm>
            <a:off x="1690" y="2368"/>
            <a:ext cx="182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" name="Equation" r:id="rId5" imgW="4572000" imgH="5486400" progId="Equation.DSMT4">
                    <p:embed/>
                  </p:oleObj>
                </mc:Choice>
                <mc:Fallback>
                  <p:oleObj name="Equation" r:id="rId5" imgW="4572000" imgH="5486400" progId="Equation.DSMT4">
                    <p:embed/>
                    <p:pic>
                      <p:nvPicPr>
                        <p:cNvPr id="0" name="Picture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0" y="2368"/>
                          <a:ext cx="182" cy="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6" name="Object 1183"/>
            <p:cNvGraphicFramePr>
              <a:graphicFrameLocks noChangeAspect="1"/>
            </p:cNvGraphicFramePr>
            <p:nvPr/>
          </p:nvGraphicFramePr>
          <p:xfrm>
            <a:off x="1656" y="2684"/>
            <a:ext cx="132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" name="Equation" r:id="rId7" imgW="3048000" imgH="3048000" progId="Equation.DSMT4">
                    <p:embed/>
                  </p:oleObj>
                </mc:Choice>
                <mc:Fallback>
                  <p:oleObj name="Equation" r:id="rId7" imgW="3048000" imgH="3048000" progId="Equation.DSMT4">
                    <p:embed/>
                    <p:pic>
                      <p:nvPicPr>
                        <p:cNvPr id="0" name="Picture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6" y="2684"/>
                          <a:ext cx="132" cy="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27" name="AutoShape 1185"/>
            <p:cNvCxnSpPr>
              <a:cxnSpLocks noChangeShapeType="1"/>
              <a:stCxn id="171" idx="1"/>
              <a:endCxn id="98" idx="0"/>
            </p:cNvCxnSpPr>
            <p:nvPr/>
          </p:nvCxnSpPr>
          <p:spPr bwMode="auto">
            <a:xfrm>
              <a:off x="4410" y="2104"/>
              <a:ext cx="1" cy="36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8" name="AutoShape 1186"/>
            <p:cNvCxnSpPr>
              <a:cxnSpLocks noChangeShapeType="1"/>
              <a:endCxn id="173" idx="1"/>
            </p:cNvCxnSpPr>
            <p:nvPr/>
          </p:nvCxnSpPr>
          <p:spPr bwMode="auto">
            <a:xfrm flipH="1">
              <a:off x="4392" y="2648"/>
              <a:ext cx="10" cy="43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29" name="Line 1187"/>
            <p:cNvSpPr>
              <a:spLocks noChangeShapeType="1"/>
            </p:cNvSpPr>
            <p:nvPr/>
          </p:nvSpPr>
          <p:spPr bwMode="auto">
            <a:xfrm flipH="1">
              <a:off x="2766" y="2186"/>
              <a:ext cx="10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1188"/>
            <p:cNvSpPr>
              <a:spLocks noChangeShapeType="1"/>
            </p:cNvSpPr>
            <p:nvPr/>
          </p:nvSpPr>
          <p:spPr bwMode="auto">
            <a:xfrm>
              <a:off x="2766" y="2186"/>
              <a:ext cx="0" cy="1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1189"/>
            <p:cNvSpPr>
              <a:spLocks noChangeShapeType="1"/>
            </p:cNvSpPr>
            <p:nvPr/>
          </p:nvSpPr>
          <p:spPr bwMode="auto">
            <a:xfrm>
              <a:off x="2263" y="2469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1190"/>
            <p:cNvSpPr>
              <a:spLocks noChangeShapeType="1"/>
            </p:cNvSpPr>
            <p:nvPr/>
          </p:nvSpPr>
          <p:spPr bwMode="auto">
            <a:xfrm flipH="1">
              <a:off x="2400" y="2092"/>
              <a:ext cx="16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1191"/>
            <p:cNvSpPr>
              <a:spLocks noChangeShapeType="1"/>
            </p:cNvSpPr>
            <p:nvPr/>
          </p:nvSpPr>
          <p:spPr bwMode="auto">
            <a:xfrm>
              <a:off x="2400" y="2092"/>
              <a:ext cx="0" cy="3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1192"/>
            <p:cNvSpPr>
              <a:spLocks noChangeShapeType="1"/>
            </p:cNvSpPr>
            <p:nvPr/>
          </p:nvSpPr>
          <p:spPr bwMode="auto">
            <a:xfrm flipH="1">
              <a:off x="1531" y="3082"/>
              <a:ext cx="24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1193"/>
            <p:cNvSpPr>
              <a:spLocks noChangeShapeType="1"/>
            </p:cNvSpPr>
            <p:nvPr/>
          </p:nvSpPr>
          <p:spPr bwMode="auto">
            <a:xfrm>
              <a:off x="1531" y="2469"/>
              <a:ext cx="0" cy="6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1194"/>
            <p:cNvSpPr>
              <a:spLocks noChangeShapeType="1"/>
            </p:cNvSpPr>
            <p:nvPr/>
          </p:nvSpPr>
          <p:spPr bwMode="auto">
            <a:xfrm flipV="1">
              <a:off x="3817" y="2186"/>
              <a:ext cx="0" cy="2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7" name="Object 1195"/>
            <p:cNvGraphicFramePr>
              <a:graphicFrameLocks noChangeAspect="1"/>
            </p:cNvGraphicFramePr>
            <p:nvPr/>
          </p:nvGraphicFramePr>
          <p:xfrm>
            <a:off x="4954" y="2483"/>
            <a:ext cx="16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2" name="公式" r:id="rId9" imgW="3468240" imgH="4094640" progId="">
                    <p:embed/>
                  </p:oleObj>
                </mc:Choice>
                <mc:Fallback>
                  <p:oleObj name="公式" r:id="rId9" imgW="3468240" imgH="4094640" progId="">
                    <p:embed/>
                    <p:pic>
                      <p:nvPicPr>
                        <p:cNvPr id="0" name="Picture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4" y="2483"/>
                          <a:ext cx="162" cy="1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" name="Line 1196"/>
            <p:cNvSpPr>
              <a:spLocks noChangeShapeType="1"/>
            </p:cNvSpPr>
            <p:nvPr/>
          </p:nvSpPr>
          <p:spPr bwMode="auto">
            <a:xfrm flipH="1">
              <a:off x="1270" y="3176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1197"/>
            <p:cNvSpPr>
              <a:spLocks noChangeShapeType="1"/>
            </p:cNvSpPr>
            <p:nvPr/>
          </p:nvSpPr>
          <p:spPr bwMode="auto">
            <a:xfrm flipH="1">
              <a:off x="1629" y="2011"/>
              <a:ext cx="23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1198"/>
            <p:cNvSpPr>
              <a:spLocks noChangeShapeType="1"/>
            </p:cNvSpPr>
            <p:nvPr/>
          </p:nvSpPr>
          <p:spPr bwMode="auto">
            <a:xfrm>
              <a:off x="1266" y="1990"/>
              <a:ext cx="4" cy="11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199"/>
            <p:cNvSpPr>
              <a:spLocks noChangeShapeType="1"/>
            </p:cNvSpPr>
            <p:nvPr/>
          </p:nvSpPr>
          <p:spPr bwMode="auto">
            <a:xfrm>
              <a:off x="1316" y="2751"/>
              <a:ext cx="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1200"/>
            <p:cNvSpPr>
              <a:spLocks noChangeShapeType="1"/>
            </p:cNvSpPr>
            <p:nvPr/>
          </p:nvSpPr>
          <p:spPr bwMode="auto">
            <a:xfrm flipH="1">
              <a:off x="1088" y="2004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1201"/>
            <p:cNvSpPr>
              <a:spLocks noChangeShapeType="1"/>
            </p:cNvSpPr>
            <p:nvPr/>
          </p:nvSpPr>
          <p:spPr bwMode="auto">
            <a:xfrm>
              <a:off x="2873" y="2763"/>
              <a:ext cx="0" cy="6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1203"/>
            <p:cNvSpPr>
              <a:spLocks noChangeShapeType="1"/>
            </p:cNvSpPr>
            <p:nvPr/>
          </p:nvSpPr>
          <p:spPr bwMode="auto">
            <a:xfrm flipH="1">
              <a:off x="1042" y="3364"/>
              <a:ext cx="18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1204"/>
            <p:cNvSpPr>
              <a:spLocks noChangeShapeType="1"/>
            </p:cNvSpPr>
            <p:nvPr/>
          </p:nvSpPr>
          <p:spPr bwMode="auto">
            <a:xfrm>
              <a:off x="1316" y="2751"/>
              <a:ext cx="0" cy="6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1205"/>
            <p:cNvSpPr>
              <a:spLocks noChangeShapeType="1"/>
            </p:cNvSpPr>
            <p:nvPr/>
          </p:nvSpPr>
          <p:spPr bwMode="auto">
            <a:xfrm>
              <a:off x="2304" y="2782"/>
              <a:ext cx="0" cy="2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8" name="AutoShape 1206"/>
            <p:cNvCxnSpPr>
              <a:cxnSpLocks noChangeShapeType="1"/>
              <a:stCxn id="165" idx="1"/>
              <a:endCxn id="147" idx="0"/>
            </p:cNvCxnSpPr>
            <p:nvPr/>
          </p:nvCxnSpPr>
          <p:spPr bwMode="auto">
            <a:xfrm flipH="1" flipV="1">
              <a:off x="2304" y="2773"/>
              <a:ext cx="4" cy="1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49" name="Line 1207"/>
            <p:cNvSpPr>
              <a:spLocks noChangeShapeType="1"/>
            </p:cNvSpPr>
            <p:nvPr/>
          </p:nvSpPr>
          <p:spPr bwMode="auto">
            <a:xfrm>
              <a:off x="2368" y="2657"/>
              <a:ext cx="0" cy="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1208"/>
            <p:cNvSpPr>
              <a:spLocks noChangeShapeType="1"/>
            </p:cNvSpPr>
            <p:nvPr/>
          </p:nvSpPr>
          <p:spPr bwMode="auto">
            <a:xfrm>
              <a:off x="2368" y="2657"/>
              <a:ext cx="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1" name="Object 1215"/>
            <p:cNvGraphicFramePr>
              <a:graphicFrameLocks noChangeAspect="1"/>
            </p:cNvGraphicFramePr>
            <p:nvPr/>
          </p:nvGraphicFramePr>
          <p:xfrm>
            <a:off x="929" y="1885"/>
            <a:ext cx="18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" name="公式" r:id="rId11" imgW="3784680" imgH="4094640" progId="">
                    <p:embed/>
                  </p:oleObj>
                </mc:Choice>
                <mc:Fallback>
                  <p:oleObj name="公式" r:id="rId11" imgW="3784680" imgH="4094640" progId="">
                    <p:embed/>
                    <p:pic>
                      <p:nvPicPr>
                        <p:cNvPr id="0" name="Picture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9" y="1885"/>
                          <a:ext cx="180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2" name="Object 1216"/>
            <p:cNvGraphicFramePr>
              <a:graphicFrameLocks noChangeAspect="1"/>
            </p:cNvGraphicFramePr>
            <p:nvPr/>
          </p:nvGraphicFramePr>
          <p:xfrm>
            <a:off x="717" y="3242"/>
            <a:ext cx="388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4" name="Equation" r:id="rId13" imgW="8843760" imgH="4410360" progId="Equation.DSMT4">
                    <p:embed/>
                  </p:oleObj>
                </mc:Choice>
                <mc:Fallback>
                  <p:oleObj name="Equation" r:id="rId13" imgW="8843760" imgH="4410360" progId="Equation.DSMT4">
                    <p:embed/>
                    <p:pic>
                      <p:nvPicPr>
                        <p:cNvPr id="0" name="Picture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" y="3242"/>
                          <a:ext cx="388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" name="Object 1219"/>
            <p:cNvGraphicFramePr>
              <a:graphicFrameLocks noChangeAspect="1"/>
            </p:cNvGraphicFramePr>
            <p:nvPr/>
          </p:nvGraphicFramePr>
          <p:xfrm>
            <a:off x="1869" y="2365"/>
            <a:ext cx="18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5" name="Equation" r:id="rId15" imgW="4733280" imgH="5673240" progId="Equation.DSMT4">
                    <p:embed/>
                  </p:oleObj>
                </mc:Choice>
                <mc:Fallback>
                  <p:oleObj name="Equation" r:id="rId15" imgW="4733280" imgH="5673240" progId="Equation.DSMT4">
                    <p:embed/>
                    <p:pic>
                      <p:nvPicPr>
                        <p:cNvPr id="0" name="Picture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9" y="2365"/>
                          <a:ext cx="183" cy="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6" name="Object 1220"/>
            <p:cNvGraphicFramePr>
              <a:graphicFrameLocks noChangeAspect="1"/>
            </p:cNvGraphicFramePr>
            <p:nvPr/>
          </p:nvGraphicFramePr>
          <p:xfrm>
            <a:off x="1869" y="2641"/>
            <a:ext cx="194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" name="Equation" r:id="rId17" imgW="5049360" imgH="6304680" progId="Equation.DSMT4">
                    <p:embed/>
                  </p:oleObj>
                </mc:Choice>
                <mc:Fallback>
                  <p:oleObj name="Equation" r:id="rId17" imgW="5049360" imgH="6304680" progId="Equation.DSMT4">
                    <p:embed/>
                    <p:pic>
                      <p:nvPicPr>
                        <p:cNvPr id="0" name="Picture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9" y="2641"/>
                          <a:ext cx="194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7" name="Object 1221"/>
            <p:cNvGraphicFramePr>
              <a:graphicFrameLocks noChangeAspect="1"/>
            </p:cNvGraphicFramePr>
            <p:nvPr/>
          </p:nvGraphicFramePr>
          <p:xfrm>
            <a:off x="3453" y="2365"/>
            <a:ext cx="19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" name="Equation" r:id="rId19" imgW="5049360" imgH="5673240" progId="Equation.DSMT4">
                    <p:embed/>
                  </p:oleObj>
                </mc:Choice>
                <mc:Fallback>
                  <p:oleObj name="Equation" r:id="rId19" imgW="5049360" imgH="5673240" progId="Equation.DSMT4">
                    <p:embed/>
                    <p:pic>
                      <p:nvPicPr>
                        <p:cNvPr id="0" name="Picture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3" y="2365"/>
                          <a:ext cx="193" cy="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" name="Line 1231"/>
            <p:cNvSpPr>
              <a:spLocks noChangeShapeType="1"/>
            </p:cNvSpPr>
            <p:nvPr/>
          </p:nvSpPr>
          <p:spPr bwMode="auto">
            <a:xfrm>
              <a:off x="3866" y="2776"/>
              <a:ext cx="0" cy="2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AutoShape 1233"/>
            <p:cNvSpPr>
              <a:spLocks noChangeArrowheads="1"/>
            </p:cNvSpPr>
            <p:nvPr/>
          </p:nvSpPr>
          <p:spPr bwMode="auto">
            <a:xfrm rot="5400000">
              <a:off x="1422" y="1925"/>
              <a:ext cx="174" cy="14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AutoShape 1234"/>
            <p:cNvSpPr>
              <a:spLocks noChangeArrowheads="1"/>
            </p:cNvSpPr>
            <p:nvPr/>
          </p:nvSpPr>
          <p:spPr bwMode="auto">
            <a:xfrm>
              <a:off x="3969" y="1984"/>
              <a:ext cx="210" cy="220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AutoShape 1235"/>
            <p:cNvSpPr>
              <a:spLocks noChangeArrowheads="1"/>
            </p:cNvSpPr>
            <p:nvPr/>
          </p:nvSpPr>
          <p:spPr bwMode="auto">
            <a:xfrm>
              <a:off x="3950" y="2970"/>
              <a:ext cx="210" cy="220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AutoShape 1236"/>
            <p:cNvSpPr>
              <a:spLocks noChangeArrowheads="1"/>
            </p:cNvSpPr>
            <p:nvPr/>
          </p:nvSpPr>
          <p:spPr bwMode="auto">
            <a:xfrm>
              <a:off x="4526" y="2458"/>
              <a:ext cx="210" cy="220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74" name="Object 348"/>
          <p:cNvGraphicFramePr>
            <a:graphicFrameLocks noChangeAspect="1"/>
          </p:cNvGraphicFramePr>
          <p:nvPr/>
        </p:nvGraphicFramePr>
        <p:xfrm>
          <a:off x="4114800" y="2495550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公式" r:id="rId21" imgW="2743200" imgH="2743200" progId="">
                  <p:embed/>
                </p:oleObj>
              </mc:Choice>
              <mc:Fallback>
                <p:oleObj name="公式" r:id="rId21" imgW="2743200" imgH="2743200" progId="">
                  <p:embed/>
                  <p:pic>
                    <p:nvPicPr>
                      <p:cNvPr id="0" name="Picture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495550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" name="Object 348"/>
          <p:cNvGraphicFramePr>
            <a:graphicFrameLocks noChangeAspect="1"/>
          </p:cNvGraphicFramePr>
          <p:nvPr/>
        </p:nvGraphicFramePr>
        <p:xfrm>
          <a:off x="3307458" y="2335593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公式" r:id="rId23" imgW="2743200" imgH="2743200" progId="">
                  <p:embed/>
                </p:oleObj>
              </mc:Choice>
              <mc:Fallback>
                <p:oleObj name="公式" r:id="rId23" imgW="2743200" imgH="2743200" progId="">
                  <p:embed/>
                  <p:pic>
                    <p:nvPicPr>
                      <p:cNvPr id="0" name="Picture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7458" y="2335593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" name="Object 348"/>
          <p:cNvGraphicFramePr>
            <a:graphicFrameLocks noChangeAspect="1"/>
          </p:cNvGraphicFramePr>
          <p:nvPr/>
        </p:nvGraphicFramePr>
        <p:xfrm>
          <a:off x="1981200" y="2038350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公式" r:id="rId24" imgW="2743200" imgH="2743200" progId="">
                  <p:embed/>
                </p:oleObj>
              </mc:Choice>
              <mc:Fallback>
                <p:oleObj name="公式" r:id="rId24" imgW="2743200" imgH="2743200" progId="">
                  <p:embed/>
                  <p:pic>
                    <p:nvPicPr>
                      <p:cNvPr id="0" name="Picture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038350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" name="Object 348"/>
          <p:cNvGraphicFramePr>
            <a:graphicFrameLocks noChangeAspect="1"/>
          </p:cNvGraphicFramePr>
          <p:nvPr/>
        </p:nvGraphicFramePr>
        <p:xfrm>
          <a:off x="1646172" y="2487993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公式" r:id="rId25" imgW="2743200" imgH="2743200" progId="">
                  <p:embed/>
                </p:oleObj>
              </mc:Choice>
              <mc:Fallback>
                <p:oleObj name="公式" r:id="rId25" imgW="2743200" imgH="2743200" progId="">
                  <p:embed/>
                  <p:pic>
                    <p:nvPicPr>
                      <p:cNvPr id="0" name="Picture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172" y="2487993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Object 348"/>
          <p:cNvGraphicFramePr>
            <a:graphicFrameLocks noChangeAspect="1"/>
          </p:cNvGraphicFramePr>
          <p:nvPr/>
        </p:nvGraphicFramePr>
        <p:xfrm>
          <a:off x="1546671" y="1291464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公式" r:id="rId26" imgW="2743200" imgH="2743200" progId="">
                  <p:embed/>
                </p:oleObj>
              </mc:Choice>
              <mc:Fallback>
                <p:oleObj name="公式" r:id="rId26" imgW="2743200" imgH="2743200" progId="">
                  <p:embed/>
                  <p:pic>
                    <p:nvPicPr>
                      <p:cNvPr id="0" name="Picture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671" y="1291464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" name="Object 348"/>
          <p:cNvGraphicFramePr>
            <a:graphicFrameLocks noChangeAspect="1"/>
          </p:cNvGraphicFramePr>
          <p:nvPr/>
        </p:nvGraphicFramePr>
        <p:xfrm>
          <a:off x="6553200" y="1428750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公式" r:id="rId27" imgW="2743200" imgH="2743200" progId="">
                  <p:embed/>
                </p:oleObj>
              </mc:Choice>
              <mc:Fallback>
                <p:oleObj name="公式" r:id="rId27" imgW="2743200" imgH="2743200" progId="">
                  <p:embed/>
                  <p:pic>
                    <p:nvPicPr>
                      <p:cNvPr id="0" name="Picture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428750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" name="Object 348"/>
          <p:cNvGraphicFramePr>
            <a:graphicFrameLocks noChangeAspect="1"/>
          </p:cNvGraphicFramePr>
          <p:nvPr/>
        </p:nvGraphicFramePr>
        <p:xfrm>
          <a:off x="6553200" y="2023236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公式" r:id="rId28" imgW="2743200" imgH="2743200" progId="">
                  <p:embed/>
                </p:oleObj>
              </mc:Choice>
              <mc:Fallback>
                <p:oleObj name="公式" r:id="rId28" imgW="2743200" imgH="2743200" progId="">
                  <p:embed/>
                  <p:pic>
                    <p:nvPicPr>
                      <p:cNvPr id="0" name="Picture 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023236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" name="Object 348"/>
          <p:cNvGraphicFramePr>
            <a:graphicFrameLocks noChangeAspect="1"/>
          </p:cNvGraphicFramePr>
          <p:nvPr/>
        </p:nvGraphicFramePr>
        <p:xfrm>
          <a:off x="1981200" y="2990535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公式" r:id="rId29" imgW="2743200" imgH="2743200" progId="">
                  <p:embed/>
                </p:oleObj>
              </mc:Choice>
              <mc:Fallback>
                <p:oleObj name="公式" r:id="rId29" imgW="2743200" imgH="2743200" progId="">
                  <p:embed/>
                  <p:pic>
                    <p:nvPicPr>
                      <p:cNvPr id="0" name="Picture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990535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" name="Object 348"/>
          <p:cNvGraphicFramePr>
            <a:graphicFrameLocks noChangeAspect="1"/>
          </p:cNvGraphicFramePr>
          <p:nvPr/>
        </p:nvGraphicFramePr>
        <p:xfrm>
          <a:off x="3200400" y="2990535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公式" r:id="rId30" imgW="2743200" imgH="2743200" progId="">
                  <p:embed/>
                </p:oleObj>
              </mc:Choice>
              <mc:Fallback>
                <p:oleObj name="公式" r:id="rId30" imgW="2743200" imgH="2743200" progId="">
                  <p:embed/>
                  <p:pic>
                    <p:nvPicPr>
                      <p:cNvPr id="0" name="Picture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990535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" name="Object 348"/>
          <p:cNvGraphicFramePr>
            <a:graphicFrameLocks noChangeAspect="1"/>
          </p:cNvGraphicFramePr>
          <p:nvPr/>
        </p:nvGraphicFramePr>
        <p:xfrm>
          <a:off x="3352800" y="2015049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公式" r:id="rId31" imgW="2743200" imgH="2743200" progId="">
                  <p:embed/>
                </p:oleObj>
              </mc:Choice>
              <mc:Fallback>
                <p:oleObj name="公式" r:id="rId31" imgW="2743200" imgH="2743200" progId="">
                  <p:embed/>
                  <p:pic>
                    <p:nvPicPr>
                      <p:cNvPr id="0" name="Picture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015049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Object 348"/>
          <p:cNvGraphicFramePr>
            <a:graphicFrameLocks noChangeAspect="1"/>
          </p:cNvGraphicFramePr>
          <p:nvPr/>
        </p:nvGraphicFramePr>
        <p:xfrm>
          <a:off x="1546671" y="3142935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公式" r:id="rId32" imgW="2743200" imgH="2743200" progId="">
                  <p:embed/>
                </p:oleObj>
              </mc:Choice>
              <mc:Fallback>
                <p:oleObj name="公式" r:id="rId32" imgW="2743200" imgH="2743200" progId="">
                  <p:embed/>
                  <p:pic>
                    <p:nvPicPr>
                      <p:cNvPr id="0" name="Picture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671" y="3142935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Object 348"/>
          <p:cNvGraphicFramePr>
            <a:graphicFrameLocks noChangeAspect="1"/>
          </p:cNvGraphicFramePr>
          <p:nvPr/>
        </p:nvGraphicFramePr>
        <p:xfrm>
          <a:off x="5684772" y="2510664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公式" r:id="rId33" imgW="2743200" imgH="2743200" progId="">
                  <p:embed/>
                </p:oleObj>
              </mc:Choice>
              <mc:Fallback>
                <p:oleObj name="公式" r:id="rId33" imgW="2743200" imgH="2743200" progId="">
                  <p:embed/>
                  <p:pic>
                    <p:nvPicPr>
                      <p:cNvPr id="0" name="Picture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772" y="2510664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Object 348"/>
          <p:cNvGraphicFramePr>
            <a:graphicFrameLocks noChangeAspect="1"/>
          </p:cNvGraphicFramePr>
          <p:nvPr/>
        </p:nvGraphicFramePr>
        <p:xfrm>
          <a:off x="5684142" y="2853879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公式" r:id="rId34" imgW="2743200" imgH="2743200" progId="">
                  <p:embed/>
                </p:oleObj>
              </mc:Choice>
              <mc:Fallback>
                <p:oleObj name="公式" r:id="rId34" imgW="2743200" imgH="2743200" progId="">
                  <p:embed/>
                  <p:pic>
                    <p:nvPicPr>
                      <p:cNvPr id="0" name="Picture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142" y="2853879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" name="Object 348"/>
          <p:cNvGraphicFramePr>
            <a:graphicFrameLocks noChangeAspect="1"/>
          </p:cNvGraphicFramePr>
          <p:nvPr/>
        </p:nvGraphicFramePr>
        <p:xfrm>
          <a:off x="5600385" y="2007492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公式" r:id="rId35" imgW="2743200" imgH="2743200" progId="">
                  <p:embed/>
                </p:oleObj>
              </mc:Choice>
              <mc:Fallback>
                <p:oleObj name="公式" r:id="rId35" imgW="2743200" imgH="2743200" progId="">
                  <p:embed/>
                  <p:pic>
                    <p:nvPicPr>
                      <p:cNvPr id="0" name="Picture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385" y="2007492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" name="Object 348"/>
          <p:cNvGraphicFramePr>
            <a:graphicFrameLocks noChangeAspect="1"/>
          </p:cNvGraphicFramePr>
          <p:nvPr/>
        </p:nvGraphicFramePr>
        <p:xfrm>
          <a:off x="3947286" y="1581150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公式" r:id="rId36" imgW="2743200" imgH="2743200" progId="">
                  <p:embed/>
                </p:oleObj>
              </mc:Choice>
              <mc:Fallback>
                <p:oleObj name="公式" r:id="rId36" imgW="2743200" imgH="2743200" progId="">
                  <p:embed/>
                  <p:pic>
                    <p:nvPicPr>
                      <p:cNvPr id="0" name="Picture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7286" y="1581150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" name="Object 348"/>
          <p:cNvGraphicFramePr>
            <a:graphicFrameLocks noChangeAspect="1"/>
          </p:cNvGraphicFramePr>
          <p:nvPr/>
        </p:nvGraphicFramePr>
        <p:xfrm>
          <a:off x="3939729" y="1870836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公式" r:id="rId37" imgW="2743200" imgH="2743200" progId="">
                  <p:embed/>
                </p:oleObj>
              </mc:Choice>
              <mc:Fallback>
                <p:oleObj name="公式" r:id="rId37" imgW="2743200" imgH="2743200" progId="">
                  <p:embed/>
                  <p:pic>
                    <p:nvPicPr>
                      <p:cNvPr id="0" name="Picture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9729" y="1870836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" name="Object 348"/>
          <p:cNvGraphicFramePr>
            <a:graphicFrameLocks noChangeAspect="1"/>
          </p:cNvGraphicFramePr>
          <p:nvPr/>
        </p:nvGraphicFramePr>
        <p:xfrm>
          <a:off x="3352800" y="1428750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公式" r:id="rId38" imgW="2743200" imgH="2743200" progId="">
                  <p:embed/>
                </p:oleObj>
              </mc:Choice>
              <mc:Fallback>
                <p:oleObj name="公式" r:id="rId38" imgW="2743200" imgH="2743200" progId="">
                  <p:embed/>
                  <p:pic>
                    <p:nvPicPr>
                      <p:cNvPr id="0" name="Picture 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28750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" name="Object 348"/>
          <p:cNvGraphicFramePr>
            <a:graphicFrameLocks noChangeAspect="1"/>
          </p:cNvGraphicFramePr>
          <p:nvPr/>
        </p:nvGraphicFramePr>
        <p:xfrm>
          <a:off x="5601015" y="1581150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公式" r:id="rId39" imgW="2743200" imgH="2743200" progId="">
                  <p:embed/>
                </p:oleObj>
              </mc:Choice>
              <mc:Fallback>
                <p:oleObj name="公式" r:id="rId39" imgW="2743200" imgH="2743200" progId="">
                  <p:embed/>
                  <p:pic>
                    <p:nvPicPr>
                      <p:cNvPr id="0" name="Picture 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1015" y="1581150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" name="Object 348"/>
          <p:cNvGraphicFramePr>
            <a:graphicFrameLocks noChangeAspect="1"/>
          </p:cNvGraphicFramePr>
          <p:nvPr/>
        </p:nvGraphicFramePr>
        <p:xfrm>
          <a:off x="6545643" y="2328036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公式" r:id="rId40" imgW="2743200" imgH="2743200" progId="">
                  <p:embed/>
                </p:oleObj>
              </mc:Choice>
              <mc:Fallback>
                <p:oleObj name="公式" r:id="rId40" imgW="2743200" imgH="2743200" progId="">
                  <p:embed/>
                  <p:pic>
                    <p:nvPicPr>
                      <p:cNvPr id="0" name="Picture 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5643" y="2328036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" name="Object 348"/>
          <p:cNvGraphicFramePr>
            <a:graphicFrameLocks noChangeAspect="1"/>
          </p:cNvGraphicFramePr>
          <p:nvPr/>
        </p:nvGraphicFramePr>
        <p:xfrm>
          <a:off x="6507858" y="2982978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公式" r:id="rId41" imgW="2743200" imgH="2743200" progId="">
                  <p:embed/>
                </p:oleObj>
              </mc:Choice>
              <mc:Fallback>
                <p:oleObj name="公式" r:id="rId41" imgW="2743200" imgH="2743200" progId="">
                  <p:embed/>
                  <p:pic>
                    <p:nvPicPr>
                      <p:cNvPr id="0" name="Picture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858" y="2982978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" name="Object 348"/>
          <p:cNvGraphicFramePr>
            <a:graphicFrameLocks noChangeAspect="1"/>
          </p:cNvGraphicFramePr>
          <p:nvPr/>
        </p:nvGraphicFramePr>
        <p:xfrm>
          <a:off x="1630428" y="3455292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公式" r:id="rId42" imgW="2743200" imgH="2743200" progId="">
                  <p:embed/>
                </p:oleObj>
              </mc:Choice>
              <mc:Fallback>
                <p:oleObj name="公式" r:id="rId42" imgW="2743200" imgH="2743200" progId="">
                  <p:embed/>
                  <p:pic>
                    <p:nvPicPr>
                      <p:cNvPr id="0" name="Picture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428" y="3455292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" name="Object 348"/>
          <p:cNvGraphicFramePr>
            <a:graphicFrameLocks noChangeAspect="1"/>
          </p:cNvGraphicFramePr>
          <p:nvPr/>
        </p:nvGraphicFramePr>
        <p:xfrm>
          <a:off x="3299901" y="3135378"/>
          <a:ext cx="152400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公式" r:id="rId43" imgW="2743200" imgH="2743200" progId="">
                  <p:embed/>
                </p:oleObj>
              </mc:Choice>
              <mc:Fallback>
                <p:oleObj name="公式" r:id="rId43" imgW="2743200" imgH="2743200" progId="">
                  <p:embed/>
                  <p:pic>
                    <p:nvPicPr>
                      <p:cNvPr id="0" name="Picture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9901" y="3135378"/>
                        <a:ext cx="152400" cy="188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" name="Object 1183"/>
          <p:cNvGraphicFramePr>
            <a:graphicFrameLocks noChangeAspect="1"/>
          </p:cNvGraphicFramePr>
          <p:nvPr/>
        </p:nvGraphicFramePr>
        <p:xfrm>
          <a:off x="4724400" y="2467290"/>
          <a:ext cx="20955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Equation" r:id="rId44" imgW="3048000" imgH="3048000" progId="Equation.DSMT4">
                  <p:embed/>
                </p:oleObj>
              </mc:Choice>
              <mc:Fallback>
                <p:oleObj name="Equation" r:id="rId44" imgW="3048000" imgH="3048000" progId="Equation.DSMT4">
                  <p:embed/>
                  <p:pic>
                    <p:nvPicPr>
                      <p:cNvPr id="0" name="Picture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467290"/>
                        <a:ext cx="20955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" name="Object 1220"/>
          <p:cNvGraphicFramePr>
            <a:graphicFrameLocks noChangeAspect="1"/>
          </p:cNvGraphicFramePr>
          <p:nvPr/>
        </p:nvGraphicFramePr>
        <p:xfrm>
          <a:off x="5095875" y="2419350"/>
          <a:ext cx="3270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Equation" r:id="rId45" imgW="5365440" imgH="6304680" progId="Equation.DSMT4">
                  <p:embed/>
                </p:oleObj>
              </mc:Choice>
              <mc:Fallback>
                <p:oleObj name="Equation" r:id="rId45" imgW="5365440" imgH="6304680" progId="Equation.DSMT4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5" y="2419350"/>
                        <a:ext cx="32702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TextBox 118"/>
          <p:cNvSpPr txBox="1"/>
          <p:nvPr/>
        </p:nvSpPr>
        <p:spPr>
          <a:xfrm>
            <a:off x="3429000" y="257175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异或门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95600" y="27241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7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时序电路分析例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39549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第一步：写出输出方程、激励方程和状态方程：</a:t>
            </a:r>
          </a:p>
        </p:txBody>
      </p:sp>
      <p:sp>
        <p:nvSpPr>
          <p:cNvPr id="93" name="Text Box 5"/>
          <p:cNvSpPr txBox="1">
            <a:spLocks noChangeArrowheads="1"/>
          </p:cNvSpPr>
          <p:nvPr/>
        </p:nvSpPr>
        <p:spPr bwMode="auto">
          <a:xfrm>
            <a:off x="274637" y="3105150"/>
            <a:ext cx="10823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输出方程：</a:t>
            </a:r>
          </a:p>
        </p:txBody>
      </p:sp>
      <p:graphicFrame>
        <p:nvGraphicFramePr>
          <p:cNvPr id="239633" name="Object 17"/>
          <p:cNvGraphicFramePr>
            <a:graphicFrameLocks noChangeAspect="1"/>
          </p:cNvGraphicFramePr>
          <p:nvPr/>
        </p:nvGraphicFramePr>
        <p:xfrm>
          <a:off x="152400" y="3409950"/>
          <a:ext cx="2218531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3" imgW="2171520" imgH="965160" progId="Equation.DSMT4">
                  <p:embed/>
                </p:oleObj>
              </mc:Choice>
              <mc:Fallback>
                <p:oleObj name="Equation" r:id="rId3" imgW="2171520" imgH="96516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409950"/>
                        <a:ext cx="2218531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Text Box 5"/>
          <p:cNvSpPr txBox="1">
            <a:spLocks noChangeArrowheads="1"/>
          </p:cNvSpPr>
          <p:nvPr/>
        </p:nvSpPr>
        <p:spPr bwMode="auto">
          <a:xfrm>
            <a:off x="2234991" y="3028950"/>
            <a:ext cx="10823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激励方程：</a:t>
            </a:r>
          </a:p>
        </p:txBody>
      </p:sp>
      <p:graphicFrame>
        <p:nvGraphicFramePr>
          <p:cNvPr id="239637" name="Object 21"/>
          <p:cNvGraphicFramePr>
            <a:graphicFrameLocks noChangeAspect="1"/>
          </p:cNvGraphicFramePr>
          <p:nvPr/>
        </p:nvGraphicFramePr>
        <p:xfrm>
          <a:off x="2743200" y="3409950"/>
          <a:ext cx="13017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5" imgW="35052000" imgH="10668000" progId="Equation.DSMT4">
                  <p:embed/>
                </p:oleObj>
              </mc:Choice>
              <mc:Fallback>
                <p:oleObj name="Equation" r:id="rId5" imgW="35052000" imgH="10668000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409950"/>
                        <a:ext cx="13017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8" name="Object 22"/>
          <p:cNvGraphicFramePr>
            <a:graphicFrameLocks noChangeAspect="1"/>
          </p:cNvGraphicFramePr>
          <p:nvPr/>
        </p:nvGraphicFramePr>
        <p:xfrm>
          <a:off x="2724150" y="3856038"/>
          <a:ext cx="22288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7" imgW="60045600" imgH="9448800" progId="Equation.DSMT4">
                  <p:embed/>
                </p:oleObj>
              </mc:Choice>
              <mc:Fallback>
                <p:oleObj name="Equation" r:id="rId7" imgW="60045600" imgH="944880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3856038"/>
                        <a:ext cx="22288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Text Box 5"/>
          <p:cNvSpPr txBox="1">
            <a:spLocks noChangeArrowheads="1"/>
          </p:cNvSpPr>
          <p:nvPr/>
        </p:nvSpPr>
        <p:spPr bwMode="auto">
          <a:xfrm>
            <a:off x="5486400" y="3105150"/>
            <a:ext cx="10823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状态方程：</a:t>
            </a:r>
          </a:p>
        </p:txBody>
      </p:sp>
      <p:graphicFrame>
        <p:nvGraphicFramePr>
          <p:cNvPr id="239644" name="Object 28"/>
          <p:cNvGraphicFramePr>
            <a:graphicFrameLocks noChangeAspect="1"/>
          </p:cNvGraphicFramePr>
          <p:nvPr/>
        </p:nvGraphicFramePr>
        <p:xfrm>
          <a:off x="5791200" y="3486150"/>
          <a:ext cx="19097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9" imgW="51511200" imgH="10668000" progId="Equation.DSMT4">
                  <p:embed/>
                </p:oleObj>
              </mc:Choice>
              <mc:Fallback>
                <p:oleObj name="Equation" r:id="rId9" imgW="51511200" imgH="1066800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486150"/>
                        <a:ext cx="19097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45" name="Object 29"/>
          <p:cNvGraphicFramePr>
            <a:graphicFrameLocks noChangeAspect="1"/>
          </p:cNvGraphicFramePr>
          <p:nvPr/>
        </p:nvGraphicFramePr>
        <p:xfrm>
          <a:off x="5764213" y="3889375"/>
          <a:ext cx="315436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11" imgW="85039200" imgH="9448800" progId="Equation.DSMT4">
                  <p:embed/>
                </p:oleObj>
              </mc:Choice>
              <mc:Fallback>
                <p:oleObj name="Equation" r:id="rId11" imgW="85039200" imgH="944880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3" y="3889375"/>
                        <a:ext cx="315436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8841" name="Picture 9" descr="C:\Users\hfutliujun\AppData\Roaming\Tencent\Users\350654676\QQ\WinTemp\RichOle\[D3]0Z(3M[)YMCWG[95D{25.pn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447800" y="971550"/>
            <a:ext cx="4682710" cy="1676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93" grpId="0" autoUpdateAnimBg="0"/>
      <p:bldP spid="9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23391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第二步：列出状态转移表：</a:t>
            </a:r>
          </a:p>
        </p:txBody>
      </p:sp>
      <p:sp>
        <p:nvSpPr>
          <p:cNvPr id="25" name="Line 293"/>
          <p:cNvSpPr>
            <a:spLocks noChangeShapeType="1"/>
          </p:cNvSpPr>
          <p:nvPr/>
        </p:nvSpPr>
        <p:spPr bwMode="auto">
          <a:xfrm>
            <a:off x="838200" y="2141538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94"/>
          <p:cNvSpPr>
            <a:spLocks noChangeShapeType="1"/>
          </p:cNvSpPr>
          <p:nvPr/>
        </p:nvSpPr>
        <p:spPr bwMode="auto">
          <a:xfrm>
            <a:off x="838200" y="1708150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96"/>
          <p:cNvSpPr>
            <a:spLocks noChangeShapeType="1"/>
          </p:cNvSpPr>
          <p:nvPr/>
        </p:nvSpPr>
        <p:spPr bwMode="auto">
          <a:xfrm>
            <a:off x="685800" y="4591050"/>
            <a:ext cx="457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7"/>
          <p:cNvSpPr>
            <a:spLocks noChangeShapeType="1"/>
          </p:cNvSpPr>
          <p:nvPr/>
        </p:nvSpPr>
        <p:spPr bwMode="auto">
          <a:xfrm>
            <a:off x="3200400" y="13525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98"/>
          <p:cNvSpPr>
            <a:spLocks noChangeShapeType="1"/>
          </p:cNvSpPr>
          <p:nvPr/>
        </p:nvSpPr>
        <p:spPr bwMode="auto">
          <a:xfrm>
            <a:off x="4618037" y="1352550"/>
            <a:ext cx="0" cy="325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Object 299"/>
          <p:cNvGraphicFramePr>
            <a:graphicFrameLocks noChangeAspect="1"/>
          </p:cNvGraphicFramePr>
          <p:nvPr/>
        </p:nvGraphicFramePr>
        <p:xfrm>
          <a:off x="1066800" y="1769170"/>
          <a:ext cx="300038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3" imgW="4100760" imgH="4094640" progId="Equation.DSMT4">
                  <p:embed/>
                </p:oleObj>
              </mc:Choice>
              <mc:Fallback>
                <p:oleObj name="Equation" r:id="rId3" imgW="4100760" imgH="409464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69170"/>
                        <a:ext cx="300038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0"/>
          <p:cNvGraphicFramePr>
            <a:graphicFrameLocks noChangeAspect="1"/>
          </p:cNvGraphicFramePr>
          <p:nvPr/>
        </p:nvGraphicFramePr>
        <p:xfrm>
          <a:off x="1887538" y="1680716"/>
          <a:ext cx="3889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5" imgW="5365440" imgH="6620400" progId="Equation.DSMT4">
                  <p:embed/>
                </p:oleObj>
              </mc:Choice>
              <mc:Fallback>
                <p:oleObj name="Equation" r:id="rId5" imgW="5365440" imgH="662040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1680716"/>
                        <a:ext cx="38893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01"/>
          <p:cNvGraphicFramePr>
            <a:graphicFrameLocks noChangeAspect="1"/>
          </p:cNvGraphicFramePr>
          <p:nvPr/>
        </p:nvGraphicFramePr>
        <p:xfrm>
          <a:off x="2520950" y="1680716"/>
          <a:ext cx="3921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7" imgW="5365440" imgH="6620400" progId="Equation.DSMT4">
                  <p:embed/>
                </p:oleObj>
              </mc:Choice>
              <mc:Fallback>
                <p:oleObj name="Equation" r:id="rId7" imgW="5365440" imgH="662040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1680716"/>
                        <a:ext cx="39211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3"/>
          <p:cNvGraphicFramePr>
            <a:graphicFrameLocks noChangeAspect="1"/>
          </p:cNvGraphicFramePr>
          <p:nvPr/>
        </p:nvGraphicFramePr>
        <p:xfrm>
          <a:off x="3429000" y="1688208"/>
          <a:ext cx="576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9" imgW="7895160" imgH="5988960" progId="Equation.DSMT4">
                  <p:embed/>
                </p:oleObj>
              </mc:Choice>
              <mc:Fallback>
                <p:oleObj name="Equation" r:id="rId9" imgW="7895160" imgH="598896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688208"/>
                        <a:ext cx="576263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4"/>
          <p:cNvGraphicFramePr>
            <a:graphicFrameLocks noChangeAspect="1"/>
          </p:cNvGraphicFramePr>
          <p:nvPr/>
        </p:nvGraphicFramePr>
        <p:xfrm>
          <a:off x="4062413" y="1677988"/>
          <a:ext cx="5762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11" imgW="7895160" imgH="5988960" progId="Equation.DSMT4">
                  <p:embed/>
                </p:oleObj>
              </mc:Choice>
              <mc:Fallback>
                <p:oleObj name="Equation" r:id="rId11" imgW="7895160" imgH="598896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1677988"/>
                        <a:ext cx="576262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05"/>
          <p:cNvGraphicFramePr>
            <a:graphicFrameLocks noChangeAspect="1"/>
          </p:cNvGraphicFramePr>
          <p:nvPr/>
        </p:nvGraphicFramePr>
        <p:xfrm>
          <a:off x="4795719" y="1735138"/>
          <a:ext cx="2762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13" imgW="3784680" imgH="4094640" progId="Equation.DSMT4">
                  <p:embed/>
                </p:oleObj>
              </mc:Choice>
              <mc:Fallback>
                <p:oleObj name="Equation" r:id="rId13" imgW="3784680" imgH="409464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719" y="1735138"/>
                        <a:ext cx="276225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94"/>
          <p:cNvSpPr>
            <a:spLocks noChangeShapeType="1"/>
          </p:cNvSpPr>
          <p:nvPr/>
        </p:nvSpPr>
        <p:spPr bwMode="auto">
          <a:xfrm>
            <a:off x="838200" y="1352550"/>
            <a:ext cx="43449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20574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现 态</a:t>
            </a: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3565026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 态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4623377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1200" y="1047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  <p:sp>
        <p:nvSpPr>
          <p:cNvPr id="22" name="Line 297"/>
          <p:cNvSpPr>
            <a:spLocks noChangeShapeType="1"/>
          </p:cNvSpPr>
          <p:nvPr/>
        </p:nvSpPr>
        <p:spPr bwMode="auto">
          <a:xfrm>
            <a:off x="1752600" y="13525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990600" y="1367664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入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29" grpId="0" animBg="1"/>
      <p:bldP spid="30" grpId="0" animBg="1"/>
      <p:bldP spid="39" grpId="0" animBg="1"/>
      <p:bldP spid="40" grpId="0"/>
      <p:bldP spid="41" grpId="0"/>
      <p:bldP spid="42" grpId="0"/>
      <p:bldP spid="43" grpId="0"/>
      <p:bldP spid="22" grpId="0" animBg="1"/>
      <p:bldP spid="22" grpId="1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23391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第二步：列出状态转移表：</a:t>
            </a:r>
          </a:p>
        </p:txBody>
      </p:sp>
      <p:sp>
        <p:nvSpPr>
          <p:cNvPr id="25" name="Line 293"/>
          <p:cNvSpPr>
            <a:spLocks noChangeShapeType="1"/>
          </p:cNvSpPr>
          <p:nvPr/>
        </p:nvSpPr>
        <p:spPr bwMode="auto">
          <a:xfrm>
            <a:off x="838200" y="2141538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94"/>
          <p:cNvSpPr>
            <a:spLocks noChangeShapeType="1"/>
          </p:cNvSpPr>
          <p:nvPr/>
        </p:nvSpPr>
        <p:spPr bwMode="auto">
          <a:xfrm>
            <a:off x="838200" y="1708150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96"/>
          <p:cNvSpPr>
            <a:spLocks noChangeShapeType="1"/>
          </p:cNvSpPr>
          <p:nvPr/>
        </p:nvSpPr>
        <p:spPr bwMode="auto">
          <a:xfrm>
            <a:off x="685800" y="4591050"/>
            <a:ext cx="457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7"/>
          <p:cNvSpPr>
            <a:spLocks noChangeShapeType="1"/>
          </p:cNvSpPr>
          <p:nvPr/>
        </p:nvSpPr>
        <p:spPr bwMode="auto">
          <a:xfrm>
            <a:off x="3200400" y="13525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98"/>
          <p:cNvSpPr>
            <a:spLocks noChangeShapeType="1"/>
          </p:cNvSpPr>
          <p:nvPr/>
        </p:nvSpPr>
        <p:spPr bwMode="auto">
          <a:xfrm>
            <a:off x="4618037" y="1352550"/>
            <a:ext cx="0" cy="325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Object 299"/>
          <p:cNvGraphicFramePr>
            <a:graphicFrameLocks noChangeAspect="1"/>
          </p:cNvGraphicFramePr>
          <p:nvPr/>
        </p:nvGraphicFramePr>
        <p:xfrm>
          <a:off x="1066800" y="1769170"/>
          <a:ext cx="300038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3" imgW="158040" imgH="158040" progId="Equation.DSMT4">
                  <p:embed/>
                </p:oleObj>
              </mc:Choice>
              <mc:Fallback>
                <p:oleObj name="Equation" r:id="rId3" imgW="158040" imgH="15804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69170"/>
                        <a:ext cx="300038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0"/>
          <p:cNvGraphicFramePr>
            <a:graphicFrameLocks noChangeAspect="1"/>
          </p:cNvGraphicFramePr>
          <p:nvPr/>
        </p:nvGraphicFramePr>
        <p:xfrm>
          <a:off x="1887538" y="1680716"/>
          <a:ext cx="3889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5" imgW="217440" imgH="266400" progId="Equation.DSMT4">
                  <p:embed/>
                </p:oleObj>
              </mc:Choice>
              <mc:Fallback>
                <p:oleObj name="Equation" r:id="rId5" imgW="217440" imgH="26640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1680716"/>
                        <a:ext cx="38893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01"/>
          <p:cNvGraphicFramePr>
            <a:graphicFrameLocks noChangeAspect="1"/>
          </p:cNvGraphicFramePr>
          <p:nvPr/>
        </p:nvGraphicFramePr>
        <p:xfrm>
          <a:off x="2520950" y="1680716"/>
          <a:ext cx="3921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7" imgW="217440" imgH="266400" progId="Equation.DSMT4">
                  <p:embed/>
                </p:oleObj>
              </mc:Choice>
              <mc:Fallback>
                <p:oleObj name="Equation" r:id="rId7" imgW="217440" imgH="26640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1680716"/>
                        <a:ext cx="39211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3"/>
          <p:cNvGraphicFramePr>
            <a:graphicFrameLocks noChangeAspect="1"/>
          </p:cNvGraphicFramePr>
          <p:nvPr/>
        </p:nvGraphicFramePr>
        <p:xfrm>
          <a:off x="3429000" y="1688208"/>
          <a:ext cx="576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9" imgW="316080" imgH="236880" progId="Equation.DSMT4">
                  <p:embed/>
                </p:oleObj>
              </mc:Choice>
              <mc:Fallback>
                <p:oleObj name="Equation" r:id="rId9" imgW="316080" imgH="23688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688208"/>
                        <a:ext cx="576263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4"/>
          <p:cNvGraphicFramePr>
            <a:graphicFrameLocks noChangeAspect="1"/>
          </p:cNvGraphicFramePr>
          <p:nvPr/>
        </p:nvGraphicFramePr>
        <p:xfrm>
          <a:off x="4062413" y="1677988"/>
          <a:ext cx="5762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11" imgW="316080" imgH="236880" progId="Equation.DSMT4">
                  <p:embed/>
                </p:oleObj>
              </mc:Choice>
              <mc:Fallback>
                <p:oleObj name="Equation" r:id="rId11" imgW="316080" imgH="23688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1677988"/>
                        <a:ext cx="576262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05"/>
          <p:cNvGraphicFramePr>
            <a:graphicFrameLocks noChangeAspect="1"/>
          </p:cNvGraphicFramePr>
          <p:nvPr/>
        </p:nvGraphicFramePr>
        <p:xfrm>
          <a:off x="4795719" y="1735138"/>
          <a:ext cx="2762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13" imgW="148320" imgH="158040" progId="Equation.DSMT4">
                  <p:embed/>
                </p:oleObj>
              </mc:Choice>
              <mc:Fallback>
                <p:oleObj name="Equation" r:id="rId13" imgW="148320" imgH="15804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719" y="1735138"/>
                        <a:ext cx="276225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94"/>
          <p:cNvSpPr>
            <a:spLocks noChangeShapeType="1"/>
          </p:cNvSpPr>
          <p:nvPr/>
        </p:nvSpPr>
        <p:spPr bwMode="auto">
          <a:xfrm>
            <a:off x="838200" y="1352550"/>
            <a:ext cx="43449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20574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现 态</a:t>
            </a: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3565026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 态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4623377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1200" y="1047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  <p:sp>
        <p:nvSpPr>
          <p:cNvPr id="22" name="Line 297"/>
          <p:cNvSpPr>
            <a:spLocks noChangeShapeType="1"/>
          </p:cNvSpPr>
          <p:nvPr/>
        </p:nvSpPr>
        <p:spPr bwMode="auto">
          <a:xfrm>
            <a:off x="1752600" y="13525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990600" y="1367664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入</a:t>
            </a:r>
          </a:p>
        </p:txBody>
      </p:sp>
      <p:sp>
        <p:nvSpPr>
          <p:cNvPr id="24" name="Text Box 286"/>
          <p:cNvSpPr txBox="1">
            <a:spLocks noChangeArrowheads="1"/>
          </p:cNvSpPr>
          <p:nvPr/>
        </p:nvSpPr>
        <p:spPr bwMode="auto">
          <a:xfrm>
            <a:off x="1066800" y="2114550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00001111</a:t>
            </a:r>
          </a:p>
        </p:txBody>
      </p:sp>
      <p:sp>
        <p:nvSpPr>
          <p:cNvPr id="27" name="Text Box 287"/>
          <p:cNvSpPr txBox="1">
            <a:spLocks noChangeArrowheads="1"/>
          </p:cNvSpPr>
          <p:nvPr/>
        </p:nvSpPr>
        <p:spPr bwMode="auto">
          <a:xfrm>
            <a:off x="1905000" y="2114550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00110011</a:t>
            </a:r>
          </a:p>
        </p:txBody>
      </p:sp>
      <p:sp>
        <p:nvSpPr>
          <p:cNvPr id="38" name="Text Box 288"/>
          <p:cNvSpPr txBox="1">
            <a:spLocks noChangeArrowheads="1"/>
          </p:cNvSpPr>
          <p:nvPr/>
        </p:nvSpPr>
        <p:spPr bwMode="auto">
          <a:xfrm>
            <a:off x="2514600" y="2114550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01010101</a:t>
            </a:r>
          </a:p>
        </p:txBody>
      </p:sp>
      <p:graphicFrame>
        <p:nvGraphicFramePr>
          <p:cNvPr id="249883" name="Object 27"/>
          <p:cNvGraphicFramePr>
            <a:graphicFrameLocks noChangeAspect="1"/>
          </p:cNvGraphicFramePr>
          <p:nvPr/>
        </p:nvGraphicFramePr>
        <p:xfrm>
          <a:off x="5943600" y="1885950"/>
          <a:ext cx="22177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15" imgW="2171520" imgH="965160" progId="Equation.DSMT4">
                  <p:embed/>
                </p:oleObj>
              </mc:Choice>
              <mc:Fallback>
                <p:oleObj name="Equation" r:id="rId15" imgW="2171520" imgH="96516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885950"/>
                        <a:ext cx="221773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84" name="Object 28"/>
          <p:cNvGraphicFramePr>
            <a:graphicFrameLocks noChangeAspect="1"/>
          </p:cNvGraphicFramePr>
          <p:nvPr/>
        </p:nvGraphicFramePr>
        <p:xfrm>
          <a:off x="5842000" y="3028950"/>
          <a:ext cx="1905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17" imgW="51511200" imgH="10668000" progId="Equation.DSMT4">
                  <p:embed/>
                </p:oleObj>
              </mc:Choice>
              <mc:Fallback>
                <p:oleObj name="Equation" r:id="rId17" imgW="51511200" imgH="1066800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3028950"/>
                        <a:ext cx="1905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85" name="Object 29"/>
          <p:cNvGraphicFramePr>
            <a:graphicFrameLocks noChangeAspect="1"/>
          </p:cNvGraphicFramePr>
          <p:nvPr/>
        </p:nvGraphicFramePr>
        <p:xfrm>
          <a:off x="5765800" y="3714750"/>
          <a:ext cx="314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Equation" r:id="rId19" imgW="85039200" imgH="9448800" progId="Equation.DSMT4">
                  <p:embed/>
                </p:oleObj>
              </mc:Choice>
              <mc:Fallback>
                <p:oleObj name="Equation" r:id="rId19" imgW="85039200" imgH="944880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3714750"/>
                        <a:ext cx="3149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9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9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9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9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9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9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23391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第二步：列出状态转移表：</a:t>
            </a:r>
          </a:p>
        </p:txBody>
      </p:sp>
      <p:sp>
        <p:nvSpPr>
          <p:cNvPr id="25" name="Line 293"/>
          <p:cNvSpPr>
            <a:spLocks noChangeShapeType="1"/>
          </p:cNvSpPr>
          <p:nvPr/>
        </p:nvSpPr>
        <p:spPr bwMode="auto">
          <a:xfrm>
            <a:off x="1524000" y="2217738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94"/>
          <p:cNvSpPr>
            <a:spLocks noChangeShapeType="1"/>
          </p:cNvSpPr>
          <p:nvPr/>
        </p:nvSpPr>
        <p:spPr bwMode="auto">
          <a:xfrm>
            <a:off x="1524000" y="1784350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96"/>
          <p:cNvSpPr>
            <a:spLocks noChangeShapeType="1"/>
          </p:cNvSpPr>
          <p:nvPr/>
        </p:nvSpPr>
        <p:spPr bwMode="auto">
          <a:xfrm>
            <a:off x="1371600" y="4667250"/>
            <a:ext cx="457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7"/>
          <p:cNvSpPr>
            <a:spLocks noChangeShapeType="1"/>
          </p:cNvSpPr>
          <p:nvPr/>
        </p:nvSpPr>
        <p:spPr bwMode="auto">
          <a:xfrm>
            <a:off x="3886200" y="14287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98"/>
          <p:cNvSpPr>
            <a:spLocks noChangeShapeType="1"/>
          </p:cNvSpPr>
          <p:nvPr/>
        </p:nvSpPr>
        <p:spPr bwMode="auto">
          <a:xfrm>
            <a:off x="5303837" y="1428750"/>
            <a:ext cx="0" cy="325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Object 299"/>
          <p:cNvGraphicFramePr>
            <a:graphicFrameLocks noChangeAspect="1"/>
          </p:cNvGraphicFramePr>
          <p:nvPr/>
        </p:nvGraphicFramePr>
        <p:xfrm>
          <a:off x="1752600" y="1845370"/>
          <a:ext cx="300038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3" imgW="158040" imgH="158040" progId="Equation.DSMT4">
                  <p:embed/>
                </p:oleObj>
              </mc:Choice>
              <mc:Fallback>
                <p:oleObj name="Equation" r:id="rId3" imgW="158040" imgH="15804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845370"/>
                        <a:ext cx="300038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0"/>
          <p:cNvGraphicFramePr>
            <a:graphicFrameLocks noChangeAspect="1"/>
          </p:cNvGraphicFramePr>
          <p:nvPr/>
        </p:nvGraphicFramePr>
        <p:xfrm>
          <a:off x="2573338" y="1756916"/>
          <a:ext cx="3889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5" imgW="217440" imgH="266400" progId="Equation.DSMT4">
                  <p:embed/>
                </p:oleObj>
              </mc:Choice>
              <mc:Fallback>
                <p:oleObj name="Equation" r:id="rId5" imgW="217440" imgH="26640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1756916"/>
                        <a:ext cx="38893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01"/>
          <p:cNvGraphicFramePr>
            <a:graphicFrameLocks noChangeAspect="1"/>
          </p:cNvGraphicFramePr>
          <p:nvPr/>
        </p:nvGraphicFramePr>
        <p:xfrm>
          <a:off x="3206750" y="1756916"/>
          <a:ext cx="3921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7" imgW="217440" imgH="266400" progId="Equation.DSMT4">
                  <p:embed/>
                </p:oleObj>
              </mc:Choice>
              <mc:Fallback>
                <p:oleObj name="Equation" r:id="rId7" imgW="217440" imgH="26640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0" y="1756916"/>
                        <a:ext cx="39211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3"/>
          <p:cNvGraphicFramePr>
            <a:graphicFrameLocks noChangeAspect="1"/>
          </p:cNvGraphicFramePr>
          <p:nvPr/>
        </p:nvGraphicFramePr>
        <p:xfrm>
          <a:off x="4114800" y="1764408"/>
          <a:ext cx="576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9" imgW="316080" imgH="236880" progId="Equation.DSMT4">
                  <p:embed/>
                </p:oleObj>
              </mc:Choice>
              <mc:Fallback>
                <p:oleObj name="Equation" r:id="rId9" imgW="316080" imgH="23688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764408"/>
                        <a:ext cx="576263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4"/>
          <p:cNvGraphicFramePr>
            <a:graphicFrameLocks noChangeAspect="1"/>
          </p:cNvGraphicFramePr>
          <p:nvPr/>
        </p:nvGraphicFramePr>
        <p:xfrm>
          <a:off x="4748213" y="1754188"/>
          <a:ext cx="5762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11" imgW="316080" imgH="236880" progId="Equation.DSMT4">
                  <p:embed/>
                </p:oleObj>
              </mc:Choice>
              <mc:Fallback>
                <p:oleObj name="Equation" r:id="rId11" imgW="316080" imgH="23688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8213" y="1754188"/>
                        <a:ext cx="576262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05"/>
          <p:cNvGraphicFramePr>
            <a:graphicFrameLocks noChangeAspect="1"/>
          </p:cNvGraphicFramePr>
          <p:nvPr/>
        </p:nvGraphicFramePr>
        <p:xfrm>
          <a:off x="5481519" y="1811338"/>
          <a:ext cx="2762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13" imgW="148320" imgH="158040" progId="Equation.DSMT4">
                  <p:embed/>
                </p:oleObj>
              </mc:Choice>
              <mc:Fallback>
                <p:oleObj name="Equation" r:id="rId13" imgW="148320" imgH="15804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519" y="1811338"/>
                        <a:ext cx="276225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94"/>
          <p:cNvSpPr>
            <a:spLocks noChangeShapeType="1"/>
          </p:cNvSpPr>
          <p:nvPr/>
        </p:nvSpPr>
        <p:spPr bwMode="auto">
          <a:xfrm>
            <a:off x="1524000" y="1428750"/>
            <a:ext cx="43449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2743200" y="14287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现 态</a:t>
            </a: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4250826" y="14287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 态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5309177" y="14287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67000" y="11239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  <p:sp>
        <p:nvSpPr>
          <p:cNvPr id="22" name="Line 297"/>
          <p:cNvSpPr>
            <a:spLocks noChangeShapeType="1"/>
          </p:cNvSpPr>
          <p:nvPr/>
        </p:nvSpPr>
        <p:spPr bwMode="auto">
          <a:xfrm>
            <a:off x="2438400" y="14287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1676400" y="1443864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入</a:t>
            </a:r>
          </a:p>
        </p:txBody>
      </p:sp>
      <p:sp>
        <p:nvSpPr>
          <p:cNvPr id="24" name="Text Box 286"/>
          <p:cNvSpPr txBox="1">
            <a:spLocks noChangeArrowheads="1"/>
          </p:cNvSpPr>
          <p:nvPr/>
        </p:nvSpPr>
        <p:spPr bwMode="auto">
          <a:xfrm>
            <a:off x="1752600" y="2190750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00001111</a:t>
            </a:r>
          </a:p>
        </p:txBody>
      </p:sp>
      <p:sp>
        <p:nvSpPr>
          <p:cNvPr id="27" name="Text Box 287"/>
          <p:cNvSpPr txBox="1">
            <a:spLocks noChangeArrowheads="1"/>
          </p:cNvSpPr>
          <p:nvPr/>
        </p:nvSpPr>
        <p:spPr bwMode="auto">
          <a:xfrm>
            <a:off x="2590800" y="2190750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00110011</a:t>
            </a:r>
          </a:p>
        </p:txBody>
      </p:sp>
      <p:sp>
        <p:nvSpPr>
          <p:cNvPr id="38" name="Text Box 288"/>
          <p:cNvSpPr txBox="1">
            <a:spLocks noChangeArrowheads="1"/>
          </p:cNvSpPr>
          <p:nvPr/>
        </p:nvSpPr>
        <p:spPr bwMode="auto">
          <a:xfrm>
            <a:off x="3200400" y="2190750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01010101</a:t>
            </a:r>
          </a:p>
        </p:txBody>
      </p:sp>
      <p:sp>
        <p:nvSpPr>
          <p:cNvPr id="46" name="Text Box 286"/>
          <p:cNvSpPr txBox="1">
            <a:spLocks noChangeArrowheads="1"/>
          </p:cNvSpPr>
          <p:nvPr/>
        </p:nvSpPr>
        <p:spPr bwMode="auto">
          <a:xfrm>
            <a:off x="4086291" y="2190750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01101001</a:t>
            </a:r>
          </a:p>
        </p:txBody>
      </p:sp>
      <p:sp>
        <p:nvSpPr>
          <p:cNvPr id="47" name="Text Box 287"/>
          <p:cNvSpPr txBox="1">
            <a:spLocks noChangeArrowheads="1"/>
          </p:cNvSpPr>
          <p:nvPr/>
        </p:nvSpPr>
        <p:spPr bwMode="auto">
          <a:xfrm>
            <a:off x="4848921" y="2190750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10101010</a:t>
            </a:r>
          </a:p>
        </p:txBody>
      </p:sp>
      <p:sp>
        <p:nvSpPr>
          <p:cNvPr id="48" name="Text Box 288"/>
          <p:cNvSpPr txBox="1">
            <a:spLocks noChangeArrowheads="1"/>
          </p:cNvSpPr>
          <p:nvPr/>
        </p:nvSpPr>
        <p:spPr bwMode="auto">
          <a:xfrm>
            <a:off x="5503863" y="2190750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00011000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180049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第三步：画出状态图</a:t>
            </a:r>
          </a:p>
        </p:txBody>
      </p:sp>
      <p:sp>
        <p:nvSpPr>
          <p:cNvPr id="25" name="Line 293"/>
          <p:cNvSpPr>
            <a:spLocks noChangeShapeType="1"/>
          </p:cNvSpPr>
          <p:nvPr/>
        </p:nvSpPr>
        <p:spPr bwMode="auto">
          <a:xfrm>
            <a:off x="381000" y="2141538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94"/>
          <p:cNvSpPr>
            <a:spLocks noChangeShapeType="1"/>
          </p:cNvSpPr>
          <p:nvPr/>
        </p:nvSpPr>
        <p:spPr bwMode="auto">
          <a:xfrm>
            <a:off x="381000" y="1708150"/>
            <a:ext cx="434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96"/>
          <p:cNvSpPr>
            <a:spLocks noChangeShapeType="1"/>
          </p:cNvSpPr>
          <p:nvPr/>
        </p:nvSpPr>
        <p:spPr bwMode="auto">
          <a:xfrm>
            <a:off x="228600" y="4591050"/>
            <a:ext cx="457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7"/>
          <p:cNvSpPr>
            <a:spLocks noChangeShapeType="1"/>
          </p:cNvSpPr>
          <p:nvPr/>
        </p:nvSpPr>
        <p:spPr bwMode="auto">
          <a:xfrm>
            <a:off x="2743200" y="13525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98"/>
          <p:cNvSpPr>
            <a:spLocks noChangeShapeType="1"/>
          </p:cNvSpPr>
          <p:nvPr/>
        </p:nvSpPr>
        <p:spPr bwMode="auto">
          <a:xfrm>
            <a:off x="4160837" y="1352550"/>
            <a:ext cx="0" cy="325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Object 299"/>
          <p:cNvGraphicFramePr>
            <a:graphicFrameLocks noChangeAspect="1"/>
          </p:cNvGraphicFramePr>
          <p:nvPr/>
        </p:nvGraphicFramePr>
        <p:xfrm>
          <a:off x="609600" y="1769170"/>
          <a:ext cx="300038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3" imgW="158040" imgH="158040" progId="Equation.DSMT4">
                  <p:embed/>
                </p:oleObj>
              </mc:Choice>
              <mc:Fallback>
                <p:oleObj name="Equation" r:id="rId3" imgW="158040" imgH="15804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769170"/>
                        <a:ext cx="300038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0"/>
          <p:cNvGraphicFramePr>
            <a:graphicFrameLocks noChangeAspect="1"/>
          </p:cNvGraphicFramePr>
          <p:nvPr/>
        </p:nvGraphicFramePr>
        <p:xfrm>
          <a:off x="1430338" y="1680716"/>
          <a:ext cx="3889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5" imgW="217440" imgH="266400" progId="Equation.DSMT4">
                  <p:embed/>
                </p:oleObj>
              </mc:Choice>
              <mc:Fallback>
                <p:oleObj name="Equation" r:id="rId5" imgW="217440" imgH="26640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1680716"/>
                        <a:ext cx="38893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01"/>
          <p:cNvGraphicFramePr>
            <a:graphicFrameLocks noChangeAspect="1"/>
          </p:cNvGraphicFramePr>
          <p:nvPr/>
        </p:nvGraphicFramePr>
        <p:xfrm>
          <a:off x="2063750" y="1680716"/>
          <a:ext cx="3921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Equation" r:id="rId7" imgW="217440" imgH="266400" progId="Equation.DSMT4">
                  <p:embed/>
                </p:oleObj>
              </mc:Choice>
              <mc:Fallback>
                <p:oleObj name="Equation" r:id="rId7" imgW="217440" imgH="26640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680716"/>
                        <a:ext cx="39211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3"/>
          <p:cNvGraphicFramePr>
            <a:graphicFrameLocks noChangeAspect="1"/>
          </p:cNvGraphicFramePr>
          <p:nvPr/>
        </p:nvGraphicFramePr>
        <p:xfrm>
          <a:off x="2971800" y="1688208"/>
          <a:ext cx="576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9" imgW="316080" imgH="236880" progId="Equation.DSMT4">
                  <p:embed/>
                </p:oleObj>
              </mc:Choice>
              <mc:Fallback>
                <p:oleObj name="Equation" r:id="rId9" imgW="316080" imgH="23688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688208"/>
                        <a:ext cx="576263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4"/>
          <p:cNvGraphicFramePr>
            <a:graphicFrameLocks noChangeAspect="1"/>
          </p:cNvGraphicFramePr>
          <p:nvPr/>
        </p:nvGraphicFramePr>
        <p:xfrm>
          <a:off x="3605213" y="1677988"/>
          <a:ext cx="5762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Equation" r:id="rId11" imgW="316080" imgH="236880" progId="Equation.DSMT4">
                  <p:embed/>
                </p:oleObj>
              </mc:Choice>
              <mc:Fallback>
                <p:oleObj name="Equation" r:id="rId11" imgW="316080" imgH="23688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213" y="1677988"/>
                        <a:ext cx="576262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05"/>
          <p:cNvGraphicFramePr>
            <a:graphicFrameLocks noChangeAspect="1"/>
          </p:cNvGraphicFramePr>
          <p:nvPr/>
        </p:nvGraphicFramePr>
        <p:xfrm>
          <a:off x="4338519" y="1735138"/>
          <a:ext cx="2762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Equation" r:id="rId13" imgW="148320" imgH="158040" progId="Equation.DSMT4">
                  <p:embed/>
                </p:oleObj>
              </mc:Choice>
              <mc:Fallback>
                <p:oleObj name="Equation" r:id="rId13" imgW="148320" imgH="15804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8519" y="1735138"/>
                        <a:ext cx="276225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94"/>
          <p:cNvSpPr>
            <a:spLocks noChangeShapeType="1"/>
          </p:cNvSpPr>
          <p:nvPr/>
        </p:nvSpPr>
        <p:spPr bwMode="auto">
          <a:xfrm>
            <a:off x="381000" y="1352550"/>
            <a:ext cx="43449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16002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现 态</a:t>
            </a: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3107826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 态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4166177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7800" y="1047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  <p:sp>
        <p:nvSpPr>
          <p:cNvPr id="22" name="Line 297"/>
          <p:cNvSpPr>
            <a:spLocks noChangeShapeType="1"/>
          </p:cNvSpPr>
          <p:nvPr/>
        </p:nvSpPr>
        <p:spPr bwMode="auto">
          <a:xfrm>
            <a:off x="1295400" y="13525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533400" y="1367664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入</a:t>
            </a:r>
          </a:p>
        </p:txBody>
      </p:sp>
      <p:sp>
        <p:nvSpPr>
          <p:cNvPr id="24" name="Text Box 286"/>
          <p:cNvSpPr txBox="1">
            <a:spLocks noChangeArrowheads="1"/>
          </p:cNvSpPr>
          <p:nvPr/>
        </p:nvSpPr>
        <p:spPr bwMode="auto">
          <a:xfrm>
            <a:off x="609600" y="2114550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00001111</a:t>
            </a:r>
          </a:p>
        </p:txBody>
      </p:sp>
      <p:sp>
        <p:nvSpPr>
          <p:cNvPr id="27" name="Text Box 287"/>
          <p:cNvSpPr txBox="1">
            <a:spLocks noChangeArrowheads="1"/>
          </p:cNvSpPr>
          <p:nvPr/>
        </p:nvSpPr>
        <p:spPr bwMode="auto">
          <a:xfrm>
            <a:off x="1447800" y="2114550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00110011</a:t>
            </a:r>
          </a:p>
        </p:txBody>
      </p:sp>
      <p:sp>
        <p:nvSpPr>
          <p:cNvPr id="38" name="Text Box 288"/>
          <p:cNvSpPr txBox="1">
            <a:spLocks noChangeArrowheads="1"/>
          </p:cNvSpPr>
          <p:nvPr/>
        </p:nvSpPr>
        <p:spPr bwMode="auto">
          <a:xfrm>
            <a:off x="2057400" y="2114550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01010101</a:t>
            </a:r>
          </a:p>
        </p:txBody>
      </p:sp>
      <p:sp>
        <p:nvSpPr>
          <p:cNvPr id="34" name="Text Box 286"/>
          <p:cNvSpPr txBox="1">
            <a:spLocks noChangeArrowheads="1"/>
          </p:cNvSpPr>
          <p:nvPr/>
        </p:nvSpPr>
        <p:spPr bwMode="auto">
          <a:xfrm>
            <a:off x="2925828" y="2122737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01101001</a:t>
            </a:r>
          </a:p>
        </p:txBody>
      </p:sp>
      <p:sp>
        <p:nvSpPr>
          <p:cNvPr id="44" name="Text Box 287"/>
          <p:cNvSpPr txBox="1">
            <a:spLocks noChangeArrowheads="1"/>
          </p:cNvSpPr>
          <p:nvPr/>
        </p:nvSpPr>
        <p:spPr bwMode="auto">
          <a:xfrm>
            <a:off x="3688458" y="2122737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10101010</a:t>
            </a:r>
          </a:p>
        </p:txBody>
      </p:sp>
      <p:sp>
        <p:nvSpPr>
          <p:cNvPr id="45" name="Text Box 288"/>
          <p:cNvSpPr txBox="1">
            <a:spLocks noChangeArrowheads="1"/>
          </p:cNvSpPr>
          <p:nvPr/>
        </p:nvSpPr>
        <p:spPr bwMode="auto">
          <a:xfrm>
            <a:off x="4343400" y="2122737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00011000</a:t>
            </a:r>
          </a:p>
        </p:txBody>
      </p:sp>
      <p:sp>
        <p:nvSpPr>
          <p:cNvPr id="70" name="Freeform 102"/>
          <p:cNvSpPr>
            <a:spLocks/>
          </p:cNvSpPr>
          <p:nvPr/>
        </p:nvSpPr>
        <p:spPr bwMode="auto">
          <a:xfrm>
            <a:off x="6172200" y="1733550"/>
            <a:ext cx="1295400" cy="1666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1" y="65"/>
              </a:cxn>
              <a:cxn ang="0">
                <a:pos x="411" y="105"/>
              </a:cxn>
              <a:cxn ang="0">
                <a:pos x="619" y="65"/>
              </a:cxn>
              <a:cxn ang="0">
                <a:pos x="816" y="0"/>
              </a:cxn>
            </a:cxnLst>
            <a:rect l="0" t="0" r="r" b="b"/>
            <a:pathLst>
              <a:path w="816" h="105">
                <a:moveTo>
                  <a:pt x="0" y="0"/>
                </a:moveTo>
                <a:cubicBezTo>
                  <a:pt x="28" y="11"/>
                  <a:pt x="103" y="48"/>
                  <a:pt x="171" y="65"/>
                </a:cubicBezTo>
                <a:cubicBezTo>
                  <a:pt x="239" y="82"/>
                  <a:pt x="336" y="105"/>
                  <a:pt x="411" y="105"/>
                </a:cubicBezTo>
                <a:cubicBezTo>
                  <a:pt x="486" y="105"/>
                  <a:pt x="552" y="82"/>
                  <a:pt x="619" y="65"/>
                </a:cubicBezTo>
                <a:cubicBezTo>
                  <a:pt x="686" y="48"/>
                  <a:pt x="775" y="14"/>
                  <a:pt x="816" y="0"/>
                </a:cubicBezTo>
              </a:path>
            </a:pathLst>
          </a:custGeom>
          <a:noFill/>
          <a:ln w="28575" cmpd="sng">
            <a:solidFill>
              <a:schemeClr val="accent6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1" name="Freeform 112"/>
          <p:cNvSpPr>
            <a:spLocks/>
          </p:cNvSpPr>
          <p:nvPr/>
        </p:nvSpPr>
        <p:spPr bwMode="auto">
          <a:xfrm flipH="1" flipV="1">
            <a:off x="6172200" y="2992437"/>
            <a:ext cx="1295400" cy="1666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1" y="65"/>
              </a:cxn>
              <a:cxn ang="0">
                <a:pos x="411" y="105"/>
              </a:cxn>
              <a:cxn ang="0">
                <a:pos x="619" y="65"/>
              </a:cxn>
              <a:cxn ang="0">
                <a:pos x="816" y="0"/>
              </a:cxn>
            </a:cxnLst>
            <a:rect l="0" t="0" r="r" b="b"/>
            <a:pathLst>
              <a:path w="816" h="105">
                <a:moveTo>
                  <a:pt x="0" y="0"/>
                </a:moveTo>
                <a:cubicBezTo>
                  <a:pt x="28" y="11"/>
                  <a:pt x="103" y="48"/>
                  <a:pt x="171" y="65"/>
                </a:cubicBezTo>
                <a:cubicBezTo>
                  <a:pt x="239" y="82"/>
                  <a:pt x="336" y="105"/>
                  <a:pt x="411" y="105"/>
                </a:cubicBezTo>
                <a:cubicBezTo>
                  <a:pt x="486" y="105"/>
                  <a:pt x="552" y="82"/>
                  <a:pt x="619" y="65"/>
                </a:cubicBezTo>
                <a:cubicBezTo>
                  <a:pt x="686" y="48"/>
                  <a:pt x="775" y="14"/>
                  <a:pt x="816" y="0"/>
                </a:cubicBezTo>
              </a:path>
            </a:pathLst>
          </a:custGeom>
          <a:noFill/>
          <a:ln w="28575" cmpd="sng">
            <a:solidFill>
              <a:schemeClr val="accent6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2" name="Freeform 117"/>
          <p:cNvSpPr>
            <a:spLocks/>
          </p:cNvSpPr>
          <p:nvPr/>
        </p:nvSpPr>
        <p:spPr bwMode="auto">
          <a:xfrm rot="5400000" flipH="1" flipV="1">
            <a:off x="5535613" y="2374900"/>
            <a:ext cx="1295400" cy="1666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1" y="65"/>
              </a:cxn>
              <a:cxn ang="0">
                <a:pos x="411" y="105"/>
              </a:cxn>
              <a:cxn ang="0">
                <a:pos x="619" y="65"/>
              </a:cxn>
              <a:cxn ang="0">
                <a:pos x="816" y="0"/>
              </a:cxn>
            </a:cxnLst>
            <a:rect l="0" t="0" r="r" b="b"/>
            <a:pathLst>
              <a:path w="816" h="105">
                <a:moveTo>
                  <a:pt x="0" y="0"/>
                </a:moveTo>
                <a:cubicBezTo>
                  <a:pt x="28" y="11"/>
                  <a:pt x="103" y="48"/>
                  <a:pt x="171" y="65"/>
                </a:cubicBezTo>
                <a:cubicBezTo>
                  <a:pt x="239" y="82"/>
                  <a:pt x="336" y="105"/>
                  <a:pt x="411" y="105"/>
                </a:cubicBezTo>
                <a:cubicBezTo>
                  <a:pt x="486" y="105"/>
                  <a:pt x="552" y="82"/>
                  <a:pt x="619" y="65"/>
                </a:cubicBezTo>
                <a:cubicBezTo>
                  <a:pt x="686" y="48"/>
                  <a:pt x="775" y="14"/>
                  <a:pt x="816" y="0"/>
                </a:cubicBezTo>
              </a:path>
            </a:pathLst>
          </a:custGeom>
          <a:noFill/>
          <a:ln w="28575" cmpd="sng">
            <a:solidFill>
              <a:schemeClr val="accent6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3" name="Freeform 119"/>
          <p:cNvSpPr>
            <a:spLocks/>
          </p:cNvSpPr>
          <p:nvPr/>
        </p:nvSpPr>
        <p:spPr bwMode="auto">
          <a:xfrm rot="16200000" flipH="1" flipV="1">
            <a:off x="6881813" y="2374900"/>
            <a:ext cx="1295400" cy="1666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1" y="65"/>
              </a:cxn>
              <a:cxn ang="0">
                <a:pos x="411" y="105"/>
              </a:cxn>
              <a:cxn ang="0">
                <a:pos x="619" y="65"/>
              </a:cxn>
              <a:cxn ang="0">
                <a:pos x="816" y="0"/>
              </a:cxn>
            </a:cxnLst>
            <a:rect l="0" t="0" r="r" b="b"/>
            <a:pathLst>
              <a:path w="816" h="105">
                <a:moveTo>
                  <a:pt x="0" y="0"/>
                </a:moveTo>
                <a:cubicBezTo>
                  <a:pt x="28" y="11"/>
                  <a:pt x="103" y="48"/>
                  <a:pt x="171" y="65"/>
                </a:cubicBezTo>
                <a:cubicBezTo>
                  <a:pt x="239" y="82"/>
                  <a:pt x="336" y="105"/>
                  <a:pt x="411" y="105"/>
                </a:cubicBezTo>
                <a:cubicBezTo>
                  <a:pt x="486" y="105"/>
                  <a:pt x="552" y="82"/>
                  <a:pt x="619" y="65"/>
                </a:cubicBezTo>
                <a:cubicBezTo>
                  <a:pt x="686" y="48"/>
                  <a:pt x="775" y="14"/>
                  <a:pt x="816" y="0"/>
                </a:cubicBezTo>
              </a:path>
            </a:pathLst>
          </a:custGeom>
          <a:noFill/>
          <a:ln w="28575" cmpd="sng">
            <a:solidFill>
              <a:schemeClr val="accent6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5778500" y="1376362"/>
            <a:ext cx="510099" cy="431800"/>
            <a:chOff x="1752600" y="1787525"/>
            <a:chExt cx="510099" cy="431800"/>
          </a:xfrm>
        </p:grpSpPr>
        <p:sp>
          <p:nvSpPr>
            <p:cNvPr id="75" name="AutoShape 100"/>
            <p:cNvSpPr>
              <a:spLocks noChangeArrowheads="1"/>
            </p:cNvSpPr>
            <p:nvPr/>
          </p:nvSpPr>
          <p:spPr bwMode="auto">
            <a:xfrm>
              <a:off x="1785938" y="1787525"/>
              <a:ext cx="431800" cy="431800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752600" y="1809750"/>
              <a:ext cx="510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00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6172200" y="941387"/>
            <a:ext cx="1716599" cy="866775"/>
            <a:chOff x="2146300" y="1352550"/>
            <a:chExt cx="1716599" cy="866775"/>
          </a:xfrm>
        </p:grpSpPr>
        <p:sp>
          <p:nvSpPr>
            <p:cNvPr id="78" name="Freeform 103"/>
            <p:cNvSpPr>
              <a:spLocks/>
            </p:cNvSpPr>
            <p:nvPr/>
          </p:nvSpPr>
          <p:spPr bwMode="auto">
            <a:xfrm flipH="1" flipV="1">
              <a:off x="2146300" y="1692275"/>
              <a:ext cx="1295400" cy="1666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1" y="65"/>
                </a:cxn>
                <a:cxn ang="0">
                  <a:pos x="411" y="105"/>
                </a:cxn>
                <a:cxn ang="0">
                  <a:pos x="619" y="65"/>
                </a:cxn>
                <a:cxn ang="0">
                  <a:pos x="816" y="0"/>
                </a:cxn>
              </a:cxnLst>
              <a:rect l="0" t="0" r="r" b="b"/>
              <a:pathLst>
                <a:path w="816" h="105">
                  <a:moveTo>
                    <a:pt x="0" y="0"/>
                  </a:moveTo>
                  <a:cubicBezTo>
                    <a:pt x="28" y="11"/>
                    <a:pt x="103" y="48"/>
                    <a:pt x="171" y="65"/>
                  </a:cubicBezTo>
                  <a:cubicBezTo>
                    <a:pt x="239" y="82"/>
                    <a:pt x="336" y="105"/>
                    <a:pt x="411" y="105"/>
                  </a:cubicBezTo>
                  <a:cubicBezTo>
                    <a:pt x="486" y="105"/>
                    <a:pt x="552" y="82"/>
                    <a:pt x="619" y="65"/>
                  </a:cubicBezTo>
                  <a:cubicBezTo>
                    <a:pt x="686" y="48"/>
                    <a:pt x="775" y="14"/>
                    <a:pt x="816" y="0"/>
                  </a:cubicBezTo>
                </a:path>
              </a:pathLst>
            </a:custGeom>
            <a:noFill/>
            <a:ln w="28575" cmpd="sng">
              <a:solidFill>
                <a:schemeClr val="accent6"/>
              </a:solidFill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dirty="0">
                <a:solidFill>
                  <a:schemeClr val="accent6"/>
                </a:solidFill>
              </a:endParaRPr>
            </a:p>
          </p:txBody>
        </p:sp>
        <p:grpSp>
          <p:nvGrpSpPr>
            <p:cNvPr id="79" name="组合 52"/>
            <p:cNvGrpSpPr/>
            <p:nvPr/>
          </p:nvGrpSpPr>
          <p:grpSpPr>
            <a:xfrm>
              <a:off x="3352800" y="1787525"/>
              <a:ext cx="510099" cy="431800"/>
              <a:chOff x="3352800" y="1787525"/>
              <a:chExt cx="510099" cy="431800"/>
            </a:xfrm>
          </p:grpSpPr>
          <p:sp>
            <p:nvSpPr>
              <p:cNvPr id="81" name="TextBox 80"/>
              <p:cNvSpPr txBox="1"/>
              <p:nvPr/>
            </p:nvSpPr>
            <p:spPr>
              <a:xfrm>
                <a:off x="3352800" y="1809750"/>
                <a:ext cx="510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01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2" name="AutoShape 101"/>
              <p:cNvSpPr>
                <a:spLocks noChangeArrowheads="1"/>
              </p:cNvSpPr>
              <p:nvPr/>
            </p:nvSpPr>
            <p:spPr bwMode="auto">
              <a:xfrm>
                <a:off x="3370263" y="1787525"/>
                <a:ext cx="431800" cy="431800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80" name="TextBox 79"/>
            <p:cNvSpPr txBox="1"/>
            <p:nvPr/>
          </p:nvSpPr>
          <p:spPr>
            <a:xfrm>
              <a:off x="2514600" y="1352550"/>
              <a:ext cx="510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0/0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5801801" y="3087687"/>
            <a:ext cx="1665799" cy="890032"/>
            <a:chOff x="1775901" y="3498850"/>
            <a:chExt cx="1665799" cy="890032"/>
          </a:xfrm>
        </p:grpSpPr>
        <p:grpSp>
          <p:nvGrpSpPr>
            <p:cNvPr id="84" name="组合 56"/>
            <p:cNvGrpSpPr/>
            <p:nvPr/>
          </p:nvGrpSpPr>
          <p:grpSpPr>
            <a:xfrm>
              <a:off x="1775901" y="3498850"/>
              <a:ext cx="510099" cy="431800"/>
              <a:chOff x="1775901" y="3498850"/>
              <a:chExt cx="510099" cy="431800"/>
            </a:xfrm>
          </p:grpSpPr>
          <p:sp>
            <p:nvSpPr>
              <p:cNvPr id="87" name="TextBox 86"/>
              <p:cNvSpPr txBox="1"/>
              <p:nvPr/>
            </p:nvSpPr>
            <p:spPr>
              <a:xfrm>
                <a:off x="1775901" y="3532122"/>
                <a:ext cx="510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11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8" name="AutoShape 109"/>
              <p:cNvSpPr>
                <a:spLocks noChangeArrowheads="1"/>
              </p:cNvSpPr>
              <p:nvPr/>
            </p:nvSpPr>
            <p:spPr bwMode="auto">
              <a:xfrm>
                <a:off x="1785938" y="3498850"/>
                <a:ext cx="431800" cy="431800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85" name="Freeform 111"/>
            <p:cNvSpPr>
              <a:spLocks/>
            </p:cNvSpPr>
            <p:nvPr/>
          </p:nvSpPr>
          <p:spPr bwMode="auto">
            <a:xfrm>
              <a:off x="2146300" y="3856038"/>
              <a:ext cx="1295400" cy="1666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1" y="65"/>
                </a:cxn>
                <a:cxn ang="0">
                  <a:pos x="411" y="105"/>
                </a:cxn>
                <a:cxn ang="0">
                  <a:pos x="619" y="65"/>
                </a:cxn>
                <a:cxn ang="0">
                  <a:pos x="816" y="0"/>
                </a:cxn>
              </a:cxnLst>
              <a:rect l="0" t="0" r="r" b="b"/>
              <a:pathLst>
                <a:path w="816" h="105">
                  <a:moveTo>
                    <a:pt x="0" y="0"/>
                  </a:moveTo>
                  <a:cubicBezTo>
                    <a:pt x="28" y="11"/>
                    <a:pt x="103" y="48"/>
                    <a:pt x="171" y="65"/>
                  </a:cubicBezTo>
                  <a:cubicBezTo>
                    <a:pt x="239" y="82"/>
                    <a:pt x="336" y="105"/>
                    <a:pt x="411" y="105"/>
                  </a:cubicBezTo>
                  <a:cubicBezTo>
                    <a:pt x="486" y="105"/>
                    <a:pt x="552" y="82"/>
                    <a:pt x="619" y="65"/>
                  </a:cubicBezTo>
                  <a:cubicBezTo>
                    <a:pt x="686" y="48"/>
                    <a:pt x="775" y="14"/>
                    <a:pt x="816" y="0"/>
                  </a:cubicBezTo>
                </a:path>
              </a:pathLst>
            </a:custGeom>
            <a:noFill/>
            <a:ln w="28575" cmpd="sng">
              <a:solidFill>
                <a:schemeClr val="accent6"/>
              </a:solidFill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514600" y="4019550"/>
              <a:ext cx="510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0/0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5321300" y="1810544"/>
            <a:ext cx="658019" cy="1295400"/>
            <a:chOff x="1295400" y="2221707"/>
            <a:chExt cx="658019" cy="1295400"/>
          </a:xfrm>
        </p:grpSpPr>
        <p:sp>
          <p:nvSpPr>
            <p:cNvPr id="90" name="Freeform 118"/>
            <p:cNvSpPr>
              <a:spLocks/>
            </p:cNvSpPr>
            <p:nvPr/>
          </p:nvSpPr>
          <p:spPr bwMode="auto">
            <a:xfrm rot="16200000" flipH="1" flipV="1">
              <a:off x="1222375" y="2786063"/>
              <a:ext cx="1295400" cy="1666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1" y="65"/>
                </a:cxn>
                <a:cxn ang="0">
                  <a:pos x="411" y="105"/>
                </a:cxn>
                <a:cxn ang="0">
                  <a:pos x="619" y="65"/>
                </a:cxn>
                <a:cxn ang="0">
                  <a:pos x="816" y="0"/>
                </a:cxn>
              </a:cxnLst>
              <a:rect l="0" t="0" r="r" b="b"/>
              <a:pathLst>
                <a:path w="816" h="105">
                  <a:moveTo>
                    <a:pt x="0" y="0"/>
                  </a:moveTo>
                  <a:cubicBezTo>
                    <a:pt x="28" y="11"/>
                    <a:pt x="103" y="48"/>
                    <a:pt x="171" y="65"/>
                  </a:cubicBezTo>
                  <a:cubicBezTo>
                    <a:pt x="239" y="82"/>
                    <a:pt x="336" y="105"/>
                    <a:pt x="411" y="105"/>
                  </a:cubicBezTo>
                  <a:cubicBezTo>
                    <a:pt x="486" y="105"/>
                    <a:pt x="552" y="82"/>
                    <a:pt x="619" y="65"/>
                  </a:cubicBezTo>
                  <a:cubicBezTo>
                    <a:pt x="686" y="48"/>
                    <a:pt x="775" y="14"/>
                    <a:pt x="816" y="0"/>
                  </a:cubicBezTo>
                </a:path>
              </a:pathLst>
            </a:custGeom>
            <a:noFill/>
            <a:ln w="28575" cmpd="sng">
              <a:solidFill>
                <a:schemeClr val="accent6"/>
              </a:solidFill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295400" y="2724150"/>
              <a:ext cx="510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0/1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6997700" y="2312987"/>
            <a:ext cx="51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1/0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540500" y="1931987"/>
            <a:ext cx="51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1/0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616700" y="2693987"/>
            <a:ext cx="51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1/0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235700" y="2236787"/>
            <a:ext cx="51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1/1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7378700" y="1810544"/>
            <a:ext cx="967299" cy="1708943"/>
            <a:chOff x="3352800" y="2221707"/>
            <a:chExt cx="967299" cy="1708943"/>
          </a:xfrm>
        </p:grpSpPr>
        <p:sp>
          <p:nvSpPr>
            <p:cNvPr id="97" name="Freeform 120"/>
            <p:cNvSpPr>
              <a:spLocks/>
            </p:cNvSpPr>
            <p:nvPr/>
          </p:nvSpPr>
          <p:spPr bwMode="auto">
            <a:xfrm rot="5400000" flipH="1" flipV="1">
              <a:off x="3094038" y="2786063"/>
              <a:ext cx="1295400" cy="1666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1" y="65"/>
                </a:cxn>
                <a:cxn ang="0">
                  <a:pos x="411" y="105"/>
                </a:cxn>
                <a:cxn ang="0">
                  <a:pos x="619" y="65"/>
                </a:cxn>
                <a:cxn ang="0">
                  <a:pos x="816" y="0"/>
                </a:cxn>
              </a:cxnLst>
              <a:rect l="0" t="0" r="r" b="b"/>
              <a:pathLst>
                <a:path w="816" h="105">
                  <a:moveTo>
                    <a:pt x="0" y="0"/>
                  </a:moveTo>
                  <a:cubicBezTo>
                    <a:pt x="28" y="11"/>
                    <a:pt x="103" y="48"/>
                    <a:pt x="171" y="65"/>
                  </a:cubicBezTo>
                  <a:cubicBezTo>
                    <a:pt x="239" y="82"/>
                    <a:pt x="336" y="105"/>
                    <a:pt x="411" y="105"/>
                  </a:cubicBezTo>
                  <a:cubicBezTo>
                    <a:pt x="486" y="105"/>
                    <a:pt x="552" y="82"/>
                    <a:pt x="619" y="65"/>
                  </a:cubicBezTo>
                  <a:cubicBezTo>
                    <a:pt x="686" y="48"/>
                    <a:pt x="775" y="14"/>
                    <a:pt x="816" y="0"/>
                  </a:cubicBezTo>
                </a:path>
              </a:pathLst>
            </a:custGeom>
            <a:noFill/>
            <a:ln w="28575" cmpd="sng">
              <a:solidFill>
                <a:schemeClr val="accent6"/>
              </a:solidFill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10000" y="2647950"/>
              <a:ext cx="510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0/0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99" name="组合 54"/>
            <p:cNvGrpSpPr/>
            <p:nvPr/>
          </p:nvGrpSpPr>
          <p:grpSpPr>
            <a:xfrm>
              <a:off x="3352800" y="3498850"/>
              <a:ext cx="510099" cy="431800"/>
              <a:chOff x="3352800" y="3498850"/>
              <a:chExt cx="510099" cy="431800"/>
            </a:xfrm>
          </p:grpSpPr>
          <p:sp>
            <p:nvSpPr>
              <p:cNvPr id="100" name="AutoShape 110"/>
              <p:cNvSpPr>
                <a:spLocks noChangeArrowheads="1"/>
              </p:cNvSpPr>
              <p:nvPr/>
            </p:nvSpPr>
            <p:spPr bwMode="auto">
              <a:xfrm>
                <a:off x="3370263" y="3498850"/>
                <a:ext cx="431800" cy="431800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3352800" y="3539049"/>
                <a:ext cx="5100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10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102" name="TextBox 101"/>
          <p:cNvSpPr txBox="1"/>
          <p:nvPr/>
        </p:nvSpPr>
        <p:spPr>
          <a:xfrm>
            <a:off x="6248400" y="41719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graphicFrame>
        <p:nvGraphicFramePr>
          <p:cNvPr id="255002" name="Object 26"/>
          <p:cNvGraphicFramePr>
            <a:graphicFrameLocks noChangeAspect="1"/>
          </p:cNvGraphicFramePr>
          <p:nvPr/>
        </p:nvGraphicFramePr>
        <p:xfrm>
          <a:off x="5288622" y="761120"/>
          <a:ext cx="254000" cy="321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15" imgW="217440" imgH="266400" progId="Equation.DSMT4">
                  <p:embed/>
                </p:oleObj>
              </mc:Choice>
              <mc:Fallback>
                <p:oleObj name="Equation" r:id="rId15" imgW="217440" imgH="26640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8622" y="761120"/>
                        <a:ext cx="254000" cy="321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3" name="Object 27"/>
          <p:cNvGraphicFramePr>
            <a:graphicFrameLocks noChangeAspect="1"/>
          </p:cNvGraphicFramePr>
          <p:nvPr/>
        </p:nvGraphicFramePr>
        <p:xfrm>
          <a:off x="5521504" y="763498"/>
          <a:ext cx="254000" cy="321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16" imgW="217440" imgH="266400" progId="Equation.DSMT4">
                  <p:embed/>
                </p:oleObj>
              </mc:Choice>
              <mc:Fallback>
                <p:oleObj name="Equation" r:id="rId16" imgW="217440" imgH="26640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1504" y="763498"/>
                        <a:ext cx="254000" cy="321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" name="组合 63"/>
          <p:cNvGrpSpPr/>
          <p:nvPr/>
        </p:nvGrpSpPr>
        <p:grpSpPr>
          <a:xfrm>
            <a:off x="5181600" y="666750"/>
            <a:ext cx="685800" cy="533400"/>
            <a:chOff x="1752600" y="1787525"/>
            <a:chExt cx="510099" cy="431800"/>
          </a:xfrm>
        </p:grpSpPr>
        <p:sp>
          <p:nvSpPr>
            <p:cNvPr id="65" name="AutoShape 100"/>
            <p:cNvSpPr>
              <a:spLocks noChangeArrowheads="1"/>
            </p:cNvSpPr>
            <p:nvPr/>
          </p:nvSpPr>
          <p:spPr bwMode="auto">
            <a:xfrm>
              <a:off x="1785938" y="1787525"/>
              <a:ext cx="431800" cy="431800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752600" y="1809750"/>
              <a:ext cx="510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255004" name="Object 28"/>
          <p:cNvGraphicFramePr>
            <a:graphicFrameLocks noChangeAspect="1"/>
          </p:cNvGraphicFramePr>
          <p:nvPr/>
        </p:nvGraphicFramePr>
        <p:xfrm>
          <a:off x="5856288" y="796925"/>
          <a:ext cx="4302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17" imgW="368280" imgH="177480" progId="Equation.DSMT4">
                  <p:embed/>
                </p:oleObj>
              </mc:Choice>
              <mc:Fallback>
                <p:oleObj name="Equation" r:id="rId17" imgW="368280" imgH="17748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288" y="796925"/>
                        <a:ext cx="430212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5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5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5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5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3" grpId="0" animBg="1"/>
      <p:bldP spid="92" grpId="0"/>
      <p:bldP spid="93" grpId="0"/>
      <p:bldP spid="94" grpId="0"/>
      <p:bldP spid="95" grpId="0"/>
      <p:bldP spid="1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143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33400" y="3333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pic>
        <p:nvPicPr>
          <p:cNvPr id="263169" name="Picture 1" descr="C:\Users\hfutliujun\AppData\Roaming\Tencent\Users\350654676\QQ\WinTemp\RichOle\@_)7N@PYO16SCFO5F$QV_(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971550"/>
            <a:ext cx="2100558" cy="2133600"/>
          </a:xfrm>
          <a:prstGeom prst="rect">
            <a:avLst/>
          </a:prstGeom>
          <a:noFill/>
        </p:spPr>
      </p:pic>
      <p:pic>
        <p:nvPicPr>
          <p:cNvPr id="263170" name="Picture 2" descr="C:\Users\hfutliujun\AppData\Roaming\Tencent\Users\350654676\QQ\WinTemp\RichOle\}RS{CLOV5_HK8@EG){5}E%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971550"/>
            <a:ext cx="2124000" cy="2124000"/>
          </a:xfrm>
          <a:prstGeom prst="rect">
            <a:avLst/>
          </a:prstGeom>
          <a:noFill/>
        </p:spPr>
      </p:pic>
      <p:pic>
        <p:nvPicPr>
          <p:cNvPr id="263171" name="Picture 3" descr="C:\Users\hfutliujun\AppData\Roaming\Tencent\Users\350654676\QQ\WinTemp\RichOle\X6`41(_`X8B[8XP307MHLI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971550"/>
            <a:ext cx="1990110" cy="2124000"/>
          </a:xfrm>
          <a:prstGeom prst="rect">
            <a:avLst/>
          </a:prstGeom>
          <a:noFill/>
        </p:spPr>
      </p:pic>
      <p:sp>
        <p:nvSpPr>
          <p:cNvPr id="52" name="TextBox 51"/>
          <p:cNvSpPr txBox="1"/>
          <p:nvPr/>
        </p:nvSpPr>
        <p:spPr>
          <a:xfrm>
            <a:off x="2895600" y="3333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9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状态图（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A=0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3333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10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状态（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A=1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54" name="Text Box 5"/>
          <p:cNvSpPr txBox="1">
            <a:spLocks noChangeArrowheads="1"/>
          </p:cNvSpPr>
          <p:nvPr/>
        </p:nvSpPr>
        <p:spPr bwMode="auto">
          <a:xfrm>
            <a:off x="2362200" y="3790950"/>
            <a:ext cx="3358612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功能：</a:t>
            </a:r>
            <a:r>
              <a:rPr kumimoji="1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A=0</a:t>
            </a:r>
            <a:r>
              <a:rPr kumimoji="1"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时，模</a:t>
            </a:r>
            <a:r>
              <a:rPr kumimoji="1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kumimoji="1"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加法计数器</a:t>
            </a:r>
            <a:endParaRPr kumimoji="1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endParaRPr kumimoji="1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r>
              <a:rPr kumimoji="1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A=1</a:t>
            </a:r>
            <a:r>
              <a:rPr kumimoji="1"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时，模</a:t>
            </a:r>
            <a:r>
              <a:rPr kumimoji="1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kumimoji="1"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减法计数器</a:t>
            </a:r>
            <a:endParaRPr kumimoji="1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endParaRPr kumimoji="1"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chemeClr val="accent6"/>
              </a:buClr>
              <a:buSzPct val="80000"/>
            </a:pPr>
            <a:r>
              <a:rPr kumimoji="1" lang="en-US" altLang="zh-CN" b="1" dirty="0">
                <a:latin typeface="微软雅黑" pitchFamily="34" charset="-122"/>
                <a:ea typeface="微软雅黑" pitchFamily="34" charset="-122"/>
              </a:rPr>
              <a:t>          </a:t>
            </a:r>
            <a:endParaRPr kumimoji="1"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71800" y="39433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11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时序电路分析例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228600" y="1276350"/>
            <a:ext cx="8139112" cy="2170112"/>
            <a:chOff x="228600" y="1276350"/>
            <a:chExt cx="8139112" cy="2170112"/>
          </a:xfrm>
        </p:grpSpPr>
        <p:grpSp>
          <p:nvGrpSpPr>
            <p:cNvPr id="16" name="Group 375"/>
            <p:cNvGrpSpPr>
              <a:grpSpLocks/>
            </p:cNvGrpSpPr>
            <p:nvPr/>
          </p:nvGrpSpPr>
          <p:grpSpPr bwMode="auto">
            <a:xfrm>
              <a:off x="228600" y="1276350"/>
              <a:ext cx="8139112" cy="2170112"/>
              <a:chOff x="507" y="2289"/>
              <a:chExt cx="5127" cy="1367"/>
            </a:xfrm>
          </p:grpSpPr>
          <p:sp>
            <p:nvSpPr>
              <p:cNvPr id="17" name="Freeform 372"/>
              <p:cNvSpPr>
                <a:spLocks/>
              </p:cNvSpPr>
              <p:nvPr/>
            </p:nvSpPr>
            <p:spPr bwMode="auto">
              <a:xfrm>
                <a:off x="2313" y="2410"/>
                <a:ext cx="1568" cy="204"/>
              </a:xfrm>
              <a:custGeom>
                <a:avLst/>
                <a:gdLst/>
                <a:ahLst/>
                <a:cxnLst>
                  <a:cxn ang="0">
                    <a:pos x="0" y="221"/>
                  </a:cxn>
                  <a:cxn ang="0">
                    <a:pos x="0" y="0"/>
                  </a:cxn>
                  <a:cxn ang="0">
                    <a:pos x="1010" y="0"/>
                  </a:cxn>
                  <a:cxn ang="0">
                    <a:pos x="1010" y="159"/>
                  </a:cxn>
                  <a:cxn ang="0">
                    <a:pos x="1568" y="159"/>
                  </a:cxn>
                </a:cxnLst>
                <a:rect l="0" t="0" r="r" b="b"/>
                <a:pathLst>
                  <a:path w="1568" h="221">
                    <a:moveTo>
                      <a:pt x="0" y="221"/>
                    </a:moveTo>
                    <a:lnTo>
                      <a:pt x="0" y="0"/>
                    </a:lnTo>
                    <a:lnTo>
                      <a:pt x="1010" y="0"/>
                    </a:lnTo>
                    <a:lnTo>
                      <a:pt x="1010" y="159"/>
                    </a:lnTo>
                    <a:lnTo>
                      <a:pt x="1568" y="159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371"/>
              <p:cNvSpPr>
                <a:spLocks/>
              </p:cNvSpPr>
              <p:nvPr/>
            </p:nvSpPr>
            <p:spPr bwMode="auto">
              <a:xfrm>
                <a:off x="3553" y="2455"/>
                <a:ext cx="1081" cy="1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6" y="0"/>
                  </a:cxn>
                  <a:cxn ang="0">
                    <a:pos x="966" y="141"/>
                  </a:cxn>
                  <a:cxn ang="0">
                    <a:pos x="1090" y="141"/>
                  </a:cxn>
                </a:cxnLst>
                <a:rect l="0" t="0" r="r" b="b"/>
                <a:pathLst>
                  <a:path w="1090" h="141">
                    <a:moveTo>
                      <a:pt x="0" y="0"/>
                    </a:moveTo>
                    <a:lnTo>
                      <a:pt x="966" y="0"/>
                    </a:lnTo>
                    <a:lnTo>
                      <a:pt x="966" y="141"/>
                    </a:lnTo>
                    <a:lnTo>
                      <a:pt x="1090" y="141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Rectangle 249"/>
              <p:cNvSpPr>
                <a:spLocks noChangeArrowheads="1"/>
              </p:cNvSpPr>
              <p:nvPr/>
            </p:nvSpPr>
            <p:spPr bwMode="auto">
              <a:xfrm>
                <a:off x="1353" y="2528"/>
                <a:ext cx="431" cy="71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250"/>
              <p:cNvSpPr>
                <a:spLocks noChangeShapeType="1"/>
              </p:cNvSpPr>
              <p:nvPr/>
            </p:nvSpPr>
            <p:spPr bwMode="auto">
              <a:xfrm>
                <a:off x="1162" y="2667"/>
                <a:ext cx="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251"/>
              <p:cNvSpPr>
                <a:spLocks noChangeShapeType="1"/>
              </p:cNvSpPr>
              <p:nvPr/>
            </p:nvSpPr>
            <p:spPr bwMode="auto">
              <a:xfrm>
                <a:off x="1162" y="2906"/>
                <a:ext cx="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252"/>
              <p:cNvSpPr>
                <a:spLocks noChangeShapeType="1"/>
              </p:cNvSpPr>
              <p:nvPr/>
            </p:nvSpPr>
            <p:spPr bwMode="auto">
              <a:xfrm>
                <a:off x="1162" y="3123"/>
                <a:ext cx="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53"/>
              <p:cNvSpPr>
                <a:spLocks noChangeShapeType="1"/>
              </p:cNvSpPr>
              <p:nvPr/>
            </p:nvSpPr>
            <p:spPr bwMode="auto">
              <a:xfrm>
                <a:off x="1784" y="2608"/>
                <a:ext cx="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4" name="Group 254"/>
              <p:cNvGrpSpPr>
                <a:grpSpLocks/>
              </p:cNvGrpSpPr>
              <p:nvPr/>
            </p:nvGrpSpPr>
            <p:grpSpPr bwMode="auto">
              <a:xfrm>
                <a:off x="1784" y="3064"/>
                <a:ext cx="248" cy="60"/>
                <a:chOff x="250" y="2568"/>
                <a:chExt cx="680" cy="182"/>
              </a:xfrm>
            </p:grpSpPr>
            <p:sp>
              <p:nvSpPr>
                <p:cNvPr id="90" name="Oval 255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Line 256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5" name="Object 257"/>
              <p:cNvGraphicFramePr>
                <a:graphicFrameLocks noChangeAspect="1"/>
              </p:cNvGraphicFramePr>
              <p:nvPr/>
            </p:nvGraphicFramePr>
            <p:xfrm>
              <a:off x="1611" y="2510"/>
              <a:ext cx="170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5" name="Equation" r:id="rId3" imgW="4100760" imgH="4726080" progId="Equation.DSMT4">
                      <p:embed/>
                    </p:oleObj>
                  </mc:Choice>
                  <mc:Fallback>
                    <p:oleObj name="Equation" r:id="rId3" imgW="4100760" imgH="4726080" progId="Equation.DSMT4">
                      <p:embed/>
                      <p:pic>
                        <p:nvPicPr>
                          <p:cNvPr id="0" name="Picture 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1" y="2510"/>
                            <a:ext cx="170" cy="2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258"/>
              <p:cNvGraphicFramePr>
                <a:graphicFrameLocks noChangeAspect="1"/>
              </p:cNvGraphicFramePr>
              <p:nvPr/>
            </p:nvGraphicFramePr>
            <p:xfrm>
              <a:off x="1611" y="2957"/>
              <a:ext cx="167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6" name="Equation" r:id="rId5" imgW="4416840" imgH="5357520" progId="Equation.DSMT4">
                      <p:embed/>
                    </p:oleObj>
                  </mc:Choice>
                  <mc:Fallback>
                    <p:oleObj name="Equation" r:id="rId5" imgW="4416840" imgH="5357520" progId="Equation.DSMT4">
                      <p:embed/>
                      <p:pic>
                        <p:nvPicPr>
                          <p:cNvPr id="0" name="Picture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1" y="2957"/>
                            <a:ext cx="167" cy="2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259"/>
              <p:cNvGraphicFramePr>
                <a:graphicFrameLocks noChangeAspect="1"/>
              </p:cNvGraphicFramePr>
              <p:nvPr/>
            </p:nvGraphicFramePr>
            <p:xfrm>
              <a:off x="1390" y="2513"/>
              <a:ext cx="131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7" name="Equation" r:id="rId7" imgW="3352800" imgH="5486400" progId="Equation.DSMT4">
                      <p:embed/>
                    </p:oleObj>
                  </mc:Choice>
                  <mc:Fallback>
                    <p:oleObj name="Equation" r:id="rId7" imgW="3352800" imgH="5486400" progId="Equation.DSMT4">
                      <p:embed/>
                      <p:pic>
                        <p:nvPicPr>
                          <p:cNvPr id="0" name="Picture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0" y="2513"/>
                            <a:ext cx="131" cy="2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260"/>
              <p:cNvGraphicFramePr>
                <a:graphicFrameLocks noChangeAspect="1"/>
              </p:cNvGraphicFramePr>
              <p:nvPr/>
            </p:nvGraphicFramePr>
            <p:xfrm>
              <a:off x="1355" y="2987"/>
              <a:ext cx="190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8" name="Equation" r:id="rId9" imgW="4876800" imgH="5486400" progId="Equation.DSMT4">
                      <p:embed/>
                    </p:oleObj>
                  </mc:Choice>
                  <mc:Fallback>
                    <p:oleObj name="Equation" r:id="rId9" imgW="4876800" imgH="5486400" progId="Equation.DSMT4">
                      <p:embed/>
                      <p:pic>
                        <p:nvPicPr>
                          <p:cNvPr id="0" name="Picture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55" y="2987"/>
                            <a:ext cx="190" cy="27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266"/>
              <p:cNvSpPr>
                <a:spLocks noChangeArrowheads="1"/>
              </p:cNvSpPr>
              <p:nvPr/>
            </p:nvSpPr>
            <p:spPr bwMode="auto">
              <a:xfrm>
                <a:off x="2596" y="2528"/>
                <a:ext cx="432" cy="71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267"/>
              <p:cNvSpPr>
                <a:spLocks noChangeShapeType="1"/>
              </p:cNvSpPr>
              <p:nvPr/>
            </p:nvSpPr>
            <p:spPr bwMode="auto">
              <a:xfrm>
                <a:off x="2406" y="2608"/>
                <a:ext cx="1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268"/>
              <p:cNvSpPr>
                <a:spLocks noChangeShapeType="1"/>
              </p:cNvSpPr>
              <p:nvPr/>
            </p:nvSpPr>
            <p:spPr bwMode="auto">
              <a:xfrm>
                <a:off x="2406" y="2906"/>
                <a:ext cx="1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269"/>
              <p:cNvSpPr>
                <a:spLocks noChangeShapeType="1"/>
              </p:cNvSpPr>
              <p:nvPr/>
            </p:nvSpPr>
            <p:spPr bwMode="auto">
              <a:xfrm>
                <a:off x="2379" y="3165"/>
                <a:ext cx="21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Line 270"/>
              <p:cNvSpPr>
                <a:spLocks noChangeShapeType="1"/>
              </p:cNvSpPr>
              <p:nvPr/>
            </p:nvSpPr>
            <p:spPr bwMode="auto">
              <a:xfrm>
                <a:off x="3028" y="2608"/>
                <a:ext cx="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4" name="Group 271"/>
              <p:cNvGrpSpPr>
                <a:grpSpLocks/>
              </p:cNvGrpSpPr>
              <p:nvPr/>
            </p:nvGrpSpPr>
            <p:grpSpPr bwMode="auto">
              <a:xfrm>
                <a:off x="3028" y="3064"/>
                <a:ext cx="238" cy="60"/>
                <a:chOff x="250" y="2568"/>
                <a:chExt cx="680" cy="182"/>
              </a:xfrm>
            </p:grpSpPr>
            <p:sp>
              <p:nvSpPr>
                <p:cNvPr id="88" name="Oval 272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Line 273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35" name="Object 274"/>
              <p:cNvGraphicFramePr>
                <a:graphicFrameLocks noChangeAspect="1"/>
              </p:cNvGraphicFramePr>
              <p:nvPr/>
            </p:nvGraphicFramePr>
            <p:xfrm>
              <a:off x="2859" y="2529"/>
              <a:ext cx="167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89" name="Equation" r:id="rId11" imgW="4416840" imgH="4726080" progId="Equation.DSMT4">
                      <p:embed/>
                    </p:oleObj>
                  </mc:Choice>
                  <mc:Fallback>
                    <p:oleObj name="Equation" r:id="rId11" imgW="4416840" imgH="4726080" progId="Equation.DSMT4">
                      <p:embed/>
                      <p:pic>
                        <p:nvPicPr>
                          <p:cNvPr id="0" name="Picture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59" y="2529"/>
                            <a:ext cx="167" cy="2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Object 276"/>
              <p:cNvGraphicFramePr>
                <a:graphicFrameLocks noChangeAspect="1"/>
              </p:cNvGraphicFramePr>
              <p:nvPr/>
            </p:nvGraphicFramePr>
            <p:xfrm>
              <a:off x="2621" y="2513"/>
              <a:ext cx="155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90" name="Equation" r:id="rId13" imgW="3962400" imgH="5486400" progId="Equation.DSMT4">
                      <p:embed/>
                    </p:oleObj>
                  </mc:Choice>
                  <mc:Fallback>
                    <p:oleObj name="Equation" r:id="rId13" imgW="3962400" imgH="5486400" progId="Equation.DSMT4">
                      <p:embed/>
                      <p:pic>
                        <p:nvPicPr>
                          <p:cNvPr id="0" name="Picture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21" y="2513"/>
                            <a:ext cx="155" cy="2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277"/>
              <p:cNvGraphicFramePr>
                <a:graphicFrameLocks noChangeAspect="1"/>
              </p:cNvGraphicFramePr>
              <p:nvPr/>
            </p:nvGraphicFramePr>
            <p:xfrm>
              <a:off x="2592" y="2987"/>
              <a:ext cx="203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91" name="Equation" r:id="rId15" imgW="5181600" imgH="5486400" progId="Equation.DSMT4">
                      <p:embed/>
                    </p:oleObj>
                  </mc:Choice>
                  <mc:Fallback>
                    <p:oleObj name="Equation" r:id="rId15" imgW="5181600" imgH="5486400" progId="Equation.DSMT4">
                      <p:embed/>
                      <p:pic>
                        <p:nvPicPr>
                          <p:cNvPr id="0" name="Picture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2987"/>
                            <a:ext cx="203" cy="27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283"/>
              <p:cNvSpPr>
                <a:spLocks noChangeArrowheads="1"/>
              </p:cNvSpPr>
              <p:nvPr/>
            </p:nvSpPr>
            <p:spPr bwMode="auto">
              <a:xfrm>
                <a:off x="3887" y="2528"/>
                <a:ext cx="432" cy="71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Line 284"/>
              <p:cNvSpPr>
                <a:spLocks noChangeShapeType="1"/>
              </p:cNvSpPr>
              <p:nvPr/>
            </p:nvSpPr>
            <p:spPr bwMode="auto">
              <a:xfrm>
                <a:off x="3696" y="2608"/>
                <a:ext cx="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285"/>
              <p:cNvSpPr>
                <a:spLocks noChangeShapeType="1"/>
              </p:cNvSpPr>
              <p:nvPr/>
            </p:nvSpPr>
            <p:spPr bwMode="auto">
              <a:xfrm>
                <a:off x="3696" y="2906"/>
                <a:ext cx="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286"/>
              <p:cNvSpPr>
                <a:spLocks noChangeShapeType="1"/>
              </p:cNvSpPr>
              <p:nvPr/>
            </p:nvSpPr>
            <p:spPr bwMode="auto">
              <a:xfrm>
                <a:off x="3696" y="3144"/>
                <a:ext cx="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287"/>
              <p:cNvSpPr>
                <a:spLocks noChangeShapeType="1"/>
              </p:cNvSpPr>
              <p:nvPr/>
            </p:nvSpPr>
            <p:spPr bwMode="auto">
              <a:xfrm>
                <a:off x="4319" y="2667"/>
                <a:ext cx="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3" name="Group 288"/>
              <p:cNvGrpSpPr>
                <a:grpSpLocks/>
              </p:cNvGrpSpPr>
              <p:nvPr/>
            </p:nvGrpSpPr>
            <p:grpSpPr bwMode="auto">
              <a:xfrm>
                <a:off x="4319" y="3064"/>
                <a:ext cx="238" cy="60"/>
                <a:chOff x="250" y="2568"/>
                <a:chExt cx="680" cy="182"/>
              </a:xfrm>
            </p:grpSpPr>
            <p:sp>
              <p:nvSpPr>
                <p:cNvPr id="86" name="Oval 289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Line 290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44" name="Object 291"/>
              <p:cNvGraphicFramePr>
                <a:graphicFrameLocks noChangeAspect="1"/>
              </p:cNvGraphicFramePr>
              <p:nvPr/>
            </p:nvGraphicFramePr>
            <p:xfrm>
              <a:off x="4155" y="2529"/>
              <a:ext cx="168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92" name="Equation" r:id="rId17" imgW="4416840" imgH="4726080" progId="Equation.DSMT4">
                      <p:embed/>
                    </p:oleObj>
                  </mc:Choice>
                  <mc:Fallback>
                    <p:oleObj name="Equation" r:id="rId17" imgW="4416840" imgH="4726080" progId="Equation.DSMT4">
                      <p:embed/>
                      <p:pic>
                        <p:nvPicPr>
                          <p:cNvPr id="0" name="Picture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5" y="2529"/>
                            <a:ext cx="168" cy="2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293"/>
              <p:cNvGraphicFramePr>
                <a:graphicFrameLocks noChangeAspect="1"/>
              </p:cNvGraphicFramePr>
              <p:nvPr/>
            </p:nvGraphicFramePr>
            <p:xfrm>
              <a:off x="4016" y="2492"/>
              <a:ext cx="143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93" name="Equation" r:id="rId19" imgW="3657600" imgH="5486400" progId="Equation.DSMT4">
                      <p:embed/>
                    </p:oleObj>
                  </mc:Choice>
                  <mc:Fallback>
                    <p:oleObj name="Equation" r:id="rId19" imgW="3657600" imgH="5486400" progId="Equation.DSMT4">
                      <p:embed/>
                      <p:pic>
                        <p:nvPicPr>
                          <p:cNvPr id="0" name="Picture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16" y="2492"/>
                            <a:ext cx="143" cy="2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Object 294"/>
              <p:cNvGraphicFramePr>
                <a:graphicFrameLocks noChangeAspect="1"/>
              </p:cNvGraphicFramePr>
              <p:nvPr/>
            </p:nvGraphicFramePr>
            <p:xfrm>
              <a:off x="3888" y="2987"/>
              <a:ext cx="192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94" name="Equation" r:id="rId21" imgW="4876800" imgH="5486400" progId="Equation.DSMT4">
                      <p:embed/>
                    </p:oleObj>
                  </mc:Choice>
                  <mc:Fallback>
                    <p:oleObj name="Equation" r:id="rId21" imgW="4876800" imgH="5486400" progId="Equation.DSMT4">
                      <p:embed/>
                      <p:pic>
                        <p:nvPicPr>
                          <p:cNvPr id="0" name="Picture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987"/>
                            <a:ext cx="192" cy="27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" name="Line 302"/>
              <p:cNvSpPr>
                <a:spLocks noChangeShapeType="1"/>
              </p:cNvSpPr>
              <p:nvPr/>
            </p:nvSpPr>
            <p:spPr bwMode="auto">
              <a:xfrm>
                <a:off x="1928" y="3085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304"/>
              <p:cNvSpPr>
                <a:spLocks noChangeShapeType="1"/>
              </p:cNvSpPr>
              <p:nvPr/>
            </p:nvSpPr>
            <p:spPr bwMode="auto">
              <a:xfrm>
                <a:off x="1879" y="3209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9" name="Group 305"/>
              <p:cNvGrpSpPr>
                <a:grpSpLocks/>
              </p:cNvGrpSpPr>
              <p:nvPr/>
            </p:nvGrpSpPr>
            <p:grpSpPr bwMode="auto">
              <a:xfrm>
                <a:off x="2166" y="3133"/>
                <a:ext cx="238" cy="61"/>
                <a:chOff x="250" y="2568"/>
                <a:chExt cx="680" cy="182"/>
              </a:xfrm>
            </p:grpSpPr>
            <p:sp>
              <p:nvSpPr>
                <p:cNvPr id="84" name="Oval 306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Line 307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Line 308"/>
              <p:cNvSpPr>
                <a:spLocks noChangeShapeType="1"/>
              </p:cNvSpPr>
              <p:nvPr/>
            </p:nvSpPr>
            <p:spPr bwMode="auto">
              <a:xfrm>
                <a:off x="1879" y="3201"/>
                <a:ext cx="0" cy="2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309"/>
              <p:cNvSpPr>
                <a:spLocks noChangeShapeType="1"/>
              </p:cNvSpPr>
              <p:nvPr/>
            </p:nvSpPr>
            <p:spPr bwMode="auto">
              <a:xfrm>
                <a:off x="1879" y="3442"/>
                <a:ext cx="267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310"/>
              <p:cNvSpPr>
                <a:spLocks noChangeShapeType="1"/>
              </p:cNvSpPr>
              <p:nvPr/>
            </p:nvSpPr>
            <p:spPr bwMode="auto">
              <a:xfrm>
                <a:off x="4558" y="3085"/>
                <a:ext cx="0" cy="35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311"/>
              <p:cNvSpPr>
                <a:spLocks noChangeShapeType="1"/>
              </p:cNvSpPr>
              <p:nvPr/>
            </p:nvSpPr>
            <p:spPr bwMode="auto">
              <a:xfrm>
                <a:off x="1066" y="2906"/>
                <a:ext cx="0" cy="6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312"/>
              <p:cNvSpPr>
                <a:spLocks noChangeShapeType="1"/>
              </p:cNvSpPr>
              <p:nvPr/>
            </p:nvSpPr>
            <p:spPr bwMode="auto">
              <a:xfrm>
                <a:off x="827" y="3562"/>
                <a:ext cx="287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313"/>
              <p:cNvSpPr>
                <a:spLocks noChangeShapeType="1"/>
              </p:cNvSpPr>
              <p:nvPr/>
            </p:nvSpPr>
            <p:spPr bwMode="auto">
              <a:xfrm>
                <a:off x="3697" y="2906"/>
                <a:ext cx="0" cy="6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Line 314"/>
              <p:cNvSpPr>
                <a:spLocks noChangeShapeType="1"/>
              </p:cNvSpPr>
              <p:nvPr/>
            </p:nvSpPr>
            <p:spPr bwMode="auto">
              <a:xfrm>
                <a:off x="1066" y="2906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317"/>
              <p:cNvSpPr>
                <a:spLocks noChangeShapeType="1"/>
              </p:cNvSpPr>
              <p:nvPr/>
            </p:nvSpPr>
            <p:spPr bwMode="auto">
              <a:xfrm>
                <a:off x="4511" y="2429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319"/>
              <p:cNvSpPr>
                <a:spLocks noChangeShapeType="1"/>
              </p:cNvSpPr>
              <p:nvPr/>
            </p:nvSpPr>
            <p:spPr bwMode="auto">
              <a:xfrm>
                <a:off x="4462" y="2667"/>
                <a:ext cx="1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Oval 321"/>
              <p:cNvSpPr>
                <a:spLocks noChangeArrowheads="1"/>
              </p:cNvSpPr>
              <p:nvPr/>
            </p:nvSpPr>
            <p:spPr bwMode="auto">
              <a:xfrm>
                <a:off x="4840" y="2578"/>
                <a:ext cx="47" cy="6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Line 322"/>
              <p:cNvSpPr>
                <a:spLocks noChangeShapeType="1"/>
              </p:cNvSpPr>
              <p:nvPr/>
            </p:nvSpPr>
            <p:spPr bwMode="auto">
              <a:xfrm>
                <a:off x="4887" y="2609"/>
                <a:ext cx="19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1" name="Group 326"/>
              <p:cNvGrpSpPr>
                <a:grpSpLocks/>
              </p:cNvGrpSpPr>
              <p:nvPr/>
            </p:nvGrpSpPr>
            <p:grpSpPr bwMode="auto">
              <a:xfrm>
                <a:off x="5222" y="2587"/>
                <a:ext cx="238" cy="60"/>
                <a:chOff x="250" y="2568"/>
                <a:chExt cx="680" cy="182"/>
              </a:xfrm>
            </p:grpSpPr>
            <p:sp>
              <p:nvSpPr>
                <p:cNvPr id="82" name="Oval 327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Line 328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2" name="Line 329"/>
              <p:cNvSpPr>
                <a:spLocks noChangeShapeType="1"/>
              </p:cNvSpPr>
              <p:nvPr/>
            </p:nvSpPr>
            <p:spPr bwMode="auto">
              <a:xfrm>
                <a:off x="1066" y="2667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Line 330"/>
              <p:cNvSpPr>
                <a:spLocks noChangeShapeType="1"/>
              </p:cNvSpPr>
              <p:nvPr/>
            </p:nvSpPr>
            <p:spPr bwMode="auto">
              <a:xfrm>
                <a:off x="1066" y="2296"/>
                <a:ext cx="0" cy="3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331"/>
              <p:cNvSpPr>
                <a:spLocks noChangeShapeType="1"/>
              </p:cNvSpPr>
              <p:nvPr/>
            </p:nvSpPr>
            <p:spPr bwMode="auto">
              <a:xfrm>
                <a:off x="1066" y="2298"/>
                <a:ext cx="39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332"/>
              <p:cNvSpPr>
                <a:spLocks noChangeShapeType="1"/>
              </p:cNvSpPr>
              <p:nvPr/>
            </p:nvSpPr>
            <p:spPr bwMode="auto">
              <a:xfrm>
                <a:off x="4983" y="2289"/>
                <a:ext cx="0" cy="3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334"/>
              <p:cNvSpPr>
                <a:spLocks noChangeShapeType="1"/>
              </p:cNvSpPr>
              <p:nvPr/>
            </p:nvSpPr>
            <p:spPr bwMode="auto">
              <a:xfrm>
                <a:off x="3554" y="2447"/>
                <a:ext cx="0" cy="6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Line 335"/>
              <p:cNvSpPr>
                <a:spLocks noChangeShapeType="1"/>
              </p:cNvSpPr>
              <p:nvPr/>
            </p:nvSpPr>
            <p:spPr bwMode="auto">
              <a:xfrm>
                <a:off x="3554" y="3144"/>
                <a:ext cx="1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336"/>
              <p:cNvSpPr>
                <a:spLocks noChangeShapeType="1"/>
              </p:cNvSpPr>
              <p:nvPr/>
            </p:nvSpPr>
            <p:spPr bwMode="auto">
              <a:xfrm flipH="1">
                <a:off x="3171" y="2608"/>
                <a:ext cx="57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337"/>
              <p:cNvSpPr>
                <a:spLocks noChangeShapeType="1"/>
              </p:cNvSpPr>
              <p:nvPr/>
            </p:nvSpPr>
            <p:spPr bwMode="auto">
              <a:xfrm>
                <a:off x="1927" y="2608"/>
                <a:ext cx="47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338"/>
              <p:cNvSpPr>
                <a:spLocks noChangeShapeType="1"/>
              </p:cNvSpPr>
              <p:nvPr/>
            </p:nvSpPr>
            <p:spPr bwMode="auto">
              <a:xfrm>
                <a:off x="2293" y="2906"/>
                <a:ext cx="0" cy="6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339"/>
              <p:cNvSpPr>
                <a:spLocks noChangeShapeType="1"/>
              </p:cNvSpPr>
              <p:nvPr/>
            </p:nvSpPr>
            <p:spPr bwMode="auto">
              <a:xfrm>
                <a:off x="2283" y="2906"/>
                <a:ext cx="17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Text Box 340"/>
              <p:cNvSpPr txBox="1">
                <a:spLocks noChangeArrowheads="1"/>
              </p:cNvSpPr>
              <p:nvPr/>
            </p:nvSpPr>
            <p:spPr bwMode="auto">
              <a:xfrm>
                <a:off x="3792" y="2483"/>
                <a:ext cx="28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kumimoji="0" lang="en-US" altLang="zh-CN" sz="1800">
                    <a:latin typeface="Arial" pitchFamily="34" charset="0"/>
                  </a:rPr>
                  <a:t> </a:t>
                </a:r>
                <a:r>
                  <a:rPr kumimoji="0" lang="en-US" altLang="zh-CN" sz="1600">
                    <a:latin typeface="Arial" pitchFamily="34" charset="0"/>
                  </a:rPr>
                  <a:t>&amp;</a:t>
                </a:r>
                <a:endParaRPr kumimoji="0" lang="en-US" altLang="zh-CN" sz="1800">
                  <a:latin typeface="Arial" pitchFamily="34" charset="0"/>
                </a:endParaRPr>
              </a:p>
            </p:txBody>
          </p:sp>
          <p:sp>
            <p:nvSpPr>
              <p:cNvPr id="73" name="Line 341"/>
              <p:cNvSpPr>
                <a:spLocks noChangeShapeType="1"/>
              </p:cNvSpPr>
              <p:nvPr/>
            </p:nvSpPr>
            <p:spPr bwMode="auto">
              <a:xfrm>
                <a:off x="3774" y="2578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Line 342"/>
              <p:cNvSpPr>
                <a:spLocks noChangeShapeType="1"/>
              </p:cNvSpPr>
              <p:nvPr/>
            </p:nvSpPr>
            <p:spPr bwMode="auto">
              <a:xfrm>
                <a:off x="4007" y="2530"/>
                <a:ext cx="0" cy="1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343"/>
              <p:cNvSpPr>
                <a:spLocks noChangeShapeType="1"/>
              </p:cNvSpPr>
              <p:nvPr/>
            </p:nvSpPr>
            <p:spPr bwMode="auto">
              <a:xfrm flipH="1">
                <a:off x="3880" y="2693"/>
                <a:ext cx="136" cy="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6" name="Object 348"/>
              <p:cNvGraphicFramePr>
                <a:graphicFrameLocks noChangeAspect="1"/>
              </p:cNvGraphicFramePr>
              <p:nvPr/>
            </p:nvGraphicFramePr>
            <p:xfrm>
              <a:off x="3505" y="2549"/>
              <a:ext cx="96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95" name="公式" r:id="rId23" imgW="2743200" imgH="2743200" progId="">
                      <p:embed/>
                    </p:oleObj>
                  </mc:Choice>
                  <mc:Fallback>
                    <p:oleObj name="公式" r:id="rId23" imgW="2743200" imgH="2743200" progId="">
                      <p:embed/>
                      <p:pic>
                        <p:nvPicPr>
                          <p:cNvPr id="0" name="Picture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5" y="2549"/>
                            <a:ext cx="96" cy="11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Object 356"/>
              <p:cNvGraphicFramePr>
                <a:graphicFrameLocks noChangeAspect="1"/>
              </p:cNvGraphicFramePr>
              <p:nvPr/>
            </p:nvGraphicFramePr>
            <p:xfrm>
              <a:off x="5461" y="2532"/>
              <a:ext cx="173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96" name="公式" r:id="rId25" imgW="3468240" imgH="4094640" progId="">
                      <p:embed/>
                    </p:oleObj>
                  </mc:Choice>
                  <mc:Fallback>
                    <p:oleObj name="公式" r:id="rId25" imgW="3468240" imgH="4094640" progId="">
                      <p:embed/>
                      <p:pic>
                        <p:nvPicPr>
                          <p:cNvPr id="0" name="Picture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61" y="2532"/>
                            <a:ext cx="173" cy="25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8" name="Object 357"/>
              <p:cNvGraphicFramePr>
                <a:graphicFrameLocks noChangeAspect="1"/>
              </p:cNvGraphicFramePr>
              <p:nvPr/>
            </p:nvGraphicFramePr>
            <p:xfrm>
              <a:off x="507" y="3424"/>
              <a:ext cx="371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97" name="Equation" r:id="rId27" imgW="8843760" imgH="4410360" progId="Equation.DSMT4">
                      <p:embed/>
                    </p:oleObj>
                  </mc:Choice>
                  <mc:Fallback>
                    <p:oleObj name="Equation" r:id="rId27" imgW="8843760" imgH="4410360" progId="Equation.DSMT4">
                      <p:embed/>
                      <p:pic>
                        <p:nvPicPr>
                          <p:cNvPr id="0" name="Picture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7" y="3424"/>
                            <a:ext cx="371" cy="2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9" name="AutoShape 369"/>
              <p:cNvSpPr>
                <a:spLocks noChangeArrowheads="1"/>
              </p:cNvSpPr>
              <p:nvPr/>
            </p:nvSpPr>
            <p:spPr bwMode="auto">
              <a:xfrm>
                <a:off x="1967" y="3075"/>
                <a:ext cx="195" cy="177"/>
              </a:xfrm>
              <a:prstGeom prst="flowChartDelay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AutoShape 370"/>
              <p:cNvSpPr>
                <a:spLocks noChangeArrowheads="1"/>
              </p:cNvSpPr>
              <p:nvPr/>
            </p:nvSpPr>
            <p:spPr bwMode="auto">
              <a:xfrm>
                <a:off x="4637" y="2519"/>
                <a:ext cx="195" cy="177"/>
              </a:xfrm>
              <a:prstGeom prst="flowChartDelay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AutoShape 373"/>
              <p:cNvSpPr>
                <a:spLocks noChangeArrowheads="1"/>
              </p:cNvSpPr>
              <p:nvPr/>
            </p:nvSpPr>
            <p:spPr bwMode="auto">
              <a:xfrm rot="5400000">
                <a:off x="5086" y="2543"/>
                <a:ext cx="133" cy="142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38607" name="Object 15"/>
            <p:cNvGraphicFramePr>
              <a:graphicFrameLocks noChangeAspect="1"/>
            </p:cNvGraphicFramePr>
            <p:nvPr/>
          </p:nvGraphicFramePr>
          <p:xfrm>
            <a:off x="3962400" y="2343150"/>
            <a:ext cx="28416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8" name="Equation" r:id="rId29" imgW="4733280" imgH="5357520" progId="Equation.DSMT4">
                    <p:embed/>
                  </p:oleObj>
                </mc:Choice>
                <mc:Fallback>
                  <p:oleObj name="Equation" r:id="rId29" imgW="4733280" imgH="5357520" progId="Equation.DSMT4">
                    <p:embed/>
                    <p:pic>
                      <p:nvPicPr>
                        <p:cNvPr id="0" name="Picture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400" y="2343150"/>
                          <a:ext cx="284163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8608" name="Object 16"/>
            <p:cNvGraphicFramePr>
              <a:graphicFrameLocks noChangeAspect="1"/>
            </p:cNvGraphicFramePr>
            <p:nvPr/>
          </p:nvGraphicFramePr>
          <p:xfrm>
            <a:off x="6007100" y="2343150"/>
            <a:ext cx="28416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" name="Equation" r:id="rId31" imgW="4733280" imgH="5357520" progId="Equation.DSMT4">
                    <p:embed/>
                  </p:oleObj>
                </mc:Choice>
                <mc:Fallback>
                  <p:oleObj name="Equation" r:id="rId31" imgW="4733280" imgH="5357520" progId="Equation.DSMT4">
                    <p:embed/>
                    <p:pic>
                      <p:nvPicPr>
                        <p:cNvPr id="0" name="Picture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7100" y="2343150"/>
                          <a:ext cx="284163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0" y="26479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11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时序电路分析例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39549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第一步：写出输出方程、激励方程和状态方程：</a:t>
            </a:r>
          </a:p>
        </p:txBody>
      </p:sp>
      <p:pic>
        <p:nvPicPr>
          <p:cNvPr id="239631" name="Picture 15" descr="C:\Users\hfutliujun\AppData\Roaming\Tencent\Users\350654676\QQ\WinTemp\RichOle\%4{RC_%1{N4UJ3S2YQ6`)Z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047750"/>
            <a:ext cx="5916889" cy="1600200"/>
          </a:xfrm>
          <a:prstGeom prst="rect">
            <a:avLst/>
          </a:prstGeom>
          <a:noFill/>
        </p:spPr>
      </p:pic>
      <p:sp>
        <p:nvSpPr>
          <p:cNvPr id="93" name="Text Box 5"/>
          <p:cNvSpPr txBox="1">
            <a:spLocks noChangeArrowheads="1"/>
          </p:cNvSpPr>
          <p:nvPr/>
        </p:nvSpPr>
        <p:spPr bwMode="auto">
          <a:xfrm>
            <a:off x="274637" y="3105150"/>
            <a:ext cx="10823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输出方程：</a:t>
            </a:r>
          </a:p>
        </p:txBody>
      </p:sp>
      <p:graphicFrame>
        <p:nvGraphicFramePr>
          <p:cNvPr id="239633" name="Object 17"/>
          <p:cNvGraphicFramePr>
            <a:graphicFrameLocks noChangeAspect="1"/>
          </p:cNvGraphicFramePr>
          <p:nvPr/>
        </p:nvGraphicFramePr>
        <p:xfrm>
          <a:off x="609600" y="3638550"/>
          <a:ext cx="96043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4" imgW="24993600" imgH="7924800" progId="Equation.DSMT4">
                  <p:embed/>
                </p:oleObj>
              </mc:Choice>
              <mc:Fallback>
                <p:oleObj name="Equation" r:id="rId4" imgW="24993600" imgH="7924800" progId="Equation.DSMT4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638550"/>
                        <a:ext cx="96043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Text Box 5"/>
          <p:cNvSpPr txBox="1">
            <a:spLocks noChangeArrowheads="1"/>
          </p:cNvSpPr>
          <p:nvPr/>
        </p:nvSpPr>
        <p:spPr bwMode="auto">
          <a:xfrm>
            <a:off x="2234991" y="3028950"/>
            <a:ext cx="10823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激励方程：</a:t>
            </a:r>
          </a:p>
        </p:txBody>
      </p:sp>
      <p:graphicFrame>
        <p:nvGraphicFramePr>
          <p:cNvPr id="239637" name="Object 21"/>
          <p:cNvGraphicFramePr>
            <a:graphicFrameLocks noChangeAspect="1"/>
          </p:cNvGraphicFramePr>
          <p:nvPr/>
        </p:nvGraphicFramePr>
        <p:xfrm>
          <a:off x="2723691" y="3376613"/>
          <a:ext cx="20240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6" imgW="54559200" imgH="10668000" progId="Equation.DSMT4">
                  <p:embed/>
                </p:oleObj>
              </mc:Choice>
              <mc:Fallback>
                <p:oleObj name="Equation" r:id="rId6" imgW="54559200" imgH="10668000" progId="Equation.DSMT4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3691" y="3376613"/>
                        <a:ext cx="20240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8" name="Object 22"/>
          <p:cNvGraphicFramePr>
            <a:graphicFrameLocks noChangeAspect="1"/>
          </p:cNvGraphicFramePr>
          <p:nvPr/>
        </p:nvGraphicFramePr>
        <p:xfrm>
          <a:off x="2701716" y="3811588"/>
          <a:ext cx="22733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8" imgW="61264800" imgH="11887200" progId="Equation.DSMT4">
                  <p:embed/>
                </p:oleObj>
              </mc:Choice>
              <mc:Fallback>
                <p:oleObj name="Equation" r:id="rId8" imgW="61264800" imgH="11887200" progId="Equation.DSMT4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716" y="3811588"/>
                        <a:ext cx="22733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9" name="Object 23"/>
          <p:cNvGraphicFramePr>
            <a:graphicFrameLocks noChangeAspect="1"/>
          </p:cNvGraphicFramePr>
          <p:nvPr/>
        </p:nvGraphicFramePr>
        <p:xfrm>
          <a:off x="2692191" y="4337050"/>
          <a:ext cx="22272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10" imgW="60045600" imgH="9448800" progId="Equation.DSMT4">
                  <p:embed/>
                </p:oleObj>
              </mc:Choice>
              <mc:Fallback>
                <p:oleObj name="Equation" r:id="rId10" imgW="60045600" imgH="9448800" progId="Equation.DSMT4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191" y="4337050"/>
                        <a:ext cx="22272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Text Box 5"/>
          <p:cNvSpPr txBox="1">
            <a:spLocks noChangeArrowheads="1"/>
          </p:cNvSpPr>
          <p:nvPr/>
        </p:nvSpPr>
        <p:spPr bwMode="auto">
          <a:xfrm>
            <a:off x="5486400" y="3105150"/>
            <a:ext cx="10823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状态方程：</a:t>
            </a:r>
          </a:p>
        </p:txBody>
      </p:sp>
      <p:graphicFrame>
        <p:nvGraphicFramePr>
          <p:cNvPr id="23964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388158"/>
              </p:ext>
            </p:extLst>
          </p:nvPr>
        </p:nvGraphicFramePr>
        <p:xfrm>
          <a:off x="5946776" y="3471664"/>
          <a:ext cx="2273300" cy="395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12" imgW="2387520" imgH="444240" progId="Equation.DSMT4">
                  <p:embed/>
                </p:oleObj>
              </mc:Choice>
              <mc:Fallback>
                <p:oleObj name="Equation" r:id="rId12" imgW="2387520" imgH="444240" progId="Equation.DSMT4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776" y="3471664"/>
                        <a:ext cx="2273300" cy="395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45" name="Object 29"/>
          <p:cNvGraphicFramePr>
            <a:graphicFrameLocks noChangeAspect="1"/>
          </p:cNvGraphicFramePr>
          <p:nvPr/>
        </p:nvGraphicFramePr>
        <p:xfrm>
          <a:off x="5995988" y="3867150"/>
          <a:ext cx="2690812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14" imgW="72542400" imgH="10668000" progId="Equation.DSMT4">
                  <p:embed/>
                </p:oleObj>
              </mc:Choice>
              <mc:Fallback>
                <p:oleObj name="Equation" r:id="rId14" imgW="72542400" imgH="10668000" progId="Equation.DSMT4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5988" y="3867150"/>
                        <a:ext cx="2690812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46" name="Object 30"/>
          <p:cNvGraphicFramePr>
            <a:graphicFrameLocks noChangeAspect="1"/>
          </p:cNvGraphicFramePr>
          <p:nvPr/>
        </p:nvGraphicFramePr>
        <p:xfrm>
          <a:off x="5995988" y="4324350"/>
          <a:ext cx="26797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16" imgW="72237600" imgH="10668000" progId="Equation.DSMT4">
                  <p:embed/>
                </p:oleObj>
              </mc:Choice>
              <mc:Fallback>
                <p:oleObj name="Equation" r:id="rId16" imgW="72237600" imgH="10668000" progId="Equation.DSMT4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5988" y="4324350"/>
                        <a:ext cx="26797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9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9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9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9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93" grpId="0" autoUpdateAnimBg="0"/>
      <p:bldP spid="9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23391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第二步：列出状态转移表：</a:t>
            </a:r>
          </a:p>
        </p:txBody>
      </p:sp>
      <p:sp>
        <p:nvSpPr>
          <p:cNvPr id="25" name="Line 293"/>
          <p:cNvSpPr>
            <a:spLocks noChangeShapeType="1"/>
          </p:cNvSpPr>
          <p:nvPr/>
        </p:nvSpPr>
        <p:spPr bwMode="auto">
          <a:xfrm>
            <a:off x="1308100" y="2141538"/>
            <a:ext cx="3873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94"/>
          <p:cNvSpPr>
            <a:spLocks noChangeShapeType="1"/>
          </p:cNvSpPr>
          <p:nvPr/>
        </p:nvSpPr>
        <p:spPr bwMode="auto">
          <a:xfrm>
            <a:off x="1308100" y="1708150"/>
            <a:ext cx="3873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96"/>
          <p:cNvSpPr>
            <a:spLocks noChangeShapeType="1"/>
          </p:cNvSpPr>
          <p:nvPr/>
        </p:nvSpPr>
        <p:spPr bwMode="auto">
          <a:xfrm>
            <a:off x="1308100" y="4591050"/>
            <a:ext cx="3949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7"/>
          <p:cNvSpPr>
            <a:spLocks noChangeShapeType="1"/>
          </p:cNvSpPr>
          <p:nvPr/>
        </p:nvSpPr>
        <p:spPr bwMode="auto">
          <a:xfrm>
            <a:off x="2941637" y="13525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98"/>
          <p:cNvSpPr>
            <a:spLocks noChangeShapeType="1"/>
          </p:cNvSpPr>
          <p:nvPr/>
        </p:nvSpPr>
        <p:spPr bwMode="auto">
          <a:xfrm>
            <a:off x="4618037" y="1352550"/>
            <a:ext cx="0" cy="325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Object 299"/>
          <p:cNvGraphicFramePr>
            <a:graphicFrameLocks noChangeAspect="1"/>
          </p:cNvGraphicFramePr>
          <p:nvPr/>
        </p:nvGraphicFramePr>
        <p:xfrm>
          <a:off x="1341438" y="1682304"/>
          <a:ext cx="39211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3" imgW="5365440" imgH="6620400" progId="Equation.DSMT4">
                  <p:embed/>
                </p:oleObj>
              </mc:Choice>
              <mc:Fallback>
                <p:oleObj name="Equation" r:id="rId3" imgW="5365440" imgH="662040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1682304"/>
                        <a:ext cx="392112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0"/>
          <p:cNvGraphicFramePr>
            <a:graphicFrameLocks noChangeAspect="1"/>
          </p:cNvGraphicFramePr>
          <p:nvPr/>
        </p:nvGraphicFramePr>
        <p:xfrm>
          <a:off x="1887538" y="1680716"/>
          <a:ext cx="3889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5" imgW="5365440" imgH="6620400" progId="Equation.DSMT4">
                  <p:embed/>
                </p:oleObj>
              </mc:Choice>
              <mc:Fallback>
                <p:oleObj name="Equation" r:id="rId5" imgW="5365440" imgH="662040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1680716"/>
                        <a:ext cx="38893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01"/>
          <p:cNvGraphicFramePr>
            <a:graphicFrameLocks noChangeAspect="1"/>
          </p:cNvGraphicFramePr>
          <p:nvPr/>
        </p:nvGraphicFramePr>
        <p:xfrm>
          <a:off x="2520950" y="1680716"/>
          <a:ext cx="3921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7" imgW="5365440" imgH="6620400" progId="Equation.DSMT4">
                  <p:embed/>
                </p:oleObj>
              </mc:Choice>
              <mc:Fallback>
                <p:oleObj name="Equation" r:id="rId7" imgW="5365440" imgH="6620400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1680716"/>
                        <a:ext cx="39211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02"/>
          <p:cNvGraphicFramePr>
            <a:graphicFrameLocks noChangeAspect="1"/>
          </p:cNvGraphicFramePr>
          <p:nvPr/>
        </p:nvGraphicFramePr>
        <p:xfrm>
          <a:off x="2962275" y="1679575"/>
          <a:ext cx="5730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9" imgW="7895160" imgH="5988960" progId="Equation.DSMT4">
                  <p:embed/>
                </p:oleObj>
              </mc:Choice>
              <mc:Fallback>
                <p:oleObj name="Equation" r:id="rId9" imgW="7895160" imgH="5988960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275" y="1679575"/>
                        <a:ext cx="573088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3"/>
          <p:cNvGraphicFramePr>
            <a:graphicFrameLocks noChangeAspect="1"/>
          </p:cNvGraphicFramePr>
          <p:nvPr/>
        </p:nvGraphicFramePr>
        <p:xfrm>
          <a:off x="3517900" y="1679575"/>
          <a:ext cx="576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11" imgW="7895160" imgH="5988960" progId="Equation.DSMT4">
                  <p:embed/>
                </p:oleObj>
              </mc:Choice>
              <mc:Fallback>
                <p:oleObj name="Equation" r:id="rId11" imgW="7895160" imgH="5988960" progId="Equation.DSMT4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1679575"/>
                        <a:ext cx="576263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4"/>
          <p:cNvGraphicFramePr>
            <a:graphicFrameLocks noChangeAspect="1"/>
          </p:cNvGraphicFramePr>
          <p:nvPr/>
        </p:nvGraphicFramePr>
        <p:xfrm>
          <a:off x="4062413" y="1677988"/>
          <a:ext cx="5762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13" imgW="7895160" imgH="5988960" progId="Equation.DSMT4">
                  <p:embed/>
                </p:oleObj>
              </mc:Choice>
              <mc:Fallback>
                <p:oleObj name="Equation" r:id="rId13" imgW="7895160" imgH="5988960" progId="Equation.DSMT4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1677988"/>
                        <a:ext cx="576262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05"/>
          <p:cNvGraphicFramePr>
            <a:graphicFrameLocks noChangeAspect="1"/>
          </p:cNvGraphicFramePr>
          <p:nvPr/>
        </p:nvGraphicFramePr>
        <p:xfrm>
          <a:off x="4667250" y="1735138"/>
          <a:ext cx="2762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Equation" r:id="rId15" imgW="3784680" imgH="4094640" progId="Equation.DSMT4">
                  <p:embed/>
                </p:oleObj>
              </mc:Choice>
              <mc:Fallback>
                <p:oleObj name="Equation" r:id="rId15" imgW="3784680" imgH="4094640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1735138"/>
                        <a:ext cx="276225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94"/>
          <p:cNvSpPr>
            <a:spLocks noChangeShapeType="1"/>
          </p:cNvSpPr>
          <p:nvPr/>
        </p:nvSpPr>
        <p:spPr bwMode="auto">
          <a:xfrm>
            <a:off x="1295400" y="1352550"/>
            <a:ext cx="3887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17526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现 态</a:t>
            </a: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34290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 态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4623377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1200" y="1047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29" grpId="0" animBg="1"/>
      <p:bldP spid="30" grpId="0" animBg="1"/>
      <p:bldP spid="39" grpId="0" animBg="1"/>
      <p:bldP spid="40" grpId="0"/>
      <p:bldP spid="41" grpId="0"/>
      <p:bldP spid="4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23391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第二步：列出状态转移表：</a:t>
            </a:r>
          </a:p>
        </p:txBody>
      </p:sp>
      <p:sp>
        <p:nvSpPr>
          <p:cNvPr id="18" name="Text Box 286"/>
          <p:cNvSpPr txBox="1">
            <a:spLocks noChangeArrowheads="1"/>
          </p:cNvSpPr>
          <p:nvPr/>
        </p:nvSpPr>
        <p:spPr bwMode="auto">
          <a:xfrm>
            <a:off x="1411287" y="21050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00001111</a:t>
            </a:r>
          </a:p>
        </p:txBody>
      </p:sp>
      <p:sp>
        <p:nvSpPr>
          <p:cNvPr id="19" name="Text Box 287"/>
          <p:cNvSpPr txBox="1">
            <a:spLocks noChangeArrowheads="1"/>
          </p:cNvSpPr>
          <p:nvPr/>
        </p:nvSpPr>
        <p:spPr bwMode="auto">
          <a:xfrm>
            <a:off x="1955800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00110011</a:t>
            </a:r>
          </a:p>
        </p:txBody>
      </p:sp>
      <p:sp>
        <p:nvSpPr>
          <p:cNvPr id="20" name="Text Box 288"/>
          <p:cNvSpPr txBox="1">
            <a:spLocks noChangeArrowheads="1"/>
          </p:cNvSpPr>
          <p:nvPr/>
        </p:nvSpPr>
        <p:spPr bwMode="auto">
          <a:xfrm>
            <a:off x="2501900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01010101</a:t>
            </a:r>
          </a:p>
        </p:txBody>
      </p:sp>
      <p:sp>
        <p:nvSpPr>
          <p:cNvPr id="25" name="Line 293"/>
          <p:cNvSpPr>
            <a:spLocks noChangeShapeType="1"/>
          </p:cNvSpPr>
          <p:nvPr/>
        </p:nvSpPr>
        <p:spPr bwMode="auto">
          <a:xfrm>
            <a:off x="1308100" y="2141538"/>
            <a:ext cx="3873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94"/>
          <p:cNvSpPr>
            <a:spLocks noChangeShapeType="1"/>
          </p:cNvSpPr>
          <p:nvPr/>
        </p:nvSpPr>
        <p:spPr bwMode="auto">
          <a:xfrm>
            <a:off x="1308100" y="1708150"/>
            <a:ext cx="3873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96"/>
          <p:cNvSpPr>
            <a:spLocks noChangeShapeType="1"/>
          </p:cNvSpPr>
          <p:nvPr/>
        </p:nvSpPr>
        <p:spPr bwMode="auto">
          <a:xfrm>
            <a:off x="1308100" y="4591050"/>
            <a:ext cx="3949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7"/>
          <p:cNvSpPr>
            <a:spLocks noChangeShapeType="1"/>
          </p:cNvSpPr>
          <p:nvPr/>
        </p:nvSpPr>
        <p:spPr bwMode="auto">
          <a:xfrm>
            <a:off x="2941637" y="13525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98"/>
          <p:cNvSpPr>
            <a:spLocks noChangeShapeType="1"/>
          </p:cNvSpPr>
          <p:nvPr/>
        </p:nvSpPr>
        <p:spPr bwMode="auto">
          <a:xfrm>
            <a:off x="4618037" y="1352550"/>
            <a:ext cx="0" cy="325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Object 299"/>
          <p:cNvGraphicFramePr>
            <a:graphicFrameLocks noChangeAspect="1"/>
          </p:cNvGraphicFramePr>
          <p:nvPr/>
        </p:nvGraphicFramePr>
        <p:xfrm>
          <a:off x="1341438" y="1682304"/>
          <a:ext cx="39211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3" imgW="217440" imgH="266400" progId="Equation.DSMT4">
                  <p:embed/>
                </p:oleObj>
              </mc:Choice>
              <mc:Fallback>
                <p:oleObj name="Equation" r:id="rId3" imgW="217440" imgH="26640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1682304"/>
                        <a:ext cx="392112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0"/>
          <p:cNvGraphicFramePr>
            <a:graphicFrameLocks noChangeAspect="1"/>
          </p:cNvGraphicFramePr>
          <p:nvPr/>
        </p:nvGraphicFramePr>
        <p:xfrm>
          <a:off x="1887538" y="1680716"/>
          <a:ext cx="3889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5" imgW="217440" imgH="266400" progId="Equation.DSMT4">
                  <p:embed/>
                </p:oleObj>
              </mc:Choice>
              <mc:Fallback>
                <p:oleObj name="Equation" r:id="rId5" imgW="217440" imgH="26640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1680716"/>
                        <a:ext cx="38893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01"/>
          <p:cNvGraphicFramePr>
            <a:graphicFrameLocks noChangeAspect="1"/>
          </p:cNvGraphicFramePr>
          <p:nvPr/>
        </p:nvGraphicFramePr>
        <p:xfrm>
          <a:off x="2520950" y="1680716"/>
          <a:ext cx="3921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7" imgW="217440" imgH="266400" progId="Equation.DSMT4">
                  <p:embed/>
                </p:oleObj>
              </mc:Choice>
              <mc:Fallback>
                <p:oleObj name="Equation" r:id="rId7" imgW="217440" imgH="2664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1680716"/>
                        <a:ext cx="39211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02"/>
          <p:cNvGraphicFramePr>
            <a:graphicFrameLocks noChangeAspect="1"/>
          </p:cNvGraphicFramePr>
          <p:nvPr/>
        </p:nvGraphicFramePr>
        <p:xfrm>
          <a:off x="2962275" y="1679575"/>
          <a:ext cx="5730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9" imgW="316080" imgH="236880" progId="Equation.DSMT4">
                  <p:embed/>
                </p:oleObj>
              </mc:Choice>
              <mc:Fallback>
                <p:oleObj name="Equation" r:id="rId9" imgW="316080" imgH="23688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275" y="1679575"/>
                        <a:ext cx="573088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3"/>
          <p:cNvGraphicFramePr>
            <a:graphicFrameLocks noChangeAspect="1"/>
          </p:cNvGraphicFramePr>
          <p:nvPr/>
        </p:nvGraphicFramePr>
        <p:xfrm>
          <a:off x="3517900" y="1679575"/>
          <a:ext cx="576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11" imgW="316080" imgH="236880" progId="Equation.DSMT4">
                  <p:embed/>
                </p:oleObj>
              </mc:Choice>
              <mc:Fallback>
                <p:oleObj name="Equation" r:id="rId11" imgW="316080" imgH="23688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1679575"/>
                        <a:ext cx="576263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4"/>
          <p:cNvGraphicFramePr>
            <a:graphicFrameLocks noChangeAspect="1"/>
          </p:cNvGraphicFramePr>
          <p:nvPr/>
        </p:nvGraphicFramePr>
        <p:xfrm>
          <a:off x="4062413" y="1677988"/>
          <a:ext cx="5762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Equation" r:id="rId13" imgW="316080" imgH="236880" progId="Equation.DSMT4">
                  <p:embed/>
                </p:oleObj>
              </mc:Choice>
              <mc:Fallback>
                <p:oleObj name="Equation" r:id="rId13" imgW="316080" imgH="23688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1677988"/>
                        <a:ext cx="576262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05"/>
          <p:cNvGraphicFramePr>
            <a:graphicFrameLocks noChangeAspect="1"/>
          </p:cNvGraphicFramePr>
          <p:nvPr/>
        </p:nvGraphicFramePr>
        <p:xfrm>
          <a:off x="4667250" y="1735138"/>
          <a:ext cx="2762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Equation" r:id="rId15" imgW="148320" imgH="158040" progId="Equation.DSMT4">
                  <p:embed/>
                </p:oleObj>
              </mc:Choice>
              <mc:Fallback>
                <p:oleObj name="Equation" r:id="rId15" imgW="148320" imgH="15804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1735138"/>
                        <a:ext cx="276225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94"/>
          <p:cNvSpPr>
            <a:spLocks noChangeShapeType="1"/>
          </p:cNvSpPr>
          <p:nvPr/>
        </p:nvSpPr>
        <p:spPr bwMode="auto">
          <a:xfrm>
            <a:off x="1295400" y="1352550"/>
            <a:ext cx="3887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17526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现 态</a:t>
            </a: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34290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 态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4623377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1200" y="1047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23391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第二步：列出状态转移表：</a:t>
            </a:r>
          </a:p>
        </p:txBody>
      </p:sp>
      <p:sp>
        <p:nvSpPr>
          <p:cNvPr id="18" name="Text Box 286"/>
          <p:cNvSpPr txBox="1">
            <a:spLocks noChangeArrowheads="1"/>
          </p:cNvSpPr>
          <p:nvPr/>
        </p:nvSpPr>
        <p:spPr bwMode="auto">
          <a:xfrm>
            <a:off x="1411287" y="21050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00001111</a:t>
            </a:r>
          </a:p>
        </p:txBody>
      </p:sp>
      <p:sp>
        <p:nvSpPr>
          <p:cNvPr id="19" name="Text Box 287"/>
          <p:cNvSpPr txBox="1">
            <a:spLocks noChangeArrowheads="1"/>
          </p:cNvSpPr>
          <p:nvPr/>
        </p:nvSpPr>
        <p:spPr bwMode="auto">
          <a:xfrm>
            <a:off x="1955800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00110011</a:t>
            </a:r>
          </a:p>
        </p:txBody>
      </p:sp>
      <p:sp>
        <p:nvSpPr>
          <p:cNvPr id="20" name="Text Box 288"/>
          <p:cNvSpPr txBox="1">
            <a:spLocks noChangeArrowheads="1"/>
          </p:cNvSpPr>
          <p:nvPr/>
        </p:nvSpPr>
        <p:spPr bwMode="auto">
          <a:xfrm>
            <a:off x="2501900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01010101</a:t>
            </a:r>
          </a:p>
        </p:txBody>
      </p:sp>
      <p:sp>
        <p:nvSpPr>
          <p:cNvPr id="21" name="Text Box 289"/>
          <p:cNvSpPr txBox="1">
            <a:spLocks noChangeArrowheads="1"/>
          </p:cNvSpPr>
          <p:nvPr/>
        </p:nvSpPr>
        <p:spPr bwMode="auto">
          <a:xfrm>
            <a:off x="3046412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00011100</a:t>
            </a:r>
          </a:p>
        </p:txBody>
      </p:sp>
      <p:sp>
        <p:nvSpPr>
          <p:cNvPr id="22" name="Text Box 290"/>
          <p:cNvSpPr txBox="1">
            <a:spLocks noChangeArrowheads="1"/>
          </p:cNvSpPr>
          <p:nvPr/>
        </p:nvSpPr>
        <p:spPr bwMode="auto">
          <a:xfrm>
            <a:off x="3590925" y="21050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01100100</a:t>
            </a:r>
          </a:p>
        </p:txBody>
      </p:sp>
      <p:sp>
        <p:nvSpPr>
          <p:cNvPr id="23" name="Text Box 291"/>
          <p:cNvSpPr txBox="1">
            <a:spLocks noChangeArrowheads="1"/>
          </p:cNvSpPr>
          <p:nvPr/>
        </p:nvSpPr>
        <p:spPr bwMode="auto">
          <a:xfrm>
            <a:off x="4133850" y="21050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10101000</a:t>
            </a:r>
          </a:p>
        </p:txBody>
      </p:sp>
      <p:sp>
        <p:nvSpPr>
          <p:cNvPr id="24" name="Text Box 292"/>
          <p:cNvSpPr txBox="1">
            <a:spLocks noChangeArrowheads="1"/>
          </p:cNvSpPr>
          <p:nvPr/>
        </p:nvSpPr>
        <p:spPr bwMode="auto">
          <a:xfrm>
            <a:off x="4665662" y="2090738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00000011</a:t>
            </a:r>
          </a:p>
        </p:txBody>
      </p:sp>
      <p:sp>
        <p:nvSpPr>
          <p:cNvPr id="25" name="Line 293"/>
          <p:cNvSpPr>
            <a:spLocks noChangeShapeType="1"/>
          </p:cNvSpPr>
          <p:nvPr/>
        </p:nvSpPr>
        <p:spPr bwMode="auto">
          <a:xfrm>
            <a:off x="1308100" y="2141538"/>
            <a:ext cx="3873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94"/>
          <p:cNvSpPr>
            <a:spLocks noChangeShapeType="1"/>
          </p:cNvSpPr>
          <p:nvPr/>
        </p:nvSpPr>
        <p:spPr bwMode="auto">
          <a:xfrm>
            <a:off x="1308100" y="1708150"/>
            <a:ext cx="3873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96"/>
          <p:cNvSpPr>
            <a:spLocks noChangeShapeType="1"/>
          </p:cNvSpPr>
          <p:nvPr/>
        </p:nvSpPr>
        <p:spPr bwMode="auto">
          <a:xfrm>
            <a:off x="1308100" y="4591050"/>
            <a:ext cx="3873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7"/>
          <p:cNvSpPr>
            <a:spLocks noChangeShapeType="1"/>
          </p:cNvSpPr>
          <p:nvPr/>
        </p:nvSpPr>
        <p:spPr bwMode="auto">
          <a:xfrm>
            <a:off x="2941637" y="13525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98"/>
          <p:cNvSpPr>
            <a:spLocks noChangeShapeType="1"/>
          </p:cNvSpPr>
          <p:nvPr/>
        </p:nvSpPr>
        <p:spPr bwMode="auto">
          <a:xfrm>
            <a:off x="4618037" y="1352550"/>
            <a:ext cx="0" cy="325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Object 299"/>
          <p:cNvGraphicFramePr>
            <a:graphicFrameLocks noChangeAspect="1"/>
          </p:cNvGraphicFramePr>
          <p:nvPr/>
        </p:nvGraphicFramePr>
        <p:xfrm>
          <a:off x="1341438" y="1682304"/>
          <a:ext cx="39211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3" imgW="217440" imgH="266400" progId="Equation.DSMT4">
                  <p:embed/>
                </p:oleObj>
              </mc:Choice>
              <mc:Fallback>
                <p:oleObj name="Equation" r:id="rId3" imgW="217440" imgH="26640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1682304"/>
                        <a:ext cx="392112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0"/>
          <p:cNvGraphicFramePr>
            <a:graphicFrameLocks noChangeAspect="1"/>
          </p:cNvGraphicFramePr>
          <p:nvPr/>
        </p:nvGraphicFramePr>
        <p:xfrm>
          <a:off x="1887538" y="1680716"/>
          <a:ext cx="3889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5" imgW="217440" imgH="266400" progId="Equation.DSMT4">
                  <p:embed/>
                </p:oleObj>
              </mc:Choice>
              <mc:Fallback>
                <p:oleObj name="Equation" r:id="rId5" imgW="217440" imgH="26640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1680716"/>
                        <a:ext cx="38893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01"/>
          <p:cNvGraphicFramePr>
            <a:graphicFrameLocks noChangeAspect="1"/>
          </p:cNvGraphicFramePr>
          <p:nvPr/>
        </p:nvGraphicFramePr>
        <p:xfrm>
          <a:off x="2520950" y="1680716"/>
          <a:ext cx="3921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7" imgW="217440" imgH="266400" progId="Equation.DSMT4">
                  <p:embed/>
                </p:oleObj>
              </mc:Choice>
              <mc:Fallback>
                <p:oleObj name="Equation" r:id="rId7" imgW="217440" imgH="2664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1680716"/>
                        <a:ext cx="39211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02"/>
          <p:cNvGraphicFramePr>
            <a:graphicFrameLocks noChangeAspect="1"/>
          </p:cNvGraphicFramePr>
          <p:nvPr/>
        </p:nvGraphicFramePr>
        <p:xfrm>
          <a:off x="2962275" y="1679575"/>
          <a:ext cx="5730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9" imgW="316080" imgH="236880" progId="Equation.DSMT4">
                  <p:embed/>
                </p:oleObj>
              </mc:Choice>
              <mc:Fallback>
                <p:oleObj name="Equation" r:id="rId9" imgW="316080" imgH="23688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275" y="1679575"/>
                        <a:ext cx="573088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3"/>
          <p:cNvGraphicFramePr>
            <a:graphicFrameLocks noChangeAspect="1"/>
          </p:cNvGraphicFramePr>
          <p:nvPr/>
        </p:nvGraphicFramePr>
        <p:xfrm>
          <a:off x="3517900" y="1679575"/>
          <a:ext cx="576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11" imgW="316080" imgH="236880" progId="Equation.DSMT4">
                  <p:embed/>
                </p:oleObj>
              </mc:Choice>
              <mc:Fallback>
                <p:oleObj name="Equation" r:id="rId11" imgW="316080" imgH="23688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1679575"/>
                        <a:ext cx="576263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4"/>
          <p:cNvGraphicFramePr>
            <a:graphicFrameLocks noChangeAspect="1"/>
          </p:cNvGraphicFramePr>
          <p:nvPr/>
        </p:nvGraphicFramePr>
        <p:xfrm>
          <a:off x="4062413" y="1677988"/>
          <a:ext cx="5762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13" imgW="316080" imgH="236880" progId="Equation.DSMT4">
                  <p:embed/>
                </p:oleObj>
              </mc:Choice>
              <mc:Fallback>
                <p:oleObj name="Equation" r:id="rId13" imgW="316080" imgH="23688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1677988"/>
                        <a:ext cx="576262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05"/>
          <p:cNvGraphicFramePr>
            <a:graphicFrameLocks noChangeAspect="1"/>
          </p:cNvGraphicFramePr>
          <p:nvPr/>
        </p:nvGraphicFramePr>
        <p:xfrm>
          <a:off x="4667250" y="1735138"/>
          <a:ext cx="2762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15" imgW="148320" imgH="158040" progId="Equation.DSMT4">
                  <p:embed/>
                </p:oleObj>
              </mc:Choice>
              <mc:Fallback>
                <p:oleObj name="Equation" r:id="rId15" imgW="148320" imgH="15804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1735138"/>
                        <a:ext cx="276225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94"/>
          <p:cNvSpPr>
            <a:spLocks noChangeShapeType="1"/>
          </p:cNvSpPr>
          <p:nvPr/>
        </p:nvSpPr>
        <p:spPr bwMode="auto">
          <a:xfrm>
            <a:off x="1295400" y="1352550"/>
            <a:ext cx="3887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17526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现 态</a:t>
            </a: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3429000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 态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4623377" y="13525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1200" y="10477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24200" y="705165"/>
            <a:ext cx="180049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第三步：画出状态图</a:t>
            </a:r>
          </a:p>
        </p:txBody>
      </p:sp>
      <p:sp>
        <p:nvSpPr>
          <p:cNvPr id="18" name="Text Box 286"/>
          <p:cNvSpPr txBox="1">
            <a:spLocks noChangeArrowheads="1"/>
          </p:cNvSpPr>
          <p:nvPr/>
        </p:nvSpPr>
        <p:spPr bwMode="auto">
          <a:xfrm>
            <a:off x="268287" y="22574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00001111</a:t>
            </a:r>
          </a:p>
        </p:txBody>
      </p:sp>
      <p:sp>
        <p:nvSpPr>
          <p:cNvPr id="19" name="Text Box 287"/>
          <p:cNvSpPr txBox="1">
            <a:spLocks noChangeArrowheads="1"/>
          </p:cNvSpPr>
          <p:nvPr/>
        </p:nvSpPr>
        <p:spPr bwMode="auto">
          <a:xfrm>
            <a:off x="812800" y="22574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00110011</a:t>
            </a:r>
          </a:p>
        </p:txBody>
      </p:sp>
      <p:sp>
        <p:nvSpPr>
          <p:cNvPr id="20" name="Text Box 288"/>
          <p:cNvSpPr txBox="1">
            <a:spLocks noChangeArrowheads="1"/>
          </p:cNvSpPr>
          <p:nvPr/>
        </p:nvSpPr>
        <p:spPr bwMode="auto">
          <a:xfrm>
            <a:off x="1358900" y="22574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latin typeface="微软雅黑" pitchFamily="34" charset="-122"/>
                <a:ea typeface="微软雅黑" pitchFamily="34" charset="-122"/>
              </a:rPr>
              <a:t>01010101</a:t>
            </a:r>
          </a:p>
        </p:txBody>
      </p:sp>
      <p:sp>
        <p:nvSpPr>
          <p:cNvPr id="21" name="Text Box 289"/>
          <p:cNvSpPr txBox="1">
            <a:spLocks noChangeArrowheads="1"/>
          </p:cNvSpPr>
          <p:nvPr/>
        </p:nvSpPr>
        <p:spPr bwMode="auto">
          <a:xfrm>
            <a:off x="1903412" y="22574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00011100</a:t>
            </a:r>
          </a:p>
        </p:txBody>
      </p:sp>
      <p:sp>
        <p:nvSpPr>
          <p:cNvPr id="22" name="Text Box 290"/>
          <p:cNvSpPr txBox="1">
            <a:spLocks noChangeArrowheads="1"/>
          </p:cNvSpPr>
          <p:nvPr/>
        </p:nvSpPr>
        <p:spPr bwMode="auto">
          <a:xfrm>
            <a:off x="2447925" y="2257425"/>
            <a:ext cx="3635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01100100</a:t>
            </a:r>
          </a:p>
        </p:txBody>
      </p:sp>
      <p:sp>
        <p:nvSpPr>
          <p:cNvPr id="23" name="Text Box 291"/>
          <p:cNvSpPr txBox="1">
            <a:spLocks noChangeArrowheads="1"/>
          </p:cNvSpPr>
          <p:nvPr/>
        </p:nvSpPr>
        <p:spPr bwMode="auto">
          <a:xfrm>
            <a:off x="2990850" y="2257425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10101000</a:t>
            </a:r>
          </a:p>
        </p:txBody>
      </p:sp>
      <p:sp>
        <p:nvSpPr>
          <p:cNvPr id="24" name="Text Box 292"/>
          <p:cNvSpPr txBox="1">
            <a:spLocks noChangeArrowheads="1"/>
          </p:cNvSpPr>
          <p:nvPr/>
        </p:nvSpPr>
        <p:spPr bwMode="auto">
          <a:xfrm>
            <a:off x="3522662" y="2243138"/>
            <a:ext cx="365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00000011</a:t>
            </a:r>
          </a:p>
        </p:txBody>
      </p:sp>
      <p:sp>
        <p:nvSpPr>
          <p:cNvPr id="25" name="Line 293"/>
          <p:cNvSpPr>
            <a:spLocks noChangeShapeType="1"/>
          </p:cNvSpPr>
          <p:nvPr/>
        </p:nvSpPr>
        <p:spPr bwMode="auto">
          <a:xfrm>
            <a:off x="165100" y="2293938"/>
            <a:ext cx="3873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94"/>
          <p:cNvSpPr>
            <a:spLocks noChangeShapeType="1"/>
          </p:cNvSpPr>
          <p:nvPr/>
        </p:nvSpPr>
        <p:spPr bwMode="auto">
          <a:xfrm>
            <a:off x="165100" y="1860550"/>
            <a:ext cx="3873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96"/>
          <p:cNvSpPr>
            <a:spLocks noChangeShapeType="1"/>
          </p:cNvSpPr>
          <p:nvPr/>
        </p:nvSpPr>
        <p:spPr bwMode="auto">
          <a:xfrm>
            <a:off x="165100" y="4743450"/>
            <a:ext cx="3949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97"/>
          <p:cNvSpPr>
            <a:spLocks noChangeShapeType="1"/>
          </p:cNvSpPr>
          <p:nvPr/>
        </p:nvSpPr>
        <p:spPr bwMode="auto">
          <a:xfrm>
            <a:off x="1798637" y="1504950"/>
            <a:ext cx="0" cy="322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98"/>
          <p:cNvSpPr>
            <a:spLocks noChangeShapeType="1"/>
          </p:cNvSpPr>
          <p:nvPr/>
        </p:nvSpPr>
        <p:spPr bwMode="auto">
          <a:xfrm>
            <a:off x="3475037" y="1504950"/>
            <a:ext cx="0" cy="325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Object 299"/>
          <p:cNvGraphicFramePr>
            <a:graphicFrameLocks noChangeAspect="1"/>
          </p:cNvGraphicFramePr>
          <p:nvPr/>
        </p:nvGraphicFramePr>
        <p:xfrm>
          <a:off x="198438" y="1834704"/>
          <a:ext cx="39211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3" imgW="217440" imgH="266400" progId="Equation.DSMT4">
                  <p:embed/>
                </p:oleObj>
              </mc:Choice>
              <mc:Fallback>
                <p:oleObj name="Equation" r:id="rId3" imgW="217440" imgH="26640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8" y="1834704"/>
                        <a:ext cx="392112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0"/>
          <p:cNvGraphicFramePr>
            <a:graphicFrameLocks noChangeAspect="1"/>
          </p:cNvGraphicFramePr>
          <p:nvPr/>
        </p:nvGraphicFramePr>
        <p:xfrm>
          <a:off x="744538" y="1833116"/>
          <a:ext cx="3889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5" imgW="217440" imgH="266400" progId="Equation.DSMT4">
                  <p:embed/>
                </p:oleObj>
              </mc:Choice>
              <mc:Fallback>
                <p:oleObj name="Equation" r:id="rId5" imgW="217440" imgH="26640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1833116"/>
                        <a:ext cx="38893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01"/>
          <p:cNvGraphicFramePr>
            <a:graphicFrameLocks noChangeAspect="1"/>
          </p:cNvGraphicFramePr>
          <p:nvPr/>
        </p:nvGraphicFramePr>
        <p:xfrm>
          <a:off x="1377950" y="1833116"/>
          <a:ext cx="3921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Equation" r:id="rId7" imgW="217440" imgH="266400" progId="Equation.DSMT4">
                  <p:embed/>
                </p:oleObj>
              </mc:Choice>
              <mc:Fallback>
                <p:oleObj name="Equation" r:id="rId7" imgW="217440" imgH="2664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1833116"/>
                        <a:ext cx="392113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02"/>
          <p:cNvGraphicFramePr>
            <a:graphicFrameLocks noChangeAspect="1"/>
          </p:cNvGraphicFramePr>
          <p:nvPr/>
        </p:nvGraphicFramePr>
        <p:xfrm>
          <a:off x="1819275" y="1831975"/>
          <a:ext cx="5730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Equation" r:id="rId9" imgW="316080" imgH="236880" progId="Equation.DSMT4">
                  <p:embed/>
                </p:oleObj>
              </mc:Choice>
              <mc:Fallback>
                <p:oleObj name="Equation" r:id="rId9" imgW="316080" imgH="23688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1831975"/>
                        <a:ext cx="573088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3"/>
          <p:cNvGraphicFramePr>
            <a:graphicFrameLocks noChangeAspect="1"/>
          </p:cNvGraphicFramePr>
          <p:nvPr/>
        </p:nvGraphicFramePr>
        <p:xfrm>
          <a:off x="2374900" y="1831975"/>
          <a:ext cx="576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11" imgW="316080" imgH="236880" progId="Equation.DSMT4">
                  <p:embed/>
                </p:oleObj>
              </mc:Choice>
              <mc:Fallback>
                <p:oleObj name="Equation" r:id="rId11" imgW="316080" imgH="23688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1831975"/>
                        <a:ext cx="576263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4"/>
          <p:cNvGraphicFramePr>
            <a:graphicFrameLocks noChangeAspect="1"/>
          </p:cNvGraphicFramePr>
          <p:nvPr/>
        </p:nvGraphicFramePr>
        <p:xfrm>
          <a:off x="2919413" y="1830388"/>
          <a:ext cx="5762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Equation" r:id="rId13" imgW="316080" imgH="236880" progId="Equation.DSMT4">
                  <p:embed/>
                </p:oleObj>
              </mc:Choice>
              <mc:Fallback>
                <p:oleObj name="Equation" r:id="rId13" imgW="316080" imgH="23688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1830388"/>
                        <a:ext cx="576262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05"/>
          <p:cNvGraphicFramePr>
            <a:graphicFrameLocks noChangeAspect="1"/>
          </p:cNvGraphicFramePr>
          <p:nvPr/>
        </p:nvGraphicFramePr>
        <p:xfrm>
          <a:off x="3524250" y="1887538"/>
          <a:ext cx="2762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Equation" r:id="rId15" imgW="148320" imgH="158040" progId="Equation.DSMT4">
                  <p:embed/>
                </p:oleObj>
              </mc:Choice>
              <mc:Fallback>
                <p:oleObj name="Equation" r:id="rId15" imgW="148320" imgH="15804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1887538"/>
                        <a:ext cx="276225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94"/>
          <p:cNvSpPr>
            <a:spLocks noChangeShapeType="1"/>
          </p:cNvSpPr>
          <p:nvPr/>
        </p:nvSpPr>
        <p:spPr bwMode="auto">
          <a:xfrm>
            <a:off x="152400" y="1504950"/>
            <a:ext cx="3887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609600" y="15049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现 态</a:t>
            </a: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2286000" y="15049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 态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3480377" y="1504950"/>
            <a:ext cx="596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 出</a:t>
            </a:r>
          </a:p>
        </p:txBody>
      </p:sp>
      <p:grpSp>
        <p:nvGrpSpPr>
          <p:cNvPr id="84" name="Group 1074"/>
          <p:cNvGrpSpPr>
            <a:grpSpLocks/>
          </p:cNvGrpSpPr>
          <p:nvPr/>
        </p:nvGrpSpPr>
        <p:grpSpPr bwMode="auto">
          <a:xfrm>
            <a:off x="4953000" y="1352550"/>
            <a:ext cx="685800" cy="457200"/>
            <a:chOff x="884" y="3249"/>
            <a:chExt cx="362" cy="317"/>
          </a:xfrm>
        </p:grpSpPr>
        <p:sp>
          <p:nvSpPr>
            <p:cNvPr id="85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000/0</a:t>
              </a:r>
            </a:p>
          </p:txBody>
        </p:sp>
      </p:grpSp>
      <p:sp>
        <p:nvSpPr>
          <p:cNvPr id="87" name="Line 1098"/>
          <p:cNvSpPr>
            <a:spLocks noChangeShapeType="1"/>
          </p:cNvSpPr>
          <p:nvPr/>
        </p:nvSpPr>
        <p:spPr bwMode="auto">
          <a:xfrm>
            <a:off x="5562600" y="15811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88" name="Group 1074"/>
          <p:cNvGrpSpPr>
            <a:grpSpLocks/>
          </p:cNvGrpSpPr>
          <p:nvPr/>
        </p:nvGrpSpPr>
        <p:grpSpPr bwMode="auto">
          <a:xfrm>
            <a:off x="6057585" y="1352550"/>
            <a:ext cx="685800" cy="457200"/>
            <a:chOff x="884" y="3249"/>
            <a:chExt cx="362" cy="317"/>
          </a:xfrm>
        </p:grpSpPr>
        <p:sp>
          <p:nvSpPr>
            <p:cNvPr id="89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001/0</a:t>
              </a:r>
            </a:p>
          </p:txBody>
        </p:sp>
      </p:grpSp>
      <p:sp>
        <p:nvSpPr>
          <p:cNvPr id="91" name="Line 1098"/>
          <p:cNvSpPr>
            <a:spLocks noChangeShapeType="1"/>
          </p:cNvSpPr>
          <p:nvPr/>
        </p:nvSpPr>
        <p:spPr bwMode="auto">
          <a:xfrm>
            <a:off x="6667815" y="15811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Group 1074"/>
          <p:cNvGrpSpPr>
            <a:grpSpLocks/>
          </p:cNvGrpSpPr>
          <p:nvPr/>
        </p:nvGrpSpPr>
        <p:grpSpPr bwMode="auto">
          <a:xfrm>
            <a:off x="7162800" y="1352550"/>
            <a:ext cx="685800" cy="457200"/>
            <a:chOff x="884" y="3249"/>
            <a:chExt cx="362" cy="317"/>
          </a:xfrm>
        </p:grpSpPr>
        <p:sp>
          <p:nvSpPr>
            <p:cNvPr id="93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010/0</a:t>
              </a:r>
            </a:p>
          </p:txBody>
        </p:sp>
      </p:grpSp>
      <p:sp>
        <p:nvSpPr>
          <p:cNvPr id="95" name="Line 1098"/>
          <p:cNvSpPr>
            <a:spLocks noChangeShapeType="1"/>
          </p:cNvSpPr>
          <p:nvPr/>
        </p:nvSpPr>
        <p:spPr bwMode="auto">
          <a:xfrm>
            <a:off x="7772400" y="15811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96" name="Group 1074"/>
          <p:cNvGrpSpPr>
            <a:grpSpLocks/>
          </p:cNvGrpSpPr>
          <p:nvPr/>
        </p:nvGrpSpPr>
        <p:grpSpPr bwMode="auto">
          <a:xfrm>
            <a:off x="8267385" y="1352550"/>
            <a:ext cx="685800" cy="457200"/>
            <a:chOff x="884" y="3249"/>
            <a:chExt cx="362" cy="317"/>
          </a:xfrm>
        </p:grpSpPr>
        <p:sp>
          <p:nvSpPr>
            <p:cNvPr id="97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011/0</a:t>
              </a:r>
            </a:p>
          </p:txBody>
        </p:sp>
      </p:grpSp>
      <p:sp>
        <p:nvSpPr>
          <p:cNvPr id="99" name="Line 1105"/>
          <p:cNvSpPr>
            <a:spLocks noChangeShapeType="1"/>
          </p:cNvSpPr>
          <p:nvPr/>
        </p:nvSpPr>
        <p:spPr bwMode="auto">
          <a:xfrm flipH="1">
            <a:off x="8153400" y="1809750"/>
            <a:ext cx="287338" cy="5048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00" name="Group 1074"/>
          <p:cNvGrpSpPr>
            <a:grpSpLocks/>
          </p:cNvGrpSpPr>
          <p:nvPr/>
        </p:nvGrpSpPr>
        <p:grpSpPr bwMode="auto">
          <a:xfrm>
            <a:off x="7582215" y="2205864"/>
            <a:ext cx="685800" cy="457200"/>
            <a:chOff x="884" y="3249"/>
            <a:chExt cx="362" cy="317"/>
          </a:xfrm>
        </p:grpSpPr>
        <p:sp>
          <p:nvSpPr>
            <p:cNvPr id="101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100/0</a:t>
              </a:r>
            </a:p>
          </p:txBody>
        </p:sp>
      </p:grpSp>
      <p:sp>
        <p:nvSpPr>
          <p:cNvPr id="103" name="Line 1101"/>
          <p:cNvSpPr>
            <a:spLocks noChangeShapeType="1"/>
          </p:cNvSpPr>
          <p:nvPr/>
        </p:nvSpPr>
        <p:spPr bwMode="auto">
          <a:xfrm flipH="1">
            <a:off x="7086600" y="24193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04" name="Group 1074"/>
          <p:cNvGrpSpPr>
            <a:grpSpLocks/>
          </p:cNvGrpSpPr>
          <p:nvPr/>
        </p:nvGrpSpPr>
        <p:grpSpPr bwMode="auto">
          <a:xfrm>
            <a:off x="6477000" y="2190750"/>
            <a:ext cx="685800" cy="457200"/>
            <a:chOff x="884" y="3249"/>
            <a:chExt cx="362" cy="317"/>
          </a:xfrm>
        </p:grpSpPr>
        <p:sp>
          <p:nvSpPr>
            <p:cNvPr id="105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101/0</a:t>
              </a:r>
            </a:p>
          </p:txBody>
        </p:sp>
      </p:grpSp>
      <p:sp>
        <p:nvSpPr>
          <p:cNvPr id="107" name="Line 1101"/>
          <p:cNvSpPr>
            <a:spLocks noChangeShapeType="1"/>
          </p:cNvSpPr>
          <p:nvPr/>
        </p:nvSpPr>
        <p:spPr bwMode="auto">
          <a:xfrm flipH="1">
            <a:off x="5943600" y="24193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08" name="Group 1074"/>
          <p:cNvGrpSpPr>
            <a:grpSpLocks/>
          </p:cNvGrpSpPr>
          <p:nvPr/>
        </p:nvGrpSpPr>
        <p:grpSpPr bwMode="auto">
          <a:xfrm>
            <a:off x="5334000" y="2190750"/>
            <a:ext cx="685800" cy="457200"/>
            <a:chOff x="884" y="3249"/>
            <a:chExt cx="362" cy="317"/>
          </a:xfrm>
        </p:grpSpPr>
        <p:sp>
          <p:nvSpPr>
            <p:cNvPr id="109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110/1</a:t>
              </a:r>
            </a:p>
          </p:txBody>
        </p:sp>
      </p:grpSp>
      <p:sp>
        <p:nvSpPr>
          <p:cNvPr id="111" name="Line 1104"/>
          <p:cNvSpPr>
            <a:spLocks noChangeShapeType="1"/>
          </p:cNvSpPr>
          <p:nvPr/>
        </p:nvSpPr>
        <p:spPr bwMode="auto">
          <a:xfrm flipH="1" flipV="1">
            <a:off x="5181600" y="1809750"/>
            <a:ext cx="144463" cy="5762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12" name="Group 1074"/>
          <p:cNvGrpSpPr>
            <a:grpSpLocks/>
          </p:cNvGrpSpPr>
          <p:nvPr/>
        </p:nvGrpSpPr>
        <p:grpSpPr bwMode="auto">
          <a:xfrm>
            <a:off x="4304985" y="2038350"/>
            <a:ext cx="685800" cy="457200"/>
            <a:chOff x="884" y="3249"/>
            <a:chExt cx="362" cy="317"/>
          </a:xfrm>
        </p:grpSpPr>
        <p:sp>
          <p:nvSpPr>
            <p:cNvPr id="113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111/1</a:t>
              </a:r>
            </a:p>
          </p:txBody>
        </p:sp>
      </p:grpSp>
      <p:sp>
        <p:nvSpPr>
          <p:cNvPr id="115" name="Line 1103"/>
          <p:cNvSpPr>
            <a:spLocks noChangeShapeType="1"/>
          </p:cNvSpPr>
          <p:nvPr/>
        </p:nvSpPr>
        <p:spPr bwMode="auto">
          <a:xfrm flipV="1">
            <a:off x="4739513" y="1733550"/>
            <a:ext cx="327471" cy="304866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6" name="TextBox 115"/>
          <p:cNvSpPr txBox="1"/>
          <p:nvPr/>
        </p:nvSpPr>
        <p:spPr>
          <a:xfrm>
            <a:off x="990600" y="11239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的状态转移表</a:t>
            </a:r>
          </a:p>
        </p:txBody>
      </p:sp>
      <p:sp>
        <p:nvSpPr>
          <p:cNvPr id="117" name="Text Box 5"/>
          <p:cNvSpPr txBox="1">
            <a:spLocks noChangeArrowheads="1"/>
          </p:cNvSpPr>
          <p:nvPr/>
        </p:nvSpPr>
        <p:spPr bwMode="auto">
          <a:xfrm>
            <a:off x="5257800" y="3638550"/>
            <a:ext cx="27238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accent6"/>
              </a:buClr>
              <a:buSzPct val="80000"/>
            </a:pPr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功能：七进制加法计数器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0" y="28765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的状态图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87" grpId="0" animBg="1"/>
      <p:bldP spid="91" grpId="0" animBg="1"/>
      <p:bldP spid="95" grpId="0" animBg="1"/>
      <p:bldP spid="99" grpId="0" animBg="1"/>
      <p:bldP spid="103" grpId="0" animBg="1"/>
      <p:bldP spid="107" grpId="0" animBg="1"/>
      <p:bldP spid="111" grpId="0" animBg="1"/>
      <p:bldP spid="115" grpId="0" animBg="1"/>
      <p:bldP spid="11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074"/>
          <p:cNvGrpSpPr>
            <a:grpSpLocks/>
          </p:cNvGrpSpPr>
          <p:nvPr/>
        </p:nvGrpSpPr>
        <p:grpSpPr bwMode="auto">
          <a:xfrm>
            <a:off x="952815" y="1276350"/>
            <a:ext cx="685800" cy="457200"/>
            <a:chOff x="884" y="3249"/>
            <a:chExt cx="362" cy="317"/>
          </a:xfrm>
        </p:grpSpPr>
        <p:sp>
          <p:nvSpPr>
            <p:cNvPr id="85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000/0</a:t>
              </a:r>
            </a:p>
          </p:txBody>
        </p:sp>
      </p:grpSp>
      <p:sp>
        <p:nvSpPr>
          <p:cNvPr id="87" name="Line 1098"/>
          <p:cNvSpPr>
            <a:spLocks noChangeShapeType="1"/>
          </p:cNvSpPr>
          <p:nvPr/>
        </p:nvSpPr>
        <p:spPr bwMode="auto">
          <a:xfrm>
            <a:off x="1562415" y="15049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074"/>
          <p:cNvGrpSpPr>
            <a:grpSpLocks/>
          </p:cNvGrpSpPr>
          <p:nvPr/>
        </p:nvGrpSpPr>
        <p:grpSpPr bwMode="auto">
          <a:xfrm>
            <a:off x="2057400" y="1276350"/>
            <a:ext cx="685800" cy="457200"/>
            <a:chOff x="884" y="3249"/>
            <a:chExt cx="362" cy="317"/>
          </a:xfrm>
        </p:grpSpPr>
        <p:sp>
          <p:nvSpPr>
            <p:cNvPr id="89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001/0</a:t>
              </a:r>
            </a:p>
          </p:txBody>
        </p:sp>
      </p:grpSp>
      <p:sp>
        <p:nvSpPr>
          <p:cNvPr id="91" name="Line 1098"/>
          <p:cNvSpPr>
            <a:spLocks noChangeShapeType="1"/>
          </p:cNvSpPr>
          <p:nvPr/>
        </p:nvSpPr>
        <p:spPr bwMode="auto">
          <a:xfrm>
            <a:off x="2667630" y="15049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074"/>
          <p:cNvGrpSpPr>
            <a:grpSpLocks/>
          </p:cNvGrpSpPr>
          <p:nvPr/>
        </p:nvGrpSpPr>
        <p:grpSpPr bwMode="auto">
          <a:xfrm>
            <a:off x="3162615" y="1276350"/>
            <a:ext cx="685800" cy="457200"/>
            <a:chOff x="884" y="3249"/>
            <a:chExt cx="362" cy="317"/>
          </a:xfrm>
        </p:grpSpPr>
        <p:sp>
          <p:nvSpPr>
            <p:cNvPr id="93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010/0</a:t>
              </a:r>
            </a:p>
          </p:txBody>
        </p:sp>
      </p:grpSp>
      <p:sp>
        <p:nvSpPr>
          <p:cNvPr id="95" name="Line 1098"/>
          <p:cNvSpPr>
            <a:spLocks noChangeShapeType="1"/>
          </p:cNvSpPr>
          <p:nvPr/>
        </p:nvSpPr>
        <p:spPr bwMode="auto">
          <a:xfrm>
            <a:off x="3772215" y="15049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1074"/>
          <p:cNvGrpSpPr>
            <a:grpSpLocks/>
          </p:cNvGrpSpPr>
          <p:nvPr/>
        </p:nvGrpSpPr>
        <p:grpSpPr bwMode="auto">
          <a:xfrm>
            <a:off x="4267200" y="1276350"/>
            <a:ext cx="685800" cy="457200"/>
            <a:chOff x="884" y="3249"/>
            <a:chExt cx="362" cy="317"/>
          </a:xfrm>
        </p:grpSpPr>
        <p:sp>
          <p:nvSpPr>
            <p:cNvPr id="97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011/0</a:t>
              </a:r>
            </a:p>
          </p:txBody>
        </p:sp>
      </p:grpSp>
      <p:sp>
        <p:nvSpPr>
          <p:cNvPr id="99" name="Line 1105"/>
          <p:cNvSpPr>
            <a:spLocks noChangeShapeType="1"/>
          </p:cNvSpPr>
          <p:nvPr/>
        </p:nvSpPr>
        <p:spPr bwMode="auto">
          <a:xfrm flipH="1">
            <a:off x="4153215" y="1733550"/>
            <a:ext cx="287338" cy="5048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1074"/>
          <p:cNvGrpSpPr>
            <a:grpSpLocks/>
          </p:cNvGrpSpPr>
          <p:nvPr/>
        </p:nvGrpSpPr>
        <p:grpSpPr bwMode="auto">
          <a:xfrm>
            <a:off x="3582030" y="2129664"/>
            <a:ext cx="685800" cy="457200"/>
            <a:chOff x="884" y="3249"/>
            <a:chExt cx="362" cy="317"/>
          </a:xfrm>
        </p:grpSpPr>
        <p:sp>
          <p:nvSpPr>
            <p:cNvPr id="101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100/0</a:t>
              </a:r>
            </a:p>
          </p:txBody>
        </p:sp>
      </p:grpSp>
      <p:sp>
        <p:nvSpPr>
          <p:cNvPr id="103" name="Line 1101"/>
          <p:cNvSpPr>
            <a:spLocks noChangeShapeType="1"/>
          </p:cNvSpPr>
          <p:nvPr/>
        </p:nvSpPr>
        <p:spPr bwMode="auto">
          <a:xfrm flipH="1">
            <a:off x="3086415" y="23431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1074"/>
          <p:cNvGrpSpPr>
            <a:grpSpLocks/>
          </p:cNvGrpSpPr>
          <p:nvPr/>
        </p:nvGrpSpPr>
        <p:grpSpPr bwMode="auto">
          <a:xfrm>
            <a:off x="2476815" y="2114550"/>
            <a:ext cx="685800" cy="457200"/>
            <a:chOff x="884" y="3249"/>
            <a:chExt cx="362" cy="317"/>
          </a:xfrm>
        </p:grpSpPr>
        <p:sp>
          <p:nvSpPr>
            <p:cNvPr id="105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101/0</a:t>
              </a:r>
            </a:p>
          </p:txBody>
        </p:sp>
      </p:grpSp>
      <p:sp>
        <p:nvSpPr>
          <p:cNvPr id="107" name="Line 1101"/>
          <p:cNvSpPr>
            <a:spLocks noChangeShapeType="1"/>
          </p:cNvSpPr>
          <p:nvPr/>
        </p:nvSpPr>
        <p:spPr bwMode="auto">
          <a:xfrm flipH="1">
            <a:off x="1943415" y="2343150"/>
            <a:ext cx="5032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1074"/>
          <p:cNvGrpSpPr>
            <a:grpSpLocks/>
          </p:cNvGrpSpPr>
          <p:nvPr/>
        </p:nvGrpSpPr>
        <p:grpSpPr bwMode="auto">
          <a:xfrm>
            <a:off x="1333815" y="2114550"/>
            <a:ext cx="685800" cy="457200"/>
            <a:chOff x="884" y="3249"/>
            <a:chExt cx="362" cy="317"/>
          </a:xfrm>
        </p:grpSpPr>
        <p:sp>
          <p:nvSpPr>
            <p:cNvPr id="109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110/1</a:t>
              </a:r>
            </a:p>
          </p:txBody>
        </p:sp>
      </p:grpSp>
      <p:sp>
        <p:nvSpPr>
          <p:cNvPr id="111" name="Line 1104"/>
          <p:cNvSpPr>
            <a:spLocks noChangeShapeType="1"/>
          </p:cNvSpPr>
          <p:nvPr/>
        </p:nvSpPr>
        <p:spPr bwMode="auto">
          <a:xfrm flipH="1" flipV="1">
            <a:off x="1181415" y="1733550"/>
            <a:ext cx="144463" cy="5762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1074"/>
          <p:cNvGrpSpPr>
            <a:grpSpLocks/>
          </p:cNvGrpSpPr>
          <p:nvPr/>
        </p:nvGrpSpPr>
        <p:grpSpPr bwMode="auto">
          <a:xfrm>
            <a:off x="304800" y="1962150"/>
            <a:ext cx="685800" cy="457200"/>
            <a:chOff x="884" y="3249"/>
            <a:chExt cx="362" cy="317"/>
          </a:xfrm>
        </p:grpSpPr>
        <p:sp>
          <p:nvSpPr>
            <p:cNvPr id="113" name="AutoShape 1075"/>
            <p:cNvSpPr>
              <a:spLocks noChangeArrowheads="1"/>
            </p:cNvSpPr>
            <p:nvPr/>
          </p:nvSpPr>
          <p:spPr bwMode="auto">
            <a:xfrm>
              <a:off x="884" y="3249"/>
              <a:ext cx="318" cy="31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Text Box 1076"/>
            <p:cNvSpPr txBox="1">
              <a:spLocks noChangeArrowheads="1"/>
            </p:cNvSpPr>
            <p:nvPr/>
          </p:nvSpPr>
          <p:spPr bwMode="auto">
            <a:xfrm>
              <a:off x="884" y="3309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400" b="1" dirty="0">
                  <a:solidFill>
                    <a:srgbClr val="FF0000"/>
                  </a:solidFill>
                  <a:latin typeface="Arial" pitchFamily="34" charset="0"/>
                </a:rPr>
                <a:t>111/1</a:t>
              </a:r>
            </a:p>
          </p:txBody>
        </p:sp>
      </p:grpSp>
      <p:sp>
        <p:nvSpPr>
          <p:cNvPr id="115" name="Line 1103"/>
          <p:cNvSpPr>
            <a:spLocks noChangeShapeType="1"/>
          </p:cNvSpPr>
          <p:nvPr/>
        </p:nvSpPr>
        <p:spPr bwMode="auto">
          <a:xfrm flipV="1">
            <a:off x="739328" y="1657350"/>
            <a:ext cx="327471" cy="304866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8" name="TextBox 117"/>
          <p:cNvSpPr txBox="1"/>
          <p:nvPr/>
        </p:nvSpPr>
        <p:spPr>
          <a:xfrm>
            <a:off x="1486215" y="28003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的状态图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38800" y="13525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有效状态：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8800" y="189224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无效状态：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39867" y="13525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34200" y="18859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0" y="25717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可以自启动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5" grpId="0"/>
      <p:bldP spid="66" grpId="0"/>
      <p:bldP spid="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3124200" y="3298983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13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的电路图</a:t>
            </a:r>
          </a:p>
        </p:txBody>
      </p:sp>
      <p:pic>
        <p:nvPicPr>
          <p:cNvPr id="42" name="Picture 54" descr="C:\Users\hfutliujun\AppData\Roaming\Tencent\Users\350654676\QQ\WinTemp\RichOle\%W2)(7TEO]{JI6VP(R~5GJ2.png">
            <a:extLst>
              <a:ext uri="{FF2B5EF4-FFF2-40B4-BE49-F238E27FC236}">
                <a16:creationId xmlns:a16="http://schemas.microsoft.com/office/drawing/2014/main" id="{290AE168-E2B5-4F36-9986-DE247F68D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44657"/>
            <a:ext cx="4765675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时序逻辑分析的例子：例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：时序电路分析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638800" y="13525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有效状态：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8800" y="189224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无效状态：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39867" y="13525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34200" y="188595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0" y="257175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模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计数器，不可以自启动</a:t>
            </a:r>
          </a:p>
        </p:txBody>
      </p:sp>
      <p:grpSp>
        <p:nvGrpSpPr>
          <p:cNvPr id="47" name="Group 3">
            <a:extLst>
              <a:ext uri="{FF2B5EF4-FFF2-40B4-BE49-F238E27FC236}">
                <a16:creationId xmlns:a16="http://schemas.microsoft.com/office/drawing/2014/main" id="{30F9FF53-518F-4706-9157-C669F1D6F290}"/>
              </a:ext>
            </a:extLst>
          </p:cNvPr>
          <p:cNvGrpSpPr>
            <a:grpSpLocks/>
          </p:cNvGrpSpPr>
          <p:nvPr/>
        </p:nvGrpSpPr>
        <p:grpSpPr bwMode="auto">
          <a:xfrm>
            <a:off x="842058" y="1931473"/>
            <a:ext cx="549096" cy="482600"/>
            <a:chOff x="793" y="754"/>
            <a:chExt cx="409" cy="363"/>
          </a:xfrm>
        </p:grpSpPr>
        <p:sp>
          <p:nvSpPr>
            <p:cNvPr id="48" name="Oval 4">
              <a:extLst>
                <a:ext uri="{FF2B5EF4-FFF2-40B4-BE49-F238E27FC236}">
                  <a16:creationId xmlns:a16="http://schemas.microsoft.com/office/drawing/2014/main" id="{C455138F-763F-4A17-B674-B643572A4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754"/>
              <a:ext cx="409" cy="3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/>
            </a:p>
          </p:txBody>
        </p:sp>
        <p:sp>
          <p:nvSpPr>
            <p:cNvPr id="49" name="Text Box 5">
              <a:extLst>
                <a:ext uri="{FF2B5EF4-FFF2-40B4-BE49-F238E27FC236}">
                  <a16:creationId xmlns:a16="http://schemas.microsoft.com/office/drawing/2014/main" id="{F82CDE47-166C-4CC0-8B74-575E81A51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820"/>
              <a:ext cx="37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i="0" dirty="0">
                  <a:latin typeface="Arial" panose="020B0604020202020204" pitchFamily="34" charset="0"/>
                </a:rPr>
                <a:t>000</a:t>
              </a:r>
            </a:p>
          </p:txBody>
        </p:sp>
      </p:grpSp>
      <p:sp>
        <p:nvSpPr>
          <p:cNvPr id="70" name="Line 21">
            <a:extLst>
              <a:ext uri="{FF2B5EF4-FFF2-40B4-BE49-F238E27FC236}">
                <a16:creationId xmlns:a16="http://schemas.microsoft.com/office/drawing/2014/main" id="{DC793B3A-2E07-43A7-B9FC-8F483668E0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3988" y="1817138"/>
            <a:ext cx="363827" cy="1515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71" name="Line 22">
            <a:extLst>
              <a:ext uri="{FF2B5EF4-FFF2-40B4-BE49-F238E27FC236}">
                <a16:creationId xmlns:a16="http://schemas.microsoft.com/office/drawing/2014/main" id="{9002A774-BF2E-46E6-8ADC-0A28389D8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9019" y="1656834"/>
            <a:ext cx="3651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72" name="Line 23">
            <a:extLst>
              <a:ext uri="{FF2B5EF4-FFF2-40B4-BE49-F238E27FC236}">
                <a16:creationId xmlns:a16="http://schemas.microsoft.com/office/drawing/2014/main" id="{D047CF2C-C660-48F3-8B10-DB63FAA12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5171" y="1788126"/>
            <a:ext cx="182585" cy="19144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73" name="Line 24">
            <a:extLst>
              <a:ext uri="{FF2B5EF4-FFF2-40B4-BE49-F238E27FC236}">
                <a16:creationId xmlns:a16="http://schemas.microsoft.com/office/drawing/2014/main" id="{B0A33B82-420E-4866-A952-A2D4B14BE1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15533" y="2364346"/>
            <a:ext cx="304755" cy="200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74" name="Line 25">
            <a:extLst>
              <a:ext uri="{FF2B5EF4-FFF2-40B4-BE49-F238E27FC236}">
                <a16:creationId xmlns:a16="http://schemas.microsoft.com/office/drawing/2014/main" id="{F180BBF4-94B5-4D44-9BB3-09E18CFF0A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4910" y="2680141"/>
            <a:ext cx="32892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75" name="Line 26">
            <a:extLst>
              <a:ext uri="{FF2B5EF4-FFF2-40B4-BE49-F238E27FC236}">
                <a16:creationId xmlns:a16="http://schemas.microsoft.com/office/drawing/2014/main" id="{70DDF122-85D9-4DC8-A9A5-E0A5C5899F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888" y="2381472"/>
            <a:ext cx="417259" cy="26326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85" name="Line 22">
            <a:extLst>
              <a:ext uri="{FF2B5EF4-FFF2-40B4-BE49-F238E27FC236}">
                <a16:creationId xmlns:a16="http://schemas.microsoft.com/office/drawing/2014/main" id="{A5F78047-211D-4C57-BAD9-CF3957AAE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2731" y="3695474"/>
            <a:ext cx="3651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86" name="Line 25">
            <a:extLst>
              <a:ext uri="{FF2B5EF4-FFF2-40B4-BE49-F238E27FC236}">
                <a16:creationId xmlns:a16="http://schemas.microsoft.com/office/drawing/2014/main" id="{ABA8B63E-B191-479C-9EBF-746C9589C3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62781" y="3889050"/>
            <a:ext cx="44080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grpSp>
        <p:nvGrpSpPr>
          <p:cNvPr id="87" name="Group 3">
            <a:extLst>
              <a:ext uri="{FF2B5EF4-FFF2-40B4-BE49-F238E27FC236}">
                <a16:creationId xmlns:a16="http://schemas.microsoft.com/office/drawing/2014/main" id="{43FC9723-D6F4-4059-9FFF-F8349614A5AA}"/>
              </a:ext>
            </a:extLst>
          </p:cNvPr>
          <p:cNvGrpSpPr>
            <a:grpSpLocks/>
          </p:cNvGrpSpPr>
          <p:nvPr/>
        </p:nvGrpSpPr>
        <p:grpSpPr bwMode="auto">
          <a:xfrm>
            <a:off x="1659716" y="1473554"/>
            <a:ext cx="549096" cy="482600"/>
            <a:chOff x="793" y="754"/>
            <a:chExt cx="409" cy="363"/>
          </a:xfrm>
        </p:grpSpPr>
        <p:sp>
          <p:nvSpPr>
            <p:cNvPr id="88" name="Oval 4">
              <a:extLst>
                <a:ext uri="{FF2B5EF4-FFF2-40B4-BE49-F238E27FC236}">
                  <a16:creationId xmlns:a16="http://schemas.microsoft.com/office/drawing/2014/main" id="{5ECE0200-6F9D-495C-82BA-E8FCF1294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754"/>
              <a:ext cx="409" cy="3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/>
            </a:p>
          </p:txBody>
        </p:sp>
        <p:sp>
          <p:nvSpPr>
            <p:cNvPr id="89" name="Text Box 5">
              <a:extLst>
                <a:ext uri="{FF2B5EF4-FFF2-40B4-BE49-F238E27FC236}">
                  <a16:creationId xmlns:a16="http://schemas.microsoft.com/office/drawing/2014/main" id="{66D84A0A-D49A-4E5A-A4C4-BBF4198A6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820"/>
              <a:ext cx="37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i="0" dirty="0">
                  <a:latin typeface="Arial" panose="020B0604020202020204" pitchFamily="34" charset="0"/>
                </a:rPr>
                <a:t>001</a:t>
              </a:r>
            </a:p>
          </p:txBody>
        </p:sp>
      </p:grpSp>
      <p:grpSp>
        <p:nvGrpSpPr>
          <p:cNvPr id="90" name="Group 3">
            <a:extLst>
              <a:ext uri="{FF2B5EF4-FFF2-40B4-BE49-F238E27FC236}">
                <a16:creationId xmlns:a16="http://schemas.microsoft.com/office/drawing/2014/main" id="{B63ECF71-1CEF-41D4-9259-3F55DA5AFD4C}"/>
              </a:ext>
            </a:extLst>
          </p:cNvPr>
          <p:cNvGrpSpPr>
            <a:grpSpLocks/>
          </p:cNvGrpSpPr>
          <p:nvPr/>
        </p:nvGrpSpPr>
        <p:grpSpPr bwMode="auto">
          <a:xfrm>
            <a:off x="2603638" y="1403350"/>
            <a:ext cx="549096" cy="482600"/>
            <a:chOff x="793" y="754"/>
            <a:chExt cx="409" cy="363"/>
          </a:xfrm>
        </p:grpSpPr>
        <p:sp>
          <p:nvSpPr>
            <p:cNvPr id="91" name="Oval 4">
              <a:extLst>
                <a:ext uri="{FF2B5EF4-FFF2-40B4-BE49-F238E27FC236}">
                  <a16:creationId xmlns:a16="http://schemas.microsoft.com/office/drawing/2014/main" id="{9567C90D-DCAF-4DB3-B3D3-CA559DA62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754"/>
              <a:ext cx="409" cy="3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/>
            </a:p>
          </p:txBody>
        </p:sp>
        <p:sp>
          <p:nvSpPr>
            <p:cNvPr id="92" name="Text Box 5">
              <a:extLst>
                <a:ext uri="{FF2B5EF4-FFF2-40B4-BE49-F238E27FC236}">
                  <a16:creationId xmlns:a16="http://schemas.microsoft.com/office/drawing/2014/main" id="{2D2D0981-7A60-4F2A-BD97-E36EBDCAD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820"/>
              <a:ext cx="37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i="0" dirty="0">
                  <a:latin typeface="Arial" panose="020B0604020202020204" pitchFamily="34" charset="0"/>
                </a:rPr>
                <a:t>011</a:t>
              </a:r>
            </a:p>
          </p:txBody>
        </p:sp>
      </p:grpSp>
      <p:grpSp>
        <p:nvGrpSpPr>
          <p:cNvPr id="93" name="Group 3">
            <a:extLst>
              <a:ext uri="{FF2B5EF4-FFF2-40B4-BE49-F238E27FC236}">
                <a16:creationId xmlns:a16="http://schemas.microsoft.com/office/drawing/2014/main" id="{E0008B4F-67BD-4E24-826B-5AA8E3AC0E18}"/>
              </a:ext>
            </a:extLst>
          </p:cNvPr>
          <p:cNvGrpSpPr>
            <a:grpSpLocks/>
          </p:cNvGrpSpPr>
          <p:nvPr/>
        </p:nvGrpSpPr>
        <p:grpSpPr bwMode="auto">
          <a:xfrm>
            <a:off x="3233224" y="1869738"/>
            <a:ext cx="549096" cy="482600"/>
            <a:chOff x="793" y="754"/>
            <a:chExt cx="409" cy="363"/>
          </a:xfrm>
        </p:grpSpPr>
        <p:sp>
          <p:nvSpPr>
            <p:cNvPr id="94" name="Oval 4">
              <a:extLst>
                <a:ext uri="{FF2B5EF4-FFF2-40B4-BE49-F238E27FC236}">
                  <a16:creationId xmlns:a16="http://schemas.microsoft.com/office/drawing/2014/main" id="{32470959-C1C6-46B6-B011-F8C189CDD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754"/>
              <a:ext cx="409" cy="3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/>
            </a:p>
          </p:txBody>
        </p:sp>
        <p:sp>
          <p:nvSpPr>
            <p:cNvPr id="95" name="Text Box 5">
              <a:extLst>
                <a:ext uri="{FF2B5EF4-FFF2-40B4-BE49-F238E27FC236}">
                  <a16:creationId xmlns:a16="http://schemas.microsoft.com/office/drawing/2014/main" id="{6739E105-F1C5-495D-9CDE-A763B59B5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820"/>
              <a:ext cx="37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i="0" dirty="0">
                  <a:latin typeface="Arial" panose="020B0604020202020204" pitchFamily="34" charset="0"/>
                </a:rPr>
                <a:t>111</a:t>
              </a:r>
            </a:p>
          </p:txBody>
        </p:sp>
      </p:grpSp>
      <p:grpSp>
        <p:nvGrpSpPr>
          <p:cNvPr id="96" name="Group 3">
            <a:extLst>
              <a:ext uri="{FF2B5EF4-FFF2-40B4-BE49-F238E27FC236}">
                <a16:creationId xmlns:a16="http://schemas.microsoft.com/office/drawing/2014/main" id="{B3B6E988-30D2-4CEF-8073-830EAFCA14BA}"/>
              </a:ext>
            </a:extLst>
          </p:cNvPr>
          <p:cNvGrpSpPr>
            <a:grpSpLocks/>
          </p:cNvGrpSpPr>
          <p:nvPr/>
        </p:nvGrpSpPr>
        <p:grpSpPr bwMode="auto">
          <a:xfrm>
            <a:off x="2587372" y="2404583"/>
            <a:ext cx="549096" cy="482600"/>
            <a:chOff x="793" y="754"/>
            <a:chExt cx="409" cy="363"/>
          </a:xfrm>
        </p:grpSpPr>
        <p:sp>
          <p:nvSpPr>
            <p:cNvPr id="97" name="Oval 4">
              <a:extLst>
                <a:ext uri="{FF2B5EF4-FFF2-40B4-BE49-F238E27FC236}">
                  <a16:creationId xmlns:a16="http://schemas.microsoft.com/office/drawing/2014/main" id="{F2226B36-3DC6-46D6-83C0-1E78D7090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754"/>
              <a:ext cx="409" cy="3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/>
            </a:p>
          </p:txBody>
        </p:sp>
        <p:sp>
          <p:nvSpPr>
            <p:cNvPr id="98" name="Text Box 5">
              <a:extLst>
                <a:ext uri="{FF2B5EF4-FFF2-40B4-BE49-F238E27FC236}">
                  <a16:creationId xmlns:a16="http://schemas.microsoft.com/office/drawing/2014/main" id="{F7FD525F-B82F-449C-B53C-19DEE7F2B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820"/>
              <a:ext cx="37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i="0" dirty="0">
                  <a:latin typeface="Arial" panose="020B0604020202020204" pitchFamily="34" charset="0"/>
                </a:rPr>
                <a:t>110</a:t>
              </a:r>
            </a:p>
          </p:txBody>
        </p:sp>
      </p:grpSp>
      <p:grpSp>
        <p:nvGrpSpPr>
          <p:cNvPr id="99" name="Group 3">
            <a:extLst>
              <a:ext uri="{FF2B5EF4-FFF2-40B4-BE49-F238E27FC236}">
                <a16:creationId xmlns:a16="http://schemas.microsoft.com/office/drawing/2014/main" id="{F73FDF06-D3F7-4066-8878-BAFD5DAB94DC}"/>
              </a:ext>
            </a:extLst>
          </p:cNvPr>
          <p:cNvGrpSpPr>
            <a:grpSpLocks/>
          </p:cNvGrpSpPr>
          <p:nvPr/>
        </p:nvGrpSpPr>
        <p:grpSpPr bwMode="auto">
          <a:xfrm>
            <a:off x="1716282" y="2431837"/>
            <a:ext cx="549096" cy="482600"/>
            <a:chOff x="793" y="754"/>
            <a:chExt cx="409" cy="363"/>
          </a:xfrm>
        </p:grpSpPr>
        <p:sp>
          <p:nvSpPr>
            <p:cNvPr id="100" name="Oval 4">
              <a:extLst>
                <a:ext uri="{FF2B5EF4-FFF2-40B4-BE49-F238E27FC236}">
                  <a16:creationId xmlns:a16="http://schemas.microsoft.com/office/drawing/2014/main" id="{34D236E2-EAFF-4DF9-96B8-9DF8FA608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754"/>
              <a:ext cx="409" cy="3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/>
            </a:p>
          </p:txBody>
        </p:sp>
        <p:sp>
          <p:nvSpPr>
            <p:cNvPr id="101" name="Text Box 5">
              <a:extLst>
                <a:ext uri="{FF2B5EF4-FFF2-40B4-BE49-F238E27FC236}">
                  <a16:creationId xmlns:a16="http://schemas.microsoft.com/office/drawing/2014/main" id="{B42E0873-F10B-4FDB-8E10-F150B9D8D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820"/>
              <a:ext cx="37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i="0" dirty="0">
                  <a:latin typeface="Arial" panose="020B0604020202020204" pitchFamily="34" charset="0"/>
                </a:rPr>
                <a:t>100</a:t>
              </a:r>
            </a:p>
          </p:txBody>
        </p:sp>
      </p:grpSp>
      <p:grpSp>
        <p:nvGrpSpPr>
          <p:cNvPr id="102" name="Group 3">
            <a:extLst>
              <a:ext uri="{FF2B5EF4-FFF2-40B4-BE49-F238E27FC236}">
                <a16:creationId xmlns:a16="http://schemas.microsoft.com/office/drawing/2014/main" id="{519AC474-E0DF-493F-B992-9AE3A17A10EF}"/>
              </a:ext>
            </a:extLst>
          </p:cNvPr>
          <p:cNvGrpSpPr>
            <a:grpSpLocks/>
          </p:cNvGrpSpPr>
          <p:nvPr/>
        </p:nvGrpSpPr>
        <p:grpSpPr bwMode="auto">
          <a:xfrm>
            <a:off x="1643635" y="3530019"/>
            <a:ext cx="549096" cy="482600"/>
            <a:chOff x="793" y="754"/>
            <a:chExt cx="409" cy="363"/>
          </a:xfrm>
        </p:grpSpPr>
        <p:sp>
          <p:nvSpPr>
            <p:cNvPr id="103" name="Oval 4">
              <a:extLst>
                <a:ext uri="{FF2B5EF4-FFF2-40B4-BE49-F238E27FC236}">
                  <a16:creationId xmlns:a16="http://schemas.microsoft.com/office/drawing/2014/main" id="{D3C32E44-FF5D-4601-91D3-76279937B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754"/>
              <a:ext cx="409" cy="3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/>
            </a:p>
          </p:txBody>
        </p:sp>
        <p:sp>
          <p:nvSpPr>
            <p:cNvPr id="104" name="Text Box 5">
              <a:extLst>
                <a:ext uri="{FF2B5EF4-FFF2-40B4-BE49-F238E27FC236}">
                  <a16:creationId xmlns:a16="http://schemas.microsoft.com/office/drawing/2014/main" id="{3131BF1B-A32E-466A-86A1-AD965062C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820"/>
              <a:ext cx="37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i="0" dirty="0">
                  <a:latin typeface="Arial" panose="020B0604020202020204" pitchFamily="34" charset="0"/>
                </a:rPr>
                <a:t>010</a:t>
              </a:r>
            </a:p>
          </p:txBody>
        </p:sp>
      </p:grpSp>
      <p:grpSp>
        <p:nvGrpSpPr>
          <p:cNvPr id="105" name="Group 3">
            <a:extLst>
              <a:ext uri="{FF2B5EF4-FFF2-40B4-BE49-F238E27FC236}">
                <a16:creationId xmlns:a16="http://schemas.microsoft.com/office/drawing/2014/main" id="{2AF6A09B-D0D3-4765-A36F-67C339FE15B3}"/>
              </a:ext>
            </a:extLst>
          </p:cNvPr>
          <p:cNvGrpSpPr>
            <a:grpSpLocks/>
          </p:cNvGrpSpPr>
          <p:nvPr/>
        </p:nvGrpSpPr>
        <p:grpSpPr bwMode="auto">
          <a:xfrm>
            <a:off x="2546075" y="3517963"/>
            <a:ext cx="549096" cy="482600"/>
            <a:chOff x="793" y="754"/>
            <a:chExt cx="409" cy="363"/>
          </a:xfrm>
        </p:grpSpPr>
        <p:sp>
          <p:nvSpPr>
            <p:cNvPr id="106" name="Oval 4">
              <a:extLst>
                <a:ext uri="{FF2B5EF4-FFF2-40B4-BE49-F238E27FC236}">
                  <a16:creationId xmlns:a16="http://schemas.microsoft.com/office/drawing/2014/main" id="{27342EAD-4E12-436D-B256-FEB12A9BB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754"/>
              <a:ext cx="409" cy="3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/>
            </a:p>
          </p:txBody>
        </p:sp>
        <p:sp>
          <p:nvSpPr>
            <p:cNvPr id="107" name="Text Box 5">
              <a:extLst>
                <a:ext uri="{FF2B5EF4-FFF2-40B4-BE49-F238E27FC236}">
                  <a16:creationId xmlns:a16="http://schemas.microsoft.com/office/drawing/2014/main" id="{B5E732DB-FB3A-4937-868C-311B4D4EB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820"/>
              <a:ext cx="37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i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400" b="1" i="0" dirty="0">
                  <a:latin typeface="Arial" panose="020B0604020202020204" pitchFamily="34" charset="0"/>
                </a:rPr>
                <a:t>101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143000" y="43243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14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的状态图</a:t>
            </a:r>
          </a:p>
        </p:txBody>
      </p:sp>
    </p:spTree>
    <p:extLst>
      <p:ext uri="{BB962C8B-B14F-4D97-AF65-F5344CB8AC3E}">
        <p14:creationId xmlns:p14="http://schemas.microsoft.com/office/powerpoint/2010/main" val="94457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5" grpId="0"/>
      <p:bldP spid="66" grpId="0"/>
      <p:bldP spid="67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7461</TotalTime>
  <Words>664</Words>
  <Application>Microsoft Office PowerPoint</Application>
  <PresentationFormat>全屏显示(16:9)</PresentationFormat>
  <Paragraphs>235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宋体</vt:lpstr>
      <vt:lpstr>微软雅黑</vt:lpstr>
      <vt:lpstr>Arial</vt:lpstr>
      <vt:lpstr>Calibri</vt:lpstr>
      <vt:lpstr>Tahoma</vt:lpstr>
      <vt:lpstr>Wingdings</vt:lpstr>
      <vt:lpstr>默认设计模板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871</cp:revision>
  <cp:lastPrinted>2113-01-01T00:00:00Z</cp:lastPrinted>
  <dcterms:created xsi:type="dcterms:W3CDTF">2113-01-01T00:00:00Z</dcterms:created>
  <dcterms:modified xsi:type="dcterms:W3CDTF">2021-10-21T09:44:59Z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