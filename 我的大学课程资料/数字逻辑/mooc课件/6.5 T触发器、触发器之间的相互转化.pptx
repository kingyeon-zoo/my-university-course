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309" r:id="rId2"/>
    <p:sldId id="388" r:id="rId3"/>
    <p:sldId id="431" r:id="rId4"/>
    <p:sldId id="432" r:id="rId5"/>
    <p:sldId id="433" r:id="rId6"/>
    <p:sldId id="434" r:id="rId7"/>
    <p:sldId id="435" r:id="rId8"/>
    <p:sldId id="436" r:id="rId9"/>
    <p:sldId id="437" r:id="rId10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BE4BA"/>
    <a:srgbClr val="6600CC"/>
    <a:srgbClr val="00FFFF"/>
    <a:srgbClr val="2D1341"/>
    <a:srgbClr val="3333CC"/>
    <a:srgbClr val="2D2D8A"/>
    <a:srgbClr val="0000CC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20" autoAdjust="0"/>
    <p:restoredTop sz="98916" autoAdjust="0"/>
  </p:normalViewPr>
  <p:slideViewPr>
    <p:cSldViewPr>
      <p:cViewPr varScale="1">
        <p:scale>
          <a:sx n="126" d="100"/>
          <a:sy n="126" d="100"/>
        </p:scale>
        <p:origin x="-90" y="-39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image" Target="../media/image4.wmf"/><Relationship Id="rId7" Type="http://schemas.openxmlformats.org/officeDocument/2006/relationships/image" Target="../media/image8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wmf"/><Relationship Id="rId9" Type="http://schemas.openxmlformats.org/officeDocument/2006/relationships/image" Target="../media/image10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2.wmf"/><Relationship Id="rId1" Type="http://schemas.openxmlformats.org/officeDocument/2006/relationships/image" Target="../media/image11.wmf"/><Relationship Id="rId4" Type="http://schemas.openxmlformats.org/officeDocument/2006/relationships/image" Target="../media/image13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wmf"/><Relationship Id="rId1" Type="http://schemas.openxmlformats.org/officeDocument/2006/relationships/image" Target="../media/image11.wmf"/><Relationship Id="rId4" Type="http://schemas.openxmlformats.org/officeDocument/2006/relationships/image" Target="../media/image16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emf"/><Relationship Id="rId1" Type="http://schemas.openxmlformats.org/officeDocument/2006/relationships/image" Target="../media/image11.wmf"/><Relationship Id="rId4" Type="http://schemas.openxmlformats.org/officeDocument/2006/relationships/image" Target="../media/image19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21.wmf"/><Relationship Id="rId1" Type="http://schemas.openxmlformats.org/officeDocument/2006/relationships/image" Target="../media/image20.emf"/><Relationship Id="rId4" Type="http://schemas.openxmlformats.org/officeDocument/2006/relationships/image" Target="../media/image22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24.wmf"/><Relationship Id="rId1" Type="http://schemas.openxmlformats.org/officeDocument/2006/relationships/image" Target="../media/image23.emf"/><Relationship Id="rId5" Type="http://schemas.openxmlformats.org/officeDocument/2006/relationships/image" Target="../media/image26.wmf"/><Relationship Id="rId4" Type="http://schemas.openxmlformats.org/officeDocument/2006/relationships/image" Target="../media/image25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7" Type="http://schemas.openxmlformats.org/officeDocument/2006/relationships/image" Target="../media/image31.wmf"/><Relationship Id="rId2" Type="http://schemas.openxmlformats.org/officeDocument/2006/relationships/image" Target="../media/image2.wmf"/><Relationship Id="rId1" Type="http://schemas.openxmlformats.org/officeDocument/2006/relationships/image" Target="../media/image27.emf"/><Relationship Id="rId6" Type="http://schemas.openxmlformats.org/officeDocument/2006/relationships/image" Target="../media/image30.wmf"/><Relationship Id="rId5" Type="http://schemas.openxmlformats.org/officeDocument/2006/relationships/image" Target="../media/image29.wmf"/><Relationship Id="rId4" Type="http://schemas.openxmlformats.org/officeDocument/2006/relationships/image" Target="../media/image2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E68FF4-A610-4CCF-A92A-54B8EBE33021}" type="datetimeFigureOut">
              <a:rPr lang="zh-CN" altLang="en-US" smtClean="0"/>
              <a:pPr/>
              <a:t>2021/3/23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D48513-AA6D-4F8A-B41C-3BE1F5014A0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1329616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ea typeface="微软雅黑" panose="020B0503020204020204" pitchFamily="34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 smtClean="0"/>
              <a:t>单击此处编辑母版副标题样式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9E5F32BA-079D-492C-A71C-25B1AC211EF7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101730A-013B-4CB4-BA74-6B5A2DA383AB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ea typeface="微软雅黑" panose="020B0503020204020204" pitchFamily="34" charset="-122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7D708CB0-180E-480A-B5E9-304EDB71A67E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>
                <a:ea typeface="微软雅黑" panose="020B0503020204020204" pitchFamily="34" charset="-122"/>
              </a:defRPr>
            </a:lvl1pPr>
            <a:lvl2pPr>
              <a:defRPr sz="2400">
                <a:ea typeface="微软雅黑" panose="020B0503020204020204" pitchFamily="34" charset="-122"/>
              </a:defRPr>
            </a:lvl2pPr>
            <a:lvl3pPr>
              <a:defRPr sz="2000">
                <a:ea typeface="微软雅黑" panose="020B0503020204020204" pitchFamily="34" charset="-122"/>
              </a:defRPr>
            </a:lvl3pPr>
            <a:lvl4pPr>
              <a:defRPr sz="1800">
                <a:ea typeface="微软雅黑" panose="020B0503020204020204" pitchFamily="34" charset="-122"/>
              </a:defRPr>
            </a:lvl4pPr>
            <a:lvl5pPr>
              <a:defRPr sz="1800"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>
                <a:ea typeface="微软雅黑" panose="020B0503020204020204" pitchFamily="34" charset="-122"/>
              </a:defRPr>
            </a:lvl1pPr>
            <a:lvl2pPr>
              <a:defRPr sz="2400">
                <a:ea typeface="微软雅黑" panose="020B0503020204020204" pitchFamily="34" charset="-122"/>
              </a:defRPr>
            </a:lvl2pPr>
            <a:lvl3pPr>
              <a:defRPr sz="2000">
                <a:ea typeface="微软雅黑" panose="020B0503020204020204" pitchFamily="34" charset="-122"/>
              </a:defRPr>
            </a:lvl3pPr>
            <a:lvl4pPr>
              <a:defRPr sz="1800">
                <a:ea typeface="微软雅黑" panose="020B0503020204020204" pitchFamily="34" charset="-122"/>
              </a:defRPr>
            </a:lvl4pPr>
            <a:lvl5pPr>
              <a:defRPr sz="1800"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BF519ABF-577E-4AA5-A198-446EB7789424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0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600">
                <a:ea typeface="微软雅黑" panose="020B0503020204020204" pitchFamily="34" charset="-122"/>
              </a:defRPr>
            </a:lvl4pPr>
            <a:lvl5pPr>
              <a:defRPr sz="1600"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0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600">
                <a:ea typeface="微软雅黑" panose="020B0503020204020204" pitchFamily="34" charset="-122"/>
              </a:defRPr>
            </a:lvl4pPr>
            <a:lvl5pPr>
              <a:defRPr sz="1600"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35A92FF-C25D-44F5-BA10-134AA412F22C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CC5F3488-9DEE-45BA-87B6-C85FA6C76AB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>
                <a:ea typeface="微软雅黑" panose="020B0503020204020204" pitchFamily="34" charset="-122"/>
              </a:defRPr>
            </a:lvl1pPr>
            <a:lvl2pPr>
              <a:defRPr sz="2800">
                <a:ea typeface="微软雅黑" panose="020B0503020204020204" pitchFamily="34" charset="-122"/>
              </a:defRPr>
            </a:lvl2pPr>
            <a:lvl3pPr>
              <a:defRPr sz="2400">
                <a:ea typeface="微软雅黑" panose="020B0503020204020204" pitchFamily="34" charset="-122"/>
              </a:defRPr>
            </a:lvl3pPr>
            <a:lvl4pPr>
              <a:defRPr sz="2000">
                <a:ea typeface="微软雅黑" panose="020B0503020204020204" pitchFamily="34" charset="-122"/>
              </a:defRPr>
            </a:lvl4pPr>
            <a:lvl5pPr>
              <a:defRPr sz="2000">
                <a:ea typeface="微软雅黑" panose="020B0503020204020204" pitchFamily="34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ea typeface="微软雅黑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75ABF99-AFDD-4392-BE13-BE42827BA07F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ea typeface="微软雅黑" panose="020B0503020204020204" pitchFamily="34" charset="-12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dirty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ea typeface="微软雅黑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7E1D088-313E-48D8-BECE-41A274E0B5DB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F4B0AB86-F7AE-4867-ADFF-354DE647AB0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3CEB1D2-F23D-4EFF-A6C7-152E930DD57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407513-19AE-47F0-ABD9-53914FA6981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"/>
          <p:cNvSpPr>
            <a:spLocks noChangeArrowheads="1"/>
          </p:cNvSpPr>
          <p:nvPr userDrawn="1"/>
        </p:nvSpPr>
        <p:spPr bwMode="auto">
          <a:xfrm>
            <a:off x="76318" y="514404"/>
            <a:ext cx="8950418" cy="67865"/>
          </a:xfrm>
          <a:custGeom>
            <a:avLst/>
            <a:gdLst>
              <a:gd name="T0" fmla="*/ 0 w 1000"/>
              <a:gd name="T1" fmla="*/ 0 h 1000"/>
              <a:gd name="T2" fmla="*/ 585 w 1000"/>
              <a:gd name="T3" fmla="*/ 0 h 1000"/>
              <a:gd name="T4" fmla="*/ 585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0 w 1000"/>
              <a:gd name="T11" fmla="*/ 0 h 1000"/>
              <a:gd name="T12" fmla="*/ 1000 w 1000"/>
              <a:gd name="T13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6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6" name="Line 5"/>
          <p:cNvSpPr>
            <a:spLocks noChangeShapeType="1"/>
          </p:cNvSpPr>
          <p:nvPr userDrawn="1"/>
        </p:nvSpPr>
        <p:spPr bwMode="auto">
          <a:xfrm>
            <a:off x="76318" y="4933888"/>
            <a:ext cx="8950418" cy="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pic>
        <p:nvPicPr>
          <p:cNvPr id="8" name="图片 7" descr="校标.png"/>
          <p:cNvPicPr>
            <a:picLocks noChangeAspect="1"/>
          </p:cNvPicPr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6215019" y="0"/>
            <a:ext cx="2545745" cy="47760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5.bin"/><Relationship Id="rId12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4.bin"/><Relationship Id="rId11" Type="http://schemas.openxmlformats.org/officeDocument/2006/relationships/oleObject" Target="../embeddings/oleObject9.bin"/><Relationship Id="rId5" Type="http://schemas.openxmlformats.org/officeDocument/2006/relationships/oleObject" Target="../embeddings/oleObject3.bin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2.bin"/><Relationship Id="rId9" Type="http://schemas.openxmlformats.org/officeDocument/2006/relationships/oleObject" Target="../embeddings/oleObject7.bin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14.bin"/><Relationship Id="rId5" Type="http://schemas.openxmlformats.org/officeDocument/2006/relationships/oleObject" Target="../embeddings/oleObject13.bin"/><Relationship Id="rId4" Type="http://schemas.openxmlformats.org/officeDocument/2006/relationships/oleObject" Target="../embeddings/oleObject12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8.bin"/><Relationship Id="rId5" Type="http://schemas.openxmlformats.org/officeDocument/2006/relationships/oleObject" Target="../embeddings/oleObject17.bin"/><Relationship Id="rId4" Type="http://schemas.openxmlformats.org/officeDocument/2006/relationships/oleObject" Target="../embeddings/oleObject16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22.bin"/><Relationship Id="rId5" Type="http://schemas.openxmlformats.org/officeDocument/2006/relationships/oleObject" Target="../embeddings/oleObject21.bin"/><Relationship Id="rId4" Type="http://schemas.openxmlformats.org/officeDocument/2006/relationships/oleObject" Target="../embeddings/oleObject20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26.bin"/><Relationship Id="rId5" Type="http://schemas.openxmlformats.org/officeDocument/2006/relationships/oleObject" Target="../embeddings/oleObject25.bin"/><Relationship Id="rId4" Type="http://schemas.openxmlformats.org/officeDocument/2006/relationships/oleObject" Target="../embeddings/oleObject24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3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30.bin"/><Relationship Id="rId5" Type="http://schemas.openxmlformats.org/officeDocument/2006/relationships/oleObject" Target="../embeddings/oleObject29.bin"/><Relationship Id="rId4" Type="http://schemas.openxmlformats.org/officeDocument/2006/relationships/oleObject" Target="../embeddings/oleObject28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.bin"/><Relationship Id="rId3" Type="http://schemas.openxmlformats.org/officeDocument/2006/relationships/oleObject" Target="../embeddings/oleObject32.bin"/><Relationship Id="rId7" Type="http://schemas.openxmlformats.org/officeDocument/2006/relationships/oleObject" Target="../embeddings/oleObject3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35.bin"/><Relationship Id="rId5" Type="http://schemas.openxmlformats.org/officeDocument/2006/relationships/oleObject" Target="../embeddings/oleObject34.bin"/><Relationship Id="rId4" Type="http://schemas.openxmlformats.org/officeDocument/2006/relationships/oleObject" Target="../embeddings/oleObject33.bin"/><Relationship Id="rId9" Type="http://schemas.openxmlformats.org/officeDocument/2006/relationships/oleObject" Target="../embeddings/oleObject38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矩形 121"/>
          <p:cNvSpPr/>
          <p:nvPr/>
        </p:nvSpPr>
        <p:spPr>
          <a:xfrm>
            <a:off x="609704" y="1233568"/>
            <a:ext cx="822949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54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54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触发器、触发器相互演化</a:t>
            </a:r>
            <a:endParaRPr lang="zh-CN" altLang="zh-CN" sz="54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0" name="Rectangle 59"/>
          <p:cNvSpPr>
            <a:spLocks noChangeArrowheads="1"/>
          </p:cNvSpPr>
          <p:nvPr/>
        </p:nvSpPr>
        <p:spPr bwMode="auto">
          <a:xfrm>
            <a:off x="1524000" y="2571750"/>
            <a:ext cx="6477692" cy="1523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67055" indent="-567055" algn="ctr" defTabSz="827405">
              <a:spcBef>
                <a:spcPct val="20000"/>
              </a:spcBef>
              <a:buClr>
                <a:srgbClr val="FFFF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800" b="1" dirty="0" smtClean="0">
                <a:latin typeface="+mn-ea"/>
                <a:ea typeface="+mn-ea"/>
              </a:rPr>
              <a:t>刘 军</a:t>
            </a:r>
            <a:endParaRPr lang="en-US" altLang="zh-CN" sz="2800" b="1" dirty="0" smtClean="0">
              <a:latin typeface="+mn-ea"/>
              <a:ea typeface="+mn-ea"/>
            </a:endParaRPr>
          </a:p>
          <a:p>
            <a:pPr marL="567055" indent="-567055" algn="ctr" defTabSz="827405">
              <a:spcBef>
                <a:spcPct val="20000"/>
              </a:spcBef>
              <a:buClr>
                <a:srgbClr val="FFFF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800" b="1" dirty="0" smtClean="0">
                <a:latin typeface="+mn-ea"/>
                <a:ea typeface="+mn-ea"/>
              </a:rPr>
              <a:t>合肥工业大学计算机与信息学院</a:t>
            </a:r>
            <a:endParaRPr lang="en-US" altLang="zh-CN" sz="28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44735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228780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23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触发器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触发器：</a:t>
            </a:r>
            <a:endParaRPr lang="zh-CN" altLang="en-US" sz="1400" dirty="0" smtClean="0"/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086600" y="3105150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  图 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30" name="Group 70"/>
          <p:cNvGrpSpPr>
            <a:grpSpLocks/>
          </p:cNvGrpSpPr>
          <p:nvPr/>
        </p:nvGrpSpPr>
        <p:grpSpPr bwMode="auto">
          <a:xfrm>
            <a:off x="1190627" y="1276350"/>
            <a:ext cx="1081088" cy="1773238"/>
            <a:chOff x="2091" y="1026"/>
            <a:chExt cx="681" cy="1117"/>
          </a:xfrm>
        </p:grpSpPr>
        <p:sp>
          <p:nvSpPr>
            <p:cNvPr id="31" name="Rectangle 22"/>
            <p:cNvSpPr>
              <a:spLocks noChangeArrowheads="1"/>
            </p:cNvSpPr>
            <p:nvPr/>
          </p:nvSpPr>
          <p:spPr bwMode="auto">
            <a:xfrm>
              <a:off x="2110" y="1334"/>
              <a:ext cx="601" cy="25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1400"/>
            </a:p>
          </p:txBody>
        </p:sp>
        <p:sp>
          <p:nvSpPr>
            <p:cNvPr id="32" name="Line 23"/>
            <p:cNvSpPr>
              <a:spLocks noChangeShapeType="1"/>
            </p:cNvSpPr>
            <p:nvPr/>
          </p:nvSpPr>
          <p:spPr bwMode="auto">
            <a:xfrm flipV="1">
              <a:off x="2230" y="1231"/>
              <a:ext cx="0" cy="10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 sz="1400"/>
            </a:p>
          </p:txBody>
        </p:sp>
        <p:sp>
          <p:nvSpPr>
            <p:cNvPr id="33" name="Line 24"/>
            <p:cNvSpPr>
              <a:spLocks noChangeShapeType="1"/>
            </p:cNvSpPr>
            <p:nvPr/>
          </p:nvSpPr>
          <p:spPr bwMode="auto">
            <a:xfrm flipV="1">
              <a:off x="2591" y="1231"/>
              <a:ext cx="0" cy="10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 sz="1400"/>
            </a:p>
          </p:txBody>
        </p:sp>
        <p:sp>
          <p:nvSpPr>
            <p:cNvPr id="34" name="Line 25"/>
            <p:cNvSpPr>
              <a:spLocks noChangeShapeType="1"/>
            </p:cNvSpPr>
            <p:nvPr/>
          </p:nvSpPr>
          <p:spPr bwMode="auto">
            <a:xfrm>
              <a:off x="2407" y="1590"/>
              <a:ext cx="0" cy="35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 sz="1400"/>
            </a:p>
          </p:txBody>
        </p:sp>
        <p:sp>
          <p:nvSpPr>
            <p:cNvPr id="35" name="Line 26"/>
            <p:cNvSpPr>
              <a:spLocks noChangeShapeType="1"/>
            </p:cNvSpPr>
            <p:nvPr/>
          </p:nvSpPr>
          <p:spPr bwMode="auto">
            <a:xfrm flipH="1">
              <a:off x="2587" y="1590"/>
              <a:ext cx="4" cy="46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 sz="1400"/>
            </a:p>
          </p:txBody>
        </p:sp>
        <p:sp>
          <p:nvSpPr>
            <p:cNvPr id="36" name="Text Box 27"/>
            <p:cNvSpPr txBox="1">
              <a:spLocks noChangeArrowheads="1"/>
            </p:cNvSpPr>
            <p:nvPr/>
          </p:nvSpPr>
          <p:spPr bwMode="auto">
            <a:xfrm>
              <a:off x="2091" y="1026"/>
              <a:ext cx="267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400" dirty="0" smtClean="0"/>
                <a:t>  Q</a:t>
              </a:r>
              <a:endParaRPr lang="en-US" altLang="zh-CN" sz="1400" dirty="0"/>
            </a:p>
          </p:txBody>
        </p:sp>
        <p:sp>
          <p:nvSpPr>
            <p:cNvPr id="37" name="Text Box 28"/>
            <p:cNvSpPr txBox="1">
              <a:spLocks noChangeArrowheads="1"/>
            </p:cNvSpPr>
            <p:nvPr/>
          </p:nvSpPr>
          <p:spPr bwMode="auto">
            <a:xfrm>
              <a:off x="2452" y="1026"/>
              <a:ext cx="204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400"/>
                <a:t>Q</a:t>
              </a:r>
            </a:p>
          </p:txBody>
        </p:sp>
        <p:sp>
          <p:nvSpPr>
            <p:cNvPr id="38" name="Line 29"/>
            <p:cNvSpPr>
              <a:spLocks noChangeShapeType="1"/>
            </p:cNvSpPr>
            <p:nvPr/>
          </p:nvSpPr>
          <p:spPr bwMode="auto">
            <a:xfrm>
              <a:off x="2199" y="1053"/>
              <a:ext cx="12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 sz="1400"/>
            </a:p>
          </p:txBody>
        </p:sp>
        <p:sp>
          <p:nvSpPr>
            <p:cNvPr id="41" name="Text Box 38"/>
            <p:cNvSpPr txBox="1">
              <a:spLocks noChangeArrowheads="1"/>
            </p:cNvSpPr>
            <p:nvPr/>
          </p:nvSpPr>
          <p:spPr bwMode="auto">
            <a:xfrm>
              <a:off x="2166" y="1949"/>
              <a:ext cx="331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sz="1400"/>
                <a:t>CP</a:t>
              </a:r>
            </a:p>
          </p:txBody>
        </p:sp>
        <p:sp>
          <p:nvSpPr>
            <p:cNvPr id="44" name="Text Box 41"/>
            <p:cNvSpPr txBox="1">
              <a:spLocks noChangeArrowheads="1"/>
            </p:cNvSpPr>
            <p:nvPr/>
          </p:nvSpPr>
          <p:spPr bwMode="auto">
            <a:xfrm>
              <a:off x="2471" y="1436"/>
              <a:ext cx="20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sz="1400"/>
                <a:t>J</a:t>
              </a:r>
            </a:p>
          </p:txBody>
        </p:sp>
        <p:sp>
          <p:nvSpPr>
            <p:cNvPr id="45" name="Text Box 42"/>
            <p:cNvSpPr txBox="1">
              <a:spLocks noChangeArrowheads="1"/>
            </p:cNvSpPr>
            <p:nvPr/>
          </p:nvSpPr>
          <p:spPr bwMode="auto">
            <a:xfrm>
              <a:off x="2290" y="1344"/>
              <a:ext cx="198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400"/>
                <a:t>C</a:t>
              </a:r>
            </a:p>
          </p:txBody>
        </p:sp>
        <p:sp>
          <p:nvSpPr>
            <p:cNvPr id="46" name="Text Box 43"/>
            <p:cNvSpPr txBox="1">
              <a:spLocks noChangeArrowheads="1"/>
            </p:cNvSpPr>
            <p:nvPr/>
          </p:nvSpPr>
          <p:spPr bwMode="auto">
            <a:xfrm>
              <a:off x="2106" y="1436"/>
              <a:ext cx="192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400"/>
                <a:t>K</a:t>
              </a:r>
            </a:p>
          </p:txBody>
        </p:sp>
        <p:sp>
          <p:nvSpPr>
            <p:cNvPr id="47" name="Line 44"/>
            <p:cNvSpPr>
              <a:spLocks noChangeShapeType="1"/>
            </p:cNvSpPr>
            <p:nvPr/>
          </p:nvSpPr>
          <p:spPr bwMode="auto">
            <a:xfrm>
              <a:off x="2227" y="1590"/>
              <a:ext cx="0" cy="2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 sz="1400"/>
            </a:p>
          </p:txBody>
        </p:sp>
        <p:sp>
          <p:nvSpPr>
            <p:cNvPr id="48" name="Line 45"/>
            <p:cNvSpPr>
              <a:spLocks noChangeShapeType="1"/>
            </p:cNvSpPr>
            <p:nvPr/>
          </p:nvSpPr>
          <p:spPr bwMode="auto">
            <a:xfrm>
              <a:off x="2229" y="1842"/>
              <a:ext cx="36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 sz="1400"/>
            </a:p>
          </p:txBody>
        </p:sp>
        <p:sp>
          <p:nvSpPr>
            <p:cNvPr id="49" name="Text Box 46"/>
            <p:cNvSpPr txBox="1">
              <a:spLocks noChangeArrowheads="1"/>
            </p:cNvSpPr>
            <p:nvPr/>
          </p:nvSpPr>
          <p:spPr bwMode="auto">
            <a:xfrm>
              <a:off x="2516" y="1739"/>
              <a:ext cx="156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400" i="0" dirty="0">
                  <a:latin typeface="Times New Roman" pitchFamily="18" charset="0"/>
                  <a:cs typeface="Tahoma" pitchFamily="34" charset="0"/>
                </a:rPr>
                <a:t>•</a:t>
              </a:r>
              <a:endParaRPr lang="en-US" altLang="zh-CN" sz="1400" i="0" dirty="0"/>
            </a:p>
          </p:txBody>
        </p:sp>
        <p:sp>
          <p:nvSpPr>
            <p:cNvPr id="50" name="Text Box 47"/>
            <p:cNvSpPr txBox="1">
              <a:spLocks noChangeArrowheads="1"/>
            </p:cNvSpPr>
            <p:nvPr/>
          </p:nvSpPr>
          <p:spPr bwMode="auto">
            <a:xfrm>
              <a:off x="2587" y="1938"/>
              <a:ext cx="185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400"/>
                <a:t>T</a:t>
              </a:r>
            </a:p>
          </p:txBody>
        </p:sp>
      </p:grpSp>
      <p:grpSp>
        <p:nvGrpSpPr>
          <p:cNvPr id="51" name="Group 53"/>
          <p:cNvGrpSpPr>
            <a:grpSpLocks/>
          </p:cNvGrpSpPr>
          <p:nvPr/>
        </p:nvGrpSpPr>
        <p:grpSpPr bwMode="auto">
          <a:xfrm>
            <a:off x="1600200" y="2038349"/>
            <a:ext cx="152400" cy="114301"/>
            <a:chOff x="3651" y="1888"/>
            <a:chExt cx="91" cy="90"/>
          </a:xfrm>
        </p:grpSpPr>
        <p:sp>
          <p:nvSpPr>
            <p:cNvPr id="52" name="Line 51"/>
            <p:cNvSpPr>
              <a:spLocks noChangeShapeType="1"/>
            </p:cNvSpPr>
            <p:nvPr/>
          </p:nvSpPr>
          <p:spPr bwMode="auto">
            <a:xfrm rot="16200000" flipH="1">
              <a:off x="3674" y="1910"/>
              <a:ext cx="90" cy="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 sz="1400"/>
            </a:p>
          </p:txBody>
        </p:sp>
        <p:sp>
          <p:nvSpPr>
            <p:cNvPr id="53" name="Line 52"/>
            <p:cNvSpPr>
              <a:spLocks noChangeShapeType="1"/>
            </p:cNvSpPr>
            <p:nvPr/>
          </p:nvSpPr>
          <p:spPr bwMode="auto">
            <a:xfrm flipH="1">
              <a:off x="3651" y="1888"/>
              <a:ext cx="45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 sz="1400"/>
            </a:p>
          </p:txBody>
        </p:sp>
      </p:grpSp>
      <p:graphicFrame>
        <p:nvGraphicFramePr>
          <p:cNvPr id="124939" name="Object 11"/>
          <p:cNvGraphicFramePr>
            <a:graphicFrameLocks noChangeAspect="1"/>
          </p:cNvGraphicFramePr>
          <p:nvPr/>
        </p:nvGraphicFramePr>
        <p:xfrm>
          <a:off x="3276600" y="1352550"/>
          <a:ext cx="1320800" cy="317500"/>
        </p:xfrm>
        <a:graphic>
          <a:graphicData uri="http://schemas.openxmlformats.org/presentationml/2006/ole">
            <p:oleObj spid="_x0000_s124939" name="Equation" r:id="rId3" imgW="1320480" imgH="317160" progId="Equation.DSMT4">
              <p:embed/>
            </p:oleObj>
          </a:graphicData>
        </a:graphic>
      </p:graphicFrame>
      <p:graphicFrame>
        <p:nvGraphicFramePr>
          <p:cNvPr id="124940" name="Object 12"/>
          <p:cNvGraphicFramePr>
            <a:graphicFrameLocks noChangeAspect="1"/>
          </p:cNvGraphicFramePr>
          <p:nvPr/>
        </p:nvGraphicFramePr>
        <p:xfrm>
          <a:off x="3657600" y="2038350"/>
          <a:ext cx="584200" cy="215900"/>
        </p:xfrm>
        <a:graphic>
          <a:graphicData uri="http://schemas.openxmlformats.org/presentationml/2006/ole">
            <p:oleObj spid="_x0000_s124940" name="Equation" r:id="rId4" imgW="583920" imgH="215640" progId="Equation.DSMT4">
              <p:embed/>
            </p:oleObj>
          </a:graphicData>
        </a:graphic>
      </p:graphicFrame>
      <p:graphicFrame>
        <p:nvGraphicFramePr>
          <p:cNvPr id="124941" name="Object 13"/>
          <p:cNvGraphicFramePr>
            <a:graphicFrameLocks noChangeAspect="1"/>
          </p:cNvGraphicFramePr>
          <p:nvPr/>
        </p:nvGraphicFramePr>
        <p:xfrm>
          <a:off x="3124200" y="2647950"/>
          <a:ext cx="1333500" cy="317500"/>
        </p:xfrm>
        <a:graphic>
          <a:graphicData uri="http://schemas.openxmlformats.org/presentationml/2006/ole">
            <p:oleObj spid="_x0000_s124941" name="Equation" r:id="rId5" imgW="1333440" imgH="317160" progId="Equation.DSMT4">
              <p:embed/>
            </p:oleObj>
          </a:graphicData>
        </a:graphic>
      </p:graphicFrame>
      <p:grpSp>
        <p:nvGrpSpPr>
          <p:cNvPr id="84" name="组合 83"/>
          <p:cNvGrpSpPr/>
          <p:nvPr/>
        </p:nvGrpSpPr>
        <p:grpSpPr>
          <a:xfrm>
            <a:off x="6324600" y="1733550"/>
            <a:ext cx="1960563" cy="882649"/>
            <a:chOff x="6324600" y="1477963"/>
            <a:chExt cx="1960563" cy="882649"/>
          </a:xfrm>
        </p:grpSpPr>
        <p:grpSp>
          <p:nvGrpSpPr>
            <p:cNvPr id="62" name="Group 64"/>
            <p:cNvGrpSpPr>
              <a:grpSpLocks/>
            </p:cNvGrpSpPr>
            <p:nvPr/>
          </p:nvGrpSpPr>
          <p:grpSpPr bwMode="auto">
            <a:xfrm>
              <a:off x="6688138" y="1497012"/>
              <a:ext cx="1366838" cy="863600"/>
              <a:chOff x="3693" y="2732"/>
              <a:chExt cx="861" cy="544"/>
            </a:xfrm>
          </p:grpSpPr>
          <p:sp>
            <p:nvSpPr>
              <p:cNvPr id="63" name="Rectangle 65"/>
              <p:cNvSpPr>
                <a:spLocks noChangeArrowheads="1"/>
              </p:cNvSpPr>
              <p:nvPr/>
            </p:nvSpPr>
            <p:spPr bwMode="auto">
              <a:xfrm>
                <a:off x="3919" y="2732"/>
                <a:ext cx="409" cy="544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4" name="Line 66"/>
              <p:cNvSpPr>
                <a:spLocks noChangeShapeType="1"/>
              </p:cNvSpPr>
              <p:nvPr/>
            </p:nvSpPr>
            <p:spPr bwMode="auto">
              <a:xfrm>
                <a:off x="3738" y="2822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" name="Line 67"/>
              <p:cNvSpPr>
                <a:spLocks noChangeShapeType="1"/>
              </p:cNvSpPr>
              <p:nvPr/>
            </p:nvSpPr>
            <p:spPr bwMode="auto">
              <a:xfrm>
                <a:off x="4328" y="2822"/>
                <a:ext cx="1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66" name="Group 68"/>
              <p:cNvGrpSpPr>
                <a:grpSpLocks/>
              </p:cNvGrpSpPr>
              <p:nvPr/>
            </p:nvGrpSpPr>
            <p:grpSpPr bwMode="auto">
              <a:xfrm>
                <a:off x="4328" y="3140"/>
                <a:ext cx="226" cy="46"/>
                <a:chOff x="250" y="2568"/>
                <a:chExt cx="680" cy="182"/>
              </a:xfrm>
            </p:grpSpPr>
            <p:sp>
              <p:nvSpPr>
                <p:cNvPr id="77" name="Oval 69"/>
                <p:cNvSpPr>
                  <a:spLocks noChangeArrowheads="1"/>
                </p:cNvSpPr>
                <p:nvPr/>
              </p:nvSpPr>
              <p:spPr bwMode="auto">
                <a:xfrm>
                  <a:off x="250" y="2568"/>
                  <a:ext cx="135" cy="182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8" name="Line 70"/>
                <p:cNvSpPr>
                  <a:spLocks noChangeShapeType="1"/>
                </p:cNvSpPr>
                <p:nvPr/>
              </p:nvSpPr>
              <p:spPr bwMode="auto">
                <a:xfrm>
                  <a:off x="385" y="2659"/>
                  <a:ext cx="54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70" name="Object 5"/>
              <p:cNvGraphicFramePr>
                <a:graphicFrameLocks noChangeAspect="1"/>
              </p:cNvGraphicFramePr>
              <p:nvPr/>
            </p:nvGraphicFramePr>
            <p:xfrm>
              <a:off x="3953" y="2748"/>
              <a:ext cx="125" cy="147"/>
            </p:xfrm>
            <a:graphic>
              <a:graphicData uri="http://schemas.openxmlformats.org/presentationml/2006/ole">
                <p:oleObj spid="_x0000_s124945" name="Equation" r:id="rId6" imgW="139680" imgH="164880" progId="Equation.DSMT4">
                  <p:embed/>
                </p:oleObj>
              </a:graphicData>
            </a:graphic>
          </p:graphicFrame>
          <p:grpSp>
            <p:nvGrpSpPr>
              <p:cNvPr id="73" name="Group 77"/>
              <p:cNvGrpSpPr>
                <a:grpSpLocks/>
              </p:cNvGrpSpPr>
              <p:nvPr/>
            </p:nvGrpSpPr>
            <p:grpSpPr bwMode="auto">
              <a:xfrm flipH="1">
                <a:off x="3693" y="2975"/>
                <a:ext cx="226" cy="46"/>
                <a:chOff x="250" y="2568"/>
                <a:chExt cx="680" cy="182"/>
              </a:xfrm>
            </p:grpSpPr>
            <p:sp>
              <p:nvSpPr>
                <p:cNvPr id="75" name="Oval 78"/>
                <p:cNvSpPr>
                  <a:spLocks noChangeArrowheads="1"/>
                </p:cNvSpPr>
                <p:nvPr/>
              </p:nvSpPr>
              <p:spPr bwMode="auto">
                <a:xfrm>
                  <a:off x="250" y="2568"/>
                  <a:ext cx="135" cy="182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6" name="Line 79"/>
                <p:cNvSpPr>
                  <a:spLocks noChangeShapeType="1"/>
                </p:cNvSpPr>
                <p:nvPr/>
              </p:nvSpPr>
              <p:spPr bwMode="auto">
                <a:xfrm>
                  <a:off x="385" y="2659"/>
                  <a:ext cx="54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aphicFrame>
          <p:nvGraphicFramePr>
            <p:cNvPr id="79" name="Object 5"/>
            <p:cNvGraphicFramePr>
              <a:graphicFrameLocks noChangeAspect="1"/>
            </p:cNvGraphicFramePr>
            <p:nvPr/>
          </p:nvGraphicFramePr>
          <p:xfrm>
            <a:off x="6477000" y="1504950"/>
            <a:ext cx="198437" cy="233362"/>
          </p:xfrm>
          <a:graphic>
            <a:graphicData uri="http://schemas.openxmlformats.org/presentationml/2006/ole">
              <p:oleObj spid="_x0000_s124948" name="Equation" r:id="rId7" imgW="139680" imgH="164880" progId="Equation.DSMT4">
                <p:embed/>
              </p:oleObj>
            </a:graphicData>
          </a:graphic>
        </p:graphicFrame>
        <p:graphicFrame>
          <p:nvGraphicFramePr>
            <p:cNvPr id="80" name="Object 6"/>
            <p:cNvGraphicFramePr>
              <a:graphicFrameLocks noChangeAspect="1"/>
            </p:cNvGraphicFramePr>
            <p:nvPr/>
          </p:nvGraphicFramePr>
          <p:xfrm>
            <a:off x="7031156" y="1842261"/>
            <a:ext cx="180975" cy="180975"/>
          </p:xfrm>
          <a:graphic>
            <a:graphicData uri="http://schemas.openxmlformats.org/presentationml/2006/ole">
              <p:oleObj spid="_x0000_s124949" name="Equation" r:id="rId8" imgW="126720" imgH="126720" progId="Equation.DSMT4">
                <p:embed/>
              </p:oleObj>
            </a:graphicData>
          </a:graphic>
        </p:graphicFrame>
        <p:graphicFrame>
          <p:nvGraphicFramePr>
            <p:cNvPr id="124950" name="Object 22"/>
            <p:cNvGraphicFramePr>
              <a:graphicFrameLocks noChangeAspect="1"/>
            </p:cNvGraphicFramePr>
            <p:nvPr/>
          </p:nvGraphicFramePr>
          <p:xfrm>
            <a:off x="6324600" y="1809750"/>
            <a:ext cx="342900" cy="252413"/>
          </p:xfrm>
          <a:graphic>
            <a:graphicData uri="http://schemas.openxmlformats.org/presentationml/2006/ole">
              <p:oleObj spid="_x0000_s124950" name="Equation" r:id="rId9" imgW="241200" imgH="177480" progId="Equation.DSMT4">
                <p:embed/>
              </p:oleObj>
            </a:graphicData>
          </a:graphic>
        </p:graphicFrame>
        <p:graphicFrame>
          <p:nvGraphicFramePr>
            <p:cNvPr id="124951" name="Object 23"/>
            <p:cNvGraphicFramePr>
              <a:graphicFrameLocks noChangeAspect="1"/>
            </p:cNvGraphicFramePr>
            <p:nvPr/>
          </p:nvGraphicFramePr>
          <p:xfrm>
            <a:off x="7991475" y="1477963"/>
            <a:ext cx="217488" cy="287337"/>
          </p:xfrm>
          <a:graphic>
            <a:graphicData uri="http://schemas.openxmlformats.org/presentationml/2006/ole">
              <p:oleObj spid="_x0000_s124951" name="Equation" r:id="rId10" imgW="152280" imgH="203040" progId="Equation.DSMT4">
                <p:embed/>
              </p:oleObj>
            </a:graphicData>
          </a:graphic>
        </p:graphicFrame>
        <p:graphicFrame>
          <p:nvGraphicFramePr>
            <p:cNvPr id="124952" name="Object 24"/>
            <p:cNvGraphicFramePr>
              <a:graphicFrameLocks noChangeAspect="1"/>
            </p:cNvGraphicFramePr>
            <p:nvPr/>
          </p:nvGraphicFramePr>
          <p:xfrm>
            <a:off x="8069263" y="1985963"/>
            <a:ext cx="215900" cy="339725"/>
          </p:xfrm>
          <a:graphic>
            <a:graphicData uri="http://schemas.openxmlformats.org/presentationml/2006/ole">
              <p:oleObj spid="_x0000_s124952" name="Equation" r:id="rId11" imgW="152280" imgH="241200" progId="Equation.DSMT4">
                <p:embed/>
              </p:oleObj>
            </a:graphicData>
          </a:graphic>
        </p:graphicFrame>
      </p:grpSp>
      <p:sp>
        <p:nvSpPr>
          <p:cNvPr id="85" name="TextBox 84"/>
          <p:cNvSpPr txBox="1"/>
          <p:nvPr/>
        </p:nvSpPr>
        <p:spPr>
          <a:xfrm>
            <a:off x="1524000" y="3333750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  图 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124953" name="Object 25"/>
          <p:cNvGraphicFramePr>
            <a:graphicFrameLocks noChangeAspect="1"/>
          </p:cNvGraphicFramePr>
          <p:nvPr/>
        </p:nvGraphicFramePr>
        <p:xfrm>
          <a:off x="4495800" y="2495550"/>
          <a:ext cx="1752600" cy="660400"/>
        </p:xfrm>
        <a:graphic>
          <a:graphicData uri="http://schemas.openxmlformats.org/presentationml/2006/ole">
            <p:oleObj spid="_x0000_s124953" name="Equation" r:id="rId12" imgW="1752480" imgH="66024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49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49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49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49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49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49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49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49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触发器之间的相互演化：</a:t>
            </a:r>
            <a:endParaRPr lang="zh-CN" altLang="en-US" sz="1400" dirty="0" smtClean="0"/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4" name="Text Box 2"/>
          <p:cNvSpPr txBox="1">
            <a:spLocks noChangeArrowheads="1"/>
          </p:cNvSpPr>
          <p:nvPr/>
        </p:nvSpPr>
        <p:spPr bwMode="auto">
          <a:xfrm>
            <a:off x="228600" y="1200150"/>
            <a:ext cx="1447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16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D </a:t>
            </a:r>
            <a:r>
              <a:rPr lang="en-US" altLang="zh-CN" sz="1600" b="1" i="0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  <a:sym typeface="Symbol" pitchFamily="18" charset="2"/>
              </a:rPr>
              <a:t>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JK</a:t>
            </a:r>
            <a:r>
              <a:rPr lang="en-US" altLang="zh-CN" sz="1600" b="1" i="0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  <a:sym typeface="Symbol" pitchFamily="18" charset="2"/>
              </a:rPr>
              <a:t> 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:</a:t>
            </a:r>
            <a:endParaRPr lang="en-US" altLang="zh-CN" sz="1600" b="1" i="0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50" name="组合 49"/>
          <p:cNvGrpSpPr/>
          <p:nvPr/>
        </p:nvGrpSpPr>
        <p:grpSpPr>
          <a:xfrm>
            <a:off x="604838" y="1693863"/>
            <a:ext cx="2393951" cy="1901825"/>
            <a:chOff x="604838" y="1693863"/>
            <a:chExt cx="2393951" cy="1901825"/>
          </a:xfrm>
        </p:grpSpPr>
        <p:sp>
          <p:nvSpPr>
            <p:cNvPr id="60" name="Rectangle 16"/>
            <p:cNvSpPr>
              <a:spLocks noChangeArrowheads="1"/>
            </p:cNvSpPr>
            <p:nvPr/>
          </p:nvSpPr>
          <p:spPr bwMode="auto">
            <a:xfrm>
              <a:off x="806451" y="3225800"/>
              <a:ext cx="806450" cy="369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>
                <a:spcBef>
                  <a:spcPct val="50000"/>
                </a:spcBef>
              </a:pPr>
              <a:r>
                <a:rPr lang="en-US" altLang="zh-CN" b="1" dirty="0">
                  <a:solidFill>
                    <a:schemeClr val="accent6"/>
                  </a:solidFill>
                  <a:latin typeface="Times New Roman" pitchFamily="18" charset="0"/>
                </a:rPr>
                <a:t>CP</a:t>
              </a:r>
              <a:endParaRPr lang="en-US" altLang="zh-CN" b="1" i="0" baseline="-25000" dirty="0">
                <a:solidFill>
                  <a:schemeClr val="accent6"/>
                </a:solidFill>
                <a:latin typeface="Times New Roman" pitchFamily="18" charset="0"/>
              </a:endParaRPr>
            </a:p>
          </p:txBody>
        </p:sp>
        <p:grpSp>
          <p:nvGrpSpPr>
            <p:cNvPr id="2" name="组合 110"/>
            <p:cNvGrpSpPr/>
            <p:nvPr/>
          </p:nvGrpSpPr>
          <p:grpSpPr>
            <a:xfrm>
              <a:off x="604838" y="1693863"/>
              <a:ext cx="2393951" cy="1731962"/>
              <a:chOff x="604838" y="1693863"/>
              <a:chExt cx="2393951" cy="1731962"/>
            </a:xfrm>
          </p:grpSpPr>
          <p:sp>
            <p:nvSpPr>
              <p:cNvPr id="57" name="Freeform 11"/>
              <p:cNvSpPr>
                <a:spLocks/>
              </p:cNvSpPr>
              <p:nvPr/>
            </p:nvSpPr>
            <p:spPr bwMode="auto">
              <a:xfrm>
                <a:off x="792162" y="2435225"/>
                <a:ext cx="274637" cy="990600"/>
              </a:xfrm>
              <a:custGeom>
                <a:avLst/>
                <a:gdLst>
                  <a:gd name="T0" fmla="*/ 0 w 240"/>
                  <a:gd name="T1" fmla="*/ 0 h 624"/>
                  <a:gd name="T2" fmla="*/ 0 w 240"/>
                  <a:gd name="T3" fmla="*/ 0 h 624"/>
                  <a:gd name="T4" fmla="*/ 0 w 240"/>
                  <a:gd name="T5" fmla="*/ 624 h 624"/>
                  <a:gd name="T6" fmla="*/ 0 60000 65536"/>
                  <a:gd name="T7" fmla="*/ 0 60000 65536"/>
                  <a:gd name="T8" fmla="*/ 0 60000 65536"/>
                  <a:gd name="T9" fmla="*/ 0 w 240"/>
                  <a:gd name="T10" fmla="*/ 0 h 624"/>
                  <a:gd name="T11" fmla="*/ 240 w 240"/>
                  <a:gd name="T12" fmla="*/ 624 h 62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0" h="624">
                    <a:moveTo>
                      <a:pt x="240" y="0"/>
                    </a:moveTo>
                    <a:lnTo>
                      <a:pt x="0" y="0"/>
                    </a:lnTo>
                    <a:lnTo>
                      <a:pt x="0" y="624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3" name="Group 12"/>
              <p:cNvGrpSpPr>
                <a:grpSpLocks/>
              </p:cNvGrpSpPr>
              <p:nvPr/>
            </p:nvGrpSpPr>
            <p:grpSpPr bwMode="auto">
              <a:xfrm>
                <a:off x="2441576" y="2513013"/>
                <a:ext cx="557213" cy="369888"/>
                <a:chOff x="3415" y="2941"/>
                <a:chExt cx="351" cy="233"/>
              </a:xfrm>
            </p:grpSpPr>
            <p:sp>
              <p:nvSpPr>
                <p:cNvPr id="108" name="Rectangle 13"/>
                <p:cNvSpPr>
                  <a:spLocks noChangeArrowheads="1"/>
                </p:cNvSpPr>
                <p:nvPr/>
              </p:nvSpPr>
              <p:spPr bwMode="auto">
                <a:xfrm>
                  <a:off x="3415" y="2941"/>
                  <a:ext cx="351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just">
                    <a:spcBef>
                      <a:spcPct val="50000"/>
                    </a:spcBef>
                  </a:pPr>
                  <a:r>
                    <a:rPr lang="en-US" altLang="zh-CN" b="1" dirty="0">
                      <a:solidFill>
                        <a:schemeClr val="accent6"/>
                      </a:solidFill>
                      <a:latin typeface="Times New Roman" pitchFamily="18" charset="0"/>
                    </a:rPr>
                    <a:t>Q</a:t>
                  </a:r>
                </a:p>
              </p:txBody>
            </p:sp>
            <p:sp>
              <p:nvSpPr>
                <p:cNvPr id="109" name="Line 14"/>
                <p:cNvSpPr>
                  <a:spLocks noChangeShapeType="1"/>
                </p:cNvSpPr>
                <p:nvPr/>
              </p:nvSpPr>
              <p:spPr bwMode="auto">
                <a:xfrm>
                  <a:off x="3464" y="2968"/>
                  <a:ext cx="128" cy="0"/>
                </a:xfrm>
                <a:prstGeom prst="line">
                  <a:avLst/>
                </a:prstGeom>
                <a:noFill/>
                <a:ln w="28575">
                  <a:solidFill>
                    <a:schemeClr val="accent6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59" name="Rectangle 15"/>
              <p:cNvSpPr>
                <a:spLocks noChangeArrowheads="1"/>
              </p:cNvSpPr>
              <p:nvPr/>
            </p:nvSpPr>
            <p:spPr bwMode="auto">
              <a:xfrm>
                <a:off x="2443163" y="1693863"/>
                <a:ext cx="363538" cy="3698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just">
                  <a:spcBef>
                    <a:spcPct val="50000"/>
                  </a:spcBef>
                </a:pPr>
                <a:r>
                  <a:rPr lang="en-US" altLang="zh-CN" b="1" dirty="0">
                    <a:solidFill>
                      <a:schemeClr val="accent6"/>
                    </a:solidFill>
                    <a:latin typeface="Times New Roman" pitchFamily="18" charset="0"/>
                  </a:rPr>
                  <a:t>Q</a:t>
                </a:r>
              </a:p>
            </p:txBody>
          </p:sp>
          <p:sp>
            <p:nvSpPr>
              <p:cNvPr id="106" name="Line 19"/>
              <p:cNvSpPr>
                <a:spLocks noChangeShapeType="1"/>
              </p:cNvSpPr>
              <p:nvPr/>
            </p:nvSpPr>
            <p:spPr bwMode="auto">
              <a:xfrm rot="5400000" flipH="1" flipV="1">
                <a:off x="2206626" y="2508250"/>
                <a:ext cx="0" cy="4318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" name="Rectangle 24"/>
              <p:cNvSpPr>
                <a:spLocks noChangeArrowheads="1"/>
              </p:cNvSpPr>
              <p:nvPr/>
            </p:nvSpPr>
            <p:spPr bwMode="auto">
              <a:xfrm rot="5400000">
                <a:off x="857250" y="1943100"/>
                <a:ext cx="1314450" cy="895350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rot="10800000" vert="eaVert" wrap="none" anchor="ctr"/>
              <a:lstStyle/>
              <a:p>
                <a:pPr algn="ctr"/>
                <a:endParaRPr lang="zh-CN" altLang="zh-CN" i="0">
                  <a:latin typeface="Times New Roman" pitchFamily="18" charset="0"/>
                  <a:ea typeface="隶书" pitchFamily="49" charset="-122"/>
                </a:endParaRPr>
              </a:p>
            </p:txBody>
          </p:sp>
          <p:sp>
            <p:nvSpPr>
              <p:cNvPr id="104" name="Line 22"/>
              <p:cNvSpPr>
                <a:spLocks noChangeShapeType="1"/>
              </p:cNvSpPr>
              <p:nvPr/>
            </p:nvSpPr>
            <p:spPr bwMode="auto">
              <a:xfrm rot="5400000" flipH="1" flipV="1">
                <a:off x="2178051" y="1717675"/>
                <a:ext cx="0" cy="4318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" name="AutoShape 26"/>
              <p:cNvSpPr>
                <a:spLocks noChangeArrowheads="1"/>
              </p:cNvSpPr>
              <p:nvPr/>
            </p:nvSpPr>
            <p:spPr bwMode="auto">
              <a:xfrm rot="5400000">
                <a:off x="974725" y="2376488"/>
                <a:ext cx="304800" cy="111125"/>
              </a:xfrm>
              <a:prstGeom prst="triangle">
                <a:avLst>
                  <a:gd name="adj" fmla="val 50000"/>
                </a:avLst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" name="Line 28"/>
              <p:cNvSpPr>
                <a:spLocks noChangeShapeType="1"/>
              </p:cNvSpPr>
              <p:nvPr/>
            </p:nvSpPr>
            <p:spPr bwMode="auto">
              <a:xfrm rot="5400000" flipH="1">
                <a:off x="839788" y="1716088"/>
                <a:ext cx="0" cy="4699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" name="Rectangle 31"/>
              <p:cNvSpPr>
                <a:spLocks noChangeArrowheads="1"/>
              </p:cNvSpPr>
              <p:nvPr/>
            </p:nvSpPr>
            <p:spPr bwMode="auto">
              <a:xfrm>
                <a:off x="1038226" y="1746677"/>
                <a:ext cx="351378" cy="108952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b="1" i="0" dirty="0">
                    <a:solidFill>
                      <a:schemeClr val="accent6"/>
                    </a:solidFill>
                    <a:latin typeface="Times New Roman" pitchFamily="18" charset="0"/>
                  </a:rPr>
                  <a:t>D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altLang="zh-CN" b="1" i="0" dirty="0">
                    <a:solidFill>
                      <a:srgbClr val="0033CC"/>
                    </a:solidFill>
                    <a:latin typeface="Times New Roman" pitchFamily="18" charset="0"/>
                  </a:rPr>
                  <a:t> </a:t>
                </a:r>
              </a:p>
              <a:p>
                <a:pPr>
                  <a:lnSpc>
                    <a:spcPct val="120000"/>
                  </a:lnSpc>
                </a:pPr>
                <a:endParaRPr lang="en-US" altLang="zh-CN" b="1" i="0" dirty="0">
                  <a:solidFill>
                    <a:srgbClr val="0033CC"/>
                  </a:solidFill>
                  <a:latin typeface="Times New Roman" pitchFamily="18" charset="0"/>
                </a:endParaRPr>
              </a:p>
            </p:txBody>
          </p:sp>
        </p:grpSp>
      </p:grpSp>
      <p:sp>
        <p:nvSpPr>
          <p:cNvPr id="110" name="TextBox 109"/>
          <p:cNvSpPr txBox="1"/>
          <p:nvPr/>
        </p:nvSpPr>
        <p:spPr>
          <a:xfrm>
            <a:off x="914400" y="3714750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  图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3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5562600" y="3562350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  图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4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3962400" y="1449388"/>
            <a:ext cx="4114800" cy="2101850"/>
            <a:chOff x="3962400" y="1449388"/>
            <a:chExt cx="4114800" cy="2101850"/>
          </a:xfrm>
        </p:grpSpPr>
        <p:grpSp>
          <p:nvGrpSpPr>
            <p:cNvPr id="4" name="组合 133"/>
            <p:cNvGrpSpPr/>
            <p:nvPr/>
          </p:nvGrpSpPr>
          <p:grpSpPr>
            <a:xfrm>
              <a:off x="3962400" y="1449388"/>
              <a:ext cx="4114800" cy="1960562"/>
              <a:chOff x="3962400" y="1352550"/>
              <a:chExt cx="4114800" cy="1960562"/>
            </a:xfrm>
          </p:grpSpPr>
          <p:sp>
            <p:nvSpPr>
              <p:cNvPr id="56" name="Line 10"/>
              <p:cNvSpPr>
                <a:spLocks noChangeShapeType="1"/>
              </p:cNvSpPr>
              <p:nvPr/>
            </p:nvSpPr>
            <p:spPr bwMode="auto">
              <a:xfrm>
                <a:off x="4343399" y="1581150"/>
                <a:ext cx="787399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" name="Rectangle 17"/>
              <p:cNvSpPr>
                <a:spLocks noChangeArrowheads="1"/>
              </p:cNvSpPr>
              <p:nvPr/>
            </p:nvSpPr>
            <p:spPr bwMode="auto">
              <a:xfrm>
                <a:off x="3962400" y="1352550"/>
                <a:ext cx="842963" cy="6463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altLang="zh-CN" b="1" dirty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J</a:t>
                </a:r>
                <a:endParaRPr lang="en-US" altLang="zh-CN" sz="16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endParaRPr>
              </a:p>
              <a:p>
                <a:pPr>
                  <a:defRPr/>
                </a:pPr>
                <a:endParaRPr lang="en-US" altLang="zh-CN" b="1" dirty="0">
                  <a:solidFill>
                    <a:srgbClr val="FF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102" name="Rectangle 42"/>
              <p:cNvSpPr>
                <a:spLocks noChangeArrowheads="1"/>
              </p:cNvSpPr>
              <p:nvPr/>
            </p:nvSpPr>
            <p:spPr bwMode="auto">
              <a:xfrm rot="16200000">
                <a:off x="5043552" y="1496632"/>
                <a:ext cx="685800" cy="565150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dirty="0">
                  <a:solidFill>
                    <a:srgbClr val="C00000"/>
                  </a:solidFill>
                </a:endParaRPr>
              </a:p>
            </p:txBody>
          </p:sp>
          <p:grpSp>
            <p:nvGrpSpPr>
              <p:cNvPr id="7" name="组合 111"/>
              <p:cNvGrpSpPr/>
              <p:nvPr/>
            </p:nvGrpSpPr>
            <p:grpSpPr>
              <a:xfrm>
                <a:off x="5683249" y="1581150"/>
                <a:ext cx="2393951" cy="1731962"/>
                <a:chOff x="604838" y="1693863"/>
                <a:chExt cx="2393951" cy="1731962"/>
              </a:xfrm>
            </p:grpSpPr>
            <p:sp>
              <p:nvSpPr>
                <p:cNvPr id="113" name="Freeform 11"/>
                <p:cNvSpPr>
                  <a:spLocks/>
                </p:cNvSpPr>
                <p:nvPr/>
              </p:nvSpPr>
              <p:spPr bwMode="auto">
                <a:xfrm>
                  <a:off x="792163" y="2435225"/>
                  <a:ext cx="301626" cy="990600"/>
                </a:xfrm>
                <a:custGeom>
                  <a:avLst/>
                  <a:gdLst>
                    <a:gd name="T0" fmla="*/ 0 w 240"/>
                    <a:gd name="T1" fmla="*/ 0 h 624"/>
                    <a:gd name="T2" fmla="*/ 0 w 240"/>
                    <a:gd name="T3" fmla="*/ 0 h 624"/>
                    <a:gd name="T4" fmla="*/ 0 w 240"/>
                    <a:gd name="T5" fmla="*/ 624 h 624"/>
                    <a:gd name="T6" fmla="*/ 0 60000 65536"/>
                    <a:gd name="T7" fmla="*/ 0 60000 65536"/>
                    <a:gd name="T8" fmla="*/ 0 60000 65536"/>
                    <a:gd name="T9" fmla="*/ 0 w 240"/>
                    <a:gd name="T10" fmla="*/ 0 h 624"/>
                    <a:gd name="T11" fmla="*/ 240 w 240"/>
                    <a:gd name="T12" fmla="*/ 624 h 62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40" h="624">
                      <a:moveTo>
                        <a:pt x="240" y="0"/>
                      </a:moveTo>
                      <a:lnTo>
                        <a:pt x="0" y="0"/>
                      </a:lnTo>
                      <a:lnTo>
                        <a:pt x="0" y="624"/>
                      </a:lnTo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8" name="Group 12"/>
                <p:cNvGrpSpPr>
                  <a:grpSpLocks/>
                </p:cNvGrpSpPr>
                <p:nvPr/>
              </p:nvGrpSpPr>
              <p:grpSpPr bwMode="auto">
                <a:xfrm>
                  <a:off x="2441576" y="2513013"/>
                  <a:ext cx="557213" cy="369888"/>
                  <a:chOff x="3415" y="2941"/>
                  <a:chExt cx="351" cy="233"/>
                </a:xfrm>
              </p:grpSpPr>
              <p:sp>
                <p:nvSpPr>
                  <p:cNvPr id="124" name="Rectangle 13"/>
                  <p:cNvSpPr>
                    <a:spLocks noChangeArrowheads="1"/>
                  </p:cNvSpPr>
                  <p:nvPr/>
                </p:nvSpPr>
                <p:spPr bwMode="auto">
                  <a:xfrm>
                    <a:off x="3415" y="2941"/>
                    <a:ext cx="351" cy="233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 algn="just">
                      <a:spcBef>
                        <a:spcPct val="50000"/>
                      </a:spcBef>
                    </a:pPr>
                    <a:r>
                      <a:rPr lang="en-US" altLang="zh-CN" b="1" dirty="0">
                        <a:solidFill>
                          <a:schemeClr val="accent6"/>
                        </a:solidFill>
                        <a:latin typeface="Times New Roman" pitchFamily="18" charset="0"/>
                      </a:rPr>
                      <a:t>Q</a:t>
                    </a:r>
                  </a:p>
                </p:txBody>
              </p:sp>
              <p:sp>
                <p:nvSpPr>
                  <p:cNvPr id="125" name="Line 14"/>
                  <p:cNvSpPr>
                    <a:spLocks noChangeShapeType="1"/>
                  </p:cNvSpPr>
                  <p:nvPr/>
                </p:nvSpPr>
                <p:spPr bwMode="auto">
                  <a:xfrm>
                    <a:off x="3464" y="2968"/>
                    <a:ext cx="128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/>
                    </a:solidFill>
                    <a:round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15" name="Rectangle 15"/>
                <p:cNvSpPr>
                  <a:spLocks noChangeArrowheads="1"/>
                </p:cNvSpPr>
                <p:nvPr/>
              </p:nvSpPr>
              <p:spPr bwMode="auto">
                <a:xfrm>
                  <a:off x="2443163" y="1693863"/>
                  <a:ext cx="363538" cy="3698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just">
                    <a:spcBef>
                      <a:spcPct val="50000"/>
                    </a:spcBef>
                  </a:pPr>
                  <a:r>
                    <a:rPr lang="en-US" altLang="zh-CN" b="1" dirty="0">
                      <a:solidFill>
                        <a:schemeClr val="accent6"/>
                      </a:solidFill>
                      <a:latin typeface="Times New Roman" pitchFamily="18" charset="0"/>
                    </a:rPr>
                    <a:t>Q</a:t>
                  </a:r>
                </a:p>
              </p:txBody>
            </p:sp>
            <p:sp>
              <p:nvSpPr>
                <p:cNvPr id="116" name="Line 19"/>
                <p:cNvSpPr>
                  <a:spLocks noChangeShapeType="1"/>
                </p:cNvSpPr>
                <p:nvPr/>
              </p:nvSpPr>
              <p:spPr bwMode="auto">
                <a:xfrm rot="5400000" flipH="1" flipV="1">
                  <a:off x="2206626" y="2508250"/>
                  <a:ext cx="0" cy="43180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7" name="Line 22"/>
                <p:cNvSpPr>
                  <a:spLocks noChangeShapeType="1"/>
                </p:cNvSpPr>
                <p:nvPr/>
              </p:nvSpPr>
              <p:spPr bwMode="auto">
                <a:xfrm rot="5400000" flipH="1" flipV="1">
                  <a:off x="2178051" y="1717675"/>
                  <a:ext cx="0" cy="43180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8" name="Rectangle 24"/>
                <p:cNvSpPr>
                  <a:spLocks noChangeArrowheads="1"/>
                </p:cNvSpPr>
                <p:nvPr/>
              </p:nvSpPr>
              <p:spPr bwMode="auto">
                <a:xfrm rot="5400000">
                  <a:off x="857250" y="1943100"/>
                  <a:ext cx="1314450" cy="895350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rot="10800000" vert="eaVert" wrap="none" anchor="ctr"/>
                <a:lstStyle/>
                <a:p>
                  <a:pPr algn="ctr"/>
                  <a:endParaRPr lang="zh-CN" altLang="zh-CN" i="0">
                    <a:latin typeface="Times New Roman" pitchFamily="18" charset="0"/>
                    <a:ea typeface="隶书" pitchFamily="49" charset="-122"/>
                  </a:endParaRPr>
                </a:p>
              </p:txBody>
            </p:sp>
            <p:sp>
              <p:nvSpPr>
                <p:cNvPr id="119" name="AutoShape 26"/>
                <p:cNvSpPr>
                  <a:spLocks noChangeArrowheads="1"/>
                </p:cNvSpPr>
                <p:nvPr/>
              </p:nvSpPr>
              <p:spPr bwMode="auto">
                <a:xfrm rot="5400000">
                  <a:off x="974725" y="2376488"/>
                  <a:ext cx="304800" cy="111125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21" name="Line 28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839788" y="1716088"/>
                  <a:ext cx="0" cy="46990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3" name="Rectangle 31"/>
                <p:cNvSpPr>
                  <a:spLocks noChangeArrowheads="1"/>
                </p:cNvSpPr>
                <p:nvPr/>
              </p:nvSpPr>
              <p:spPr bwMode="auto">
                <a:xfrm>
                  <a:off x="1038226" y="1709738"/>
                  <a:ext cx="351378" cy="108952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altLang="zh-CN" b="1" i="0" dirty="0">
                      <a:solidFill>
                        <a:schemeClr val="accent6"/>
                      </a:solidFill>
                      <a:latin typeface="Times New Roman" pitchFamily="18" charset="0"/>
                    </a:rPr>
                    <a:t>D</a:t>
                  </a:r>
                </a:p>
                <a:p>
                  <a:pPr>
                    <a:lnSpc>
                      <a:spcPct val="120000"/>
                    </a:lnSpc>
                  </a:pPr>
                  <a:r>
                    <a:rPr lang="en-US" altLang="zh-CN" b="1" i="0" dirty="0">
                      <a:solidFill>
                        <a:srgbClr val="0033CC"/>
                      </a:solidFill>
                      <a:latin typeface="Times New Roman" pitchFamily="18" charset="0"/>
                    </a:rPr>
                    <a:t> </a:t>
                  </a:r>
                </a:p>
                <a:p>
                  <a:pPr>
                    <a:lnSpc>
                      <a:spcPct val="120000"/>
                    </a:lnSpc>
                  </a:pPr>
                  <a:endParaRPr lang="en-US" altLang="zh-CN" b="1" i="0" dirty="0">
                    <a:solidFill>
                      <a:srgbClr val="0033CC"/>
                    </a:solidFill>
                    <a:latin typeface="Times New Roman" pitchFamily="18" charset="0"/>
                  </a:endParaRPr>
                </a:p>
              </p:txBody>
            </p:sp>
          </p:grpSp>
          <p:sp>
            <p:nvSpPr>
              <p:cNvPr id="126" name="Line 10"/>
              <p:cNvSpPr>
                <a:spLocks noChangeShapeType="1"/>
              </p:cNvSpPr>
              <p:nvPr/>
            </p:nvSpPr>
            <p:spPr bwMode="auto">
              <a:xfrm>
                <a:off x="4328286" y="1809750"/>
                <a:ext cx="762000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8" name="Rectangle 17"/>
              <p:cNvSpPr>
                <a:spLocks noChangeArrowheads="1"/>
              </p:cNvSpPr>
              <p:nvPr/>
            </p:nvSpPr>
            <p:spPr bwMode="auto">
              <a:xfrm>
                <a:off x="3962400" y="1657350"/>
                <a:ext cx="842963" cy="6463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altLang="zh-CN" b="1" dirty="0" smtClean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K</a:t>
                </a:r>
                <a:endParaRPr lang="en-US" altLang="zh-CN" sz="16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endParaRPr>
              </a:p>
              <a:p>
                <a:pPr>
                  <a:defRPr/>
                </a:pPr>
                <a:endParaRPr lang="en-US" altLang="zh-CN" b="1" dirty="0">
                  <a:solidFill>
                    <a:srgbClr val="FF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129" name="TextBox 128"/>
              <p:cNvSpPr txBox="1"/>
              <p:nvPr/>
            </p:nvSpPr>
            <p:spPr>
              <a:xfrm>
                <a:off x="5181600" y="1428750"/>
                <a:ext cx="3810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 dirty="0" smtClean="0">
                    <a:solidFill>
                      <a:srgbClr val="C00000"/>
                    </a:solidFill>
                  </a:rPr>
                  <a:t>电路</a:t>
                </a:r>
                <a:endParaRPr lang="zh-CN" altLang="en-US" b="1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130" name="Freeform 36"/>
              <p:cNvSpPr>
                <a:spLocks/>
              </p:cNvSpPr>
              <p:nvPr/>
            </p:nvSpPr>
            <p:spPr bwMode="auto">
              <a:xfrm flipH="1" flipV="1">
                <a:off x="4724400" y="1809750"/>
                <a:ext cx="2609850" cy="1257300"/>
              </a:xfrm>
              <a:custGeom>
                <a:avLst/>
                <a:gdLst>
                  <a:gd name="T0" fmla="*/ 2147483647 w 240"/>
                  <a:gd name="T1" fmla="*/ 0 h 624"/>
                  <a:gd name="T2" fmla="*/ 0 w 240"/>
                  <a:gd name="T3" fmla="*/ 0 h 624"/>
                  <a:gd name="T4" fmla="*/ 0 w 240"/>
                  <a:gd name="T5" fmla="*/ 6774 h 624"/>
                  <a:gd name="T6" fmla="*/ 0 60000 65536"/>
                  <a:gd name="T7" fmla="*/ 0 60000 65536"/>
                  <a:gd name="T8" fmla="*/ 0 60000 65536"/>
                  <a:gd name="T9" fmla="*/ 0 w 240"/>
                  <a:gd name="T10" fmla="*/ 0 h 624"/>
                  <a:gd name="T11" fmla="*/ 240 w 240"/>
                  <a:gd name="T12" fmla="*/ 624 h 62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0" h="624">
                    <a:moveTo>
                      <a:pt x="240" y="0"/>
                    </a:moveTo>
                    <a:lnTo>
                      <a:pt x="0" y="0"/>
                    </a:lnTo>
                    <a:lnTo>
                      <a:pt x="0" y="624"/>
                    </a:ln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" name="Freeform 11"/>
              <p:cNvSpPr>
                <a:spLocks/>
              </p:cNvSpPr>
              <p:nvPr/>
            </p:nvSpPr>
            <p:spPr bwMode="auto">
              <a:xfrm>
                <a:off x="4739514" y="1916178"/>
                <a:ext cx="365886" cy="1143000"/>
              </a:xfrm>
              <a:custGeom>
                <a:avLst/>
                <a:gdLst>
                  <a:gd name="T0" fmla="*/ 0 w 240"/>
                  <a:gd name="T1" fmla="*/ 0 h 624"/>
                  <a:gd name="T2" fmla="*/ 0 w 240"/>
                  <a:gd name="T3" fmla="*/ 0 h 624"/>
                  <a:gd name="T4" fmla="*/ 0 w 240"/>
                  <a:gd name="T5" fmla="*/ 624 h 624"/>
                  <a:gd name="T6" fmla="*/ 0 60000 65536"/>
                  <a:gd name="T7" fmla="*/ 0 60000 65536"/>
                  <a:gd name="T8" fmla="*/ 0 60000 65536"/>
                  <a:gd name="T9" fmla="*/ 0 w 240"/>
                  <a:gd name="T10" fmla="*/ 0 h 624"/>
                  <a:gd name="T11" fmla="*/ 240 w 240"/>
                  <a:gd name="T12" fmla="*/ 624 h 62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0" h="624">
                    <a:moveTo>
                      <a:pt x="240" y="0"/>
                    </a:moveTo>
                    <a:lnTo>
                      <a:pt x="0" y="0"/>
                    </a:lnTo>
                    <a:lnTo>
                      <a:pt x="0" y="624"/>
                    </a:ln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2" name="Oval 32"/>
              <p:cNvSpPr>
                <a:spLocks noChangeArrowheads="1"/>
              </p:cNvSpPr>
              <p:nvPr/>
            </p:nvSpPr>
            <p:spPr bwMode="auto">
              <a:xfrm rot="5400000" flipH="1">
                <a:off x="7315200" y="1787079"/>
                <a:ext cx="71438" cy="71438"/>
              </a:xfrm>
              <a:prstGeom prst="ellipse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" name="Oval 32"/>
              <p:cNvSpPr>
                <a:spLocks noChangeArrowheads="1"/>
              </p:cNvSpPr>
              <p:nvPr/>
            </p:nvSpPr>
            <p:spPr bwMode="auto">
              <a:xfrm rot="5400000" flipH="1">
                <a:off x="4701099" y="3021393"/>
                <a:ext cx="71438" cy="71438"/>
              </a:xfrm>
              <a:prstGeom prst="ellipse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9" name="Rectangle 16"/>
            <p:cNvSpPr>
              <a:spLocks noChangeArrowheads="1"/>
            </p:cNvSpPr>
            <p:nvPr/>
          </p:nvSpPr>
          <p:spPr bwMode="auto">
            <a:xfrm>
              <a:off x="5867400" y="3181350"/>
              <a:ext cx="806450" cy="369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>
                <a:spcBef>
                  <a:spcPct val="50000"/>
                </a:spcBef>
              </a:pPr>
              <a:r>
                <a:rPr lang="en-US" altLang="zh-CN" b="1" dirty="0">
                  <a:solidFill>
                    <a:schemeClr val="accent6"/>
                  </a:solidFill>
                  <a:latin typeface="Times New Roman" pitchFamily="18" charset="0"/>
                </a:rPr>
                <a:t>CP</a:t>
              </a:r>
              <a:endParaRPr lang="en-US" altLang="zh-CN" b="1" i="0" baseline="-25000" dirty="0">
                <a:solidFill>
                  <a:schemeClr val="accent6"/>
                </a:solidFill>
                <a:latin typeface="Times New Roman" pitchFamily="18" charset="0"/>
              </a:endParaRPr>
            </a:p>
          </p:txBody>
        </p:sp>
      </p:grpSp>
      <p:sp>
        <p:nvSpPr>
          <p:cNvPr id="48" name="矩形 47"/>
          <p:cNvSpPr/>
          <p:nvPr/>
        </p:nvSpPr>
        <p:spPr>
          <a:xfrm>
            <a:off x="15240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23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：触发器相互演化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触发器之间的相互演化：</a:t>
            </a:r>
            <a:endParaRPr lang="zh-CN" altLang="en-US" sz="1400" dirty="0" smtClean="0"/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4" name="Text Box 2"/>
          <p:cNvSpPr txBox="1">
            <a:spLocks noChangeArrowheads="1"/>
          </p:cNvSpPr>
          <p:nvPr/>
        </p:nvSpPr>
        <p:spPr bwMode="auto">
          <a:xfrm>
            <a:off x="228600" y="1200150"/>
            <a:ext cx="1447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16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D </a:t>
            </a:r>
            <a:r>
              <a:rPr lang="en-US" altLang="zh-CN" sz="1600" b="1" i="0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  <a:sym typeface="Symbol" pitchFamily="18" charset="2"/>
              </a:rPr>
              <a:t>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JK</a:t>
            </a:r>
            <a:r>
              <a:rPr lang="en-US" altLang="zh-CN" sz="1600" b="1" i="0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  <a:sym typeface="Symbol" pitchFamily="18" charset="2"/>
              </a:rPr>
              <a:t> 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:</a:t>
            </a:r>
            <a:endParaRPr lang="en-US" altLang="zh-CN" sz="1600" b="1" i="0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1219200" y="4171950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  图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4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7" name="组合 50"/>
          <p:cNvGrpSpPr/>
          <p:nvPr/>
        </p:nvGrpSpPr>
        <p:grpSpPr>
          <a:xfrm>
            <a:off x="152400" y="2190750"/>
            <a:ext cx="2971800" cy="1905000"/>
            <a:chOff x="3962400" y="1449388"/>
            <a:chExt cx="4114800" cy="2101850"/>
          </a:xfrm>
        </p:grpSpPr>
        <p:grpSp>
          <p:nvGrpSpPr>
            <p:cNvPr id="8" name="组合 133"/>
            <p:cNvGrpSpPr/>
            <p:nvPr/>
          </p:nvGrpSpPr>
          <p:grpSpPr>
            <a:xfrm>
              <a:off x="3962400" y="1449388"/>
              <a:ext cx="4114800" cy="1960562"/>
              <a:chOff x="3962400" y="1352550"/>
              <a:chExt cx="4114800" cy="1960562"/>
            </a:xfrm>
          </p:grpSpPr>
          <p:sp>
            <p:nvSpPr>
              <p:cNvPr id="56" name="Line 10"/>
              <p:cNvSpPr>
                <a:spLocks noChangeShapeType="1"/>
              </p:cNvSpPr>
              <p:nvPr/>
            </p:nvSpPr>
            <p:spPr bwMode="auto">
              <a:xfrm>
                <a:off x="4343399" y="1581150"/>
                <a:ext cx="787399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" name="Rectangle 17"/>
              <p:cNvSpPr>
                <a:spLocks noChangeArrowheads="1"/>
              </p:cNvSpPr>
              <p:nvPr/>
            </p:nvSpPr>
            <p:spPr bwMode="auto">
              <a:xfrm>
                <a:off x="3962400" y="1352550"/>
                <a:ext cx="842963" cy="6463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altLang="zh-CN" b="1" dirty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J</a:t>
                </a:r>
                <a:endParaRPr lang="en-US" altLang="zh-CN" sz="16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endParaRPr>
              </a:p>
              <a:p>
                <a:pPr>
                  <a:defRPr/>
                </a:pPr>
                <a:endParaRPr lang="en-US" altLang="zh-CN" b="1" dirty="0">
                  <a:solidFill>
                    <a:srgbClr val="FF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102" name="Rectangle 42"/>
              <p:cNvSpPr>
                <a:spLocks noChangeArrowheads="1"/>
              </p:cNvSpPr>
              <p:nvPr/>
            </p:nvSpPr>
            <p:spPr bwMode="auto">
              <a:xfrm rot="16200000">
                <a:off x="5043552" y="1496632"/>
                <a:ext cx="685800" cy="565150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dirty="0">
                  <a:solidFill>
                    <a:srgbClr val="C00000"/>
                  </a:solidFill>
                </a:endParaRPr>
              </a:p>
            </p:txBody>
          </p:sp>
          <p:grpSp>
            <p:nvGrpSpPr>
              <p:cNvPr id="9" name="组合 111"/>
              <p:cNvGrpSpPr/>
              <p:nvPr/>
            </p:nvGrpSpPr>
            <p:grpSpPr>
              <a:xfrm>
                <a:off x="5683249" y="1581150"/>
                <a:ext cx="2393951" cy="1731962"/>
                <a:chOff x="604838" y="1693863"/>
                <a:chExt cx="2393951" cy="1731962"/>
              </a:xfrm>
            </p:grpSpPr>
            <p:sp>
              <p:nvSpPr>
                <p:cNvPr id="113" name="Freeform 11"/>
                <p:cNvSpPr>
                  <a:spLocks/>
                </p:cNvSpPr>
                <p:nvPr/>
              </p:nvSpPr>
              <p:spPr bwMode="auto">
                <a:xfrm>
                  <a:off x="792161" y="2435225"/>
                  <a:ext cx="307488" cy="990600"/>
                </a:xfrm>
                <a:custGeom>
                  <a:avLst/>
                  <a:gdLst>
                    <a:gd name="T0" fmla="*/ 0 w 240"/>
                    <a:gd name="T1" fmla="*/ 0 h 624"/>
                    <a:gd name="T2" fmla="*/ 0 w 240"/>
                    <a:gd name="T3" fmla="*/ 0 h 624"/>
                    <a:gd name="T4" fmla="*/ 0 w 240"/>
                    <a:gd name="T5" fmla="*/ 624 h 624"/>
                    <a:gd name="T6" fmla="*/ 0 60000 65536"/>
                    <a:gd name="T7" fmla="*/ 0 60000 65536"/>
                    <a:gd name="T8" fmla="*/ 0 60000 65536"/>
                    <a:gd name="T9" fmla="*/ 0 w 240"/>
                    <a:gd name="T10" fmla="*/ 0 h 624"/>
                    <a:gd name="T11" fmla="*/ 240 w 240"/>
                    <a:gd name="T12" fmla="*/ 624 h 62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40" h="624">
                      <a:moveTo>
                        <a:pt x="240" y="0"/>
                      </a:moveTo>
                      <a:lnTo>
                        <a:pt x="0" y="0"/>
                      </a:lnTo>
                      <a:lnTo>
                        <a:pt x="0" y="624"/>
                      </a:lnTo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10" name="Group 12"/>
                <p:cNvGrpSpPr>
                  <a:grpSpLocks/>
                </p:cNvGrpSpPr>
                <p:nvPr/>
              </p:nvGrpSpPr>
              <p:grpSpPr bwMode="auto">
                <a:xfrm>
                  <a:off x="2441576" y="2513013"/>
                  <a:ext cx="557213" cy="369888"/>
                  <a:chOff x="3415" y="2941"/>
                  <a:chExt cx="351" cy="233"/>
                </a:xfrm>
              </p:grpSpPr>
              <p:sp>
                <p:nvSpPr>
                  <p:cNvPr id="124" name="Rectangle 13"/>
                  <p:cNvSpPr>
                    <a:spLocks noChangeArrowheads="1"/>
                  </p:cNvSpPr>
                  <p:nvPr/>
                </p:nvSpPr>
                <p:spPr bwMode="auto">
                  <a:xfrm>
                    <a:off x="3415" y="2941"/>
                    <a:ext cx="351" cy="233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 algn="just">
                      <a:spcBef>
                        <a:spcPct val="50000"/>
                      </a:spcBef>
                    </a:pPr>
                    <a:r>
                      <a:rPr lang="en-US" altLang="zh-CN" b="1" dirty="0">
                        <a:solidFill>
                          <a:schemeClr val="accent6"/>
                        </a:solidFill>
                        <a:latin typeface="Times New Roman" pitchFamily="18" charset="0"/>
                      </a:rPr>
                      <a:t>Q</a:t>
                    </a:r>
                  </a:p>
                </p:txBody>
              </p:sp>
              <p:sp>
                <p:nvSpPr>
                  <p:cNvPr id="125" name="Line 14"/>
                  <p:cNvSpPr>
                    <a:spLocks noChangeShapeType="1"/>
                  </p:cNvSpPr>
                  <p:nvPr/>
                </p:nvSpPr>
                <p:spPr bwMode="auto">
                  <a:xfrm>
                    <a:off x="3505" y="2968"/>
                    <a:ext cx="128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/>
                    </a:solidFill>
                    <a:round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15" name="Rectangle 15"/>
                <p:cNvSpPr>
                  <a:spLocks noChangeArrowheads="1"/>
                </p:cNvSpPr>
                <p:nvPr/>
              </p:nvSpPr>
              <p:spPr bwMode="auto">
                <a:xfrm>
                  <a:off x="2443163" y="1693863"/>
                  <a:ext cx="363538" cy="3698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just">
                    <a:spcBef>
                      <a:spcPct val="50000"/>
                    </a:spcBef>
                  </a:pPr>
                  <a:r>
                    <a:rPr lang="en-US" altLang="zh-CN" b="1" dirty="0">
                      <a:solidFill>
                        <a:schemeClr val="accent6"/>
                      </a:solidFill>
                      <a:latin typeface="Times New Roman" pitchFamily="18" charset="0"/>
                    </a:rPr>
                    <a:t>Q</a:t>
                  </a:r>
                </a:p>
              </p:txBody>
            </p:sp>
            <p:sp>
              <p:nvSpPr>
                <p:cNvPr id="116" name="Line 19"/>
                <p:cNvSpPr>
                  <a:spLocks noChangeShapeType="1"/>
                </p:cNvSpPr>
                <p:nvPr/>
              </p:nvSpPr>
              <p:spPr bwMode="auto">
                <a:xfrm rot="5400000" flipH="1" flipV="1">
                  <a:off x="2206626" y="2508250"/>
                  <a:ext cx="0" cy="43180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7" name="Line 22"/>
                <p:cNvSpPr>
                  <a:spLocks noChangeShapeType="1"/>
                </p:cNvSpPr>
                <p:nvPr/>
              </p:nvSpPr>
              <p:spPr bwMode="auto">
                <a:xfrm rot="5400000" flipH="1" flipV="1">
                  <a:off x="2178051" y="1717675"/>
                  <a:ext cx="0" cy="43180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8" name="Rectangle 24"/>
                <p:cNvSpPr>
                  <a:spLocks noChangeArrowheads="1"/>
                </p:cNvSpPr>
                <p:nvPr/>
              </p:nvSpPr>
              <p:spPr bwMode="auto">
                <a:xfrm rot="5400000">
                  <a:off x="857250" y="1943100"/>
                  <a:ext cx="1314450" cy="895350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rot="10800000" vert="eaVert" wrap="none" anchor="ctr"/>
                <a:lstStyle/>
                <a:p>
                  <a:pPr algn="ctr"/>
                  <a:endParaRPr lang="zh-CN" altLang="zh-CN" i="0">
                    <a:latin typeface="Times New Roman" pitchFamily="18" charset="0"/>
                    <a:ea typeface="隶书" pitchFamily="49" charset="-122"/>
                  </a:endParaRPr>
                </a:p>
              </p:txBody>
            </p:sp>
            <p:sp>
              <p:nvSpPr>
                <p:cNvPr id="119" name="AutoShape 26"/>
                <p:cNvSpPr>
                  <a:spLocks noChangeArrowheads="1"/>
                </p:cNvSpPr>
                <p:nvPr/>
              </p:nvSpPr>
              <p:spPr bwMode="auto">
                <a:xfrm rot="5400000">
                  <a:off x="974725" y="2376488"/>
                  <a:ext cx="304800" cy="111125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21" name="Line 28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839788" y="1716088"/>
                  <a:ext cx="0" cy="46990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3" name="Rectangle 31"/>
                <p:cNvSpPr>
                  <a:spLocks noChangeArrowheads="1"/>
                </p:cNvSpPr>
                <p:nvPr/>
              </p:nvSpPr>
              <p:spPr bwMode="auto">
                <a:xfrm>
                  <a:off x="1038226" y="1709738"/>
                  <a:ext cx="409575" cy="108902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altLang="zh-CN" b="1" i="0" dirty="0">
                      <a:solidFill>
                        <a:schemeClr val="accent6"/>
                      </a:solidFill>
                      <a:latin typeface="Times New Roman" pitchFamily="18" charset="0"/>
                    </a:rPr>
                    <a:t>D</a:t>
                  </a:r>
                </a:p>
                <a:p>
                  <a:pPr>
                    <a:lnSpc>
                      <a:spcPct val="120000"/>
                    </a:lnSpc>
                  </a:pPr>
                  <a:r>
                    <a:rPr lang="en-US" altLang="zh-CN" b="1" i="0" dirty="0">
                      <a:solidFill>
                        <a:srgbClr val="0033CC"/>
                      </a:solidFill>
                      <a:latin typeface="Times New Roman" pitchFamily="18" charset="0"/>
                    </a:rPr>
                    <a:t> </a:t>
                  </a:r>
                  <a:r>
                    <a:rPr lang="en-US" altLang="zh-CN" b="1" i="0" dirty="0">
                      <a:latin typeface="Times New Roman" pitchFamily="18" charset="0"/>
                    </a:rPr>
                    <a:t>C</a:t>
                  </a:r>
                  <a:endParaRPr lang="en-US" altLang="zh-CN" b="1" i="0" dirty="0">
                    <a:solidFill>
                      <a:srgbClr val="0033CC"/>
                    </a:solidFill>
                    <a:latin typeface="Times New Roman" pitchFamily="18" charset="0"/>
                  </a:endParaRPr>
                </a:p>
                <a:p>
                  <a:pPr>
                    <a:lnSpc>
                      <a:spcPct val="120000"/>
                    </a:lnSpc>
                  </a:pPr>
                  <a:endParaRPr lang="en-US" altLang="zh-CN" b="1" i="0" dirty="0">
                    <a:solidFill>
                      <a:srgbClr val="0033CC"/>
                    </a:solidFill>
                    <a:latin typeface="Times New Roman" pitchFamily="18" charset="0"/>
                  </a:endParaRPr>
                </a:p>
              </p:txBody>
            </p:sp>
          </p:grpSp>
          <p:sp>
            <p:nvSpPr>
              <p:cNvPr id="126" name="Line 10"/>
              <p:cNvSpPr>
                <a:spLocks noChangeShapeType="1"/>
              </p:cNvSpPr>
              <p:nvPr/>
            </p:nvSpPr>
            <p:spPr bwMode="auto">
              <a:xfrm>
                <a:off x="4328286" y="1809750"/>
                <a:ext cx="762000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8" name="Rectangle 17"/>
              <p:cNvSpPr>
                <a:spLocks noChangeArrowheads="1"/>
              </p:cNvSpPr>
              <p:nvPr/>
            </p:nvSpPr>
            <p:spPr bwMode="auto">
              <a:xfrm>
                <a:off x="3962400" y="1657350"/>
                <a:ext cx="842963" cy="6463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altLang="zh-CN" b="1" dirty="0" smtClean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K</a:t>
                </a:r>
                <a:endParaRPr lang="en-US" altLang="zh-CN" sz="16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endParaRPr>
              </a:p>
              <a:p>
                <a:pPr>
                  <a:defRPr/>
                </a:pPr>
                <a:endParaRPr lang="en-US" altLang="zh-CN" b="1" dirty="0">
                  <a:solidFill>
                    <a:srgbClr val="FF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129" name="TextBox 128"/>
              <p:cNvSpPr txBox="1"/>
              <p:nvPr/>
            </p:nvSpPr>
            <p:spPr>
              <a:xfrm>
                <a:off x="5122985" y="1428750"/>
                <a:ext cx="3810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 dirty="0" smtClean="0">
                    <a:solidFill>
                      <a:srgbClr val="C00000"/>
                    </a:solidFill>
                  </a:rPr>
                  <a:t>电路</a:t>
                </a:r>
                <a:endParaRPr lang="zh-CN" altLang="en-US" b="1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130" name="Freeform 36"/>
              <p:cNvSpPr>
                <a:spLocks/>
              </p:cNvSpPr>
              <p:nvPr/>
            </p:nvSpPr>
            <p:spPr bwMode="auto">
              <a:xfrm flipH="1" flipV="1">
                <a:off x="4724400" y="1809750"/>
                <a:ext cx="2609850" cy="1257300"/>
              </a:xfrm>
              <a:custGeom>
                <a:avLst/>
                <a:gdLst>
                  <a:gd name="T0" fmla="*/ 2147483647 w 240"/>
                  <a:gd name="T1" fmla="*/ 0 h 624"/>
                  <a:gd name="T2" fmla="*/ 0 w 240"/>
                  <a:gd name="T3" fmla="*/ 0 h 624"/>
                  <a:gd name="T4" fmla="*/ 0 w 240"/>
                  <a:gd name="T5" fmla="*/ 6774 h 624"/>
                  <a:gd name="T6" fmla="*/ 0 60000 65536"/>
                  <a:gd name="T7" fmla="*/ 0 60000 65536"/>
                  <a:gd name="T8" fmla="*/ 0 60000 65536"/>
                  <a:gd name="T9" fmla="*/ 0 w 240"/>
                  <a:gd name="T10" fmla="*/ 0 h 624"/>
                  <a:gd name="T11" fmla="*/ 240 w 240"/>
                  <a:gd name="T12" fmla="*/ 624 h 62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0" h="624">
                    <a:moveTo>
                      <a:pt x="240" y="0"/>
                    </a:moveTo>
                    <a:lnTo>
                      <a:pt x="0" y="0"/>
                    </a:lnTo>
                    <a:lnTo>
                      <a:pt x="0" y="624"/>
                    </a:ln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" name="Freeform 11"/>
              <p:cNvSpPr>
                <a:spLocks/>
              </p:cNvSpPr>
              <p:nvPr/>
            </p:nvSpPr>
            <p:spPr bwMode="auto">
              <a:xfrm>
                <a:off x="4739514" y="1916178"/>
                <a:ext cx="365886" cy="1143000"/>
              </a:xfrm>
              <a:custGeom>
                <a:avLst/>
                <a:gdLst>
                  <a:gd name="T0" fmla="*/ 0 w 240"/>
                  <a:gd name="T1" fmla="*/ 0 h 624"/>
                  <a:gd name="T2" fmla="*/ 0 w 240"/>
                  <a:gd name="T3" fmla="*/ 0 h 624"/>
                  <a:gd name="T4" fmla="*/ 0 w 240"/>
                  <a:gd name="T5" fmla="*/ 624 h 624"/>
                  <a:gd name="T6" fmla="*/ 0 60000 65536"/>
                  <a:gd name="T7" fmla="*/ 0 60000 65536"/>
                  <a:gd name="T8" fmla="*/ 0 60000 65536"/>
                  <a:gd name="T9" fmla="*/ 0 w 240"/>
                  <a:gd name="T10" fmla="*/ 0 h 624"/>
                  <a:gd name="T11" fmla="*/ 240 w 240"/>
                  <a:gd name="T12" fmla="*/ 624 h 62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0" h="624">
                    <a:moveTo>
                      <a:pt x="240" y="0"/>
                    </a:moveTo>
                    <a:lnTo>
                      <a:pt x="0" y="0"/>
                    </a:lnTo>
                    <a:lnTo>
                      <a:pt x="0" y="624"/>
                    </a:ln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2" name="Oval 32"/>
              <p:cNvSpPr>
                <a:spLocks noChangeArrowheads="1"/>
              </p:cNvSpPr>
              <p:nvPr/>
            </p:nvSpPr>
            <p:spPr bwMode="auto">
              <a:xfrm rot="5400000" flipH="1">
                <a:off x="7288135" y="1772920"/>
                <a:ext cx="71438" cy="71438"/>
              </a:xfrm>
              <a:prstGeom prst="ellipse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" name="Oval 32"/>
              <p:cNvSpPr>
                <a:spLocks noChangeArrowheads="1"/>
              </p:cNvSpPr>
              <p:nvPr/>
            </p:nvSpPr>
            <p:spPr bwMode="auto">
              <a:xfrm rot="5400000" flipH="1">
                <a:off x="4701099" y="3021393"/>
                <a:ext cx="71438" cy="71438"/>
              </a:xfrm>
              <a:prstGeom prst="ellipse">
                <a:avLst/>
              </a:prstGeom>
              <a:solidFill>
                <a:srgbClr val="FF0000"/>
              </a:solidFill>
              <a:ln w="127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9" name="Rectangle 16"/>
            <p:cNvSpPr>
              <a:spLocks noChangeArrowheads="1"/>
            </p:cNvSpPr>
            <p:nvPr/>
          </p:nvSpPr>
          <p:spPr bwMode="auto">
            <a:xfrm>
              <a:off x="5867400" y="3181350"/>
              <a:ext cx="806450" cy="369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>
                <a:spcBef>
                  <a:spcPct val="50000"/>
                </a:spcBef>
              </a:pPr>
              <a:r>
                <a:rPr lang="en-US" altLang="zh-CN" b="1" dirty="0">
                  <a:solidFill>
                    <a:schemeClr val="accent6"/>
                  </a:solidFill>
                  <a:latin typeface="Times New Roman" pitchFamily="18" charset="0"/>
                </a:rPr>
                <a:t>CP</a:t>
              </a:r>
              <a:endParaRPr lang="en-US" altLang="zh-CN" b="1" i="0" baseline="-25000" dirty="0">
                <a:solidFill>
                  <a:schemeClr val="accent6"/>
                </a:solidFill>
                <a:latin typeface="Times New Roman" pitchFamily="18" charset="0"/>
              </a:endParaRPr>
            </a:p>
          </p:txBody>
        </p:sp>
      </p:grpSp>
      <p:sp>
        <p:nvSpPr>
          <p:cNvPr id="52" name="Text Box 4"/>
          <p:cNvSpPr txBox="1">
            <a:spLocks noChangeArrowheads="1"/>
          </p:cNvSpPr>
          <p:nvPr/>
        </p:nvSpPr>
        <p:spPr bwMode="auto">
          <a:xfrm>
            <a:off x="4343400" y="742950"/>
            <a:ext cx="198804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1600" b="1" dirty="0" smtClean="0">
                <a:solidFill>
                  <a:schemeClr val="accent4"/>
                </a:solidFill>
                <a:latin typeface="微软雅黑" pitchFamily="34" charset="-122"/>
                <a:ea typeface="微软雅黑" pitchFamily="34" charset="-122"/>
              </a:rPr>
              <a:t>D</a:t>
            </a:r>
            <a:r>
              <a:rPr lang="zh-CN" altLang="en-US" sz="1600" b="1" dirty="0" smtClean="0">
                <a:solidFill>
                  <a:schemeClr val="accent4"/>
                </a:solidFill>
                <a:latin typeface="微软雅黑" pitchFamily="34" charset="-122"/>
                <a:ea typeface="微软雅黑" pitchFamily="34" charset="-122"/>
              </a:rPr>
              <a:t>触发器特征方程：</a:t>
            </a:r>
            <a:endParaRPr lang="zh-CN" altLang="en-US" sz="1600" b="1" i="0" dirty="0">
              <a:solidFill>
                <a:schemeClr val="accent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176132" name="Object 4"/>
          <p:cNvGraphicFramePr>
            <a:graphicFrameLocks noChangeAspect="1"/>
          </p:cNvGraphicFramePr>
          <p:nvPr/>
        </p:nvGraphicFramePr>
        <p:xfrm>
          <a:off x="6578600" y="762000"/>
          <a:ext cx="660400" cy="279400"/>
        </p:xfrm>
        <a:graphic>
          <a:graphicData uri="http://schemas.openxmlformats.org/presentationml/2006/ole">
            <p:oleObj spid="_x0000_s176132" name="Equation" r:id="rId3" imgW="660240" imgH="279360" progId="Equation.DSMT4">
              <p:embed/>
            </p:oleObj>
          </a:graphicData>
        </a:graphic>
      </p:graphicFrame>
      <p:graphicFrame>
        <p:nvGraphicFramePr>
          <p:cNvPr id="176133" name="Object 5"/>
          <p:cNvGraphicFramePr>
            <a:graphicFrameLocks noChangeAspect="1"/>
          </p:cNvGraphicFramePr>
          <p:nvPr/>
        </p:nvGraphicFramePr>
        <p:xfrm>
          <a:off x="6400800" y="1200150"/>
          <a:ext cx="1320800" cy="317500"/>
        </p:xfrm>
        <a:graphic>
          <a:graphicData uri="http://schemas.openxmlformats.org/presentationml/2006/ole">
            <p:oleObj spid="_x0000_s176133" name="Equation" r:id="rId4" imgW="1320480" imgH="317160" progId="Equation.DSMT4">
              <p:embed/>
            </p:oleObj>
          </a:graphicData>
        </a:graphic>
      </p:graphicFrame>
      <p:sp>
        <p:nvSpPr>
          <p:cNvPr id="62" name="Text Box 4"/>
          <p:cNvSpPr txBox="1">
            <a:spLocks noChangeArrowheads="1"/>
          </p:cNvSpPr>
          <p:nvPr/>
        </p:nvSpPr>
        <p:spPr bwMode="auto">
          <a:xfrm>
            <a:off x="4343400" y="1200150"/>
            <a:ext cx="2064989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1600" b="1" dirty="0" smtClean="0">
                <a:solidFill>
                  <a:schemeClr val="accent4"/>
                </a:solidFill>
                <a:latin typeface="微软雅黑" pitchFamily="34" charset="-122"/>
                <a:ea typeface="微软雅黑" pitchFamily="34" charset="-122"/>
              </a:rPr>
              <a:t>JK</a:t>
            </a:r>
            <a:r>
              <a:rPr lang="zh-CN" altLang="en-US" sz="1600" b="1" dirty="0" smtClean="0">
                <a:solidFill>
                  <a:schemeClr val="accent4"/>
                </a:solidFill>
                <a:latin typeface="微软雅黑" pitchFamily="34" charset="-122"/>
                <a:ea typeface="微软雅黑" pitchFamily="34" charset="-122"/>
              </a:rPr>
              <a:t>触发器特征方程：</a:t>
            </a:r>
            <a:endParaRPr lang="zh-CN" altLang="en-US" sz="1600" b="1" i="0" dirty="0">
              <a:solidFill>
                <a:schemeClr val="accent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176134" name="Object 6"/>
          <p:cNvGraphicFramePr>
            <a:graphicFrameLocks noChangeAspect="1"/>
          </p:cNvGraphicFramePr>
          <p:nvPr/>
        </p:nvGraphicFramePr>
        <p:xfrm>
          <a:off x="5334000" y="1657350"/>
          <a:ext cx="1117600" cy="317500"/>
        </p:xfrm>
        <a:graphic>
          <a:graphicData uri="http://schemas.openxmlformats.org/presentationml/2006/ole">
            <p:oleObj spid="_x0000_s176134" name="Equation" r:id="rId5" imgW="1117440" imgH="317160" progId="Equation.DSMT4">
              <p:embed/>
            </p:oleObj>
          </a:graphicData>
        </a:graphic>
      </p:graphicFrame>
      <p:sp>
        <p:nvSpPr>
          <p:cNvPr id="63" name="TextBox 62"/>
          <p:cNvSpPr txBox="1"/>
          <p:nvPr/>
        </p:nvSpPr>
        <p:spPr>
          <a:xfrm>
            <a:off x="5334000" y="4095750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  图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5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69" name="对象 68"/>
          <p:cNvGraphicFramePr>
            <a:graphicFrameLocks noChangeAspect="1"/>
          </p:cNvGraphicFramePr>
          <p:nvPr/>
        </p:nvGraphicFramePr>
        <p:xfrm>
          <a:off x="4114800" y="2114550"/>
          <a:ext cx="3429000" cy="2165144"/>
        </p:xfrm>
        <a:graphic>
          <a:graphicData uri="http://schemas.openxmlformats.org/presentationml/2006/ole">
            <p:oleObj spid="_x0000_s176135" name="Visio" r:id="rId6" imgW="3093270" imgH="1846177" progId="Visio.Drawing.11">
              <p:embed/>
            </p:oleObj>
          </a:graphicData>
        </a:graphic>
      </p:graphicFrame>
      <p:sp>
        <p:nvSpPr>
          <p:cNvPr id="40" name="矩形 39"/>
          <p:cNvSpPr/>
          <p:nvPr/>
        </p:nvSpPr>
        <p:spPr>
          <a:xfrm>
            <a:off x="15240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23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：触发器相互演化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6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6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6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6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6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6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build="p" autoUpdateAnimBg="0"/>
      <p:bldP spid="62" grpId="0" build="p" autoUpdateAnimBg="0"/>
      <p:bldP spid="6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触发器之间的相互演化：</a:t>
            </a:r>
            <a:endParaRPr lang="zh-CN" altLang="en-US" sz="1400" dirty="0" smtClean="0"/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4" name="Text Box 2"/>
          <p:cNvSpPr txBox="1">
            <a:spLocks noChangeArrowheads="1"/>
          </p:cNvSpPr>
          <p:nvPr/>
        </p:nvSpPr>
        <p:spPr bwMode="auto">
          <a:xfrm>
            <a:off x="228600" y="1200150"/>
            <a:ext cx="1447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16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D </a:t>
            </a:r>
            <a:r>
              <a:rPr lang="en-US" altLang="zh-CN" sz="1600" b="1" i="0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  <a:sym typeface="Symbol" pitchFamily="18" charset="2"/>
              </a:rPr>
              <a:t>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T</a:t>
            </a:r>
            <a:r>
              <a:rPr lang="en-US" altLang="zh-CN" sz="1600" b="1" i="0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  <a:sym typeface="Symbol" pitchFamily="18" charset="2"/>
              </a:rPr>
              <a:t> 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:</a:t>
            </a:r>
            <a:endParaRPr lang="en-US" altLang="zh-CN" sz="1600" b="1" i="0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2" name="Text Box 4"/>
          <p:cNvSpPr txBox="1">
            <a:spLocks noChangeArrowheads="1"/>
          </p:cNvSpPr>
          <p:nvPr/>
        </p:nvSpPr>
        <p:spPr bwMode="auto">
          <a:xfrm>
            <a:off x="228600" y="1733550"/>
            <a:ext cx="198804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1600" b="1" dirty="0" smtClean="0">
                <a:solidFill>
                  <a:schemeClr val="accent4"/>
                </a:solidFill>
                <a:latin typeface="微软雅黑" pitchFamily="34" charset="-122"/>
                <a:ea typeface="微软雅黑" pitchFamily="34" charset="-122"/>
              </a:rPr>
              <a:t>D</a:t>
            </a:r>
            <a:r>
              <a:rPr lang="zh-CN" altLang="en-US" sz="1600" b="1" dirty="0" smtClean="0">
                <a:solidFill>
                  <a:schemeClr val="accent4"/>
                </a:solidFill>
                <a:latin typeface="微软雅黑" pitchFamily="34" charset="-122"/>
                <a:ea typeface="微软雅黑" pitchFamily="34" charset="-122"/>
              </a:rPr>
              <a:t>触发器特征方程：</a:t>
            </a:r>
            <a:endParaRPr lang="zh-CN" altLang="en-US" sz="1600" b="1" i="0" dirty="0">
              <a:solidFill>
                <a:schemeClr val="accent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176132" name="Object 4"/>
          <p:cNvGraphicFramePr>
            <a:graphicFrameLocks noChangeAspect="1"/>
          </p:cNvGraphicFramePr>
          <p:nvPr/>
        </p:nvGraphicFramePr>
        <p:xfrm>
          <a:off x="2463800" y="1752600"/>
          <a:ext cx="660400" cy="279400"/>
        </p:xfrm>
        <a:graphic>
          <a:graphicData uri="http://schemas.openxmlformats.org/presentationml/2006/ole">
            <p:oleObj spid="_x0000_s189442" name="Equation" r:id="rId3" imgW="660240" imgH="279360" progId="Equation.DSMT4">
              <p:embed/>
            </p:oleObj>
          </a:graphicData>
        </a:graphic>
      </p:graphicFrame>
      <p:graphicFrame>
        <p:nvGraphicFramePr>
          <p:cNvPr id="176133" name="Object 5"/>
          <p:cNvGraphicFramePr>
            <a:graphicFrameLocks noChangeAspect="1"/>
          </p:cNvGraphicFramePr>
          <p:nvPr/>
        </p:nvGraphicFramePr>
        <p:xfrm>
          <a:off x="2330450" y="2667000"/>
          <a:ext cx="1079500" cy="279400"/>
        </p:xfrm>
        <a:graphic>
          <a:graphicData uri="http://schemas.openxmlformats.org/presentationml/2006/ole">
            <p:oleObj spid="_x0000_s189443" name="Equation" r:id="rId4" imgW="1079280" imgH="279360" progId="Equation.DSMT4">
              <p:embed/>
            </p:oleObj>
          </a:graphicData>
        </a:graphic>
      </p:graphicFrame>
      <p:sp>
        <p:nvSpPr>
          <p:cNvPr id="62" name="Text Box 4"/>
          <p:cNvSpPr txBox="1">
            <a:spLocks noChangeArrowheads="1"/>
          </p:cNvSpPr>
          <p:nvPr/>
        </p:nvSpPr>
        <p:spPr bwMode="auto">
          <a:xfrm>
            <a:off x="152400" y="2647950"/>
            <a:ext cx="195438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1600" b="1" dirty="0" smtClean="0">
                <a:solidFill>
                  <a:schemeClr val="accent4"/>
                </a:solidFill>
                <a:latin typeface="微软雅黑" pitchFamily="34" charset="-122"/>
                <a:ea typeface="微软雅黑" pitchFamily="34" charset="-122"/>
              </a:rPr>
              <a:t>T</a:t>
            </a:r>
            <a:r>
              <a:rPr lang="zh-CN" altLang="en-US" sz="1600" b="1" dirty="0" smtClean="0">
                <a:solidFill>
                  <a:schemeClr val="accent4"/>
                </a:solidFill>
                <a:latin typeface="微软雅黑" pitchFamily="34" charset="-122"/>
                <a:ea typeface="微软雅黑" pitchFamily="34" charset="-122"/>
              </a:rPr>
              <a:t>触发器特征方程：</a:t>
            </a:r>
            <a:endParaRPr lang="zh-CN" altLang="en-US" sz="1600" b="1" i="0" dirty="0">
              <a:solidFill>
                <a:schemeClr val="accent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5562600" y="3486150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  图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6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69" name="对象 68"/>
          <p:cNvGraphicFramePr>
            <a:graphicFrameLocks noChangeAspect="1"/>
          </p:cNvGraphicFramePr>
          <p:nvPr/>
        </p:nvGraphicFramePr>
        <p:xfrm>
          <a:off x="4267200" y="1200150"/>
          <a:ext cx="3394730" cy="2209800"/>
        </p:xfrm>
        <a:graphic>
          <a:graphicData uri="http://schemas.openxmlformats.org/presentationml/2006/ole">
            <p:oleObj spid="_x0000_s189445" name="Visio" r:id="rId5" imgW="2043291" imgH="1222315" progId="Visio.Drawing.11">
              <p:embed/>
            </p:oleObj>
          </a:graphicData>
        </a:graphic>
      </p:graphicFrame>
      <p:graphicFrame>
        <p:nvGraphicFramePr>
          <p:cNvPr id="189446" name="Object 6"/>
          <p:cNvGraphicFramePr>
            <a:graphicFrameLocks noChangeAspect="1"/>
          </p:cNvGraphicFramePr>
          <p:nvPr/>
        </p:nvGraphicFramePr>
        <p:xfrm>
          <a:off x="1466850" y="3562350"/>
          <a:ext cx="889000" cy="279400"/>
        </p:xfrm>
        <a:graphic>
          <a:graphicData uri="http://schemas.openxmlformats.org/presentationml/2006/ole">
            <p:oleObj spid="_x0000_s189446" name="Equation" r:id="rId6" imgW="888840" imgH="279360" progId="Equation.DSMT4">
              <p:embed/>
            </p:oleObj>
          </a:graphicData>
        </a:graphic>
      </p:graphicFrame>
      <p:sp>
        <p:nvSpPr>
          <p:cNvPr id="14" name="矩形 13"/>
          <p:cNvSpPr/>
          <p:nvPr/>
        </p:nvSpPr>
        <p:spPr>
          <a:xfrm>
            <a:off x="15240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23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：触发器相互演化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6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6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6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6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94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94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build="p" autoUpdateAnimBg="0"/>
      <p:bldP spid="62" grpId="0" build="p" autoUpdateAnimBg="0"/>
      <p:bldP spid="6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触发器之间的相互演化：</a:t>
            </a:r>
            <a:endParaRPr lang="zh-CN" altLang="en-US" sz="1400" dirty="0" smtClean="0"/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4" name="Text Box 2"/>
          <p:cNvSpPr txBox="1">
            <a:spLocks noChangeArrowheads="1"/>
          </p:cNvSpPr>
          <p:nvPr/>
        </p:nvSpPr>
        <p:spPr bwMode="auto">
          <a:xfrm>
            <a:off x="228600" y="1200150"/>
            <a:ext cx="1447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16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D </a:t>
            </a:r>
            <a:r>
              <a:rPr lang="en-US" altLang="zh-CN" sz="1600" b="1" i="0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  <a:sym typeface="Symbol" pitchFamily="18" charset="2"/>
              </a:rPr>
              <a:t>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RS</a:t>
            </a:r>
            <a:r>
              <a:rPr lang="en-US" altLang="zh-CN" sz="1600" b="1" i="0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  <a:sym typeface="Symbol" pitchFamily="18" charset="2"/>
              </a:rPr>
              <a:t> 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:</a:t>
            </a:r>
            <a:endParaRPr lang="en-US" altLang="zh-CN" sz="1600" b="1" i="0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2" name="Text Box 4"/>
          <p:cNvSpPr txBox="1">
            <a:spLocks noChangeArrowheads="1"/>
          </p:cNvSpPr>
          <p:nvPr/>
        </p:nvSpPr>
        <p:spPr bwMode="auto">
          <a:xfrm>
            <a:off x="228600" y="1733550"/>
            <a:ext cx="198804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1600" b="1" dirty="0" smtClean="0">
                <a:solidFill>
                  <a:schemeClr val="accent4"/>
                </a:solidFill>
                <a:latin typeface="微软雅黑" pitchFamily="34" charset="-122"/>
                <a:ea typeface="微软雅黑" pitchFamily="34" charset="-122"/>
              </a:rPr>
              <a:t>D</a:t>
            </a:r>
            <a:r>
              <a:rPr lang="zh-CN" altLang="en-US" sz="1600" b="1" dirty="0" smtClean="0">
                <a:solidFill>
                  <a:schemeClr val="accent4"/>
                </a:solidFill>
                <a:latin typeface="微软雅黑" pitchFamily="34" charset="-122"/>
                <a:ea typeface="微软雅黑" pitchFamily="34" charset="-122"/>
              </a:rPr>
              <a:t>触发器特征方程：</a:t>
            </a:r>
            <a:endParaRPr lang="zh-CN" altLang="en-US" sz="1600" b="1" i="0" dirty="0">
              <a:solidFill>
                <a:schemeClr val="accent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176132" name="Object 4"/>
          <p:cNvGraphicFramePr>
            <a:graphicFrameLocks noChangeAspect="1"/>
          </p:cNvGraphicFramePr>
          <p:nvPr/>
        </p:nvGraphicFramePr>
        <p:xfrm>
          <a:off x="2286000" y="1733550"/>
          <a:ext cx="660400" cy="279400"/>
        </p:xfrm>
        <a:graphic>
          <a:graphicData uri="http://schemas.openxmlformats.org/presentationml/2006/ole">
            <p:oleObj spid="_x0000_s190466" name="Equation" r:id="rId3" imgW="660240" imgH="279360" progId="Equation.DSMT4">
              <p:embed/>
            </p:oleObj>
          </a:graphicData>
        </a:graphic>
      </p:graphicFrame>
      <p:sp>
        <p:nvSpPr>
          <p:cNvPr id="62" name="Text Box 4"/>
          <p:cNvSpPr txBox="1">
            <a:spLocks noChangeArrowheads="1"/>
          </p:cNvSpPr>
          <p:nvPr/>
        </p:nvSpPr>
        <p:spPr bwMode="auto">
          <a:xfrm>
            <a:off x="152400" y="2647950"/>
            <a:ext cx="2092239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1600" b="1" dirty="0" smtClean="0">
                <a:solidFill>
                  <a:schemeClr val="accent4"/>
                </a:solidFill>
                <a:latin typeface="微软雅黑" pitchFamily="34" charset="-122"/>
                <a:ea typeface="微软雅黑" pitchFamily="34" charset="-122"/>
              </a:rPr>
              <a:t>RS</a:t>
            </a:r>
            <a:r>
              <a:rPr lang="zh-CN" altLang="en-US" sz="1600" b="1" dirty="0" smtClean="0">
                <a:solidFill>
                  <a:schemeClr val="accent4"/>
                </a:solidFill>
                <a:latin typeface="微软雅黑" pitchFamily="34" charset="-122"/>
                <a:ea typeface="微软雅黑" pitchFamily="34" charset="-122"/>
              </a:rPr>
              <a:t>触发器特征方程：</a:t>
            </a:r>
            <a:endParaRPr lang="zh-CN" altLang="en-US" sz="1600" b="1" i="0" dirty="0">
              <a:solidFill>
                <a:schemeClr val="accent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324600" y="3486150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  图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7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69" name="对象 68"/>
          <p:cNvGraphicFramePr>
            <a:graphicFrameLocks noChangeAspect="1"/>
          </p:cNvGraphicFramePr>
          <p:nvPr/>
        </p:nvGraphicFramePr>
        <p:xfrm>
          <a:off x="4114800" y="1200150"/>
          <a:ext cx="4486275" cy="2208212"/>
        </p:xfrm>
        <a:graphic>
          <a:graphicData uri="http://schemas.openxmlformats.org/presentationml/2006/ole">
            <p:oleObj spid="_x0000_s190468" name="Visio" r:id="rId4" imgW="2776738" imgH="1222315" progId="Visio.Drawing.11">
              <p:embed/>
            </p:oleObj>
          </a:graphicData>
        </a:graphic>
      </p:graphicFrame>
      <p:graphicFrame>
        <p:nvGraphicFramePr>
          <p:cNvPr id="189446" name="Object 6"/>
          <p:cNvGraphicFramePr>
            <a:graphicFrameLocks noChangeAspect="1"/>
          </p:cNvGraphicFramePr>
          <p:nvPr/>
        </p:nvGraphicFramePr>
        <p:xfrm>
          <a:off x="1295400" y="3638550"/>
          <a:ext cx="1009650" cy="318837"/>
        </p:xfrm>
        <a:graphic>
          <a:graphicData uri="http://schemas.openxmlformats.org/presentationml/2006/ole">
            <p:oleObj spid="_x0000_s190469" name="Equation" r:id="rId5" imgW="965160" imgH="304560" progId="Equation.DSMT4">
              <p:embed/>
            </p:oleObj>
          </a:graphicData>
        </a:graphic>
      </p:graphicFrame>
      <p:graphicFrame>
        <p:nvGraphicFramePr>
          <p:cNvPr id="190470" name="Object 6"/>
          <p:cNvGraphicFramePr>
            <a:graphicFrameLocks noChangeAspect="1"/>
          </p:cNvGraphicFramePr>
          <p:nvPr/>
        </p:nvGraphicFramePr>
        <p:xfrm>
          <a:off x="2209800" y="2495550"/>
          <a:ext cx="1778000" cy="635000"/>
        </p:xfrm>
        <a:graphic>
          <a:graphicData uri="http://schemas.openxmlformats.org/presentationml/2006/ole">
            <p:oleObj spid="_x0000_s190470" name="Equation" r:id="rId6" imgW="1777680" imgH="634680" progId="Equation.DSMT4">
              <p:embed/>
            </p:oleObj>
          </a:graphicData>
        </a:graphic>
      </p:graphicFrame>
      <p:sp>
        <p:nvSpPr>
          <p:cNvPr id="14" name="矩形 13"/>
          <p:cNvSpPr/>
          <p:nvPr/>
        </p:nvSpPr>
        <p:spPr>
          <a:xfrm>
            <a:off x="15240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23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：触发器相互演化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76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6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04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904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94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94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build="p" autoUpdateAnimBg="0"/>
      <p:bldP spid="62" grpId="0"/>
      <p:bldP spid="6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触发器之间的相互演化：</a:t>
            </a:r>
            <a:endParaRPr lang="zh-CN" altLang="en-US" sz="1400" dirty="0" smtClean="0"/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4" name="Text Box 2"/>
          <p:cNvSpPr txBox="1">
            <a:spLocks noChangeArrowheads="1"/>
          </p:cNvSpPr>
          <p:nvPr/>
        </p:nvSpPr>
        <p:spPr bwMode="auto">
          <a:xfrm>
            <a:off x="228600" y="1200150"/>
            <a:ext cx="1447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16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JK </a:t>
            </a:r>
            <a:r>
              <a:rPr lang="en-US" altLang="zh-CN" sz="1600" b="1" i="0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  <a:sym typeface="Symbol" pitchFamily="18" charset="2"/>
              </a:rPr>
              <a:t>T 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:</a:t>
            </a:r>
            <a:endParaRPr lang="en-US" altLang="zh-CN" sz="1600" b="1" i="0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2" name="Text Box 4"/>
          <p:cNvSpPr txBox="1">
            <a:spLocks noChangeArrowheads="1"/>
          </p:cNvSpPr>
          <p:nvPr/>
        </p:nvSpPr>
        <p:spPr bwMode="auto">
          <a:xfrm>
            <a:off x="228600" y="1733550"/>
            <a:ext cx="2064989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1600" b="1" dirty="0" smtClean="0">
                <a:solidFill>
                  <a:schemeClr val="accent4"/>
                </a:solidFill>
                <a:latin typeface="微软雅黑" pitchFamily="34" charset="-122"/>
                <a:ea typeface="微软雅黑" pitchFamily="34" charset="-122"/>
              </a:rPr>
              <a:t>JK</a:t>
            </a:r>
            <a:r>
              <a:rPr lang="zh-CN" altLang="en-US" sz="1600" b="1" dirty="0" smtClean="0">
                <a:solidFill>
                  <a:schemeClr val="accent4"/>
                </a:solidFill>
                <a:latin typeface="微软雅黑" pitchFamily="34" charset="-122"/>
                <a:ea typeface="微软雅黑" pitchFamily="34" charset="-122"/>
              </a:rPr>
              <a:t>触发器特征方程：</a:t>
            </a:r>
            <a:endParaRPr lang="zh-CN" altLang="en-US" sz="1600" b="1" i="0" dirty="0">
              <a:solidFill>
                <a:schemeClr val="accent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2" name="Text Box 4"/>
          <p:cNvSpPr txBox="1">
            <a:spLocks noChangeArrowheads="1"/>
          </p:cNvSpPr>
          <p:nvPr/>
        </p:nvSpPr>
        <p:spPr bwMode="auto">
          <a:xfrm>
            <a:off x="152400" y="2647950"/>
            <a:ext cx="195438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1600" b="1" dirty="0" smtClean="0">
                <a:solidFill>
                  <a:schemeClr val="accent4"/>
                </a:solidFill>
                <a:latin typeface="微软雅黑" pitchFamily="34" charset="-122"/>
                <a:ea typeface="微软雅黑" pitchFamily="34" charset="-122"/>
              </a:rPr>
              <a:t>T</a:t>
            </a:r>
            <a:r>
              <a:rPr lang="zh-CN" altLang="en-US" sz="1600" b="1" dirty="0" smtClean="0">
                <a:solidFill>
                  <a:schemeClr val="accent4"/>
                </a:solidFill>
                <a:latin typeface="微软雅黑" pitchFamily="34" charset="-122"/>
                <a:ea typeface="微软雅黑" pitchFamily="34" charset="-122"/>
              </a:rPr>
              <a:t>触发器特征方程：</a:t>
            </a:r>
            <a:endParaRPr lang="zh-CN" altLang="en-US" sz="1600" b="1" i="0" dirty="0">
              <a:solidFill>
                <a:schemeClr val="accent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172200" y="3409950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  图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8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69" name="对象 68"/>
          <p:cNvGraphicFramePr>
            <a:graphicFrameLocks noChangeAspect="1"/>
          </p:cNvGraphicFramePr>
          <p:nvPr/>
        </p:nvGraphicFramePr>
        <p:xfrm>
          <a:off x="4805363" y="1201738"/>
          <a:ext cx="3797300" cy="2208212"/>
        </p:xfrm>
        <a:graphic>
          <a:graphicData uri="http://schemas.openxmlformats.org/presentationml/2006/ole">
            <p:oleObj spid="_x0000_s191491" name="Visio" r:id="rId3" imgW="2313139" imgH="1222315" progId="Visio.Drawing.11">
              <p:embed/>
            </p:oleObj>
          </a:graphicData>
        </a:graphic>
      </p:graphicFrame>
      <p:graphicFrame>
        <p:nvGraphicFramePr>
          <p:cNvPr id="189446" name="Object 6"/>
          <p:cNvGraphicFramePr>
            <a:graphicFrameLocks noChangeAspect="1"/>
          </p:cNvGraphicFramePr>
          <p:nvPr/>
        </p:nvGraphicFramePr>
        <p:xfrm>
          <a:off x="1295400" y="3257550"/>
          <a:ext cx="1139825" cy="252413"/>
        </p:xfrm>
        <a:graphic>
          <a:graphicData uri="http://schemas.openxmlformats.org/presentationml/2006/ole">
            <p:oleObj spid="_x0000_s191492" name="Equation" r:id="rId4" imgW="1091880" imgH="241200" progId="Equation.DSMT4">
              <p:embed/>
            </p:oleObj>
          </a:graphicData>
        </a:graphic>
      </p:graphicFrame>
      <p:graphicFrame>
        <p:nvGraphicFramePr>
          <p:cNvPr id="191494" name="Object 6"/>
          <p:cNvGraphicFramePr>
            <a:graphicFrameLocks noChangeAspect="1"/>
          </p:cNvGraphicFramePr>
          <p:nvPr/>
        </p:nvGraphicFramePr>
        <p:xfrm>
          <a:off x="2286000" y="1705736"/>
          <a:ext cx="1320800" cy="317500"/>
        </p:xfrm>
        <a:graphic>
          <a:graphicData uri="http://schemas.openxmlformats.org/presentationml/2006/ole">
            <p:oleObj spid="_x0000_s191494" name="Equation" r:id="rId5" imgW="1320480" imgH="317160" progId="Equation.DSMT4">
              <p:embed/>
            </p:oleObj>
          </a:graphicData>
        </a:graphic>
      </p:graphicFrame>
      <p:graphicFrame>
        <p:nvGraphicFramePr>
          <p:cNvPr id="191495" name="Object 7"/>
          <p:cNvGraphicFramePr>
            <a:graphicFrameLocks noChangeAspect="1"/>
          </p:cNvGraphicFramePr>
          <p:nvPr/>
        </p:nvGraphicFramePr>
        <p:xfrm>
          <a:off x="2286000" y="2647950"/>
          <a:ext cx="1333500" cy="317500"/>
        </p:xfrm>
        <a:graphic>
          <a:graphicData uri="http://schemas.openxmlformats.org/presentationml/2006/ole">
            <p:oleObj spid="_x0000_s191495" name="Equation" r:id="rId6" imgW="1333440" imgH="317160" progId="Equation.DSMT4">
              <p:embed/>
            </p:oleObj>
          </a:graphicData>
        </a:graphic>
      </p:graphicFrame>
      <p:sp>
        <p:nvSpPr>
          <p:cNvPr id="14" name="矩形 13"/>
          <p:cNvSpPr/>
          <p:nvPr/>
        </p:nvSpPr>
        <p:spPr>
          <a:xfrm>
            <a:off x="15240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23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：触发器相互演化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914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14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14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914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94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94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build="p" autoUpdateAnimBg="0"/>
      <p:bldP spid="62" grpId="0"/>
      <p:bldP spid="6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触发器之间的相互演化：</a:t>
            </a:r>
            <a:endParaRPr lang="zh-CN" altLang="en-US" sz="1400" dirty="0" smtClean="0"/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4" name="Text Box 2"/>
          <p:cNvSpPr txBox="1">
            <a:spLocks noChangeArrowheads="1"/>
          </p:cNvSpPr>
          <p:nvPr/>
        </p:nvSpPr>
        <p:spPr bwMode="auto">
          <a:xfrm>
            <a:off x="228600" y="1200150"/>
            <a:ext cx="1447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16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JK </a:t>
            </a:r>
            <a:r>
              <a:rPr lang="en-US" altLang="zh-CN" sz="1600" b="1" i="0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  <a:sym typeface="Symbol" pitchFamily="18" charset="2"/>
              </a:rPr>
              <a:t>D 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:</a:t>
            </a:r>
            <a:endParaRPr lang="en-US" altLang="zh-CN" sz="1600" b="1" i="0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2" name="Text Box 4"/>
          <p:cNvSpPr txBox="1">
            <a:spLocks noChangeArrowheads="1"/>
          </p:cNvSpPr>
          <p:nvPr/>
        </p:nvSpPr>
        <p:spPr bwMode="auto">
          <a:xfrm>
            <a:off x="228600" y="1733550"/>
            <a:ext cx="2064989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1600" b="1" dirty="0" smtClean="0">
                <a:solidFill>
                  <a:schemeClr val="accent4"/>
                </a:solidFill>
                <a:latin typeface="微软雅黑" pitchFamily="34" charset="-122"/>
                <a:ea typeface="微软雅黑" pitchFamily="34" charset="-122"/>
              </a:rPr>
              <a:t>JK</a:t>
            </a:r>
            <a:r>
              <a:rPr lang="zh-CN" altLang="en-US" sz="1600" b="1" dirty="0" smtClean="0">
                <a:solidFill>
                  <a:schemeClr val="accent4"/>
                </a:solidFill>
                <a:latin typeface="微软雅黑" pitchFamily="34" charset="-122"/>
                <a:ea typeface="微软雅黑" pitchFamily="34" charset="-122"/>
              </a:rPr>
              <a:t>触发器特征方程：</a:t>
            </a:r>
            <a:endParaRPr lang="zh-CN" altLang="en-US" sz="1600" b="1" i="0" dirty="0">
              <a:solidFill>
                <a:schemeClr val="accent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2" name="Text Box 4"/>
          <p:cNvSpPr txBox="1">
            <a:spLocks noChangeArrowheads="1"/>
          </p:cNvSpPr>
          <p:nvPr/>
        </p:nvSpPr>
        <p:spPr bwMode="auto">
          <a:xfrm>
            <a:off x="152400" y="2647950"/>
            <a:ext cx="198804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1600" b="1" dirty="0" smtClean="0">
                <a:solidFill>
                  <a:schemeClr val="accent4"/>
                </a:solidFill>
                <a:latin typeface="微软雅黑" pitchFamily="34" charset="-122"/>
                <a:ea typeface="微软雅黑" pitchFamily="34" charset="-122"/>
              </a:rPr>
              <a:t>D</a:t>
            </a:r>
            <a:r>
              <a:rPr lang="zh-CN" altLang="en-US" sz="1600" b="1" dirty="0" smtClean="0">
                <a:solidFill>
                  <a:schemeClr val="accent4"/>
                </a:solidFill>
                <a:latin typeface="微软雅黑" pitchFamily="34" charset="-122"/>
                <a:ea typeface="微软雅黑" pitchFamily="34" charset="-122"/>
              </a:rPr>
              <a:t>触发器</a:t>
            </a:r>
            <a:r>
              <a:rPr lang="zh-CN" altLang="en-US" sz="1600" b="1" dirty="0" smtClean="0">
                <a:solidFill>
                  <a:schemeClr val="accent4"/>
                </a:solidFill>
                <a:latin typeface="微软雅黑" pitchFamily="34" charset="-122"/>
                <a:ea typeface="微软雅黑" pitchFamily="34" charset="-122"/>
              </a:rPr>
              <a:t>特征方程：</a:t>
            </a:r>
            <a:endParaRPr lang="zh-CN" altLang="en-US" sz="1600" b="1" i="0" dirty="0">
              <a:solidFill>
                <a:schemeClr val="accent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553200" y="3333750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  图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9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69" name="对象 68"/>
          <p:cNvGraphicFramePr>
            <a:graphicFrameLocks noChangeAspect="1"/>
          </p:cNvGraphicFramePr>
          <p:nvPr/>
        </p:nvGraphicFramePr>
        <p:xfrm>
          <a:off x="4805363" y="1201738"/>
          <a:ext cx="3797300" cy="2208212"/>
        </p:xfrm>
        <a:graphic>
          <a:graphicData uri="http://schemas.openxmlformats.org/presentationml/2006/ole">
            <p:oleObj spid="_x0000_s192514" name="Visio" r:id="rId3" imgW="2313139" imgH="1222315" progId="Visio.Drawing.11">
              <p:embed/>
            </p:oleObj>
          </a:graphicData>
        </a:graphic>
      </p:graphicFrame>
      <p:graphicFrame>
        <p:nvGraphicFramePr>
          <p:cNvPr id="189446" name="Object 6"/>
          <p:cNvGraphicFramePr>
            <a:graphicFrameLocks noChangeAspect="1"/>
          </p:cNvGraphicFramePr>
          <p:nvPr/>
        </p:nvGraphicFramePr>
        <p:xfrm>
          <a:off x="1274763" y="3224213"/>
          <a:ext cx="1181100" cy="319087"/>
        </p:xfrm>
        <a:graphic>
          <a:graphicData uri="http://schemas.openxmlformats.org/presentationml/2006/ole">
            <p:oleObj spid="_x0000_s192515" name="Equation" r:id="rId4" imgW="1130040" imgH="304560" progId="Equation.DSMT4">
              <p:embed/>
            </p:oleObj>
          </a:graphicData>
        </a:graphic>
      </p:graphicFrame>
      <p:graphicFrame>
        <p:nvGraphicFramePr>
          <p:cNvPr id="191494" name="Object 6"/>
          <p:cNvGraphicFramePr>
            <a:graphicFrameLocks noChangeAspect="1"/>
          </p:cNvGraphicFramePr>
          <p:nvPr/>
        </p:nvGraphicFramePr>
        <p:xfrm>
          <a:off x="2286000" y="1705736"/>
          <a:ext cx="1320800" cy="317500"/>
        </p:xfrm>
        <a:graphic>
          <a:graphicData uri="http://schemas.openxmlformats.org/presentationml/2006/ole">
            <p:oleObj spid="_x0000_s192516" name="Equation" r:id="rId5" imgW="1320480" imgH="317160" progId="Equation.DSMT4">
              <p:embed/>
            </p:oleObj>
          </a:graphicData>
        </a:graphic>
      </p:graphicFrame>
      <p:graphicFrame>
        <p:nvGraphicFramePr>
          <p:cNvPr id="191495" name="Object 7"/>
          <p:cNvGraphicFramePr>
            <a:graphicFrameLocks noChangeAspect="1"/>
          </p:cNvGraphicFramePr>
          <p:nvPr/>
        </p:nvGraphicFramePr>
        <p:xfrm>
          <a:off x="2209800" y="2647950"/>
          <a:ext cx="660400" cy="279400"/>
        </p:xfrm>
        <a:graphic>
          <a:graphicData uri="http://schemas.openxmlformats.org/presentationml/2006/ole">
            <p:oleObj spid="_x0000_s192517" name="Equation" r:id="rId6" imgW="660240" imgH="279360" progId="Equation.DSMT4">
              <p:embed/>
            </p:oleObj>
          </a:graphicData>
        </a:graphic>
      </p:graphicFrame>
      <p:sp>
        <p:nvSpPr>
          <p:cNvPr id="14" name="矩形 13"/>
          <p:cNvSpPr/>
          <p:nvPr/>
        </p:nvSpPr>
        <p:spPr>
          <a:xfrm>
            <a:off x="15240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23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：触发器相互演化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92518" name="Object 6"/>
          <p:cNvGraphicFramePr>
            <a:graphicFrameLocks noChangeAspect="1"/>
          </p:cNvGraphicFramePr>
          <p:nvPr/>
        </p:nvGraphicFramePr>
        <p:xfrm>
          <a:off x="2895600" y="2608482"/>
          <a:ext cx="1028700" cy="317500"/>
        </p:xfrm>
        <a:graphic>
          <a:graphicData uri="http://schemas.openxmlformats.org/presentationml/2006/ole">
            <p:oleObj spid="_x0000_s192518" name="Equation" r:id="rId7" imgW="1028520" imgH="31716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914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14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14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914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25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25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94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894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build="p" autoUpdateAnimBg="0"/>
      <p:bldP spid="62" grpId="0"/>
      <p:bldP spid="6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触发器之间的相互演化：</a:t>
            </a:r>
            <a:endParaRPr lang="zh-CN" altLang="en-US" sz="1400" dirty="0" smtClean="0"/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4" name="Text Box 2"/>
          <p:cNvSpPr txBox="1">
            <a:spLocks noChangeArrowheads="1"/>
          </p:cNvSpPr>
          <p:nvPr/>
        </p:nvSpPr>
        <p:spPr bwMode="auto">
          <a:xfrm>
            <a:off x="228600" y="1200150"/>
            <a:ext cx="1447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16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JK </a:t>
            </a:r>
            <a:r>
              <a:rPr lang="en-US" altLang="zh-CN" sz="1600" b="1" i="0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  <a:sym typeface="Symbol" pitchFamily="18" charset="2"/>
              </a:rPr>
              <a:t>RS 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:</a:t>
            </a:r>
            <a:endParaRPr lang="en-US" altLang="zh-CN" sz="1600" b="1" i="0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2" name="Text Box 4"/>
          <p:cNvSpPr txBox="1">
            <a:spLocks noChangeArrowheads="1"/>
          </p:cNvSpPr>
          <p:nvPr/>
        </p:nvSpPr>
        <p:spPr bwMode="auto">
          <a:xfrm>
            <a:off x="228600" y="1733550"/>
            <a:ext cx="2064989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1600" b="1" dirty="0" smtClean="0">
                <a:solidFill>
                  <a:schemeClr val="accent4"/>
                </a:solidFill>
                <a:latin typeface="微软雅黑" pitchFamily="34" charset="-122"/>
                <a:ea typeface="微软雅黑" pitchFamily="34" charset="-122"/>
              </a:rPr>
              <a:t>JK</a:t>
            </a:r>
            <a:r>
              <a:rPr lang="zh-CN" altLang="en-US" sz="1600" b="1" dirty="0" smtClean="0">
                <a:solidFill>
                  <a:schemeClr val="accent4"/>
                </a:solidFill>
                <a:latin typeface="微软雅黑" pitchFamily="34" charset="-122"/>
                <a:ea typeface="微软雅黑" pitchFamily="34" charset="-122"/>
              </a:rPr>
              <a:t>触发器特征方程：</a:t>
            </a:r>
            <a:endParaRPr lang="zh-CN" altLang="en-US" sz="1600" b="1" i="0" dirty="0">
              <a:solidFill>
                <a:schemeClr val="accent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2" name="Text Box 4"/>
          <p:cNvSpPr txBox="1">
            <a:spLocks noChangeArrowheads="1"/>
          </p:cNvSpPr>
          <p:nvPr/>
        </p:nvSpPr>
        <p:spPr bwMode="auto">
          <a:xfrm>
            <a:off x="152400" y="2571750"/>
            <a:ext cx="2092239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1600" b="1" dirty="0" smtClean="0">
                <a:solidFill>
                  <a:schemeClr val="accent4"/>
                </a:solidFill>
                <a:latin typeface="微软雅黑" pitchFamily="34" charset="-122"/>
                <a:ea typeface="微软雅黑" pitchFamily="34" charset="-122"/>
              </a:rPr>
              <a:t>RS</a:t>
            </a:r>
            <a:r>
              <a:rPr lang="zh-CN" altLang="en-US" sz="1600" b="1" dirty="0" smtClean="0">
                <a:solidFill>
                  <a:schemeClr val="accent4"/>
                </a:solidFill>
                <a:latin typeface="微软雅黑" pitchFamily="34" charset="-122"/>
                <a:ea typeface="微软雅黑" pitchFamily="34" charset="-122"/>
              </a:rPr>
              <a:t>触发器特征方程：</a:t>
            </a:r>
            <a:endParaRPr lang="zh-CN" altLang="en-US" sz="1600" b="1" i="0" dirty="0">
              <a:solidFill>
                <a:schemeClr val="accent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477000" y="3714750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  图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10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69" name="对象 68"/>
          <p:cNvGraphicFramePr>
            <a:graphicFrameLocks noChangeAspect="1"/>
          </p:cNvGraphicFramePr>
          <p:nvPr/>
        </p:nvGraphicFramePr>
        <p:xfrm>
          <a:off x="4572000" y="1809750"/>
          <a:ext cx="3797300" cy="2208212"/>
        </p:xfrm>
        <a:graphic>
          <a:graphicData uri="http://schemas.openxmlformats.org/presentationml/2006/ole">
            <p:oleObj spid="_x0000_s193538" name="Visio" r:id="rId3" imgW="2313139" imgH="1222315" progId="Visio.Drawing.11">
              <p:embed/>
            </p:oleObj>
          </a:graphicData>
        </a:graphic>
      </p:graphicFrame>
      <p:graphicFrame>
        <p:nvGraphicFramePr>
          <p:cNvPr id="191494" name="Object 6"/>
          <p:cNvGraphicFramePr>
            <a:graphicFrameLocks noChangeAspect="1"/>
          </p:cNvGraphicFramePr>
          <p:nvPr/>
        </p:nvGraphicFramePr>
        <p:xfrm>
          <a:off x="2286000" y="1705736"/>
          <a:ext cx="1320800" cy="317500"/>
        </p:xfrm>
        <a:graphic>
          <a:graphicData uri="http://schemas.openxmlformats.org/presentationml/2006/ole">
            <p:oleObj spid="_x0000_s193540" name="Equation" r:id="rId4" imgW="1320480" imgH="317160" progId="Equation.DSMT4">
              <p:embed/>
            </p:oleObj>
          </a:graphicData>
        </a:graphic>
      </p:graphicFrame>
      <p:graphicFrame>
        <p:nvGraphicFramePr>
          <p:cNvPr id="193542" name="Object 6"/>
          <p:cNvGraphicFramePr>
            <a:graphicFrameLocks noChangeAspect="1"/>
          </p:cNvGraphicFramePr>
          <p:nvPr/>
        </p:nvGraphicFramePr>
        <p:xfrm>
          <a:off x="2133600" y="2419350"/>
          <a:ext cx="1778000" cy="635000"/>
        </p:xfrm>
        <a:graphic>
          <a:graphicData uri="http://schemas.openxmlformats.org/presentationml/2006/ole">
            <p:oleObj spid="_x0000_s193542" name="Equation" r:id="rId5" imgW="1777680" imgH="634680" progId="Equation.DSMT4">
              <p:embed/>
            </p:oleObj>
          </a:graphicData>
        </a:graphic>
      </p:graphicFrame>
      <p:graphicFrame>
        <p:nvGraphicFramePr>
          <p:cNvPr id="193543" name="Object 7"/>
          <p:cNvGraphicFramePr>
            <a:graphicFrameLocks noChangeAspect="1"/>
          </p:cNvGraphicFramePr>
          <p:nvPr/>
        </p:nvGraphicFramePr>
        <p:xfrm>
          <a:off x="304800" y="3486150"/>
          <a:ext cx="2908300" cy="711200"/>
        </p:xfrm>
        <a:graphic>
          <a:graphicData uri="http://schemas.openxmlformats.org/presentationml/2006/ole">
            <p:oleObj spid="_x0000_s193543" name="Equation" r:id="rId6" imgW="2908080" imgH="711000" progId="Equation.DSMT4">
              <p:embed/>
            </p:oleObj>
          </a:graphicData>
        </a:graphic>
      </p:graphicFrame>
      <p:graphicFrame>
        <p:nvGraphicFramePr>
          <p:cNvPr id="193544" name="Object 8"/>
          <p:cNvGraphicFramePr>
            <a:graphicFrameLocks noChangeAspect="1"/>
          </p:cNvGraphicFramePr>
          <p:nvPr/>
        </p:nvGraphicFramePr>
        <p:xfrm>
          <a:off x="5181600" y="925512"/>
          <a:ext cx="425450" cy="212725"/>
        </p:xfrm>
        <a:graphic>
          <a:graphicData uri="http://schemas.openxmlformats.org/presentationml/2006/ole">
            <p:oleObj spid="_x0000_s193544" name="Equation" r:id="rId7" imgW="406080" imgH="203040" progId="Equation.DSMT4">
              <p:embed/>
            </p:oleObj>
          </a:graphicData>
        </a:graphic>
      </p:graphicFrame>
      <p:graphicFrame>
        <p:nvGraphicFramePr>
          <p:cNvPr id="193545" name="Object 9"/>
          <p:cNvGraphicFramePr>
            <a:graphicFrameLocks noChangeAspect="1"/>
          </p:cNvGraphicFramePr>
          <p:nvPr/>
        </p:nvGraphicFramePr>
        <p:xfrm>
          <a:off x="6629400" y="819150"/>
          <a:ext cx="1289050" cy="319087"/>
        </p:xfrm>
        <a:graphic>
          <a:graphicData uri="http://schemas.openxmlformats.org/presentationml/2006/ole">
            <p:oleObj spid="_x0000_s193545" name="Equation" r:id="rId8" imgW="1231560" imgH="304560" progId="Equation.DSMT4">
              <p:embed/>
            </p:oleObj>
          </a:graphicData>
        </a:graphic>
      </p:graphicFrame>
      <p:graphicFrame>
        <p:nvGraphicFramePr>
          <p:cNvPr id="193546" name="Object 10"/>
          <p:cNvGraphicFramePr>
            <a:graphicFrameLocks noChangeAspect="1"/>
          </p:cNvGraphicFramePr>
          <p:nvPr/>
        </p:nvGraphicFramePr>
        <p:xfrm>
          <a:off x="5638800" y="1352550"/>
          <a:ext cx="1395412" cy="277812"/>
        </p:xfrm>
        <a:graphic>
          <a:graphicData uri="http://schemas.openxmlformats.org/presentationml/2006/ole">
            <p:oleObj spid="_x0000_s193546" name="Equation" r:id="rId9" imgW="1333440" imgH="266400" progId="Equation.DSMT4">
              <p:embed/>
            </p:oleObj>
          </a:graphicData>
        </a:graphic>
      </p:graphicFrame>
      <p:sp>
        <p:nvSpPr>
          <p:cNvPr id="17" name="矩形 16"/>
          <p:cNvSpPr/>
          <p:nvPr/>
        </p:nvSpPr>
        <p:spPr>
          <a:xfrm>
            <a:off x="15240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23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：触发器相互演化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914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14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35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935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35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35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935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35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935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35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935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35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build="p" autoUpdateAnimBg="0"/>
      <p:bldP spid="62" grpId="0"/>
      <p:bldP spid="63" grpId="0"/>
    </p:bldLst>
  </p:timing>
</p:sld>
</file>

<file path=ppt/theme/theme1.xml><?xml version="1.0" encoding="utf-8"?>
<a:theme xmlns:a="http://schemas.openxmlformats.org/drawingml/2006/main" name="默认设计模板">
  <a:themeElements>
    <a:clrScheme name="自定义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2D2D8A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6480</TotalTime>
  <Words>257</Words>
  <Application>Microsoft Office PowerPoint</Application>
  <PresentationFormat>全屏显示(16:9)</PresentationFormat>
  <Paragraphs>118</Paragraphs>
  <Slides>9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默认设计模板</vt:lpstr>
      <vt:lpstr>Equation</vt:lpstr>
      <vt:lpstr>Visio</vt:lpstr>
      <vt:lpstr>MathType 6.0 Equation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zhaole</dc:creator>
  <cp:lastModifiedBy>NTKO</cp:lastModifiedBy>
  <cp:revision>732</cp:revision>
  <cp:lastPrinted>2113-01-01T00:00:00Z</cp:lastPrinted>
  <dcterms:created xsi:type="dcterms:W3CDTF">2113-01-01T00:00:00Z</dcterms:created>
  <dcterms:modified xsi:type="dcterms:W3CDTF">2021-03-23T08:07:26Z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KSOProductBuildVer">
    <vt:lpwstr>2052-11.1.0.8696</vt:lpwstr>
  </property>
</Properties>
</file>