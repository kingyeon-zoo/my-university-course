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309" r:id="rId2"/>
    <p:sldId id="357" r:id="rId3"/>
    <p:sldId id="350" r:id="rId4"/>
    <p:sldId id="351" r:id="rId5"/>
    <p:sldId id="313" r:id="rId6"/>
    <p:sldId id="349" r:id="rId7"/>
    <p:sldId id="358" r:id="rId8"/>
    <p:sldId id="352" r:id="rId9"/>
    <p:sldId id="360" r:id="rId10"/>
    <p:sldId id="361" r:id="rId11"/>
    <p:sldId id="362" r:id="rId12"/>
    <p:sldId id="354" r:id="rId13"/>
    <p:sldId id="355" r:id="rId14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CC"/>
    <a:srgbClr val="2D1341"/>
    <a:srgbClr val="3333CC"/>
    <a:srgbClr val="2D2D8A"/>
    <a:srgbClr val="0000CC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2999" autoAdjust="0"/>
    <p:restoredTop sz="95250" autoAdjust="0"/>
  </p:normalViewPr>
  <p:slideViewPr>
    <p:cSldViewPr>
      <p:cViewPr varScale="1">
        <p:scale>
          <a:sx n="116" d="100"/>
          <a:sy n="116" d="100"/>
        </p:scale>
        <p:origin x="-114" y="-42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7" Type="http://schemas.openxmlformats.org/officeDocument/2006/relationships/image" Target="../media/image15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9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9.wmf"/><Relationship Id="rId4" Type="http://schemas.openxmlformats.org/officeDocument/2006/relationships/image" Target="../media/image17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E68FF4-A610-4CCF-A92A-54B8EBE33021}" type="datetimeFigureOut">
              <a:rPr lang="zh-CN" altLang="en-US" smtClean="0"/>
              <a:pPr/>
              <a:t>2020/12/25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D48513-AA6D-4F8A-B41C-3BE1F5014A0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329616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1BDD1F6-C0FA-4081-B957-C3BBBDE47105}" type="slidenum">
              <a:rPr lang="en-US" altLang="zh-CN" smtClean="0"/>
              <a:pPr/>
              <a:t>7</a:t>
            </a:fld>
            <a:endParaRPr lang="en-US" altLang="zh-CN" smtClean="0"/>
          </a:p>
        </p:txBody>
      </p:sp>
      <p:sp>
        <p:nvSpPr>
          <p:cNvPr id="157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7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1BDD1F6-C0FA-4081-B957-C3BBBDE47105}" type="slidenum">
              <a:rPr lang="en-US" altLang="zh-CN" smtClean="0"/>
              <a:pPr/>
              <a:t>8</a:t>
            </a:fld>
            <a:endParaRPr lang="en-US" altLang="zh-CN" smtClean="0"/>
          </a:p>
        </p:txBody>
      </p:sp>
      <p:sp>
        <p:nvSpPr>
          <p:cNvPr id="157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7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1BDD1F6-C0FA-4081-B957-C3BBBDE47105}" type="slidenum">
              <a:rPr lang="en-US" altLang="zh-CN" smtClean="0"/>
              <a:pPr/>
              <a:t>9</a:t>
            </a:fld>
            <a:endParaRPr lang="en-US" altLang="zh-CN" smtClean="0"/>
          </a:p>
        </p:txBody>
      </p:sp>
      <p:sp>
        <p:nvSpPr>
          <p:cNvPr id="157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7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1BDD1F6-C0FA-4081-B957-C3BBBDE47105}" type="slidenum">
              <a:rPr lang="en-US" altLang="zh-CN" smtClean="0"/>
              <a:pPr/>
              <a:t>10</a:t>
            </a:fld>
            <a:endParaRPr lang="en-US" altLang="zh-CN" smtClean="0"/>
          </a:p>
        </p:txBody>
      </p:sp>
      <p:sp>
        <p:nvSpPr>
          <p:cNvPr id="157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7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1BDD1F6-C0FA-4081-B957-C3BBBDE47105}" type="slidenum">
              <a:rPr lang="en-US" altLang="zh-CN" smtClean="0"/>
              <a:pPr/>
              <a:t>11</a:t>
            </a:fld>
            <a:endParaRPr lang="en-US" altLang="zh-CN" smtClean="0"/>
          </a:p>
        </p:txBody>
      </p:sp>
      <p:sp>
        <p:nvSpPr>
          <p:cNvPr id="157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7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02A8DF0-B179-4012-B5A5-38231644D4DE}" type="slidenum">
              <a:rPr lang="en-US" altLang="zh-CN" smtClean="0"/>
              <a:pPr/>
              <a:t>12</a:t>
            </a:fld>
            <a:endParaRPr lang="en-US" altLang="zh-CN" smtClean="0"/>
          </a:p>
        </p:txBody>
      </p:sp>
      <p:sp>
        <p:nvSpPr>
          <p:cNvPr id="160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02A8DF0-B179-4012-B5A5-38231644D4DE}" type="slidenum">
              <a:rPr lang="en-US" altLang="zh-CN" smtClean="0"/>
              <a:pPr/>
              <a:t>13</a:t>
            </a:fld>
            <a:endParaRPr lang="en-US" altLang="zh-CN" smtClean="0"/>
          </a:p>
        </p:txBody>
      </p:sp>
      <p:sp>
        <p:nvSpPr>
          <p:cNvPr id="160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ea typeface="微软雅黑" panose="020B0503020204020204" pitchFamily="34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9E5F32BA-079D-492C-A71C-25B1AC211EF7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101730A-013B-4CB4-BA74-6B5A2DA383A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ea typeface="微软雅黑" panose="020B0503020204020204" pitchFamily="34" charset="-122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7D708CB0-180E-480A-B5E9-304EDB71A67E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BF519ABF-577E-4AA5-A198-446EB7789424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35A92FF-C25D-44F5-BA10-134AA412F22C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CC5F3488-9DEE-45BA-87B6-C85FA6C76AB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>
                <a:ea typeface="微软雅黑" panose="020B0503020204020204" pitchFamily="34" charset="-122"/>
              </a:defRPr>
            </a:lvl1pPr>
            <a:lvl2pPr>
              <a:defRPr sz="2800">
                <a:ea typeface="微软雅黑" panose="020B0503020204020204" pitchFamily="34" charset="-122"/>
              </a:defRPr>
            </a:lvl2pPr>
            <a:lvl3pPr>
              <a:defRPr sz="2400">
                <a:ea typeface="微软雅黑" panose="020B0503020204020204" pitchFamily="34" charset="-122"/>
              </a:defRPr>
            </a:lvl3pPr>
            <a:lvl4pPr>
              <a:defRPr sz="2000">
                <a:ea typeface="微软雅黑" panose="020B0503020204020204" pitchFamily="34" charset="-122"/>
              </a:defRPr>
            </a:lvl4pPr>
            <a:lvl5pPr>
              <a:defRPr sz="2000">
                <a:ea typeface="微软雅黑" panose="020B0503020204020204" pitchFamily="34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75ABF99-AFDD-4392-BE13-BE42827BA07F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ea typeface="微软雅黑" panose="020B0503020204020204" pitchFamily="34" charset="-12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dirty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7E1D088-313E-48D8-BECE-41A274E0B5D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F4B0AB86-F7AE-4867-ADFF-354DE647AB0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3CEB1D2-F23D-4EFF-A6C7-152E930DD57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407513-19AE-47F0-ABD9-53914FA698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/>
          <p:cNvSpPr>
            <a:spLocks noChangeArrowheads="1"/>
          </p:cNvSpPr>
          <p:nvPr userDrawn="1"/>
        </p:nvSpPr>
        <p:spPr bwMode="auto">
          <a:xfrm>
            <a:off x="76318" y="514404"/>
            <a:ext cx="8950418" cy="67865"/>
          </a:xfrm>
          <a:custGeom>
            <a:avLst/>
            <a:gdLst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0 w 1000"/>
              <a:gd name="T11" fmla="*/ 0 h 1000"/>
              <a:gd name="T12" fmla="*/ 1000 w 1000"/>
              <a:gd name="T13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6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6" name="Line 5"/>
          <p:cNvSpPr>
            <a:spLocks noChangeShapeType="1"/>
          </p:cNvSpPr>
          <p:nvPr userDrawn="1"/>
        </p:nvSpPr>
        <p:spPr bwMode="auto">
          <a:xfrm>
            <a:off x="76318" y="4933888"/>
            <a:ext cx="8950418" cy="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pic>
        <p:nvPicPr>
          <p:cNvPr id="8" name="图片 7" descr="校标.png"/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6215019" y="0"/>
            <a:ext cx="2545745" cy="4776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3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7.png"/><Relationship Id="rId5" Type="http://schemas.openxmlformats.org/officeDocument/2006/relationships/oleObject" Target="../embeddings/oleObject5.bin"/><Relationship Id="rId4" Type="http://schemas.openxmlformats.org/officeDocument/2006/relationships/oleObject" Target="../embeddings/oleObject4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8.bin"/><Relationship Id="rId5" Type="http://schemas.openxmlformats.org/officeDocument/2006/relationships/oleObject" Target="../embeddings/oleObject7.bin"/><Relationship Id="rId4" Type="http://schemas.openxmlformats.org/officeDocument/2006/relationships/oleObject" Target="../embeddings/oleObject6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notesSlide" Target="../notesSlides/notesSlide3.xml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1.bin"/><Relationship Id="rId5" Type="http://schemas.openxmlformats.org/officeDocument/2006/relationships/oleObject" Target="../embeddings/oleObject10.bin"/><Relationship Id="rId10" Type="http://schemas.openxmlformats.org/officeDocument/2006/relationships/oleObject" Target="../embeddings/oleObject15.bin"/><Relationship Id="rId4" Type="http://schemas.openxmlformats.org/officeDocument/2006/relationships/oleObject" Target="../embeddings/oleObject9.bin"/><Relationship Id="rId9" Type="http://schemas.openxmlformats.org/officeDocument/2006/relationships/oleObject" Target="../embeddings/oleObject14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oleObject" Target="../embeddings/oleObject1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7.bin"/><Relationship Id="rId5" Type="http://schemas.openxmlformats.org/officeDocument/2006/relationships/oleObject" Target="../embeddings/oleObject16.bin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3" Type="http://schemas.openxmlformats.org/officeDocument/2006/relationships/notesSlide" Target="../notesSlides/notesSlide5.xml"/><Relationship Id="rId7" Type="http://schemas.openxmlformats.org/officeDocument/2006/relationships/oleObject" Target="../embeddings/oleObject2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20.bin"/><Relationship Id="rId5" Type="http://schemas.openxmlformats.org/officeDocument/2006/relationships/oleObject" Target="../embeddings/oleObject19.bin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5" Type="http://schemas.openxmlformats.org/officeDocument/2006/relationships/oleObject" Target="../embeddings/oleObject24.bin"/><Relationship Id="rId4" Type="http://schemas.openxmlformats.org/officeDocument/2006/relationships/oleObject" Target="../embeddings/oleObject23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27.bin"/><Relationship Id="rId5" Type="http://schemas.openxmlformats.org/officeDocument/2006/relationships/oleObject" Target="../embeddings/oleObject26.bin"/><Relationship Id="rId4" Type="http://schemas.openxmlformats.org/officeDocument/2006/relationships/oleObject" Target="../embeddings/oleObject25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矩形 121"/>
          <p:cNvSpPr/>
          <p:nvPr/>
        </p:nvSpPr>
        <p:spPr>
          <a:xfrm>
            <a:off x="609704" y="1233568"/>
            <a:ext cx="822949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54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含无关项的逻辑函数化简</a:t>
            </a:r>
            <a:endParaRPr lang="zh-CN" altLang="zh-CN" sz="54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0" name="Rectangle 59"/>
          <p:cNvSpPr>
            <a:spLocks noChangeArrowheads="1"/>
          </p:cNvSpPr>
          <p:nvPr/>
        </p:nvSpPr>
        <p:spPr bwMode="auto">
          <a:xfrm>
            <a:off x="1524000" y="2571750"/>
            <a:ext cx="6477692" cy="1523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 smtClean="0">
                <a:latin typeface="+mn-ea"/>
                <a:ea typeface="+mn-ea"/>
              </a:rPr>
              <a:t>刘 军</a:t>
            </a:r>
            <a:endParaRPr lang="en-US" altLang="zh-CN" sz="2800" b="1" dirty="0" smtClean="0">
              <a:latin typeface="+mn-ea"/>
              <a:ea typeface="+mn-ea"/>
            </a:endParaRPr>
          </a:p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 smtClean="0">
                <a:latin typeface="+mn-ea"/>
                <a:ea typeface="+mn-ea"/>
              </a:rPr>
              <a:t>合肥工业大学计算机与信息学院</a:t>
            </a:r>
            <a:endParaRPr lang="en-US" altLang="zh-CN" sz="28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44735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219097" y="0"/>
            <a:ext cx="21659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1.9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无关项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无关项的概念：</a:t>
            </a: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533400" y="1200150"/>
            <a:ext cx="8312150" cy="32913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lIns="79068" tIns="39534" rIns="79068" bIns="39534">
            <a:spAutoFit/>
          </a:bodyPr>
          <a:lstStyle/>
          <a:p>
            <a:pPr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输入变量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的某些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取值，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其对应的函数值是任意的，是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是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皆可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b="1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685800" y="2038350"/>
            <a:ext cx="2743200" cy="1338247"/>
            <a:chOff x="2590799" y="1844437"/>
            <a:chExt cx="2133600" cy="986076"/>
          </a:xfrm>
        </p:grpSpPr>
        <p:sp>
          <p:nvSpPr>
            <p:cNvPr id="8" name="Rectangle 76"/>
            <p:cNvSpPr>
              <a:spLocks noChangeArrowheads="1"/>
            </p:cNvSpPr>
            <p:nvPr/>
          </p:nvSpPr>
          <p:spPr bwMode="auto">
            <a:xfrm>
              <a:off x="3048000" y="2038350"/>
              <a:ext cx="1143000" cy="79216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81"/>
            <p:cNvSpPr>
              <a:spLocks noChangeShapeType="1"/>
            </p:cNvSpPr>
            <p:nvPr/>
          </p:nvSpPr>
          <p:spPr bwMode="auto">
            <a:xfrm>
              <a:off x="4190999" y="2419350"/>
              <a:ext cx="533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 Box 98"/>
            <p:cNvSpPr txBox="1">
              <a:spLocks noChangeArrowheads="1"/>
            </p:cNvSpPr>
            <p:nvPr/>
          </p:nvSpPr>
          <p:spPr bwMode="auto">
            <a:xfrm>
              <a:off x="3183466" y="2280066"/>
              <a:ext cx="841375" cy="2494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sz="1600" b="1" dirty="0" smtClean="0">
                  <a:latin typeface="微软雅黑" pitchFamily="34" charset="-122"/>
                  <a:ea typeface="微软雅黑" pitchFamily="34" charset="-122"/>
                </a:rPr>
                <a:t>   电</a:t>
              </a:r>
              <a:r>
                <a:rPr lang="en-US" altLang="zh-CN" sz="1600" b="1" dirty="0" smtClean="0"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lang="en-US" altLang="zh-CN" sz="1600" b="1" dirty="0" smtClean="0">
                  <a:latin typeface="微软雅黑" pitchFamily="34" charset="-122"/>
                  <a:ea typeface="微软雅黑" pitchFamily="34" charset="-122"/>
                </a:rPr>
                <a:t>  </a:t>
              </a:r>
              <a:r>
                <a:rPr kumimoji="0" lang="zh-CN" altLang="en-US" sz="1600" b="1" dirty="0" smtClean="0">
                  <a:latin typeface="微软雅黑" pitchFamily="34" charset="-122"/>
                  <a:ea typeface="微软雅黑" pitchFamily="34" charset="-122"/>
                </a:rPr>
                <a:t>路 </a:t>
              </a:r>
              <a:endParaRPr kumimoji="0" lang="zh-CN" altLang="en-US" sz="16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Line 79"/>
            <p:cNvSpPr>
              <a:spLocks noChangeShapeType="1"/>
            </p:cNvSpPr>
            <p:nvPr/>
          </p:nvSpPr>
          <p:spPr bwMode="auto">
            <a:xfrm>
              <a:off x="2590799" y="2781816"/>
              <a:ext cx="457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79"/>
            <p:cNvSpPr>
              <a:spLocks noChangeShapeType="1"/>
            </p:cNvSpPr>
            <p:nvPr/>
          </p:nvSpPr>
          <p:spPr bwMode="auto">
            <a:xfrm>
              <a:off x="2590799" y="2079540"/>
              <a:ext cx="457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79"/>
            <p:cNvSpPr>
              <a:spLocks noChangeShapeType="1"/>
            </p:cNvSpPr>
            <p:nvPr/>
          </p:nvSpPr>
          <p:spPr bwMode="auto">
            <a:xfrm>
              <a:off x="2590799" y="2419350"/>
              <a:ext cx="457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623751" y="1844437"/>
              <a:ext cx="381000" cy="2721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</a:rPr>
                <a:t>A</a:t>
              </a:r>
              <a:endParaRPr lang="zh-CN" altLang="en-US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623751" y="2179805"/>
              <a:ext cx="381000" cy="2721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</a:rPr>
                <a:t>B</a:t>
              </a:r>
              <a:endParaRPr lang="zh-CN" altLang="en-US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623751" y="2516689"/>
              <a:ext cx="381000" cy="2721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</a:rPr>
                <a:t>C</a:t>
              </a:r>
              <a:endParaRPr lang="zh-CN" altLang="en-US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190999" y="2181321"/>
              <a:ext cx="381000" cy="2721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</a:rPr>
                <a:t>Y</a:t>
              </a:r>
              <a:endParaRPr lang="zh-CN" altLang="en-US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aphicFrame>
        <p:nvGraphicFramePr>
          <p:cNvPr id="34" name="表格 33"/>
          <p:cNvGraphicFramePr>
            <a:graphicFrameLocks noGrp="1"/>
          </p:cNvGraphicFramePr>
          <p:nvPr/>
        </p:nvGraphicFramePr>
        <p:xfrm>
          <a:off x="4495800" y="1885950"/>
          <a:ext cx="3124200" cy="838200"/>
        </p:xfrm>
        <a:graphic>
          <a:graphicData uri="http://schemas.openxmlformats.org/drawingml/2006/table">
            <a:tbl>
              <a:tblPr/>
              <a:tblGrid>
                <a:gridCol w="781050"/>
                <a:gridCol w="781050"/>
                <a:gridCol w="781050"/>
                <a:gridCol w="781050"/>
              </a:tblGrid>
              <a:tr h="40897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latin typeface="Calibri"/>
                          <a:ea typeface="宋体"/>
                          <a:cs typeface="Times New Roman"/>
                        </a:rPr>
                        <a:t>A</a:t>
                      </a:r>
                      <a:endParaRPr lang="zh-CN" sz="105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Calibri"/>
                          <a:ea typeface="宋体"/>
                          <a:cs typeface="Times New Roman"/>
                        </a:rPr>
                        <a:t>B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Calibri"/>
                          <a:ea typeface="宋体"/>
                          <a:cs typeface="Times New Roman"/>
                        </a:rPr>
                        <a:t>C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 smtClean="0">
                          <a:latin typeface="Calibri"/>
                          <a:ea typeface="宋体"/>
                          <a:cs typeface="Times New Roman"/>
                        </a:rPr>
                        <a:t>Y</a:t>
                      </a:r>
                      <a:endParaRPr lang="zh-CN" sz="105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22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Calibri"/>
                          <a:ea typeface="宋体"/>
                          <a:cs typeface="Times New Roman"/>
                        </a:rPr>
                        <a:t>0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Calibri"/>
                          <a:ea typeface="宋体"/>
                          <a:cs typeface="Times New Roman"/>
                        </a:rPr>
                        <a:t>1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latin typeface="Calibri"/>
                          <a:ea typeface="宋体"/>
                          <a:cs typeface="Times New Roman"/>
                        </a:rPr>
                        <a:t>1</a:t>
                      </a:r>
                      <a:endParaRPr lang="zh-CN" sz="105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FF0000"/>
                          </a:solidFill>
                          <a:latin typeface="Calibri"/>
                          <a:ea typeface="宋体"/>
                          <a:cs typeface="Times New Roman"/>
                        </a:rPr>
                        <a:t>0</a:t>
                      </a:r>
                      <a:endParaRPr lang="zh-CN" sz="105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7696200" y="234315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rgbClr val="FF0000"/>
                </a:solidFill>
                <a:latin typeface="Times New Roman"/>
                <a:cs typeface="Times New Roman"/>
              </a:rPr>
              <a:t>√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graphicFrame>
        <p:nvGraphicFramePr>
          <p:cNvPr id="36" name="表格 35"/>
          <p:cNvGraphicFramePr>
            <a:graphicFrameLocks noGrp="1"/>
          </p:cNvGraphicFramePr>
          <p:nvPr/>
        </p:nvGraphicFramePr>
        <p:xfrm>
          <a:off x="4495800" y="3028950"/>
          <a:ext cx="3124200" cy="838200"/>
        </p:xfrm>
        <a:graphic>
          <a:graphicData uri="http://schemas.openxmlformats.org/drawingml/2006/table">
            <a:tbl>
              <a:tblPr/>
              <a:tblGrid>
                <a:gridCol w="781050"/>
                <a:gridCol w="781050"/>
                <a:gridCol w="781050"/>
                <a:gridCol w="781050"/>
              </a:tblGrid>
              <a:tr h="40897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latin typeface="Calibri"/>
                          <a:ea typeface="宋体"/>
                          <a:cs typeface="Times New Roman"/>
                        </a:rPr>
                        <a:t>A</a:t>
                      </a:r>
                      <a:endParaRPr lang="zh-CN" sz="105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Calibri"/>
                          <a:ea typeface="宋体"/>
                          <a:cs typeface="Times New Roman"/>
                        </a:rPr>
                        <a:t>B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Calibri"/>
                          <a:ea typeface="宋体"/>
                          <a:cs typeface="Times New Roman"/>
                        </a:rPr>
                        <a:t>C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 smtClean="0">
                          <a:latin typeface="Calibri"/>
                          <a:ea typeface="宋体"/>
                          <a:cs typeface="Times New Roman"/>
                        </a:rPr>
                        <a:t>Y</a:t>
                      </a:r>
                      <a:endParaRPr lang="zh-CN" sz="105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22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Calibri"/>
                          <a:ea typeface="宋体"/>
                          <a:cs typeface="Times New Roman"/>
                        </a:rPr>
                        <a:t>0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Calibri"/>
                          <a:ea typeface="宋体"/>
                          <a:cs typeface="Times New Roman"/>
                        </a:rPr>
                        <a:t>1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latin typeface="Calibri"/>
                          <a:ea typeface="宋体"/>
                          <a:cs typeface="Times New Roman"/>
                        </a:rPr>
                        <a:t>1</a:t>
                      </a:r>
                      <a:endParaRPr lang="zh-CN" sz="105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 smtClean="0">
                          <a:solidFill>
                            <a:srgbClr val="FF0000"/>
                          </a:solidFill>
                          <a:latin typeface="Calibri"/>
                          <a:ea typeface="宋体"/>
                          <a:cs typeface="Times New Roman"/>
                        </a:rPr>
                        <a:t>1</a:t>
                      </a:r>
                      <a:endParaRPr lang="zh-CN" sz="105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7696200" y="348615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rgbClr val="FF0000"/>
                </a:solidFill>
                <a:latin typeface="Times New Roman"/>
                <a:cs typeface="Times New Roman"/>
              </a:rPr>
              <a:t>√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5" grpId="1" autoUpdateAnimBg="0"/>
      <p:bldP spid="35" grpId="0"/>
      <p:bldP spid="3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无关项的概念：</a:t>
            </a: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228600" y="1123950"/>
            <a:ext cx="396240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dirty="0" smtClean="0">
                <a:ea typeface="黑体" pitchFamily="49" charset="-122"/>
              </a:rPr>
              <a:t>例</a:t>
            </a:r>
            <a:r>
              <a:rPr lang="en-US" altLang="zh-CN" dirty="0" smtClean="0">
                <a:ea typeface="黑体" pitchFamily="49" charset="-122"/>
              </a:rPr>
              <a:t>1</a:t>
            </a:r>
            <a:r>
              <a:rPr lang="zh-CN" altLang="en-US" dirty="0" smtClean="0">
                <a:ea typeface="黑体" pitchFamily="49" charset="-122"/>
              </a:rPr>
              <a:t>：设计</a:t>
            </a:r>
            <a:r>
              <a:rPr lang="zh-CN" altLang="en-US" dirty="0">
                <a:ea typeface="黑体" pitchFamily="49" charset="-122"/>
              </a:rPr>
              <a:t>一个判别电路，以判别</a:t>
            </a:r>
            <a:r>
              <a:rPr lang="en-US" altLang="zh-CN" dirty="0">
                <a:ea typeface="黑体" pitchFamily="49" charset="-122"/>
              </a:rPr>
              <a:t>8421</a:t>
            </a:r>
            <a:r>
              <a:rPr lang="zh-CN" altLang="en-US" dirty="0">
                <a:ea typeface="黑体" pitchFamily="49" charset="-122"/>
              </a:rPr>
              <a:t>码</a:t>
            </a:r>
            <a:r>
              <a:rPr lang="zh-CN" altLang="en-US" dirty="0" smtClean="0">
                <a:ea typeface="黑体" pitchFamily="49" charset="-122"/>
              </a:rPr>
              <a:t>所表示</a:t>
            </a:r>
            <a:r>
              <a:rPr lang="zh-CN" altLang="en-US" dirty="0">
                <a:ea typeface="黑体" pitchFamily="49" charset="-122"/>
              </a:rPr>
              <a:t>的十进制数之值是否大于等于</a:t>
            </a:r>
            <a:r>
              <a:rPr lang="zh-CN" altLang="en-US" dirty="0" smtClean="0">
                <a:ea typeface="黑体" pitchFamily="49" charset="-122"/>
              </a:rPr>
              <a:t>５。</a:t>
            </a:r>
            <a:endParaRPr lang="zh-CN" altLang="en-US" dirty="0">
              <a:ea typeface="黑体" pitchFamily="49" charset="-122"/>
            </a:endParaRPr>
          </a:p>
        </p:txBody>
      </p:sp>
      <p:grpSp>
        <p:nvGrpSpPr>
          <p:cNvPr id="9" name="Group 13"/>
          <p:cNvGrpSpPr>
            <a:grpSpLocks/>
          </p:cNvGrpSpPr>
          <p:nvPr/>
        </p:nvGrpSpPr>
        <p:grpSpPr bwMode="auto">
          <a:xfrm>
            <a:off x="5410200" y="1047750"/>
            <a:ext cx="1285875" cy="2520949"/>
            <a:chOff x="528" y="1824"/>
            <a:chExt cx="810" cy="1588"/>
          </a:xfrm>
        </p:grpSpPr>
        <p:sp>
          <p:nvSpPr>
            <p:cNvPr id="10" name="Text Box 7"/>
            <p:cNvSpPr txBox="1">
              <a:spLocks noChangeArrowheads="1"/>
            </p:cNvSpPr>
            <p:nvPr/>
          </p:nvSpPr>
          <p:spPr bwMode="auto">
            <a:xfrm>
              <a:off x="528" y="1997"/>
              <a:ext cx="774" cy="14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400" dirty="0"/>
                <a:t>0  0  0  0     0</a:t>
              </a:r>
            </a:p>
            <a:p>
              <a:r>
                <a:rPr lang="en-US" altLang="zh-CN" sz="1400" dirty="0"/>
                <a:t>0  0  0  1     0</a:t>
              </a:r>
            </a:p>
            <a:p>
              <a:r>
                <a:rPr lang="en-US" altLang="zh-CN" sz="1400" dirty="0"/>
                <a:t>0  0  1  0     0</a:t>
              </a:r>
            </a:p>
            <a:p>
              <a:r>
                <a:rPr lang="en-US" altLang="zh-CN" sz="1400" dirty="0"/>
                <a:t>0  0  1  1     0</a:t>
              </a:r>
            </a:p>
            <a:p>
              <a:r>
                <a:rPr lang="en-US" altLang="zh-CN" sz="1400" dirty="0"/>
                <a:t>0  1  0  0     0</a:t>
              </a:r>
            </a:p>
            <a:p>
              <a:r>
                <a:rPr lang="en-US" altLang="zh-CN" sz="1400" dirty="0"/>
                <a:t>0  1  0  1     1</a:t>
              </a:r>
            </a:p>
            <a:p>
              <a:r>
                <a:rPr lang="en-US" altLang="zh-CN" sz="1400" dirty="0"/>
                <a:t>0  1  1  0     1</a:t>
              </a:r>
            </a:p>
            <a:p>
              <a:r>
                <a:rPr lang="en-US" altLang="zh-CN" sz="1400" dirty="0"/>
                <a:t>0  1  1  1     1</a:t>
              </a:r>
            </a:p>
            <a:p>
              <a:r>
                <a:rPr lang="en-US" altLang="zh-CN" sz="1400" dirty="0"/>
                <a:t>1  0  0  0     1</a:t>
              </a:r>
            </a:p>
            <a:p>
              <a:r>
                <a:rPr lang="en-US" altLang="zh-CN" sz="1400" dirty="0"/>
                <a:t>1  0  0  1     1</a:t>
              </a:r>
            </a:p>
          </p:txBody>
        </p:sp>
        <p:sp>
          <p:nvSpPr>
            <p:cNvPr id="13" name="Text Box 8"/>
            <p:cNvSpPr txBox="1">
              <a:spLocks noChangeArrowheads="1"/>
            </p:cNvSpPr>
            <p:nvPr/>
          </p:nvSpPr>
          <p:spPr bwMode="auto">
            <a:xfrm>
              <a:off x="538" y="1824"/>
              <a:ext cx="80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400" dirty="0">
                  <a:ea typeface="黑体" pitchFamily="49" charset="-122"/>
                </a:rPr>
                <a:t>A  B  C  D    F</a:t>
              </a:r>
            </a:p>
          </p:txBody>
        </p:sp>
        <p:sp>
          <p:nvSpPr>
            <p:cNvPr id="14" name="Line 9"/>
            <p:cNvSpPr>
              <a:spLocks noChangeShapeType="1"/>
            </p:cNvSpPr>
            <p:nvPr/>
          </p:nvSpPr>
          <p:spPr bwMode="auto">
            <a:xfrm>
              <a:off x="570" y="2016"/>
              <a:ext cx="72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" name="Line 10"/>
            <p:cNvSpPr>
              <a:spLocks noChangeShapeType="1"/>
            </p:cNvSpPr>
            <p:nvPr/>
          </p:nvSpPr>
          <p:spPr bwMode="auto">
            <a:xfrm>
              <a:off x="1146" y="1872"/>
              <a:ext cx="6" cy="14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6" name="Group 14"/>
          <p:cNvGrpSpPr>
            <a:grpSpLocks/>
          </p:cNvGrpSpPr>
          <p:nvPr/>
        </p:nvGrpSpPr>
        <p:grpSpPr bwMode="auto">
          <a:xfrm>
            <a:off x="5410200" y="3409950"/>
            <a:ext cx="1192213" cy="1460500"/>
            <a:chOff x="528" y="3312"/>
            <a:chExt cx="751" cy="920"/>
          </a:xfrm>
        </p:grpSpPr>
        <p:sp>
          <p:nvSpPr>
            <p:cNvPr id="17" name="Text Box 11"/>
            <p:cNvSpPr txBox="1">
              <a:spLocks noChangeArrowheads="1"/>
            </p:cNvSpPr>
            <p:nvPr/>
          </p:nvSpPr>
          <p:spPr bwMode="auto">
            <a:xfrm>
              <a:off x="528" y="3360"/>
              <a:ext cx="751" cy="8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400" dirty="0">
                  <a:solidFill>
                    <a:srgbClr val="FF0000"/>
                  </a:solidFill>
                </a:rPr>
                <a:t>1  0  1  0     </a:t>
              </a:r>
            </a:p>
            <a:p>
              <a:r>
                <a:rPr lang="en-US" altLang="zh-CN" sz="1400" dirty="0">
                  <a:solidFill>
                    <a:srgbClr val="FF0000"/>
                  </a:solidFill>
                </a:rPr>
                <a:t>1  0  1  1     </a:t>
              </a:r>
            </a:p>
            <a:p>
              <a:r>
                <a:rPr lang="en-US" altLang="zh-CN" sz="1400" dirty="0">
                  <a:solidFill>
                    <a:srgbClr val="FF0000"/>
                  </a:solidFill>
                </a:rPr>
                <a:t>1  1  0  0     </a:t>
              </a:r>
            </a:p>
            <a:p>
              <a:r>
                <a:rPr lang="en-US" altLang="zh-CN" sz="1400" dirty="0">
                  <a:solidFill>
                    <a:srgbClr val="FF0000"/>
                  </a:solidFill>
                </a:rPr>
                <a:t>1  1  0  1     </a:t>
              </a:r>
            </a:p>
            <a:p>
              <a:r>
                <a:rPr lang="en-US" altLang="zh-CN" sz="1400" dirty="0">
                  <a:solidFill>
                    <a:srgbClr val="FF0000"/>
                  </a:solidFill>
                </a:rPr>
                <a:t>1  1  1  0     </a:t>
              </a:r>
            </a:p>
            <a:p>
              <a:r>
                <a:rPr lang="en-US" altLang="zh-CN" sz="1400" dirty="0">
                  <a:solidFill>
                    <a:srgbClr val="FF0000"/>
                  </a:solidFill>
                </a:rPr>
                <a:t>1  1  1  1     </a:t>
              </a:r>
              <a:endParaRPr lang="en-US" altLang="zh-CN" dirty="0">
                <a:solidFill>
                  <a:srgbClr val="FF0000"/>
                </a:solidFill>
              </a:endParaRPr>
            </a:p>
          </p:txBody>
        </p:sp>
        <p:sp>
          <p:nvSpPr>
            <p:cNvPr id="18" name="Line 12"/>
            <p:cNvSpPr>
              <a:spLocks noChangeShapeType="1"/>
            </p:cNvSpPr>
            <p:nvPr/>
          </p:nvSpPr>
          <p:spPr bwMode="auto">
            <a:xfrm>
              <a:off x="1152" y="3312"/>
              <a:ext cx="0" cy="8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45" name="矩形 44"/>
          <p:cNvSpPr/>
          <p:nvPr/>
        </p:nvSpPr>
        <p:spPr>
          <a:xfrm>
            <a:off x="152400" y="0"/>
            <a:ext cx="216597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1.9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无关项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5334000" y="590550"/>
            <a:ext cx="20574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</a:t>
            </a:r>
            <a:r>
              <a:rPr lang="en-US" altLang="zh-CN" sz="14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14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无关项例子</a:t>
            </a:r>
            <a:endParaRPr lang="en-US" altLang="zh-CN" sz="14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3"/>
          <p:cNvGrpSpPr>
            <a:grpSpLocks/>
          </p:cNvGrpSpPr>
          <p:nvPr/>
        </p:nvGrpSpPr>
        <p:grpSpPr bwMode="auto">
          <a:xfrm>
            <a:off x="609600" y="1047750"/>
            <a:ext cx="1285875" cy="2493963"/>
            <a:chOff x="528" y="1824"/>
            <a:chExt cx="810" cy="1571"/>
          </a:xfrm>
        </p:grpSpPr>
        <p:sp>
          <p:nvSpPr>
            <p:cNvPr id="19" name="Text Box 7"/>
            <p:cNvSpPr txBox="1">
              <a:spLocks noChangeArrowheads="1"/>
            </p:cNvSpPr>
            <p:nvPr/>
          </p:nvSpPr>
          <p:spPr bwMode="auto">
            <a:xfrm>
              <a:off x="528" y="1997"/>
              <a:ext cx="806" cy="13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400"/>
                <a:t>0  0  0  0     0</a:t>
              </a:r>
            </a:p>
            <a:p>
              <a:r>
                <a:rPr lang="en-US" altLang="zh-CN" sz="1400"/>
                <a:t>0  0  0  1     0</a:t>
              </a:r>
            </a:p>
            <a:p>
              <a:r>
                <a:rPr lang="en-US" altLang="zh-CN" sz="1400"/>
                <a:t>0  0  1  0     0</a:t>
              </a:r>
            </a:p>
            <a:p>
              <a:r>
                <a:rPr lang="en-US" altLang="zh-CN" sz="1400"/>
                <a:t>0  0  1  1     0</a:t>
              </a:r>
            </a:p>
            <a:p>
              <a:r>
                <a:rPr lang="en-US" altLang="zh-CN" sz="1400"/>
                <a:t>0  1  0  0     0</a:t>
              </a:r>
            </a:p>
            <a:p>
              <a:r>
                <a:rPr lang="en-US" altLang="zh-CN" sz="1400"/>
                <a:t>0  1  0  1     1</a:t>
              </a:r>
            </a:p>
            <a:p>
              <a:r>
                <a:rPr lang="en-US" altLang="zh-CN" sz="1400"/>
                <a:t>0  1  1  0     1</a:t>
              </a:r>
            </a:p>
            <a:p>
              <a:r>
                <a:rPr lang="en-US" altLang="zh-CN" sz="1400"/>
                <a:t>0  1  1  1     1</a:t>
              </a:r>
            </a:p>
            <a:p>
              <a:r>
                <a:rPr lang="en-US" altLang="zh-CN" sz="1400"/>
                <a:t>1  0  0  0     1</a:t>
              </a:r>
            </a:p>
            <a:p>
              <a:r>
                <a:rPr lang="en-US" altLang="zh-CN" sz="1400"/>
                <a:t>1  0  0  1     1</a:t>
              </a:r>
            </a:p>
          </p:txBody>
        </p:sp>
        <p:sp>
          <p:nvSpPr>
            <p:cNvPr id="20" name="Text Box 8"/>
            <p:cNvSpPr txBox="1">
              <a:spLocks noChangeArrowheads="1"/>
            </p:cNvSpPr>
            <p:nvPr/>
          </p:nvSpPr>
          <p:spPr bwMode="auto">
            <a:xfrm>
              <a:off x="538" y="1824"/>
              <a:ext cx="80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400" dirty="0">
                  <a:ea typeface="黑体" pitchFamily="49" charset="-122"/>
                </a:rPr>
                <a:t>A  B  C  D    F</a:t>
              </a:r>
            </a:p>
          </p:txBody>
        </p:sp>
        <p:sp>
          <p:nvSpPr>
            <p:cNvPr id="21" name="Line 9"/>
            <p:cNvSpPr>
              <a:spLocks noChangeShapeType="1"/>
            </p:cNvSpPr>
            <p:nvPr/>
          </p:nvSpPr>
          <p:spPr bwMode="auto">
            <a:xfrm>
              <a:off x="570" y="2016"/>
              <a:ext cx="72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" name="Line 10"/>
            <p:cNvSpPr>
              <a:spLocks noChangeShapeType="1"/>
            </p:cNvSpPr>
            <p:nvPr/>
          </p:nvSpPr>
          <p:spPr bwMode="auto">
            <a:xfrm>
              <a:off x="1146" y="1872"/>
              <a:ext cx="6" cy="14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23" name="Group 14"/>
          <p:cNvGrpSpPr>
            <a:grpSpLocks/>
          </p:cNvGrpSpPr>
          <p:nvPr/>
        </p:nvGrpSpPr>
        <p:grpSpPr bwMode="auto">
          <a:xfrm>
            <a:off x="608012" y="3409950"/>
            <a:ext cx="1228725" cy="1460500"/>
            <a:chOff x="527" y="3312"/>
            <a:chExt cx="774" cy="920"/>
          </a:xfrm>
        </p:grpSpPr>
        <p:sp>
          <p:nvSpPr>
            <p:cNvPr id="24" name="Text Box 11"/>
            <p:cNvSpPr txBox="1">
              <a:spLocks noChangeArrowheads="1"/>
            </p:cNvSpPr>
            <p:nvPr/>
          </p:nvSpPr>
          <p:spPr bwMode="auto">
            <a:xfrm>
              <a:off x="527" y="3360"/>
              <a:ext cx="774" cy="8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400" dirty="0" smtClean="0">
                  <a:solidFill>
                    <a:srgbClr val="FF0000"/>
                  </a:solidFill>
                </a:rPr>
                <a:t>1  </a:t>
              </a:r>
              <a:r>
                <a:rPr lang="en-US" altLang="zh-CN" sz="1400" dirty="0">
                  <a:solidFill>
                    <a:srgbClr val="FF0000"/>
                  </a:solidFill>
                </a:rPr>
                <a:t>0 1  0    </a:t>
              </a:r>
              <a:r>
                <a:rPr lang="en-US" altLang="zh-CN" sz="1400" dirty="0" smtClean="0">
                  <a:solidFill>
                    <a:srgbClr val="FF0000"/>
                  </a:solidFill>
                </a:rPr>
                <a:t>  </a:t>
              </a:r>
              <a:r>
                <a:rPr lang="en-US" altLang="zh-CN" sz="1400" dirty="0">
                  <a:solidFill>
                    <a:srgbClr val="FF0000"/>
                  </a:solidFill>
                  <a:sym typeface="Symbol" pitchFamily="18" charset="2"/>
                </a:rPr>
                <a:t>0</a:t>
              </a:r>
              <a:endParaRPr lang="en-US" altLang="zh-CN" sz="1400" dirty="0">
                <a:solidFill>
                  <a:srgbClr val="FF0000"/>
                </a:solidFill>
              </a:endParaRPr>
            </a:p>
            <a:p>
              <a:r>
                <a:rPr lang="en-US" altLang="zh-CN" sz="1400" dirty="0">
                  <a:solidFill>
                    <a:srgbClr val="FF0000"/>
                  </a:solidFill>
                </a:rPr>
                <a:t>1  0  1  1     </a:t>
              </a:r>
              <a:r>
                <a:rPr lang="en-US" altLang="zh-CN" sz="1400" dirty="0">
                  <a:solidFill>
                    <a:srgbClr val="FF0000"/>
                  </a:solidFill>
                  <a:sym typeface="Symbol" pitchFamily="18" charset="2"/>
                </a:rPr>
                <a:t>0</a:t>
              </a:r>
              <a:endParaRPr lang="en-US" altLang="zh-CN" sz="1400" dirty="0">
                <a:solidFill>
                  <a:srgbClr val="FF0000"/>
                </a:solidFill>
              </a:endParaRPr>
            </a:p>
            <a:p>
              <a:r>
                <a:rPr lang="en-US" altLang="zh-CN" sz="1400" dirty="0">
                  <a:solidFill>
                    <a:srgbClr val="FF0000"/>
                  </a:solidFill>
                </a:rPr>
                <a:t>1  1  0  0     </a:t>
              </a:r>
              <a:r>
                <a:rPr lang="en-US" altLang="zh-CN" sz="1400" dirty="0">
                  <a:solidFill>
                    <a:srgbClr val="FF0000"/>
                  </a:solidFill>
                  <a:sym typeface="Symbol" pitchFamily="18" charset="2"/>
                </a:rPr>
                <a:t>0</a:t>
              </a:r>
              <a:endParaRPr lang="en-US" altLang="zh-CN" sz="1400" dirty="0">
                <a:solidFill>
                  <a:srgbClr val="FF0000"/>
                </a:solidFill>
              </a:endParaRPr>
            </a:p>
            <a:p>
              <a:r>
                <a:rPr lang="en-US" altLang="zh-CN" sz="1400" dirty="0">
                  <a:solidFill>
                    <a:srgbClr val="FF0000"/>
                  </a:solidFill>
                </a:rPr>
                <a:t>1  1  0  1     </a:t>
              </a:r>
              <a:r>
                <a:rPr lang="en-US" altLang="zh-CN" sz="1400" dirty="0">
                  <a:solidFill>
                    <a:srgbClr val="FF0000"/>
                  </a:solidFill>
                  <a:sym typeface="Symbol" pitchFamily="18" charset="2"/>
                </a:rPr>
                <a:t>0</a:t>
              </a:r>
              <a:endParaRPr lang="en-US" altLang="zh-CN" sz="1400" dirty="0">
                <a:solidFill>
                  <a:srgbClr val="FF0000"/>
                </a:solidFill>
              </a:endParaRPr>
            </a:p>
            <a:p>
              <a:r>
                <a:rPr lang="en-US" altLang="zh-CN" sz="1400" dirty="0">
                  <a:solidFill>
                    <a:srgbClr val="FF0000"/>
                  </a:solidFill>
                </a:rPr>
                <a:t>1  1  1  0     </a:t>
              </a:r>
              <a:r>
                <a:rPr lang="en-US" altLang="zh-CN" sz="1400" dirty="0">
                  <a:solidFill>
                    <a:srgbClr val="FF0000"/>
                  </a:solidFill>
                  <a:sym typeface="Symbol" pitchFamily="18" charset="2"/>
                </a:rPr>
                <a:t>0</a:t>
              </a:r>
              <a:endParaRPr lang="en-US" altLang="zh-CN" sz="1400" dirty="0">
                <a:solidFill>
                  <a:srgbClr val="FF0000"/>
                </a:solidFill>
              </a:endParaRPr>
            </a:p>
            <a:p>
              <a:r>
                <a:rPr lang="en-US" altLang="zh-CN" sz="1400" dirty="0">
                  <a:solidFill>
                    <a:srgbClr val="FF0000"/>
                  </a:solidFill>
                </a:rPr>
                <a:t>1  1  1  1     </a:t>
              </a:r>
              <a:r>
                <a:rPr lang="en-US" altLang="zh-CN" sz="1400" dirty="0">
                  <a:solidFill>
                    <a:srgbClr val="FF0000"/>
                  </a:solidFill>
                  <a:sym typeface="Symbol" pitchFamily="18" charset="2"/>
                </a:rPr>
                <a:t>0</a:t>
              </a:r>
              <a:endParaRPr lang="en-US" altLang="zh-CN" dirty="0">
                <a:solidFill>
                  <a:srgbClr val="FF0000"/>
                </a:solidFill>
              </a:endParaRPr>
            </a:p>
          </p:txBody>
        </p:sp>
        <p:sp>
          <p:nvSpPr>
            <p:cNvPr id="25" name="Line 12"/>
            <p:cNvSpPr>
              <a:spLocks noChangeShapeType="1"/>
            </p:cNvSpPr>
            <p:nvPr/>
          </p:nvSpPr>
          <p:spPr bwMode="auto">
            <a:xfrm>
              <a:off x="1152" y="3312"/>
              <a:ext cx="0" cy="8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26" name="组合 27"/>
          <p:cNvGrpSpPr>
            <a:grpSpLocks/>
          </p:cNvGrpSpPr>
          <p:nvPr/>
        </p:nvGrpSpPr>
        <p:grpSpPr bwMode="auto">
          <a:xfrm>
            <a:off x="2479675" y="1047750"/>
            <a:ext cx="1301750" cy="3822700"/>
            <a:chOff x="3201988" y="2781300"/>
            <a:chExt cx="1301750" cy="3822700"/>
          </a:xfrm>
        </p:grpSpPr>
        <p:grpSp>
          <p:nvGrpSpPr>
            <p:cNvPr id="27" name="Group 13"/>
            <p:cNvGrpSpPr>
              <a:grpSpLocks/>
            </p:cNvGrpSpPr>
            <p:nvPr/>
          </p:nvGrpSpPr>
          <p:grpSpPr bwMode="auto">
            <a:xfrm>
              <a:off x="3203575" y="2781300"/>
              <a:ext cx="1285875" cy="2493963"/>
              <a:chOff x="528" y="1824"/>
              <a:chExt cx="810" cy="1571"/>
            </a:xfrm>
          </p:grpSpPr>
          <p:sp>
            <p:nvSpPr>
              <p:cNvPr id="31" name="Text Box 7"/>
              <p:cNvSpPr txBox="1">
                <a:spLocks noChangeArrowheads="1"/>
              </p:cNvSpPr>
              <p:nvPr/>
            </p:nvSpPr>
            <p:spPr bwMode="auto">
              <a:xfrm>
                <a:off x="528" y="1997"/>
                <a:ext cx="806" cy="13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1400"/>
                  <a:t>0  0  0  0     0</a:t>
                </a:r>
              </a:p>
              <a:p>
                <a:r>
                  <a:rPr lang="en-US" altLang="zh-CN" sz="1400"/>
                  <a:t>0  0  0  1     0</a:t>
                </a:r>
              </a:p>
              <a:p>
                <a:r>
                  <a:rPr lang="en-US" altLang="zh-CN" sz="1400"/>
                  <a:t>0  0  1  0     0</a:t>
                </a:r>
              </a:p>
              <a:p>
                <a:r>
                  <a:rPr lang="en-US" altLang="zh-CN" sz="1400"/>
                  <a:t>0  0  1  1     0</a:t>
                </a:r>
              </a:p>
              <a:p>
                <a:r>
                  <a:rPr lang="en-US" altLang="zh-CN" sz="1400"/>
                  <a:t>0  1  0  0     0</a:t>
                </a:r>
              </a:p>
              <a:p>
                <a:r>
                  <a:rPr lang="en-US" altLang="zh-CN" sz="1400"/>
                  <a:t>0  1  0  1     1</a:t>
                </a:r>
              </a:p>
              <a:p>
                <a:r>
                  <a:rPr lang="en-US" altLang="zh-CN" sz="1400"/>
                  <a:t>0  1  1  0     1</a:t>
                </a:r>
              </a:p>
              <a:p>
                <a:r>
                  <a:rPr lang="en-US" altLang="zh-CN" sz="1400"/>
                  <a:t>0  1  1  1     1</a:t>
                </a:r>
              </a:p>
              <a:p>
                <a:r>
                  <a:rPr lang="en-US" altLang="zh-CN" sz="1400"/>
                  <a:t>1  0  0  0     1</a:t>
                </a:r>
              </a:p>
              <a:p>
                <a:r>
                  <a:rPr lang="en-US" altLang="zh-CN" sz="1400"/>
                  <a:t>1  0  0  1     1</a:t>
                </a:r>
              </a:p>
            </p:txBody>
          </p:sp>
          <p:sp>
            <p:nvSpPr>
              <p:cNvPr id="32" name="Text Box 8"/>
              <p:cNvSpPr txBox="1">
                <a:spLocks noChangeArrowheads="1"/>
              </p:cNvSpPr>
              <p:nvPr/>
            </p:nvSpPr>
            <p:spPr bwMode="auto">
              <a:xfrm>
                <a:off x="538" y="1824"/>
                <a:ext cx="800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1400">
                    <a:ea typeface="黑体" pitchFamily="49" charset="-122"/>
                  </a:rPr>
                  <a:t>A  B  C  D    F</a:t>
                </a:r>
              </a:p>
            </p:txBody>
          </p:sp>
          <p:sp>
            <p:nvSpPr>
              <p:cNvPr id="33" name="Line 9"/>
              <p:cNvSpPr>
                <a:spLocks noChangeShapeType="1"/>
              </p:cNvSpPr>
              <p:nvPr/>
            </p:nvSpPr>
            <p:spPr bwMode="auto">
              <a:xfrm>
                <a:off x="570" y="2016"/>
                <a:ext cx="72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4" name="Line 10"/>
              <p:cNvSpPr>
                <a:spLocks noChangeShapeType="1"/>
              </p:cNvSpPr>
              <p:nvPr/>
            </p:nvSpPr>
            <p:spPr bwMode="auto">
              <a:xfrm>
                <a:off x="1146" y="1872"/>
                <a:ext cx="6" cy="14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28" name="Group 14"/>
            <p:cNvGrpSpPr>
              <a:grpSpLocks/>
            </p:cNvGrpSpPr>
            <p:nvPr/>
          </p:nvGrpSpPr>
          <p:grpSpPr bwMode="auto">
            <a:xfrm>
              <a:off x="3201988" y="5143500"/>
              <a:ext cx="1301750" cy="1460500"/>
              <a:chOff x="527" y="3312"/>
              <a:chExt cx="820" cy="920"/>
            </a:xfrm>
          </p:grpSpPr>
          <p:sp>
            <p:nvSpPr>
              <p:cNvPr id="29" name="Text Box 11"/>
              <p:cNvSpPr txBox="1">
                <a:spLocks noChangeArrowheads="1"/>
              </p:cNvSpPr>
              <p:nvPr/>
            </p:nvSpPr>
            <p:spPr bwMode="auto">
              <a:xfrm>
                <a:off x="527" y="3360"/>
                <a:ext cx="820" cy="87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1400">
                    <a:solidFill>
                      <a:srgbClr val="FF0000"/>
                    </a:solidFill>
                  </a:rPr>
                  <a:t>1  0  1  0     </a:t>
                </a:r>
                <a:r>
                  <a:rPr lang="en-US" altLang="zh-CN" sz="1400">
                    <a:solidFill>
                      <a:srgbClr val="FF0000"/>
                    </a:solidFill>
                    <a:sym typeface="Symbol" pitchFamily="18" charset="2"/>
                  </a:rPr>
                  <a:t>1</a:t>
                </a:r>
                <a:endParaRPr lang="en-US" altLang="zh-CN" sz="1400">
                  <a:solidFill>
                    <a:srgbClr val="FF0000"/>
                  </a:solidFill>
                </a:endParaRPr>
              </a:p>
              <a:p>
                <a:r>
                  <a:rPr lang="en-US" altLang="zh-CN" sz="1400">
                    <a:solidFill>
                      <a:srgbClr val="FF0000"/>
                    </a:solidFill>
                  </a:rPr>
                  <a:t>1  0  1  1     </a:t>
                </a:r>
                <a:r>
                  <a:rPr lang="en-US" altLang="zh-CN" sz="1400">
                    <a:solidFill>
                      <a:srgbClr val="FF0000"/>
                    </a:solidFill>
                    <a:sym typeface="Symbol" pitchFamily="18" charset="2"/>
                  </a:rPr>
                  <a:t>1</a:t>
                </a:r>
                <a:endParaRPr lang="en-US" altLang="zh-CN" sz="1400">
                  <a:solidFill>
                    <a:srgbClr val="FF0000"/>
                  </a:solidFill>
                </a:endParaRPr>
              </a:p>
              <a:p>
                <a:r>
                  <a:rPr lang="en-US" altLang="zh-CN" sz="1400">
                    <a:solidFill>
                      <a:srgbClr val="FF0000"/>
                    </a:solidFill>
                  </a:rPr>
                  <a:t>1  1  0  0     </a:t>
                </a:r>
                <a:r>
                  <a:rPr lang="en-US" altLang="zh-CN" sz="1400">
                    <a:solidFill>
                      <a:srgbClr val="FF0000"/>
                    </a:solidFill>
                    <a:sym typeface="Symbol" pitchFamily="18" charset="2"/>
                  </a:rPr>
                  <a:t>1</a:t>
                </a:r>
                <a:endParaRPr lang="en-US" altLang="zh-CN" sz="1400">
                  <a:solidFill>
                    <a:srgbClr val="FF0000"/>
                  </a:solidFill>
                </a:endParaRPr>
              </a:p>
              <a:p>
                <a:r>
                  <a:rPr lang="en-US" altLang="zh-CN" sz="1400">
                    <a:solidFill>
                      <a:srgbClr val="FF0000"/>
                    </a:solidFill>
                  </a:rPr>
                  <a:t>1  1  0  1     </a:t>
                </a:r>
                <a:r>
                  <a:rPr lang="en-US" altLang="zh-CN" sz="1400">
                    <a:solidFill>
                      <a:srgbClr val="FF0000"/>
                    </a:solidFill>
                    <a:sym typeface="Symbol" pitchFamily="18" charset="2"/>
                  </a:rPr>
                  <a:t>1</a:t>
                </a:r>
                <a:endParaRPr lang="en-US" altLang="zh-CN" sz="1400">
                  <a:solidFill>
                    <a:srgbClr val="FF0000"/>
                  </a:solidFill>
                </a:endParaRPr>
              </a:p>
              <a:p>
                <a:r>
                  <a:rPr lang="en-US" altLang="zh-CN" sz="1400">
                    <a:solidFill>
                      <a:srgbClr val="FF0000"/>
                    </a:solidFill>
                  </a:rPr>
                  <a:t>1  1  1  0     </a:t>
                </a:r>
                <a:r>
                  <a:rPr lang="en-US" altLang="zh-CN" sz="1400">
                    <a:solidFill>
                      <a:srgbClr val="FF0000"/>
                    </a:solidFill>
                    <a:sym typeface="Symbol" pitchFamily="18" charset="2"/>
                  </a:rPr>
                  <a:t>1</a:t>
                </a:r>
                <a:endParaRPr lang="en-US" altLang="zh-CN" sz="1400">
                  <a:solidFill>
                    <a:srgbClr val="FF0000"/>
                  </a:solidFill>
                </a:endParaRPr>
              </a:p>
              <a:p>
                <a:r>
                  <a:rPr lang="en-US" altLang="zh-CN" sz="1400">
                    <a:solidFill>
                      <a:srgbClr val="FF0000"/>
                    </a:solidFill>
                  </a:rPr>
                  <a:t>1  1  1  1     </a:t>
                </a:r>
                <a:r>
                  <a:rPr lang="en-US" altLang="zh-CN" sz="1400">
                    <a:solidFill>
                      <a:srgbClr val="FF0000"/>
                    </a:solidFill>
                    <a:sym typeface="Symbol" pitchFamily="18" charset="2"/>
                  </a:rPr>
                  <a:t>1</a:t>
                </a:r>
                <a:endParaRPr lang="en-US" altLang="zh-CN">
                  <a:solidFill>
                    <a:srgbClr val="FF0000"/>
                  </a:solidFill>
                </a:endParaRPr>
              </a:p>
            </p:txBody>
          </p:sp>
          <p:sp>
            <p:nvSpPr>
              <p:cNvPr id="30" name="Line 12"/>
              <p:cNvSpPr>
                <a:spLocks noChangeShapeType="1"/>
              </p:cNvSpPr>
              <p:nvPr/>
            </p:nvSpPr>
            <p:spPr bwMode="auto">
              <a:xfrm>
                <a:off x="1152" y="3312"/>
                <a:ext cx="0" cy="86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grpSp>
        <p:nvGrpSpPr>
          <p:cNvPr id="35" name="组合 28"/>
          <p:cNvGrpSpPr>
            <a:grpSpLocks/>
          </p:cNvGrpSpPr>
          <p:nvPr/>
        </p:nvGrpSpPr>
        <p:grpSpPr bwMode="auto">
          <a:xfrm>
            <a:off x="4424362" y="1047750"/>
            <a:ext cx="1301750" cy="3822700"/>
            <a:chOff x="5146675" y="2781300"/>
            <a:chExt cx="1301750" cy="3822700"/>
          </a:xfrm>
        </p:grpSpPr>
        <p:grpSp>
          <p:nvGrpSpPr>
            <p:cNvPr id="36" name="Group 13"/>
            <p:cNvGrpSpPr>
              <a:grpSpLocks/>
            </p:cNvGrpSpPr>
            <p:nvPr/>
          </p:nvGrpSpPr>
          <p:grpSpPr bwMode="auto">
            <a:xfrm>
              <a:off x="5148263" y="2781300"/>
              <a:ext cx="1285875" cy="2493963"/>
              <a:chOff x="528" y="1824"/>
              <a:chExt cx="810" cy="1571"/>
            </a:xfrm>
          </p:grpSpPr>
          <p:sp>
            <p:nvSpPr>
              <p:cNvPr id="40" name="Text Box 7"/>
              <p:cNvSpPr txBox="1">
                <a:spLocks noChangeArrowheads="1"/>
              </p:cNvSpPr>
              <p:nvPr/>
            </p:nvSpPr>
            <p:spPr bwMode="auto">
              <a:xfrm>
                <a:off x="528" y="1997"/>
                <a:ext cx="806" cy="13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1400"/>
                  <a:t>0  0  0  0     0</a:t>
                </a:r>
              </a:p>
              <a:p>
                <a:r>
                  <a:rPr lang="en-US" altLang="zh-CN" sz="1400"/>
                  <a:t>0  0  0  1     0</a:t>
                </a:r>
              </a:p>
              <a:p>
                <a:r>
                  <a:rPr lang="en-US" altLang="zh-CN" sz="1400"/>
                  <a:t>0  0  1  0     0</a:t>
                </a:r>
              </a:p>
              <a:p>
                <a:r>
                  <a:rPr lang="en-US" altLang="zh-CN" sz="1400"/>
                  <a:t>0  0  1  1     0</a:t>
                </a:r>
              </a:p>
              <a:p>
                <a:r>
                  <a:rPr lang="en-US" altLang="zh-CN" sz="1400"/>
                  <a:t>0  1  0  0     0</a:t>
                </a:r>
              </a:p>
              <a:p>
                <a:r>
                  <a:rPr lang="en-US" altLang="zh-CN" sz="1400"/>
                  <a:t>0  1  0  1     1</a:t>
                </a:r>
              </a:p>
              <a:p>
                <a:r>
                  <a:rPr lang="en-US" altLang="zh-CN" sz="1400"/>
                  <a:t>0  1  1  0     1</a:t>
                </a:r>
              </a:p>
              <a:p>
                <a:r>
                  <a:rPr lang="en-US" altLang="zh-CN" sz="1400"/>
                  <a:t>0  1  1  1     1</a:t>
                </a:r>
              </a:p>
              <a:p>
                <a:r>
                  <a:rPr lang="en-US" altLang="zh-CN" sz="1400"/>
                  <a:t>1  0  0  0     1</a:t>
                </a:r>
              </a:p>
              <a:p>
                <a:r>
                  <a:rPr lang="en-US" altLang="zh-CN" sz="1400"/>
                  <a:t>1  0  0  1     1</a:t>
                </a:r>
              </a:p>
            </p:txBody>
          </p:sp>
          <p:sp>
            <p:nvSpPr>
              <p:cNvPr id="41" name="Text Box 8"/>
              <p:cNvSpPr txBox="1">
                <a:spLocks noChangeArrowheads="1"/>
              </p:cNvSpPr>
              <p:nvPr/>
            </p:nvSpPr>
            <p:spPr bwMode="auto">
              <a:xfrm>
                <a:off x="538" y="1824"/>
                <a:ext cx="800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1400" dirty="0">
                    <a:ea typeface="黑体" pitchFamily="49" charset="-122"/>
                  </a:rPr>
                  <a:t>A  B  C  D    F</a:t>
                </a:r>
              </a:p>
            </p:txBody>
          </p:sp>
          <p:sp>
            <p:nvSpPr>
              <p:cNvPr id="42" name="Line 9"/>
              <p:cNvSpPr>
                <a:spLocks noChangeShapeType="1"/>
              </p:cNvSpPr>
              <p:nvPr/>
            </p:nvSpPr>
            <p:spPr bwMode="auto">
              <a:xfrm>
                <a:off x="570" y="2016"/>
                <a:ext cx="72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3" name="Line 10"/>
              <p:cNvSpPr>
                <a:spLocks noChangeShapeType="1"/>
              </p:cNvSpPr>
              <p:nvPr/>
            </p:nvSpPr>
            <p:spPr bwMode="auto">
              <a:xfrm>
                <a:off x="1146" y="1872"/>
                <a:ext cx="6" cy="14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37" name="Group 14"/>
            <p:cNvGrpSpPr>
              <a:grpSpLocks/>
            </p:cNvGrpSpPr>
            <p:nvPr/>
          </p:nvGrpSpPr>
          <p:grpSpPr bwMode="auto">
            <a:xfrm>
              <a:off x="5146675" y="5143500"/>
              <a:ext cx="1301750" cy="1460500"/>
              <a:chOff x="527" y="3312"/>
              <a:chExt cx="820" cy="920"/>
            </a:xfrm>
          </p:grpSpPr>
          <p:sp>
            <p:nvSpPr>
              <p:cNvPr id="38" name="Text Box 11"/>
              <p:cNvSpPr txBox="1">
                <a:spLocks noChangeArrowheads="1"/>
              </p:cNvSpPr>
              <p:nvPr/>
            </p:nvSpPr>
            <p:spPr bwMode="auto">
              <a:xfrm>
                <a:off x="527" y="3360"/>
                <a:ext cx="820" cy="87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1400" dirty="0">
                    <a:solidFill>
                      <a:srgbClr val="FF0000"/>
                    </a:solidFill>
                  </a:rPr>
                  <a:t>1  0  1  0     </a:t>
                </a:r>
                <a:r>
                  <a:rPr lang="en-US" altLang="zh-CN" sz="1400" dirty="0">
                    <a:solidFill>
                      <a:srgbClr val="FF0000"/>
                    </a:solidFill>
                    <a:sym typeface="Symbol" pitchFamily="18" charset="2"/>
                  </a:rPr>
                  <a:t>1</a:t>
                </a:r>
                <a:endParaRPr lang="en-US" altLang="zh-CN" sz="1400" dirty="0">
                  <a:solidFill>
                    <a:srgbClr val="FF0000"/>
                  </a:solidFill>
                </a:endParaRPr>
              </a:p>
              <a:p>
                <a:r>
                  <a:rPr lang="en-US" altLang="zh-CN" sz="1400" dirty="0">
                    <a:solidFill>
                      <a:srgbClr val="FF0000"/>
                    </a:solidFill>
                  </a:rPr>
                  <a:t>1  0  1  1     </a:t>
                </a:r>
                <a:r>
                  <a:rPr lang="en-US" altLang="zh-CN" sz="1400" dirty="0">
                    <a:solidFill>
                      <a:srgbClr val="FF0000"/>
                    </a:solidFill>
                    <a:sym typeface="Symbol" pitchFamily="18" charset="2"/>
                  </a:rPr>
                  <a:t>0</a:t>
                </a:r>
                <a:endParaRPr lang="en-US" altLang="zh-CN" sz="1400" dirty="0">
                  <a:solidFill>
                    <a:srgbClr val="FF0000"/>
                  </a:solidFill>
                </a:endParaRPr>
              </a:p>
              <a:p>
                <a:r>
                  <a:rPr lang="en-US" altLang="zh-CN" sz="1400" dirty="0">
                    <a:solidFill>
                      <a:srgbClr val="FF0000"/>
                    </a:solidFill>
                  </a:rPr>
                  <a:t>1  1  0  0     </a:t>
                </a:r>
                <a:r>
                  <a:rPr lang="en-US" altLang="zh-CN" sz="1400" dirty="0">
                    <a:solidFill>
                      <a:srgbClr val="FF0000"/>
                    </a:solidFill>
                    <a:sym typeface="Symbol" pitchFamily="18" charset="2"/>
                  </a:rPr>
                  <a:t>1</a:t>
                </a:r>
                <a:endParaRPr lang="en-US" altLang="zh-CN" sz="1400" dirty="0">
                  <a:solidFill>
                    <a:srgbClr val="FF0000"/>
                  </a:solidFill>
                </a:endParaRPr>
              </a:p>
              <a:p>
                <a:r>
                  <a:rPr lang="en-US" altLang="zh-CN" sz="1400" dirty="0">
                    <a:solidFill>
                      <a:srgbClr val="FF0000"/>
                    </a:solidFill>
                  </a:rPr>
                  <a:t>1  1  0  1     </a:t>
                </a:r>
                <a:r>
                  <a:rPr lang="en-US" altLang="zh-CN" sz="1400" dirty="0">
                    <a:solidFill>
                      <a:srgbClr val="FF0000"/>
                    </a:solidFill>
                    <a:sym typeface="Symbol" pitchFamily="18" charset="2"/>
                  </a:rPr>
                  <a:t>0</a:t>
                </a:r>
                <a:endParaRPr lang="en-US" altLang="zh-CN" sz="1400" dirty="0">
                  <a:solidFill>
                    <a:srgbClr val="FF0000"/>
                  </a:solidFill>
                </a:endParaRPr>
              </a:p>
              <a:p>
                <a:r>
                  <a:rPr lang="en-US" altLang="zh-CN" sz="1400" dirty="0">
                    <a:solidFill>
                      <a:srgbClr val="FF0000"/>
                    </a:solidFill>
                  </a:rPr>
                  <a:t>1  1  1  0     </a:t>
                </a:r>
                <a:r>
                  <a:rPr lang="en-US" altLang="zh-CN" sz="1400" dirty="0">
                    <a:solidFill>
                      <a:srgbClr val="FF0000"/>
                    </a:solidFill>
                    <a:sym typeface="Symbol" pitchFamily="18" charset="2"/>
                  </a:rPr>
                  <a:t>0</a:t>
                </a:r>
                <a:endParaRPr lang="en-US" altLang="zh-CN" sz="1400" dirty="0">
                  <a:solidFill>
                    <a:srgbClr val="FF0000"/>
                  </a:solidFill>
                </a:endParaRPr>
              </a:p>
              <a:p>
                <a:r>
                  <a:rPr lang="en-US" altLang="zh-CN" sz="1400" dirty="0">
                    <a:solidFill>
                      <a:srgbClr val="FF0000"/>
                    </a:solidFill>
                  </a:rPr>
                  <a:t>1  1  1  1     </a:t>
                </a:r>
                <a:r>
                  <a:rPr lang="en-US" altLang="zh-CN" sz="1400" dirty="0">
                    <a:solidFill>
                      <a:srgbClr val="FF0000"/>
                    </a:solidFill>
                    <a:sym typeface="Symbol" pitchFamily="18" charset="2"/>
                  </a:rPr>
                  <a:t>1</a:t>
                </a:r>
                <a:endParaRPr lang="en-US" altLang="zh-C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39" name="Line 12"/>
              <p:cNvSpPr>
                <a:spLocks noChangeShapeType="1"/>
              </p:cNvSpPr>
              <p:nvPr/>
            </p:nvSpPr>
            <p:spPr bwMode="auto">
              <a:xfrm>
                <a:off x="1152" y="3312"/>
                <a:ext cx="0" cy="86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grpSp>
        <p:nvGrpSpPr>
          <p:cNvPr id="44" name="组合 28"/>
          <p:cNvGrpSpPr>
            <a:grpSpLocks/>
          </p:cNvGrpSpPr>
          <p:nvPr/>
        </p:nvGrpSpPr>
        <p:grpSpPr bwMode="auto">
          <a:xfrm>
            <a:off x="6019800" y="1047750"/>
            <a:ext cx="1308101" cy="3822700"/>
            <a:chOff x="5146675" y="2781300"/>
            <a:chExt cx="1308101" cy="3822700"/>
          </a:xfrm>
        </p:grpSpPr>
        <p:grpSp>
          <p:nvGrpSpPr>
            <p:cNvPr id="45" name="Group 13"/>
            <p:cNvGrpSpPr>
              <a:grpSpLocks/>
            </p:cNvGrpSpPr>
            <p:nvPr/>
          </p:nvGrpSpPr>
          <p:grpSpPr bwMode="auto">
            <a:xfrm>
              <a:off x="5148263" y="2781300"/>
              <a:ext cx="1285875" cy="2493963"/>
              <a:chOff x="528" y="1824"/>
              <a:chExt cx="810" cy="1571"/>
            </a:xfrm>
          </p:grpSpPr>
          <p:sp>
            <p:nvSpPr>
              <p:cNvPr id="49" name="Text Box 7"/>
              <p:cNvSpPr txBox="1">
                <a:spLocks noChangeArrowheads="1"/>
              </p:cNvSpPr>
              <p:nvPr/>
            </p:nvSpPr>
            <p:spPr bwMode="auto">
              <a:xfrm>
                <a:off x="528" y="1997"/>
                <a:ext cx="806" cy="13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1400"/>
                  <a:t>0  0  0  0     0</a:t>
                </a:r>
              </a:p>
              <a:p>
                <a:r>
                  <a:rPr lang="en-US" altLang="zh-CN" sz="1400"/>
                  <a:t>0  0  0  1     0</a:t>
                </a:r>
              </a:p>
              <a:p>
                <a:r>
                  <a:rPr lang="en-US" altLang="zh-CN" sz="1400"/>
                  <a:t>0  0  1  0     0</a:t>
                </a:r>
              </a:p>
              <a:p>
                <a:r>
                  <a:rPr lang="en-US" altLang="zh-CN" sz="1400"/>
                  <a:t>0  0  1  1     0</a:t>
                </a:r>
              </a:p>
              <a:p>
                <a:r>
                  <a:rPr lang="en-US" altLang="zh-CN" sz="1400"/>
                  <a:t>0  1  0  0     0</a:t>
                </a:r>
              </a:p>
              <a:p>
                <a:r>
                  <a:rPr lang="en-US" altLang="zh-CN" sz="1400"/>
                  <a:t>0  1  0  1     1</a:t>
                </a:r>
              </a:p>
              <a:p>
                <a:r>
                  <a:rPr lang="en-US" altLang="zh-CN" sz="1400"/>
                  <a:t>0  1  1  0     1</a:t>
                </a:r>
              </a:p>
              <a:p>
                <a:r>
                  <a:rPr lang="en-US" altLang="zh-CN" sz="1400"/>
                  <a:t>0  1  1  1     1</a:t>
                </a:r>
              </a:p>
              <a:p>
                <a:r>
                  <a:rPr lang="en-US" altLang="zh-CN" sz="1400"/>
                  <a:t>1  0  0  0     1</a:t>
                </a:r>
              </a:p>
              <a:p>
                <a:r>
                  <a:rPr lang="en-US" altLang="zh-CN" sz="1400"/>
                  <a:t>1  0  0  1     1</a:t>
                </a:r>
              </a:p>
            </p:txBody>
          </p:sp>
          <p:sp>
            <p:nvSpPr>
              <p:cNvPr id="50" name="Text Box 8"/>
              <p:cNvSpPr txBox="1">
                <a:spLocks noChangeArrowheads="1"/>
              </p:cNvSpPr>
              <p:nvPr/>
            </p:nvSpPr>
            <p:spPr bwMode="auto">
              <a:xfrm>
                <a:off x="538" y="1824"/>
                <a:ext cx="800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1400" dirty="0">
                    <a:ea typeface="黑体" pitchFamily="49" charset="-122"/>
                  </a:rPr>
                  <a:t>A  B  C  D    F</a:t>
                </a:r>
              </a:p>
            </p:txBody>
          </p:sp>
          <p:sp>
            <p:nvSpPr>
              <p:cNvPr id="51" name="Line 9"/>
              <p:cNvSpPr>
                <a:spLocks noChangeShapeType="1"/>
              </p:cNvSpPr>
              <p:nvPr/>
            </p:nvSpPr>
            <p:spPr bwMode="auto">
              <a:xfrm>
                <a:off x="570" y="2016"/>
                <a:ext cx="72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2" name="Line 10"/>
              <p:cNvSpPr>
                <a:spLocks noChangeShapeType="1"/>
              </p:cNvSpPr>
              <p:nvPr/>
            </p:nvSpPr>
            <p:spPr bwMode="auto">
              <a:xfrm>
                <a:off x="1146" y="1872"/>
                <a:ext cx="6" cy="14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46" name="Group 14"/>
            <p:cNvGrpSpPr>
              <a:grpSpLocks/>
            </p:cNvGrpSpPr>
            <p:nvPr/>
          </p:nvGrpSpPr>
          <p:grpSpPr bwMode="auto">
            <a:xfrm>
              <a:off x="5146675" y="5143500"/>
              <a:ext cx="1308101" cy="1460500"/>
              <a:chOff x="527" y="3312"/>
              <a:chExt cx="824" cy="920"/>
            </a:xfrm>
          </p:grpSpPr>
          <p:sp>
            <p:nvSpPr>
              <p:cNvPr id="47" name="Text Box 11"/>
              <p:cNvSpPr txBox="1">
                <a:spLocks noChangeArrowheads="1"/>
              </p:cNvSpPr>
              <p:nvPr/>
            </p:nvSpPr>
            <p:spPr bwMode="auto">
              <a:xfrm>
                <a:off x="527" y="3360"/>
                <a:ext cx="824" cy="87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1400" dirty="0">
                    <a:solidFill>
                      <a:srgbClr val="FF0000"/>
                    </a:solidFill>
                  </a:rPr>
                  <a:t>1  0  1  0 </a:t>
                </a:r>
                <a:r>
                  <a:rPr lang="en-US" altLang="zh-CN" sz="1400" dirty="0" smtClean="0">
                    <a:solidFill>
                      <a:srgbClr val="FF0000"/>
                    </a:solidFill>
                  </a:rPr>
                  <a:t>    </a:t>
                </a:r>
                <a:r>
                  <a:rPr lang="ru-RU" altLang="zh-CN" sz="1400" b="1" dirty="0" smtClean="0">
                    <a:solidFill>
                      <a:srgbClr val="FF3300"/>
                    </a:solidFill>
                    <a:latin typeface="黑体" pitchFamily="49" charset="-122"/>
                    <a:ea typeface="黑体" pitchFamily="49" charset="-122"/>
                    <a:cs typeface="Times New Roman" pitchFamily="18" charset="0"/>
                  </a:rPr>
                  <a:t>Ф</a:t>
                </a:r>
                <a:endParaRPr lang="en-US" altLang="zh-CN" sz="1400" dirty="0">
                  <a:solidFill>
                    <a:srgbClr val="FF0000"/>
                  </a:solidFill>
                </a:endParaRPr>
              </a:p>
              <a:p>
                <a:r>
                  <a:rPr lang="en-US" altLang="zh-CN" sz="1400" dirty="0">
                    <a:solidFill>
                      <a:srgbClr val="FF0000"/>
                    </a:solidFill>
                  </a:rPr>
                  <a:t>1  0  1  1 </a:t>
                </a:r>
                <a:r>
                  <a:rPr lang="en-US" altLang="zh-CN" sz="1400" dirty="0" smtClean="0">
                    <a:solidFill>
                      <a:srgbClr val="FF0000"/>
                    </a:solidFill>
                  </a:rPr>
                  <a:t>    </a:t>
                </a:r>
                <a:r>
                  <a:rPr lang="ru-RU" altLang="zh-CN" sz="1400" b="1" dirty="0" smtClean="0">
                    <a:solidFill>
                      <a:srgbClr val="FF3300"/>
                    </a:solidFill>
                    <a:latin typeface="黑体" pitchFamily="49" charset="-122"/>
                    <a:ea typeface="黑体" pitchFamily="49" charset="-122"/>
                    <a:cs typeface="Times New Roman" pitchFamily="18" charset="0"/>
                  </a:rPr>
                  <a:t>Ф</a:t>
                </a:r>
                <a:endParaRPr lang="en-US" altLang="zh-CN" sz="1400" dirty="0">
                  <a:solidFill>
                    <a:srgbClr val="FF0000"/>
                  </a:solidFill>
                </a:endParaRPr>
              </a:p>
              <a:p>
                <a:r>
                  <a:rPr lang="en-US" altLang="zh-CN" sz="1400" dirty="0">
                    <a:solidFill>
                      <a:srgbClr val="FF0000"/>
                    </a:solidFill>
                  </a:rPr>
                  <a:t>1  1  0  0 </a:t>
                </a:r>
                <a:r>
                  <a:rPr lang="en-US" altLang="zh-CN" sz="1400" dirty="0" smtClean="0">
                    <a:solidFill>
                      <a:srgbClr val="FF0000"/>
                    </a:solidFill>
                  </a:rPr>
                  <a:t>    </a:t>
                </a:r>
                <a:r>
                  <a:rPr lang="ru-RU" altLang="zh-CN" sz="1400" b="1" dirty="0" smtClean="0">
                    <a:solidFill>
                      <a:srgbClr val="FF3300"/>
                    </a:solidFill>
                    <a:latin typeface="黑体" pitchFamily="49" charset="-122"/>
                    <a:ea typeface="黑体" pitchFamily="49" charset="-122"/>
                    <a:cs typeface="Times New Roman" pitchFamily="18" charset="0"/>
                  </a:rPr>
                  <a:t>Ф</a:t>
                </a:r>
                <a:endParaRPr lang="en-US" altLang="zh-CN" sz="1400" dirty="0">
                  <a:solidFill>
                    <a:srgbClr val="FF0000"/>
                  </a:solidFill>
                </a:endParaRPr>
              </a:p>
              <a:p>
                <a:r>
                  <a:rPr lang="en-US" altLang="zh-CN" sz="1400" dirty="0">
                    <a:solidFill>
                      <a:srgbClr val="FF0000"/>
                    </a:solidFill>
                  </a:rPr>
                  <a:t>1  1  0  1 </a:t>
                </a:r>
                <a:r>
                  <a:rPr lang="en-US" altLang="zh-CN" sz="1400" dirty="0" smtClean="0">
                    <a:solidFill>
                      <a:srgbClr val="FF0000"/>
                    </a:solidFill>
                  </a:rPr>
                  <a:t>    </a:t>
                </a:r>
                <a:r>
                  <a:rPr lang="ru-RU" altLang="zh-CN" sz="1400" b="1" dirty="0" smtClean="0">
                    <a:solidFill>
                      <a:srgbClr val="FF3300"/>
                    </a:solidFill>
                    <a:latin typeface="黑体" pitchFamily="49" charset="-122"/>
                    <a:ea typeface="黑体" pitchFamily="49" charset="-122"/>
                    <a:cs typeface="Times New Roman" pitchFamily="18" charset="0"/>
                  </a:rPr>
                  <a:t>Ф</a:t>
                </a:r>
                <a:endParaRPr lang="en-US" altLang="zh-CN" sz="1400" dirty="0">
                  <a:solidFill>
                    <a:srgbClr val="FF0000"/>
                  </a:solidFill>
                </a:endParaRPr>
              </a:p>
              <a:p>
                <a:r>
                  <a:rPr lang="en-US" altLang="zh-CN" sz="1400" dirty="0">
                    <a:solidFill>
                      <a:srgbClr val="FF0000"/>
                    </a:solidFill>
                  </a:rPr>
                  <a:t>1  1  1  0 </a:t>
                </a:r>
                <a:r>
                  <a:rPr lang="en-US" altLang="zh-CN" sz="1400" dirty="0" smtClean="0">
                    <a:solidFill>
                      <a:srgbClr val="FF0000"/>
                    </a:solidFill>
                  </a:rPr>
                  <a:t>    </a:t>
                </a:r>
                <a:r>
                  <a:rPr lang="ru-RU" altLang="zh-CN" sz="1400" b="1" dirty="0" smtClean="0">
                    <a:solidFill>
                      <a:srgbClr val="FF3300"/>
                    </a:solidFill>
                    <a:latin typeface="黑体" pitchFamily="49" charset="-122"/>
                    <a:ea typeface="黑体" pitchFamily="49" charset="-122"/>
                    <a:cs typeface="Times New Roman" pitchFamily="18" charset="0"/>
                  </a:rPr>
                  <a:t>Ф</a:t>
                </a:r>
                <a:endParaRPr lang="en-US" altLang="zh-CN" sz="1400" dirty="0">
                  <a:solidFill>
                    <a:srgbClr val="FF0000"/>
                  </a:solidFill>
                </a:endParaRPr>
              </a:p>
              <a:p>
                <a:r>
                  <a:rPr lang="en-US" altLang="zh-CN" sz="1400" dirty="0">
                    <a:solidFill>
                      <a:srgbClr val="FF0000"/>
                    </a:solidFill>
                  </a:rPr>
                  <a:t>1  1  1  1 </a:t>
                </a:r>
                <a:r>
                  <a:rPr lang="en-US" altLang="zh-CN" sz="1400" dirty="0" smtClean="0">
                    <a:solidFill>
                      <a:srgbClr val="FF0000"/>
                    </a:solidFill>
                  </a:rPr>
                  <a:t>    </a:t>
                </a:r>
                <a:r>
                  <a:rPr lang="ru-RU" altLang="zh-CN" sz="1400" b="1" dirty="0" smtClean="0">
                    <a:solidFill>
                      <a:srgbClr val="FF3300"/>
                    </a:solidFill>
                    <a:latin typeface="黑体" pitchFamily="49" charset="-122"/>
                    <a:ea typeface="黑体" pitchFamily="49" charset="-122"/>
                    <a:cs typeface="Times New Roman" pitchFamily="18" charset="0"/>
                  </a:rPr>
                  <a:t>Ф</a:t>
                </a:r>
                <a:endParaRPr lang="en-US" altLang="zh-C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48" name="Line 12"/>
              <p:cNvSpPr>
                <a:spLocks noChangeShapeType="1"/>
              </p:cNvSpPr>
              <p:nvPr/>
            </p:nvSpPr>
            <p:spPr bwMode="auto">
              <a:xfrm>
                <a:off x="1152" y="3312"/>
                <a:ext cx="0" cy="86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sp>
        <p:nvSpPr>
          <p:cNvPr id="54" name="Rectangle 14"/>
          <p:cNvSpPr>
            <a:spLocks noChangeArrowheads="1"/>
          </p:cNvSpPr>
          <p:nvPr/>
        </p:nvSpPr>
        <p:spPr bwMode="auto">
          <a:xfrm>
            <a:off x="457200" y="742950"/>
            <a:ext cx="2057400" cy="1769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2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</a:t>
            </a:r>
            <a:r>
              <a:rPr lang="en-US" altLang="zh-CN" sz="12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12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无关项取值</a:t>
            </a:r>
            <a:r>
              <a:rPr lang="en-US" altLang="zh-CN" sz="12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</a:t>
            </a:r>
            <a:endParaRPr lang="en-US" altLang="zh-CN" sz="12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Rectangle 14"/>
          <p:cNvSpPr>
            <a:spLocks noChangeArrowheads="1"/>
          </p:cNvSpPr>
          <p:nvPr/>
        </p:nvSpPr>
        <p:spPr bwMode="auto">
          <a:xfrm>
            <a:off x="2438400" y="742950"/>
            <a:ext cx="2057400" cy="1769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2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</a:t>
            </a:r>
            <a:r>
              <a:rPr lang="en-US" altLang="zh-CN" sz="12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12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无关项取值</a:t>
            </a:r>
            <a:r>
              <a:rPr lang="en-US" altLang="zh-CN" sz="12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(2)</a:t>
            </a:r>
            <a:endParaRPr lang="en-US" altLang="zh-CN" sz="12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Rectangle 14"/>
          <p:cNvSpPr>
            <a:spLocks noChangeArrowheads="1"/>
          </p:cNvSpPr>
          <p:nvPr/>
        </p:nvSpPr>
        <p:spPr bwMode="auto">
          <a:xfrm>
            <a:off x="4267200" y="742950"/>
            <a:ext cx="2057400" cy="1769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2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表</a:t>
            </a:r>
            <a:r>
              <a:rPr lang="en-US" altLang="zh-CN" sz="12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sz="12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无关项取值</a:t>
            </a:r>
            <a:r>
              <a:rPr lang="en-US" altLang="zh-CN" sz="12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(3)</a:t>
            </a:r>
            <a:endParaRPr lang="en-US" altLang="zh-CN" sz="12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Rectangle 14"/>
          <p:cNvSpPr>
            <a:spLocks noChangeArrowheads="1"/>
          </p:cNvSpPr>
          <p:nvPr/>
        </p:nvSpPr>
        <p:spPr bwMode="auto">
          <a:xfrm>
            <a:off x="6019800" y="742950"/>
            <a:ext cx="2057400" cy="1769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2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</a:t>
            </a:r>
            <a:r>
              <a:rPr lang="en-US" altLang="zh-CN" sz="12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 </a:t>
            </a:r>
            <a:r>
              <a:rPr lang="zh-CN" altLang="en-US" sz="12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无关项取值</a:t>
            </a:r>
            <a:r>
              <a:rPr lang="en-US" altLang="zh-CN" sz="12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(4)</a:t>
            </a:r>
            <a:endParaRPr lang="en-US" altLang="zh-CN" sz="12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152400" y="0"/>
            <a:ext cx="216597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1.9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无关项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5" grpId="0"/>
      <p:bldP spid="56" grpId="0"/>
      <p:bldP spid="5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219097" y="0"/>
            <a:ext cx="21659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1.9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无关项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无关项的概念：</a:t>
            </a: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381000" y="1200150"/>
            <a:ext cx="8496300" cy="120032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2: </a:t>
            </a:r>
            <a:r>
              <a:rPr lang="zh-CN" altLang="en-US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有</a:t>
            </a:r>
            <a:r>
              <a:rPr lang="zh-CN" altLang="en-US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三个逻辑变量</a:t>
            </a:r>
            <a:r>
              <a:rPr lang="en-US" altLang="zh-CN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分别表示一台电动机的正转、反转和停止。若</a:t>
            </a:r>
            <a:r>
              <a:rPr lang="en-US" altLang="zh-CN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1</a:t>
            </a:r>
          </a:p>
          <a:p>
            <a:pPr>
              <a:spcBef>
                <a:spcPct val="50000"/>
              </a:spcBef>
            </a:pPr>
            <a:r>
              <a:rPr lang="zh-CN" altLang="en-US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表示</a:t>
            </a:r>
            <a:r>
              <a:rPr lang="zh-CN" altLang="en-US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电动机正转，</a:t>
            </a:r>
            <a:r>
              <a:rPr lang="en-US" altLang="zh-CN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＝</a:t>
            </a:r>
            <a:r>
              <a:rPr lang="en-US" altLang="zh-CN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表示电动机反转，</a:t>
            </a:r>
            <a:r>
              <a:rPr lang="en-US" altLang="zh-CN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＝</a:t>
            </a:r>
            <a:r>
              <a:rPr lang="en-US" altLang="zh-CN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表示电动机</a:t>
            </a:r>
            <a:r>
              <a:rPr lang="zh-CN" altLang="en-US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停止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ct val="50000"/>
              </a:spcBef>
            </a:pPr>
            <a:endParaRPr lang="zh-CN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4100" name="Object 4"/>
          <p:cNvGraphicFramePr>
            <a:graphicFrameLocks noChangeAspect="1"/>
          </p:cNvGraphicFramePr>
          <p:nvPr/>
        </p:nvGraphicFramePr>
        <p:xfrm>
          <a:off x="1905000" y="3333750"/>
          <a:ext cx="3962399" cy="335525"/>
        </p:xfrm>
        <a:graphic>
          <a:graphicData uri="http://schemas.openxmlformats.org/presentationml/2006/ole">
            <p:oleObj spid="_x0000_s4100" name="Equation" r:id="rId3" imgW="3149280" imgH="266400" progId="Equation.DSMT4">
              <p:embed/>
            </p:oleObj>
          </a:graphicData>
        </a:graphic>
      </p:graphicFrame>
      <p:sp>
        <p:nvSpPr>
          <p:cNvPr id="8" name="矩形 7"/>
          <p:cNvSpPr/>
          <p:nvPr/>
        </p:nvSpPr>
        <p:spPr>
          <a:xfrm>
            <a:off x="381000" y="2190750"/>
            <a:ext cx="8077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则其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ABC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的只能是</a:t>
            </a:r>
            <a:r>
              <a:rPr lang="en-US" altLang="zh-CN" b="1" dirty="0" smtClean="0">
                <a:latin typeface="微软雅黑" pitchFamily="34" charset="-122"/>
                <a:ea typeface="微软雅黑" pitchFamily="34" charset="-122"/>
              </a:rPr>
              <a:t>100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b="1" dirty="0" smtClean="0">
                <a:latin typeface="微软雅黑" pitchFamily="34" charset="-122"/>
                <a:ea typeface="微软雅黑" pitchFamily="34" charset="-122"/>
              </a:rPr>
              <a:t>010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b="1" dirty="0" smtClean="0">
                <a:latin typeface="微软雅黑" pitchFamily="34" charset="-122"/>
                <a:ea typeface="微软雅黑" pitchFamily="34" charset="-122"/>
              </a:rPr>
              <a:t>001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，而其它的状态如</a:t>
            </a:r>
            <a:r>
              <a:rPr lang="en-US" altLang="zh-CN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000</a:t>
            </a:r>
            <a:r>
              <a:rPr lang="zh-CN" altLang="en-US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011</a:t>
            </a:r>
            <a:r>
              <a:rPr lang="zh-CN" altLang="en-US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101</a:t>
            </a:r>
            <a:r>
              <a:rPr lang="zh-CN" altLang="en-US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110</a:t>
            </a:r>
            <a:r>
              <a:rPr lang="zh-CN" altLang="en-US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endParaRPr lang="en-US" altLang="zh-CN" b="1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endParaRPr lang="en-US" altLang="zh-CN" b="1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111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是不能出现的状态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xmlns="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utoUpdateAnimBg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无关项</a:t>
            </a: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457200" y="1352550"/>
            <a:ext cx="4591050" cy="32913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lIns="79068" tIns="39534" rIns="79068" bIns="39534">
            <a:spAutoFit/>
          </a:bodyPr>
          <a:lstStyle/>
          <a:p>
            <a:pPr algn="l"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zh-CN" altLang="en-US" b="1" dirty="0">
                <a:latin typeface="黑体" pitchFamily="49" charset="-122"/>
                <a:ea typeface="黑体" pitchFamily="49" charset="-122"/>
              </a:rPr>
              <a:t>表示： </a:t>
            </a:r>
            <a:r>
              <a:rPr lang="ru-RU" altLang="zh-CN" b="1" dirty="0">
                <a:solidFill>
                  <a:srgbClr val="FF3300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Ф</a:t>
            </a:r>
            <a:r>
              <a:rPr lang="en-US" altLang="zh-CN" b="1" dirty="0">
                <a:latin typeface="黑体" pitchFamily="49" charset="-122"/>
                <a:ea typeface="黑体" pitchFamily="49" charset="-122"/>
              </a:rPr>
              <a:t> </a:t>
            </a:r>
            <a:r>
              <a:rPr lang="en-US" altLang="zh-CN" b="1" dirty="0">
                <a:latin typeface="Century" pitchFamily="18" charset="0"/>
                <a:ea typeface="黑体" pitchFamily="49" charset="-122"/>
              </a:rPr>
              <a:t>(</a:t>
            </a:r>
            <a:r>
              <a:rPr lang="zh-CN" altLang="en-US" b="1" dirty="0">
                <a:latin typeface="黑体" pitchFamily="49" charset="-122"/>
                <a:ea typeface="黑体" pitchFamily="49" charset="-122"/>
              </a:rPr>
              <a:t>或</a:t>
            </a:r>
            <a:r>
              <a:rPr lang="en-US" altLang="zh-CN" b="1" dirty="0">
                <a:solidFill>
                  <a:srgbClr val="FF3300"/>
                </a:solidFill>
                <a:latin typeface="黑体" pitchFamily="49" charset="-122"/>
                <a:ea typeface="黑体" pitchFamily="49" charset="-122"/>
              </a:rPr>
              <a:t>×</a:t>
            </a:r>
            <a:r>
              <a:rPr lang="ru-RU" altLang="zh-CN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 </a:t>
            </a:r>
            <a:r>
              <a:rPr lang="ru-RU" altLang="zh-CN" b="1" dirty="0">
                <a:latin typeface="黑体" pitchFamily="49" charset="-122"/>
                <a:ea typeface="黑体" pitchFamily="49" charset="-122"/>
              </a:rPr>
              <a:t>，</a:t>
            </a:r>
            <a:r>
              <a:rPr lang="en-US" altLang="zh-CN" b="1" dirty="0">
                <a:solidFill>
                  <a:srgbClr val="FF3300"/>
                </a:solidFill>
                <a:latin typeface="黑体" pitchFamily="49" charset="-122"/>
                <a:ea typeface="黑体" pitchFamily="49" charset="-122"/>
              </a:rPr>
              <a:t>d</a:t>
            </a:r>
            <a:r>
              <a:rPr lang="en-US" altLang="zh-CN" b="1" dirty="0">
                <a:latin typeface="Century" pitchFamily="18" charset="0"/>
                <a:ea typeface="黑体" pitchFamily="49" charset="-122"/>
              </a:rPr>
              <a:t>)</a:t>
            </a:r>
            <a:endParaRPr lang="zh-CN" altLang="ru-RU" b="1" dirty="0">
              <a:latin typeface="Century" pitchFamily="18" charset="0"/>
              <a:ea typeface="黑体" pitchFamily="49" charset="-122"/>
            </a:endParaRP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304800" y="2114550"/>
            <a:ext cx="6426200" cy="32913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lIns="79068" tIns="39534" rIns="79068" bIns="39534">
            <a:spAutoFit/>
          </a:bodyPr>
          <a:lstStyle/>
          <a:p>
            <a:pPr algn="l"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zh-CN" altLang="en-US" b="1" dirty="0" smtClean="0">
                <a:latin typeface="黑体" pitchFamily="49" charset="-122"/>
                <a:ea typeface="黑体" pitchFamily="49" charset="-122"/>
              </a:rPr>
              <a:t>带有</a:t>
            </a:r>
            <a:r>
              <a:rPr lang="zh-CN" altLang="en-US" b="1" dirty="0">
                <a:latin typeface="黑体" pitchFamily="49" charset="-122"/>
                <a:ea typeface="黑体" pitchFamily="49" charset="-122"/>
              </a:rPr>
              <a:t>无关项的逻辑函数表示方法</a:t>
            </a:r>
          </a:p>
        </p:txBody>
      </p:sp>
      <p:graphicFrame>
        <p:nvGraphicFramePr>
          <p:cNvPr id="10" name="Object 8"/>
          <p:cNvGraphicFramePr>
            <a:graphicFrameLocks noChangeAspect="1"/>
          </p:cNvGraphicFramePr>
          <p:nvPr/>
        </p:nvGraphicFramePr>
        <p:xfrm>
          <a:off x="762000" y="2647950"/>
          <a:ext cx="2492375" cy="441422"/>
        </p:xfrm>
        <a:graphic>
          <a:graphicData uri="http://schemas.openxmlformats.org/presentationml/2006/ole">
            <p:oleObj spid="_x0000_s31746" name="公式" r:id="rId3" imgW="1054080" imgH="253800" progId="">
              <p:embed/>
            </p:oleObj>
          </a:graphicData>
        </a:graphic>
      </p:graphicFrame>
      <p:graphicFrame>
        <p:nvGraphicFramePr>
          <p:cNvPr id="4099" name="Object 3"/>
          <p:cNvGraphicFramePr>
            <a:graphicFrameLocks noChangeAspect="1"/>
          </p:cNvGraphicFramePr>
          <p:nvPr/>
        </p:nvGraphicFramePr>
        <p:xfrm>
          <a:off x="3733800" y="2724150"/>
          <a:ext cx="3835400" cy="304800"/>
        </p:xfrm>
        <a:graphic>
          <a:graphicData uri="http://schemas.openxmlformats.org/presentationml/2006/ole">
            <p:oleObj spid="_x0000_s31747" name="Equation" r:id="rId4" imgW="3835080" imgH="304560" progId="Equation.DSMT4">
              <p:embed/>
            </p:oleObj>
          </a:graphicData>
        </a:graphic>
      </p:graphicFrame>
      <p:sp>
        <p:nvSpPr>
          <p:cNvPr id="12" name="矩形 11"/>
          <p:cNvSpPr/>
          <p:nvPr/>
        </p:nvSpPr>
        <p:spPr>
          <a:xfrm>
            <a:off x="152400" y="0"/>
            <a:ext cx="216597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1.9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无关项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  <p:bldP spid="8" grpId="1" autoUpdateAnimBg="0"/>
      <p:bldP spid="9" grpId="0" autoUpdateAnimBg="0"/>
      <p:bldP spid="9" grpId="1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051" name="Object 3"/>
          <p:cNvGraphicFramePr>
            <a:graphicFrameLocks noChangeAspect="1"/>
          </p:cNvGraphicFramePr>
          <p:nvPr/>
        </p:nvGraphicFramePr>
        <p:xfrm>
          <a:off x="152400" y="1123950"/>
          <a:ext cx="7162800" cy="362443"/>
        </p:xfrm>
        <a:graphic>
          <a:graphicData uri="http://schemas.openxmlformats.org/presentationml/2006/ole">
            <p:oleObj spid="_x0000_s47106" name="公式" r:id="rId4" imgW="3644640" imgH="253800" progId="">
              <p:embed/>
            </p:oleObj>
          </a:graphicData>
        </a:graphic>
      </p:graphicFrame>
      <p:sp>
        <p:nvSpPr>
          <p:cNvPr id="258052" name="Text Box 4"/>
          <p:cNvSpPr txBox="1">
            <a:spLocks noChangeArrowheads="1"/>
          </p:cNvSpPr>
          <p:nvPr/>
        </p:nvSpPr>
        <p:spPr bwMode="auto">
          <a:xfrm>
            <a:off x="4114800" y="1733550"/>
            <a:ext cx="5510212" cy="32913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lIns="79068" tIns="39534" rIns="79068" bIns="39534">
            <a:spAutoFit/>
          </a:bodyPr>
          <a:lstStyle/>
          <a:p>
            <a:pPr algn="l"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en-US" altLang="zh-CN" b="1" dirty="0">
                <a:latin typeface="黑体" pitchFamily="49" charset="-122"/>
                <a:ea typeface="黑体" pitchFamily="49" charset="-122"/>
              </a:rPr>
              <a:t>①</a:t>
            </a:r>
            <a:r>
              <a:rPr lang="zh-CN" altLang="en-US" b="1" dirty="0">
                <a:latin typeface="华文中宋" pitchFamily="2" charset="-122"/>
                <a:ea typeface="华文中宋" pitchFamily="2" charset="-122"/>
              </a:rPr>
              <a:t>不利用无关项，</a:t>
            </a:r>
            <a:r>
              <a:rPr lang="ru-RU" altLang="zh-CN" b="1" dirty="0">
                <a:latin typeface="Arial" pitchFamily="34" charset="0"/>
              </a:rPr>
              <a:t>Ф</a:t>
            </a:r>
            <a:r>
              <a:rPr lang="zh-CN" altLang="ru-RU" b="1" dirty="0">
                <a:latin typeface="Arial" pitchFamily="34" charset="0"/>
                <a:ea typeface="华文中宋" pitchFamily="2" charset="-122"/>
              </a:rPr>
              <a:t>取</a:t>
            </a:r>
            <a:r>
              <a:rPr lang="en-US" altLang="zh-CN" b="1" dirty="0">
                <a:latin typeface="Arial" pitchFamily="34" charset="0"/>
                <a:ea typeface="黑体" pitchFamily="49" charset="-122"/>
              </a:rPr>
              <a:t>0</a:t>
            </a:r>
          </a:p>
        </p:txBody>
      </p:sp>
      <p:graphicFrame>
        <p:nvGraphicFramePr>
          <p:cNvPr id="258054" name="Object 6"/>
          <p:cNvGraphicFramePr>
            <a:graphicFrameLocks noChangeAspect="1"/>
          </p:cNvGraphicFramePr>
          <p:nvPr/>
        </p:nvGraphicFramePr>
        <p:xfrm>
          <a:off x="4191000" y="2266950"/>
          <a:ext cx="3678237" cy="269697"/>
        </p:xfrm>
        <a:graphic>
          <a:graphicData uri="http://schemas.openxmlformats.org/presentationml/2006/ole">
            <p:oleObj spid="_x0000_s47107" name="公式" r:id="rId5" imgW="1612800" imgH="215640" progId="">
              <p:embed/>
            </p:oleObj>
          </a:graphicData>
        </a:graphic>
      </p:graphicFrame>
      <p:sp>
        <p:nvSpPr>
          <p:cNvPr id="52" name="Rectangle 14"/>
          <p:cNvSpPr>
            <a:spLocks noChangeArrowheads="1"/>
          </p:cNvSpPr>
          <p:nvPr/>
        </p:nvSpPr>
        <p:spPr bwMode="auto">
          <a:xfrm>
            <a:off x="0" y="5905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无关项化</a:t>
            </a: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 例</a:t>
            </a:r>
            <a:r>
              <a:rPr lang="en-US" altLang="zh-CN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4" name="Picture 4" descr="C:\Users\hfutliujun\AppData\Roaming\Tencent\Users\350654676\QQ\WinTemp\RichOle\@~`UE)QQ{E2T[ACN(VT@6]0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09600" y="1733550"/>
            <a:ext cx="2784008" cy="1981200"/>
          </a:xfrm>
          <a:prstGeom prst="rect">
            <a:avLst/>
          </a:prstGeom>
          <a:noFill/>
        </p:spPr>
      </p:pic>
      <p:sp>
        <p:nvSpPr>
          <p:cNvPr id="55" name="Text Box 60"/>
          <p:cNvSpPr txBox="1">
            <a:spLocks noChangeArrowheads="1"/>
          </p:cNvSpPr>
          <p:nvPr/>
        </p:nvSpPr>
        <p:spPr bwMode="auto">
          <a:xfrm>
            <a:off x="1216025" y="2114550"/>
            <a:ext cx="841375" cy="42068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en-US" altLang="zh-CN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1</a:t>
            </a:r>
          </a:p>
        </p:txBody>
      </p:sp>
      <p:sp>
        <p:nvSpPr>
          <p:cNvPr id="56" name="Text Box 60"/>
          <p:cNvSpPr txBox="1">
            <a:spLocks noChangeArrowheads="1"/>
          </p:cNvSpPr>
          <p:nvPr/>
        </p:nvSpPr>
        <p:spPr bwMode="auto">
          <a:xfrm>
            <a:off x="2286000" y="2114550"/>
            <a:ext cx="841375" cy="42068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en-US" altLang="zh-CN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1</a:t>
            </a:r>
          </a:p>
        </p:txBody>
      </p:sp>
      <p:sp>
        <p:nvSpPr>
          <p:cNvPr id="57" name="Text Box 60"/>
          <p:cNvSpPr txBox="1">
            <a:spLocks noChangeArrowheads="1"/>
          </p:cNvSpPr>
          <p:nvPr/>
        </p:nvSpPr>
        <p:spPr bwMode="auto">
          <a:xfrm>
            <a:off x="1242797" y="2495550"/>
            <a:ext cx="841375" cy="42068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en-US" altLang="zh-CN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1</a:t>
            </a:r>
          </a:p>
        </p:txBody>
      </p:sp>
      <p:sp>
        <p:nvSpPr>
          <p:cNvPr id="58" name="Text Box 60"/>
          <p:cNvSpPr txBox="1">
            <a:spLocks noChangeArrowheads="1"/>
          </p:cNvSpPr>
          <p:nvPr/>
        </p:nvSpPr>
        <p:spPr bwMode="auto">
          <a:xfrm>
            <a:off x="2312772" y="2495550"/>
            <a:ext cx="841375" cy="42068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en-US" altLang="zh-CN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1</a:t>
            </a:r>
          </a:p>
        </p:txBody>
      </p:sp>
      <p:sp>
        <p:nvSpPr>
          <p:cNvPr id="60" name="Text Box 60"/>
          <p:cNvSpPr txBox="1">
            <a:spLocks noChangeArrowheads="1"/>
          </p:cNvSpPr>
          <p:nvPr/>
        </p:nvSpPr>
        <p:spPr bwMode="auto">
          <a:xfrm>
            <a:off x="2286000" y="3333750"/>
            <a:ext cx="841375" cy="34163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en-US" altLang="zh-CN" b="1" dirty="0" smtClean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 1</a:t>
            </a:r>
            <a:endParaRPr lang="en-US" altLang="zh-CN" b="1" dirty="0">
              <a:solidFill>
                <a:srgbClr val="FF0000"/>
              </a:solidFill>
              <a:latin typeface="Arial" pitchFamily="34" charset="0"/>
              <a:ea typeface="楷体_GB2312" pitchFamily="49" charset="-122"/>
            </a:endParaRPr>
          </a:p>
        </p:txBody>
      </p:sp>
      <p:sp>
        <p:nvSpPr>
          <p:cNvPr id="63" name="Text Box 48"/>
          <p:cNvSpPr txBox="1">
            <a:spLocks noChangeArrowheads="1"/>
          </p:cNvSpPr>
          <p:nvPr/>
        </p:nvSpPr>
        <p:spPr bwMode="auto">
          <a:xfrm>
            <a:off x="1219200" y="3257550"/>
            <a:ext cx="677862" cy="32913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lIns="79068" tIns="39534" rIns="79068" bIns="39534">
            <a:spAutoFit/>
          </a:bodyPr>
          <a:lstStyle/>
          <a:p>
            <a:pPr algn="l"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ru-RU" altLang="zh-CN" b="1" dirty="0">
                <a:solidFill>
                  <a:srgbClr val="FF3300"/>
                </a:solidFill>
                <a:latin typeface="Arial" pitchFamily="34" charset="0"/>
              </a:rPr>
              <a:t>Ф</a:t>
            </a:r>
            <a:endParaRPr lang="en-US" altLang="zh-CN" b="1" dirty="0">
              <a:solidFill>
                <a:srgbClr val="FF3300"/>
              </a:solidFill>
              <a:latin typeface="Arial" pitchFamily="34" charset="0"/>
            </a:endParaRPr>
          </a:p>
        </p:txBody>
      </p:sp>
      <p:sp>
        <p:nvSpPr>
          <p:cNvPr id="64" name="Text Box 48"/>
          <p:cNvSpPr txBox="1">
            <a:spLocks noChangeArrowheads="1"/>
          </p:cNvSpPr>
          <p:nvPr/>
        </p:nvSpPr>
        <p:spPr bwMode="auto">
          <a:xfrm>
            <a:off x="1676400" y="3333750"/>
            <a:ext cx="677862" cy="32913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lIns="79068" tIns="39534" rIns="79068" bIns="39534">
            <a:spAutoFit/>
          </a:bodyPr>
          <a:lstStyle/>
          <a:p>
            <a:pPr algn="l"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en-US" altLang="zh-CN" b="1" dirty="0" smtClean="0">
                <a:solidFill>
                  <a:srgbClr val="FF3300"/>
                </a:solidFill>
                <a:latin typeface="Arial" pitchFamily="34" charset="0"/>
              </a:rPr>
              <a:t> </a:t>
            </a:r>
            <a:r>
              <a:rPr lang="ru-RU" altLang="zh-CN" b="1" dirty="0" smtClean="0">
                <a:solidFill>
                  <a:srgbClr val="FF3300"/>
                </a:solidFill>
                <a:latin typeface="Arial" pitchFamily="34" charset="0"/>
              </a:rPr>
              <a:t>Ф</a:t>
            </a:r>
            <a:endParaRPr lang="en-US" altLang="zh-CN" b="1" dirty="0">
              <a:solidFill>
                <a:srgbClr val="FF3300"/>
              </a:solidFill>
              <a:latin typeface="Arial" pitchFamily="34" charset="0"/>
            </a:endParaRPr>
          </a:p>
        </p:txBody>
      </p:sp>
      <p:sp>
        <p:nvSpPr>
          <p:cNvPr id="65" name="Text Box 48"/>
          <p:cNvSpPr txBox="1">
            <a:spLocks noChangeArrowheads="1"/>
          </p:cNvSpPr>
          <p:nvPr/>
        </p:nvSpPr>
        <p:spPr bwMode="auto">
          <a:xfrm>
            <a:off x="1219200" y="2952750"/>
            <a:ext cx="677862" cy="32913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lIns="79068" tIns="39534" rIns="79068" bIns="39534">
            <a:spAutoFit/>
          </a:bodyPr>
          <a:lstStyle/>
          <a:p>
            <a:pPr algn="l"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ru-RU" altLang="zh-CN" b="1" dirty="0">
                <a:solidFill>
                  <a:srgbClr val="FF3300"/>
                </a:solidFill>
                <a:latin typeface="Arial" pitchFamily="34" charset="0"/>
              </a:rPr>
              <a:t>Ф</a:t>
            </a:r>
            <a:endParaRPr lang="en-US" altLang="zh-CN" b="1" dirty="0">
              <a:solidFill>
                <a:srgbClr val="FF3300"/>
              </a:solidFill>
              <a:latin typeface="Arial" pitchFamily="34" charset="0"/>
            </a:endParaRPr>
          </a:p>
        </p:txBody>
      </p:sp>
      <p:sp>
        <p:nvSpPr>
          <p:cNvPr id="66" name="Text Box 48"/>
          <p:cNvSpPr txBox="1">
            <a:spLocks noChangeArrowheads="1"/>
          </p:cNvSpPr>
          <p:nvPr/>
        </p:nvSpPr>
        <p:spPr bwMode="auto">
          <a:xfrm>
            <a:off x="1676400" y="2952750"/>
            <a:ext cx="677862" cy="32913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lIns="79068" tIns="39534" rIns="79068" bIns="39534">
            <a:spAutoFit/>
          </a:bodyPr>
          <a:lstStyle/>
          <a:p>
            <a:pPr algn="l"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en-US" altLang="zh-CN" b="1" dirty="0" smtClean="0">
                <a:solidFill>
                  <a:srgbClr val="FF3300"/>
                </a:solidFill>
                <a:latin typeface="Arial" pitchFamily="34" charset="0"/>
              </a:rPr>
              <a:t> </a:t>
            </a:r>
            <a:r>
              <a:rPr lang="ru-RU" altLang="zh-CN" b="1" dirty="0" smtClean="0">
                <a:solidFill>
                  <a:srgbClr val="FF3300"/>
                </a:solidFill>
                <a:latin typeface="Arial" pitchFamily="34" charset="0"/>
              </a:rPr>
              <a:t>Ф</a:t>
            </a:r>
            <a:endParaRPr lang="en-US" altLang="zh-CN" b="1" dirty="0">
              <a:solidFill>
                <a:srgbClr val="FF3300"/>
              </a:solidFill>
              <a:latin typeface="Arial" pitchFamily="34" charset="0"/>
            </a:endParaRPr>
          </a:p>
        </p:txBody>
      </p:sp>
      <p:sp>
        <p:nvSpPr>
          <p:cNvPr id="67" name="Text Box 48"/>
          <p:cNvSpPr txBox="1">
            <a:spLocks noChangeArrowheads="1"/>
          </p:cNvSpPr>
          <p:nvPr/>
        </p:nvSpPr>
        <p:spPr bwMode="auto">
          <a:xfrm>
            <a:off x="2331306" y="2952750"/>
            <a:ext cx="677862" cy="32913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lIns="79068" tIns="39534" rIns="79068" bIns="39534">
            <a:spAutoFit/>
          </a:bodyPr>
          <a:lstStyle/>
          <a:p>
            <a:pPr algn="l"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ru-RU" altLang="zh-CN" b="1" dirty="0">
                <a:solidFill>
                  <a:srgbClr val="FF3300"/>
                </a:solidFill>
                <a:latin typeface="Arial" pitchFamily="34" charset="0"/>
              </a:rPr>
              <a:t>Ф</a:t>
            </a:r>
            <a:endParaRPr lang="en-US" altLang="zh-CN" b="1" dirty="0">
              <a:solidFill>
                <a:srgbClr val="FF3300"/>
              </a:solidFill>
              <a:latin typeface="Arial" pitchFamily="34" charset="0"/>
            </a:endParaRPr>
          </a:p>
        </p:txBody>
      </p:sp>
      <p:sp>
        <p:nvSpPr>
          <p:cNvPr id="68" name="Text Box 48"/>
          <p:cNvSpPr txBox="1">
            <a:spLocks noChangeArrowheads="1"/>
          </p:cNvSpPr>
          <p:nvPr/>
        </p:nvSpPr>
        <p:spPr bwMode="auto">
          <a:xfrm>
            <a:off x="2788506" y="2952750"/>
            <a:ext cx="677862" cy="32913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lIns="79068" tIns="39534" rIns="79068" bIns="39534">
            <a:spAutoFit/>
          </a:bodyPr>
          <a:lstStyle/>
          <a:p>
            <a:pPr algn="l"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en-US" altLang="zh-CN" b="1" dirty="0" smtClean="0">
                <a:solidFill>
                  <a:srgbClr val="FF3300"/>
                </a:solidFill>
                <a:latin typeface="Arial" pitchFamily="34" charset="0"/>
              </a:rPr>
              <a:t> </a:t>
            </a:r>
            <a:r>
              <a:rPr lang="ru-RU" altLang="zh-CN" b="1" dirty="0" smtClean="0">
                <a:solidFill>
                  <a:srgbClr val="FF3300"/>
                </a:solidFill>
                <a:latin typeface="Arial" pitchFamily="34" charset="0"/>
              </a:rPr>
              <a:t>Ф</a:t>
            </a:r>
            <a:endParaRPr lang="en-US" altLang="zh-CN" b="1" dirty="0">
              <a:solidFill>
                <a:srgbClr val="FF3300"/>
              </a:solidFill>
              <a:latin typeface="Arial" pitchFamily="34" charset="0"/>
            </a:endParaRPr>
          </a:p>
        </p:txBody>
      </p:sp>
      <p:sp>
        <p:nvSpPr>
          <p:cNvPr id="69" name="AutoShape 8"/>
          <p:cNvSpPr>
            <a:spLocks noChangeArrowheads="1"/>
          </p:cNvSpPr>
          <p:nvPr/>
        </p:nvSpPr>
        <p:spPr bwMode="auto">
          <a:xfrm rot="5400000">
            <a:off x="1048541" y="2324895"/>
            <a:ext cx="685801" cy="265113"/>
          </a:xfrm>
          <a:prstGeom prst="flowChartTerminator">
            <a:avLst/>
          </a:prstGeom>
          <a:noFill/>
          <a:ln w="28575" cap="sq">
            <a:solidFill>
              <a:srgbClr val="FF33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" name="AutoShape 8"/>
          <p:cNvSpPr>
            <a:spLocks noChangeArrowheads="1"/>
          </p:cNvSpPr>
          <p:nvPr/>
        </p:nvSpPr>
        <p:spPr bwMode="auto">
          <a:xfrm rot="5400000">
            <a:off x="2121994" y="2311508"/>
            <a:ext cx="712572" cy="265113"/>
          </a:xfrm>
          <a:prstGeom prst="flowChartTerminator">
            <a:avLst/>
          </a:prstGeom>
          <a:noFill/>
          <a:ln w="28575" cap="sq">
            <a:solidFill>
              <a:srgbClr val="FF33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8" name="组合 123"/>
          <p:cNvGrpSpPr/>
          <p:nvPr/>
        </p:nvGrpSpPr>
        <p:grpSpPr>
          <a:xfrm>
            <a:off x="2362200" y="3333750"/>
            <a:ext cx="306817" cy="304800"/>
            <a:chOff x="5868353" y="2733732"/>
            <a:chExt cx="303847" cy="447618"/>
          </a:xfrm>
        </p:grpSpPr>
        <p:sp>
          <p:nvSpPr>
            <p:cNvPr id="29" name="Arc 13"/>
            <p:cNvSpPr>
              <a:spLocks/>
            </p:cNvSpPr>
            <p:nvPr/>
          </p:nvSpPr>
          <p:spPr bwMode="auto">
            <a:xfrm rot="16104053">
              <a:off x="5912887" y="2691197"/>
              <a:ext cx="215744" cy="300814"/>
            </a:xfrm>
            <a:custGeom>
              <a:avLst/>
              <a:gdLst>
                <a:gd name="T0" fmla="*/ 0 w 21600"/>
                <a:gd name="T1" fmla="*/ 0 h 42204"/>
                <a:gd name="T2" fmla="*/ 0 w 21600"/>
                <a:gd name="T3" fmla="*/ 0 h 42204"/>
                <a:gd name="T4" fmla="*/ 0 w 21600"/>
                <a:gd name="T5" fmla="*/ 0 h 42204"/>
                <a:gd name="T6" fmla="*/ 0 60000 65536"/>
                <a:gd name="T7" fmla="*/ 0 60000 65536"/>
                <a:gd name="T8" fmla="*/ 0 60000 65536"/>
                <a:gd name="T9" fmla="*/ 0 w 21600"/>
                <a:gd name="T10" fmla="*/ 0 h 42204"/>
                <a:gd name="T11" fmla="*/ 21600 w 21600"/>
                <a:gd name="T12" fmla="*/ 42204 h 4220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2204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1031"/>
                    <a:pt x="15481" y="39372"/>
                    <a:pt x="6484" y="42203"/>
                  </a:cubicBezTo>
                </a:path>
                <a:path w="21600" h="42204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1031"/>
                    <a:pt x="15481" y="39372"/>
                    <a:pt x="6484" y="42203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rgbClr val="6600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30" name="直接连接符 29"/>
            <p:cNvCxnSpPr/>
            <p:nvPr/>
          </p:nvCxnSpPr>
          <p:spPr>
            <a:xfrm>
              <a:off x="5868353" y="2944512"/>
              <a:ext cx="0" cy="228600"/>
            </a:xfrm>
            <a:prstGeom prst="line">
              <a:avLst/>
            </a:prstGeom>
            <a:ln w="28575">
              <a:solidFill>
                <a:srgbClr val="6600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>
              <a:off x="6172200" y="2866254"/>
              <a:ext cx="0" cy="315096"/>
            </a:xfrm>
            <a:prstGeom prst="line">
              <a:avLst/>
            </a:prstGeom>
            <a:ln w="28575">
              <a:solidFill>
                <a:srgbClr val="6600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125"/>
          <p:cNvGrpSpPr/>
          <p:nvPr/>
        </p:nvGrpSpPr>
        <p:grpSpPr>
          <a:xfrm rot="10800000">
            <a:off x="2286000" y="2038350"/>
            <a:ext cx="306817" cy="304800"/>
            <a:chOff x="5868353" y="2733732"/>
            <a:chExt cx="303847" cy="447618"/>
          </a:xfrm>
        </p:grpSpPr>
        <p:sp>
          <p:nvSpPr>
            <p:cNvPr id="33" name="Arc 13"/>
            <p:cNvSpPr>
              <a:spLocks/>
            </p:cNvSpPr>
            <p:nvPr/>
          </p:nvSpPr>
          <p:spPr bwMode="auto">
            <a:xfrm rot="16104053">
              <a:off x="5912887" y="2691197"/>
              <a:ext cx="215744" cy="300814"/>
            </a:xfrm>
            <a:custGeom>
              <a:avLst/>
              <a:gdLst>
                <a:gd name="T0" fmla="*/ 0 w 21600"/>
                <a:gd name="T1" fmla="*/ 0 h 42204"/>
                <a:gd name="T2" fmla="*/ 0 w 21600"/>
                <a:gd name="T3" fmla="*/ 0 h 42204"/>
                <a:gd name="T4" fmla="*/ 0 w 21600"/>
                <a:gd name="T5" fmla="*/ 0 h 42204"/>
                <a:gd name="T6" fmla="*/ 0 60000 65536"/>
                <a:gd name="T7" fmla="*/ 0 60000 65536"/>
                <a:gd name="T8" fmla="*/ 0 60000 65536"/>
                <a:gd name="T9" fmla="*/ 0 w 21600"/>
                <a:gd name="T10" fmla="*/ 0 h 42204"/>
                <a:gd name="T11" fmla="*/ 21600 w 21600"/>
                <a:gd name="T12" fmla="*/ 42204 h 4220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2204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1031"/>
                    <a:pt x="15481" y="39372"/>
                    <a:pt x="6484" y="42203"/>
                  </a:cubicBezTo>
                </a:path>
                <a:path w="21600" h="42204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1031"/>
                    <a:pt x="15481" y="39372"/>
                    <a:pt x="6484" y="42203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rgbClr val="6600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34" name="直接连接符 33"/>
            <p:cNvCxnSpPr/>
            <p:nvPr/>
          </p:nvCxnSpPr>
          <p:spPr>
            <a:xfrm>
              <a:off x="5868353" y="2944512"/>
              <a:ext cx="0" cy="228600"/>
            </a:xfrm>
            <a:prstGeom prst="line">
              <a:avLst/>
            </a:prstGeom>
            <a:ln w="28575">
              <a:solidFill>
                <a:srgbClr val="6600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>
              <a:off x="6172200" y="2866254"/>
              <a:ext cx="0" cy="315096"/>
            </a:xfrm>
            <a:prstGeom prst="line">
              <a:avLst/>
            </a:prstGeom>
            <a:ln w="28575">
              <a:solidFill>
                <a:srgbClr val="6600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组合 41"/>
          <p:cNvGrpSpPr/>
          <p:nvPr/>
        </p:nvGrpSpPr>
        <p:grpSpPr>
          <a:xfrm>
            <a:off x="0" y="2571750"/>
            <a:ext cx="838200" cy="653653"/>
            <a:chOff x="0" y="2571750"/>
            <a:chExt cx="838200" cy="653653"/>
          </a:xfrm>
        </p:grpSpPr>
        <p:sp>
          <p:nvSpPr>
            <p:cNvPr id="72" name="AutoShape 11"/>
            <p:cNvSpPr>
              <a:spLocks noChangeArrowheads="1"/>
            </p:cNvSpPr>
            <p:nvPr/>
          </p:nvSpPr>
          <p:spPr bwMode="auto">
            <a:xfrm>
              <a:off x="0" y="2571750"/>
              <a:ext cx="838200" cy="653653"/>
            </a:xfrm>
            <a:prstGeom prst="wedgeRoundRectCallout">
              <a:avLst>
                <a:gd name="adj1" fmla="val 100302"/>
                <a:gd name="adj2" fmla="val -47826"/>
                <a:gd name="adj3" fmla="val 16667"/>
              </a:avLst>
            </a:prstGeom>
            <a:solidFill>
              <a:srgbClr val="66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79068" tIns="39534" rIns="79068" bIns="39534" anchor="ctr"/>
            <a:lstStyle/>
            <a:p>
              <a:pPr defTabSz="790575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lang="en-US" altLang="zh-CN" b="1" i="1" dirty="0" smtClean="0">
                  <a:latin typeface="Arial" pitchFamily="34" charset="0"/>
                  <a:ea typeface="楷体_GB2312" pitchFamily="49" charset="-122"/>
                </a:rPr>
                <a:t> </a:t>
              </a:r>
              <a:r>
                <a:rPr lang="en-US" altLang="zh-CN" b="1" i="1" dirty="0" smtClean="0">
                  <a:ea typeface="楷体_GB2312" pitchFamily="49" charset="-122"/>
                </a:rPr>
                <a:t>A</a:t>
              </a:r>
              <a:r>
                <a:rPr lang="en-US" altLang="zh-CN" b="1" i="1" dirty="0" smtClean="0">
                  <a:latin typeface="Arial" pitchFamily="34" charset="0"/>
                  <a:ea typeface="楷体_GB2312" pitchFamily="49" charset="-122"/>
                </a:rPr>
                <a:t>CD</a:t>
              </a:r>
              <a:endParaRPr lang="en-US" altLang="zh-CN" b="1" i="1" dirty="0">
                <a:latin typeface="Arial" pitchFamily="34" charset="0"/>
                <a:ea typeface="楷体_GB2312" pitchFamily="49" charset="-122"/>
              </a:endParaRPr>
            </a:p>
          </p:txBody>
        </p:sp>
        <p:sp>
          <p:nvSpPr>
            <p:cNvPr id="73" name="Line 12"/>
            <p:cNvSpPr>
              <a:spLocks noChangeShapeType="1"/>
            </p:cNvSpPr>
            <p:nvPr/>
          </p:nvSpPr>
          <p:spPr bwMode="auto">
            <a:xfrm flipH="1" flipV="1">
              <a:off x="177114" y="2747962"/>
              <a:ext cx="13151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4" name="Line 13"/>
            <p:cNvSpPr>
              <a:spLocks noChangeShapeType="1"/>
            </p:cNvSpPr>
            <p:nvPr/>
          </p:nvSpPr>
          <p:spPr bwMode="auto">
            <a:xfrm flipH="1" flipV="1">
              <a:off x="371881" y="2747962"/>
              <a:ext cx="10943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6" name="Line 13"/>
            <p:cNvSpPr>
              <a:spLocks noChangeShapeType="1"/>
            </p:cNvSpPr>
            <p:nvPr/>
          </p:nvSpPr>
          <p:spPr bwMode="auto">
            <a:xfrm flipH="1" flipV="1">
              <a:off x="532519" y="2752078"/>
              <a:ext cx="10943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3200400" y="2114550"/>
            <a:ext cx="762000" cy="653653"/>
            <a:chOff x="3200400" y="2114550"/>
            <a:chExt cx="762000" cy="653653"/>
          </a:xfrm>
        </p:grpSpPr>
        <p:sp>
          <p:nvSpPr>
            <p:cNvPr id="75" name="AutoShape 14"/>
            <p:cNvSpPr>
              <a:spLocks noChangeArrowheads="1"/>
            </p:cNvSpPr>
            <p:nvPr/>
          </p:nvSpPr>
          <p:spPr bwMode="auto">
            <a:xfrm>
              <a:off x="3200400" y="2114550"/>
              <a:ext cx="762000" cy="653653"/>
            </a:xfrm>
            <a:prstGeom prst="wedgeRoundRectCallout">
              <a:avLst>
                <a:gd name="adj1" fmla="val -124891"/>
                <a:gd name="adj2" fmla="val 19441"/>
                <a:gd name="adj3" fmla="val 16667"/>
              </a:avLst>
            </a:prstGeom>
            <a:solidFill>
              <a:srgbClr val="66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79068" tIns="39534" rIns="79068" bIns="39534" anchor="ctr"/>
            <a:lstStyle/>
            <a:p>
              <a:pPr defTabSz="790575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lang="en-US" altLang="zh-CN" b="1" i="1" dirty="0" smtClean="0">
                  <a:latin typeface="Arial" pitchFamily="34" charset="0"/>
                  <a:ea typeface="楷体_GB2312" pitchFamily="49" charset="-122"/>
                </a:rPr>
                <a:t>ACD</a:t>
              </a:r>
              <a:endParaRPr lang="en-US" altLang="zh-CN" b="1" i="1" dirty="0">
                <a:latin typeface="Arial" pitchFamily="34" charset="0"/>
                <a:ea typeface="楷体_GB2312" pitchFamily="49" charset="-122"/>
              </a:endParaRPr>
            </a:p>
          </p:txBody>
        </p:sp>
        <p:sp>
          <p:nvSpPr>
            <p:cNvPr id="39" name="Line 12"/>
            <p:cNvSpPr>
              <a:spLocks noChangeShapeType="1"/>
            </p:cNvSpPr>
            <p:nvPr/>
          </p:nvSpPr>
          <p:spPr bwMode="auto">
            <a:xfrm flipH="1" flipV="1">
              <a:off x="3352800" y="2301960"/>
              <a:ext cx="13151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1524000" y="3867151"/>
            <a:ext cx="762000" cy="457200"/>
            <a:chOff x="2743200" y="2190751"/>
            <a:chExt cx="762000" cy="457200"/>
          </a:xfrm>
        </p:grpSpPr>
        <p:sp>
          <p:nvSpPr>
            <p:cNvPr id="44" name="AutoShape 14"/>
            <p:cNvSpPr>
              <a:spLocks noChangeArrowheads="1"/>
            </p:cNvSpPr>
            <p:nvPr/>
          </p:nvSpPr>
          <p:spPr bwMode="auto">
            <a:xfrm>
              <a:off x="2743200" y="2190751"/>
              <a:ext cx="762000" cy="457200"/>
            </a:xfrm>
            <a:prstGeom prst="wedgeRoundRectCallout">
              <a:avLst>
                <a:gd name="adj1" fmla="val 74028"/>
                <a:gd name="adj2" fmla="val -98138"/>
                <a:gd name="adj3" fmla="val 16667"/>
              </a:avLst>
            </a:prstGeom>
            <a:solidFill>
              <a:srgbClr val="66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79068" tIns="39534" rIns="79068" bIns="39534" anchor="ctr"/>
            <a:lstStyle/>
            <a:p>
              <a:pPr defTabSz="790575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lang="en-US" altLang="zh-CN" b="1" i="1" dirty="0" smtClean="0">
                  <a:latin typeface="Arial" pitchFamily="34" charset="0"/>
                  <a:ea typeface="楷体_GB2312" pitchFamily="49" charset="-122"/>
                </a:rPr>
                <a:t>BCD</a:t>
              </a:r>
              <a:endParaRPr lang="en-US" altLang="zh-CN" b="1" i="1" dirty="0">
                <a:latin typeface="Arial" pitchFamily="34" charset="0"/>
                <a:ea typeface="楷体_GB2312" pitchFamily="49" charset="-122"/>
              </a:endParaRPr>
            </a:p>
          </p:txBody>
        </p:sp>
        <p:sp>
          <p:nvSpPr>
            <p:cNvPr id="45" name="Line 12"/>
            <p:cNvSpPr>
              <a:spLocks noChangeShapeType="1"/>
            </p:cNvSpPr>
            <p:nvPr/>
          </p:nvSpPr>
          <p:spPr bwMode="auto">
            <a:xfrm flipH="1" flipV="1">
              <a:off x="2877066" y="2287542"/>
              <a:ext cx="13151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46" name="矩形 45"/>
          <p:cNvSpPr/>
          <p:nvPr/>
        </p:nvSpPr>
        <p:spPr>
          <a:xfrm>
            <a:off x="152400" y="0"/>
            <a:ext cx="216597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1.9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无关项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58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58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58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8052" grpId="0"/>
      <p:bldP spid="55" grpId="0"/>
      <p:bldP spid="56" grpId="0"/>
      <p:bldP spid="57" grpId="0"/>
      <p:bldP spid="58" grpId="0"/>
      <p:bldP spid="60" grpId="0"/>
      <p:bldP spid="60" grpId="1"/>
      <p:bldP spid="63" grpId="0"/>
      <p:bldP spid="64" grpId="0"/>
      <p:bldP spid="65" grpId="0"/>
      <p:bldP spid="66" grpId="0"/>
      <p:bldP spid="67" grpId="0"/>
      <p:bldP spid="68" grpId="0"/>
      <p:bldP spid="69" grpId="0" animBg="1"/>
      <p:bldP spid="7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051" name="Object 3"/>
          <p:cNvGraphicFramePr>
            <a:graphicFrameLocks noChangeAspect="1"/>
          </p:cNvGraphicFramePr>
          <p:nvPr/>
        </p:nvGraphicFramePr>
        <p:xfrm>
          <a:off x="152400" y="1123950"/>
          <a:ext cx="7162800" cy="362443"/>
        </p:xfrm>
        <a:graphic>
          <a:graphicData uri="http://schemas.openxmlformats.org/presentationml/2006/ole">
            <p:oleObj spid="_x0000_s32770" name="公式" r:id="rId4" imgW="3644640" imgH="253800" progId="">
              <p:embed/>
            </p:oleObj>
          </a:graphicData>
        </a:graphic>
      </p:graphicFrame>
      <p:sp>
        <p:nvSpPr>
          <p:cNvPr id="258052" name="Text Box 4"/>
          <p:cNvSpPr txBox="1">
            <a:spLocks noChangeArrowheads="1"/>
          </p:cNvSpPr>
          <p:nvPr/>
        </p:nvSpPr>
        <p:spPr bwMode="auto">
          <a:xfrm>
            <a:off x="4114800" y="1733550"/>
            <a:ext cx="5510212" cy="32913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lIns="79068" tIns="39534" rIns="79068" bIns="39534">
            <a:spAutoFit/>
          </a:bodyPr>
          <a:lstStyle/>
          <a:p>
            <a:pPr algn="l"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en-US" altLang="zh-CN" b="1" dirty="0">
                <a:latin typeface="黑体" pitchFamily="49" charset="-122"/>
                <a:ea typeface="黑体" pitchFamily="49" charset="-122"/>
              </a:rPr>
              <a:t>①</a:t>
            </a:r>
            <a:r>
              <a:rPr lang="zh-CN" altLang="en-US" b="1" dirty="0">
                <a:latin typeface="华文中宋" pitchFamily="2" charset="-122"/>
                <a:ea typeface="华文中宋" pitchFamily="2" charset="-122"/>
              </a:rPr>
              <a:t>不利用无关项，</a:t>
            </a:r>
            <a:r>
              <a:rPr lang="ru-RU" altLang="zh-CN" b="1" dirty="0">
                <a:latin typeface="Arial" pitchFamily="34" charset="0"/>
              </a:rPr>
              <a:t>Ф</a:t>
            </a:r>
            <a:r>
              <a:rPr lang="zh-CN" altLang="ru-RU" b="1" dirty="0">
                <a:latin typeface="Arial" pitchFamily="34" charset="0"/>
                <a:ea typeface="华文中宋" pitchFamily="2" charset="-122"/>
              </a:rPr>
              <a:t>取</a:t>
            </a:r>
            <a:r>
              <a:rPr lang="en-US" altLang="zh-CN" b="1" dirty="0">
                <a:latin typeface="Arial" pitchFamily="34" charset="0"/>
                <a:ea typeface="黑体" pitchFamily="49" charset="-122"/>
              </a:rPr>
              <a:t>0</a:t>
            </a:r>
          </a:p>
        </p:txBody>
      </p:sp>
      <p:sp>
        <p:nvSpPr>
          <p:cNvPr id="258053" name="Text Box 5"/>
          <p:cNvSpPr txBox="1">
            <a:spLocks noChangeArrowheads="1"/>
          </p:cNvSpPr>
          <p:nvPr/>
        </p:nvSpPr>
        <p:spPr bwMode="auto">
          <a:xfrm>
            <a:off x="4191000" y="2952750"/>
            <a:ext cx="5427662" cy="32913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lIns="79068" tIns="39534" rIns="79068" bIns="39534">
            <a:spAutoFit/>
          </a:bodyPr>
          <a:lstStyle/>
          <a:p>
            <a:pPr algn="l"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en-US" altLang="zh-CN" b="1" dirty="0">
                <a:latin typeface="CG Times" pitchFamily="18" charset="0"/>
                <a:ea typeface="黑体" pitchFamily="49" charset="-122"/>
              </a:rPr>
              <a:t>②</a:t>
            </a:r>
            <a:r>
              <a:rPr lang="zh-CN" altLang="en-US" b="1" dirty="0">
                <a:latin typeface="CG Times" pitchFamily="18" charset="0"/>
                <a:ea typeface="华文中宋" pitchFamily="2" charset="-122"/>
              </a:rPr>
              <a:t>利用无关项，</a:t>
            </a:r>
            <a:r>
              <a:rPr lang="en-US" altLang="zh-CN" b="1" dirty="0">
                <a:latin typeface="Arial" pitchFamily="34" charset="0"/>
              </a:rPr>
              <a:t>m</a:t>
            </a:r>
            <a:r>
              <a:rPr lang="en-US" altLang="zh-CN" b="1" baseline="-8000" dirty="0">
                <a:latin typeface="Arial" pitchFamily="34" charset="0"/>
              </a:rPr>
              <a:t>8</a:t>
            </a:r>
            <a:r>
              <a:rPr lang="zh-CN" altLang="en-US" b="1" dirty="0">
                <a:latin typeface="Arial" pitchFamily="34" charset="0"/>
              </a:rPr>
              <a:t>、</a:t>
            </a:r>
            <a:r>
              <a:rPr lang="en-US" altLang="zh-CN" b="1" dirty="0">
                <a:latin typeface="Arial" pitchFamily="34" charset="0"/>
              </a:rPr>
              <a:t>m</a:t>
            </a:r>
            <a:r>
              <a:rPr lang="en-US" altLang="zh-CN" b="1" baseline="-8000" dirty="0">
                <a:latin typeface="Arial" pitchFamily="34" charset="0"/>
              </a:rPr>
              <a:t>12</a:t>
            </a:r>
            <a:r>
              <a:rPr lang="zh-CN" altLang="en-US" b="1" dirty="0">
                <a:latin typeface="Arial" pitchFamily="34" charset="0"/>
              </a:rPr>
              <a:t>、</a:t>
            </a:r>
            <a:r>
              <a:rPr lang="en-US" altLang="zh-CN" b="1" dirty="0">
                <a:latin typeface="Arial" pitchFamily="34" charset="0"/>
              </a:rPr>
              <a:t>m</a:t>
            </a:r>
            <a:r>
              <a:rPr lang="en-US" altLang="zh-CN" b="1" baseline="-8000" dirty="0">
                <a:latin typeface="Arial" pitchFamily="34" charset="0"/>
              </a:rPr>
              <a:t>15</a:t>
            </a:r>
            <a:r>
              <a:rPr lang="zh-CN" altLang="en-US" b="1" dirty="0">
                <a:latin typeface="Arial" pitchFamily="34" charset="0"/>
                <a:ea typeface="华文中宋" pitchFamily="2" charset="-122"/>
              </a:rPr>
              <a:t>取</a:t>
            </a:r>
            <a:r>
              <a:rPr lang="en-US" altLang="zh-CN" dirty="0">
                <a:latin typeface="Arial" pitchFamily="34" charset="0"/>
                <a:ea typeface="黑体" pitchFamily="49" charset="-122"/>
              </a:rPr>
              <a:t>1</a:t>
            </a:r>
          </a:p>
        </p:txBody>
      </p:sp>
      <p:graphicFrame>
        <p:nvGraphicFramePr>
          <p:cNvPr id="258054" name="Object 6"/>
          <p:cNvGraphicFramePr>
            <a:graphicFrameLocks noChangeAspect="1"/>
          </p:cNvGraphicFramePr>
          <p:nvPr/>
        </p:nvGraphicFramePr>
        <p:xfrm>
          <a:off x="4191000" y="2266950"/>
          <a:ext cx="3678237" cy="269697"/>
        </p:xfrm>
        <a:graphic>
          <a:graphicData uri="http://schemas.openxmlformats.org/presentationml/2006/ole">
            <p:oleObj spid="_x0000_s32771" name="公式" r:id="rId5" imgW="1612800" imgH="215640" progId="">
              <p:embed/>
            </p:oleObj>
          </a:graphicData>
        </a:graphic>
      </p:graphicFrame>
      <p:graphicFrame>
        <p:nvGraphicFramePr>
          <p:cNvPr id="258057" name="Object 9"/>
          <p:cNvGraphicFramePr>
            <a:graphicFrameLocks noChangeAspect="1"/>
          </p:cNvGraphicFramePr>
          <p:nvPr/>
        </p:nvGraphicFramePr>
        <p:xfrm>
          <a:off x="4724400" y="3562350"/>
          <a:ext cx="1844675" cy="330994"/>
        </p:xfrm>
        <a:graphic>
          <a:graphicData uri="http://schemas.openxmlformats.org/presentationml/2006/ole">
            <p:oleObj spid="_x0000_s32772" name="公式" r:id="rId6" imgW="901440" imgH="215640" progId="">
              <p:embed/>
            </p:oleObj>
          </a:graphicData>
        </a:graphic>
      </p:graphicFrame>
      <p:sp>
        <p:nvSpPr>
          <p:cNvPr id="52" name="Rectangle 14"/>
          <p:cNvSpPr>
            <a:spLocks noChangeArrowheads="1"/>
          </p:cNvSpPr>
          <p:nvPr/>
        </p:nvSpPr>
        <p:spPr bwMode="auto">
          <a:xfrm>
            <a:off x="0" y="5905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无关项化</a:t>
            </a: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 例</a:t>
            </a:r>
            <a:r>
              <a:rPr lang="en-US" altLang="zh-CN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4" name="Picture 4" descr="C:\Users\hfutliujun\AppData\Roaming\Tencent\Users\350654676\QQ\WinTemp\RichOle\@~`UE)QQ{E2T[ACN(VT@6]0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09600" y="1733550"/>
            <a:ext cx="2784008" cy="1981200"/>
          </a:xfrm>
          <a:prstGeom prst="rect">
            <a:avLst/>
          </a:prstGeom>
          <a:noFill/>
        </p:spPr>
      </p:pic>
      <p:sp>
        <p:nvSpPr>
          <p:cNvPr id="55" name="Text Box 60"/>
          <p:cNvSpPr txBox="1">
            <a:spLocks noChangeArrowheads="1"/>
          </p:cNvSpPr>
          <p:nvPr/>
        </p:nvSpPr>
        <p:spPr bwMode="auto">
          <a:xfrm>
            <a:off x="1216025" y="2114550"/>
            <a:ext cx="841375" cy="42068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en-US" altLang="zh-CN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1</a:t>
            </a:r>
          </a:p>
        </p:txBody>
      </p:sp>
      <p:sp>
        <p:nvSpPr>
          <p:cNvPr id="56" name="Text Box 60"/>
          <p:cNvSpPr txBox="1">
            <a:spLocks noChangeArrowheads="1"/>
          </p:cNvSpPr>
          <p:nvPr/>
        </p:nvSpPr>
        <p:spPr bwMode="auto">
          <a:xfrm>
            <a:off x="2286000" y="2114550"/>
            <a:ext cx="841375" cy="42068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en-US" altLang="zh-CN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1</a:t>
            </a:r>
          </a:p>
        </p:txBody>
      </p:sp>
      <p:sp>
        <p:nvSpPr>
          <p:cNvPr id="57" name="Text Box 60"/>
          <p:cNvSpPr txBox="1">
            <a:spLocks noChangeArrowheads="1"/>
          </p:cNvSpPr>
          <p:nvPr/>
        </p:nvSpPr>
        <p:spPr bwMode="auto">
          <a:xfrm>
            <a:off x="1242797" y="2495550"/>
            <a:ext cx="841375" cy="42068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en-US" altLang="zh-CN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1</a:t>
            </a:r>
          </a:p>
        </p:txBody>
      </p:sp>
      <p:sp>
        <p:nvSpPr>
          <p:cNvPr id="58" name="Text Box 60"/>
          <p:cNvSpPr txBox="1">
            <a:spLocks noChangeArrowheads="1"/>
          </p:cNvSpPr>
          <p:nvPr/>
        </p:nvSpPr>
        <p:spPr bwMode="auto">
          <a:xfrm>
            <a:off x="2312772" y="2495550"/>
            <a:ext cx="841375" cy="42068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en-US" altLang="zh-CN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1</a:t>
            </a:r>
          </a:p>
        </p:txBody>
      </p:sp>
      <p:sp>
        <p:nvSpPr>
          <p:cNvPr id="60" name="Text Box 60"/>
          <p:cNvSpPr txBox="1">
            <a:spLocks noChangeArrowheads="1"/>
          </p:cNvSpPr>
          <p:nvPr/>
        </p:nvSpPr>
        <p:spPr bwMode="auto">
          <a:xfrm>
            <a:off x="2286000" y="3333750"/>
            <a:ext cx="841375" cy="34163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en-US" altLang="zh-CN" b="1" dirty="0" smtClean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 1</a:t>
            </a:r>
            <a:endParaRPr lang="en-US" altLang="zh-CN" b="1" dirty="0">
              <a:solidFill>
                <a:srgbClr val="FF0000"/>
              </a:solidFill>
              <a:latin typeface="Arial" pitchFamily="34" charset="0"/>
              <a:ea typeface="楷体_GB2312" pitchFamily="49" charset="-122"/>
            </a:endParaRPr>
          </a:p>
        </p:txBody>
      </p:sp>
      <p:sp>
        <p:nvSpPr>
          <p:cNvPr id="63" name="Text Box 48"/>
          <p:cNvSpPr txBox="1">
            <a:spLocks noChangeArrowheads="1"/>
          </p:cNvSpPr>
          <p:nvPr/>
        </p:nvSpPr>
        <p:spPr bwMode="auto">
          <a:xfrm>
            <a:off x="1219200" y="3257550"/>
            <a:ext cx="677862" cy="32913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lIns="79068" tIns="39534" rIns="79068" bIns="39534">
            <a:spAutoFit/>
          </a:bodyPr>
          <a:lstStyle/>
          <a:p>
            <a:pPr algn="l"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ru-RU" altLang="zh-CN" b="1" dirty="0">
                <a:solidFill>
                  <a:srgbClr val="FF3300"/>
                </a:solidFill>
                <a:latin typeface="Arial" pitchFamily="34" charset="0"/>
              </a:rPr>
              <a:t>Ф</a:t>
            </a:r>
            <a:endParaRPr lang="en-US" altLang="zh-CN" b="1" dirty="0">
              <a:solidFill>
                <a:srgbClr val="FF3300"/>
              </a:solidFill>
              <a:latin typeface="Arial" pitchFamily="34" charset="0"/>
            </a:endParaRPr>
          </a:p>
        </p:txBody>
      </p:sp>
      <p:sp>
        <p:nvSpPr>
          <p:cNvPr id="64" name="Text Box 48"/>
          <p:cNvSpPr txBox="1">
            <a:spLocks noChangeArrowheads="1"/>
          </p:cNvSpPr>
          <p:nvPr/>
        </p:nvSpPr>
        <p:spPr bwMode="auto">
          <a:xfrm>
            <a:off x="1676400" y="3333750"/>
            <a:ext cx="677862" cy="32913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lIns="79068" tIns="39534" rIns="79068" bIns="39534">
            <a:spAutoFit/>
          </a:bodyPr>
          <a:lstStyle/>
          <a:p>
            <a:pPr algn="l"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en-US" altLang="zh-CN" b="1" dirty="0" smtClean="0">
                <a:solidFill>
                  <a:srgbClr val="FF3300"/>
                </a:solidFill>
                <a:latin typeface="Arial" pitchFamily="34" charset="0"/>
              </a:rPr>
              <a:t> </a:t>
            </a:r>
            <a:r>
              <a:rPr lang="ru-RU" altLang="zh-CN" b="1" dirty="0" smtClean="0">
                <a:solidFill>
                  <a:srgbClr val="FF3300"/>
                </a:solidFill>
                <a:latin typeface="Arial" pitchFamily="34" charset="0"/>
              </a:rPr>
              <a:t>Ф</a:t>
            </a:r>
            <a:endParaRPr lang="en-US" altLang="zh-CN" b="1" dirty="0">
              <a:solidFill>
                <a:srgbClr val="FF3300"/>
              </a:solidFill>
              <a:latin typeface="Arial" pitchFamily="34" charset="0"/>
            </a:endParaRPr>
          </a:p>
        </p:txBody>
      </p:sp>
      <p:sp>
        <p:nvSpPr>
          <p:cNvPr id="65" name="Text Box 48"/>
          <p:cNvSpPr txBox="1">
            <a:spLocks noChangeArrowheads="1"/>
          </p:cNvSpPr>
          <p:nvPr/>
        </p:nvSpPr>
        <p:spPr bwMode="auto">
          <a:xfrm>
            <a:off x="1219200" y="2952750"/>
            <a:ext cx="677862" cy="32913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lIns="79068" tIns="39534" rIns="79068" bIns="39534">
            <a:spAutoFit/>
          </a:bodyPr>
          <a:lstStyle/>
          <a:p>
            <a:pPr algn="l"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ru-RU" altLang="zh-CN" b="1" dirty="0">
                <a:solidFill>
                  <a:srgbClr val="FF3300"/>
                </a:solidFill>
                <a:latin typeface="Arial" pitchFamily="34" charset="0"/>
              </a:rPr>
              <a:t>Ф</a:t>
            </a:r>
            <a:endParaRPr lang="en-US" altLang="zh-CN" b="1" dirty="0">
              <a:solidFill>
                <a:srgbClr val="FF3300"/>
              </a:solidFill>
              <a:latin typeface="Arial" pitchFamily="34" charset="0"/>
            </a:endParaRPr>
          </a:p>
        </p:txBody>
      </p:sp>
      <p:sp>
        <p:nvSpPr>
          <p:cNvPr id="66" name="Text Box 48"/>
          <p:cNvSpPr txBox="1">
            <a:spLocks noChangeArrowheads="1"/>
          </p:cNvSpPr>
          <p:nvPr/>
        </p:nvSpPr>
        <p:spPr bwMode="auto">
          <a:xfrm>
            <a:off x="1676400" y="2952750"/>
            <a:ext cx="677862" cy="32913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lIns="79068" tIns="39534" rIns="79068" bIns="39534">
            <a:spAutoFit/>
          </a:bodyPr>
          <a:lstStyle/>
          <a:p>
            <a:pPr algn="l"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en-US" altLang="zh-CN" b="1" dirty="0" smtClean="0">
                <a:solidFill>
                  <a:srgbClr val="FF3300"/>
                </a:solidFill>
                <a:latin typeface="Arial" pitchFamily="34" charset="0"/>
              </a:rPr>
              <a:t> </a:t>
            </a:r>
            <a:r>
              <a:rPr lang="ru-RU" altLang="zh-CN" b="1" dirty="0" smtClean="0">
                <a:solidFill>
                  <a:srgbClr val="FF3300"/>
                </a:solidFill>
                <a:latin typeface="Arial" pitchFamily="34" charset="0"/>
              </a:rPr>
              <a:t>Ф</a:t>
            </a:r>
            <a:endParaRPr lang="en-US" altLang="zh-CN" b="1" dirty="0">
              <a:solidFill>
                <a:srgbClr val="FF3300"/>
              </a:solidFill>
              <a:latin typeface="Arial" pitchFamily="34" charset="0"/>
            </a:endParaRPr>
          </a:p>
        </p:txBody>
      </p:sp>
      <p:sp>
        <p:nvSpPr>
          <p:cNvPr id="67" name="Text Box 48"/>
          <p:cNvSpPr txBox="1">
            <a:spLocks noChangeArrowheads="1"/>
          </p:cNvSpPr>
          <p:nvPr/>
        </p:nvSpPr>
        <p:spPr bwMode="auto">
          <a:xfrm>
            <a:off x="2331306" y="2952750"/>
            <a:ext cx="677862" cy="32913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lIns="79068" tIns="39534" rIns="79068" bIns="39534">
            <a:spAutoFit/>
          </a:bodyPr>
          <a:lstStyle/>
          <a:p>
            <a:pPr algn="l"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ru-RU" altLang="zh-CN" b="1" dirty="0">
                <a:solidFill>
                  <a:srgbClr val="FF3300"/>
                </a:solidFill>
                <a:latin typeface="Arial" pitchFamily="34" charset="0"/>
              </a:rPr>
              <a:t>Ф</a:t>
            </a:r>
            <a:endParaRPr lang="en-US" altLang="zh-CN" b="1" dirty="0">
              <a:solidFill>
                <a:srgbClr val="FF3300"/>
              </a:solidFill>
              <a:latin typeface="Arial" pitchFamily="34" charset="0"/>
            </a:endParaRPr>
          </a:p>
        </p:txBody>
      </p:sp>
      <p:sp>
        <p:nvSpPr>
          <p:cNvPr id="68" name="Text Box 48"/>
          <p:cNvSpPr txBox="1">
            <a:spLocks noChangeArrowheads="1"/>
          </p:cNvSpPr>
          <p:nvPr/>
        </p:nvSpPr>
        <p:spPr bwMode="auto">
          <a:xfrm>
            <a:off x="2788506" y="2952750"/>
            <a:ext cx="677862" cy="32913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lIns="79068" tIns="39534" rIns="79068" bIns="39534">
            <a:spAutoFit/>
          </a:bodyPr>
          <a:lstStyle/>
          <a:p>
            <a:pPr algn="l"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en-US" altLang="zh-CN" b="1" dirty="0" smtClean="0">
                <a:solidFill>
                  <a:srgbClr val="FF3300"/>
                </a:solidFill>
                <a:latin typeface="Arial" pitchFamily="34" charset="0"/>
              </a:rPr>
              <a:t> </a:t>
            </a:r>
            <a:r>
              <a:rPr lang="ru-RU" altLang="zh-CN" b="1" dirty="0" smtClean="0">
                <a:solidFill>
                  <a:srgbClr val="FF3300"/>
                </a:solidFill>
                <a:latin typeface="Arial" pitchFamily="34" charset="0"/>
              </a:rPr>
              <a:t>Ф</a:t>
            </a:r>
            <a:endParaRPr lang="en-US" altLang="zh-CN" b="1" dirty="0">
              <a:solidFill>
                <a:srgbClr val="FF3300"/>
              </a:solidFill>
              <a:latin typeface="Arial" pitchFamily="34" charset="0"/>
            </a:endParaRPr>
          </a:p>
        </p:txBody>
      </p:sp>
      <p:sp>
        <p:nvSpPr>
          <p:cNvPr id="69" name="AutoShape 8"/>
          <p:cNvSpPr>
            <a:spLocks noChangeArrowheads="1"/>
          </p:cNvSpPr>
          <p:nvPr/>
        </p:nvSpPr>
        <p:spPr bwMode="auto">
          <a:xfrm rot="5400000">
            <a:off x="667540" y="2705895"/>
            <a:ext cx="1447801" cy="265113"/>
          </a:xfrm>
          <a:prstGeom prst="flowChartTerminator">
            <a:avLst/>
          </a:prstGeom>
          <a:noFill/>
          <a:ln w="28575" cap="sq">
            <a:solidFill>
              <a:srgbClr val="FF33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" name="AutoShape 8"/>
          <p:cNvSpPr>
            <a:spLocks noChangeArrowheads="1"/>
          </p:cNvSpPr>
          <p:nvPr/>
        </p:nvSpPr>
        <p:spPr bwMode="auto">
          <a:xfrm rot="5400000">
            <a:off x="1720399" y="2713103"/>
            <a:ext cx="1515763" cy="265113"/>
          </a:xfrm>
          <a:prstGeom prst="flowChartTerminator">
            <a:avLst/>
          </a:prstGeom>
          <a:noFill/>
          <a:ln w="28575" cap="sq">
            <a:solidFill>
              <a:srgbClr val="FF33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1" name="Group 10"/>
          <p:cNvGrpSpPr>
            <a:grpSpLocks/>
          </p:cNvGrpSpPr>
          <p:nvPr/>
        </p:nvGrpSpPr>
        <p:grpSpPr bwMode="auto">
          <a:xfrm>
            <a:off x="76200" y="2571750"/>
            <a:ext cx="762000" cy="653653"/>
            <a:chOff x="295" y="1472"/>
            <a:chExt cx="759" cy="549"/>
          </a:xfrm>
        </p:grpSpPr>
        <p:sp>
          <p:nvSpPr>
            <p:cNvPr id="72" name="AutoShape 11"/>
            <p:cNvSpPr>
              <a:spLocks noChangeArrowheads="1"/>
            </p:cNvSpPr>
            <p:nvPr/>
          </p:nvSpPr>
          <p:spPr bwMode="auto">
            <a:xfrm>
              <a:off x="295" y="1472"/>
              <a:ext cx="759" cy="549"/>
            </a:xfrm>
            <a:prstGeom prst="wedgeRoundRectCallout">
              <a:avLst>
                <a:gd name="adj1" fmla="val 107181"/>
                <a:gd name="adj2" fmla="val -17579"/>
                <a:gd name="adj3" fmla="val 16667"/>
              </a:avLst>
            </a:prstGeom>
            <a:solidFill>
              <a:srgbClr val="66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79068" tIns="39534" rIns="79068" bIns="39534" anchor="ctr"/>
            <a:lstStyle/>
            <a:p>
              <a:pPr defTabSz="790575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lang="en-US" altLang="zh-CN" b="1" i="1" dirty="0" smtClean="0">
                  <a:latin typeface="Arial" pitchFamily="34" charset="0"/>
                  <a:ea typeface="楷体_GB2312" pitchFamily="49" charset="-122"/>
                </a:rPr>
                <a:t> CD</a:t>
              </a:r>
              <a:endParaRPr lang="en-US" altLang="zh-CN" b="1" i="1" dirty="0">
                <a:latin typeface="Arial" pitchFamily="34" charset="0"/>
                <a:ea typeface="楷体_GB2312" pitchFamily="49" charset="-122"/>
              </a:endParaRPr>
            </a:p>
          </p:txBody>
        </p:sp>
        <p:sp>
          <p:nvSpPr>
            <p:cNvPr id="73" name="Line 12"/>
            <p:cNvSpPr>
              <a:spLocks noChangeShapeType="1"/>
            </p:cNvSpPr>
            <p:nvPr/>
          </p:nvSpPr>
          <p:spPr bwMode="auto">
            <a:xfrm flipH="1" flipV="1">
              <a:off x="507" y="1620"/>
              <a:ext cx="13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4" name="Line 13"/>
            <p:cNvSpPr>
              <a:spLocks noChangeShapeType="1"/>
            </p:cNvSpPr>
            <p:nvPr/>
          </p:nvSpPr>
          <p:spPr bwMode="auto">
            <a:xfrm flipH="1" flipV="1">
              <a:off x="701" y="1620"/>
              <a:ext cx="109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75" name="AutoShape 14"/>
          <p:cNvSpPr>
            <a:spLocks noChangeArrowheads="1"/>
          </p:cNvSpPr>
          <p:nvPr/>
        </p:nvSpPr>
        <p:spPr bwMode="auto">
          <a:xfrm>
            <a:off x="3200400" y="2114550"/>
            <a:ext cx="549275" cy="653653"/>
          </a:xfrm>
          <a:prstGeom prst="wedgeRoundRectCallout">
            <a:avLst>
              <a:gd name="adj1" fmla="val -159486"/>
              <a:gd name="adj2" fmla="val 23222"/>
              <a:gd name="adj3" fmla="val 16667"/>
            </a:avLst>
          </a:prstGeom>
          <a:solidFill>
            <a:srgbClr val="66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79068" tIns="39534" rIns="79068" bIns="39534" anchor="ctr"/>
          <a:lstStyle/>
          <a:p>
            <a:pPr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en-US" altLang="zh-CN" b="1" i="1">
                <a:latin typeface="Arial" pitchFamily="34" charset="0"/>
                <a:ea typeface="楷体_GB2312" pitchFamily="49" charset="-122"/>
              </a:rPr>
              <a:t>CD</a:t>
            </a:r>
          </a:p>
        </p:txBody>
      </p:sp>
      <p:sp>
        <p:nvSpPr>
          <p:cNvPr id="29" name="矩形 28"/>
          <p:cNvSpPr/>
          <p:nvPr/>
        </p:nvSpPr>
        <p:spPr>
          <a:xfrm>
            <a:off x="152400" y="0"/>
            <a:ext cx="216597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1.9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无关项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8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8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580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580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8053" grpId="0"/>
      <p:bldP spid="69" grpId="0" animBg="1"/>
      <p:bldP spid="70" grpId="0" animBg="1"/>
      <p:bldP spid="7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14"/>
          <p:cNvSpPr>
            <a:spLocks noChangeArrowheads="1"/>
          </p:cNvSpPr>
          <p:nvPr/>
        </p:nvSpPr>
        <p:spPr bwMode="auto">
          <a:xfrm>
            <a:off x="0" y="5905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无关项化</a:t>
            </a: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 例</a:t>
            </a:r>
            <a:r>
              <a:rPr lang="en-US" altLang="zh-CN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9157" name="Object 9"/>
          <p:cNvGraphicFramePr>
            <a:graphicFrameLocks noChangeAspect="1"/>
          </p:cNvGraphicFramePr>
          <p:nvPr/>
        </p:nvGraphicFramePr>
        <p:xfrm>
          <a:off x="1981200" y="666750"/>
          <a:ext cx="4495800" cy="713366"/>
        </p:xfrm>
        <a:graphic>
          <a:graphicData uri="http://schemas.openxmlformats.org/presentationml/2006/ole">
            <p:oleObj spid="_x0000_s49157" name="Equation" r:id="rId4" imgW="2400120" imgH="507960" progId="Equation.DSMT4">
              <p:embed/>
            </p:oleObj>
          </a:graphicData>
        </a:graphic>
      </p:graphicFrame>
      <p:graphicFrame>
        <p:nvGraphicFramePr>
          <p:cNvPr id="49158" name="Object 9"/>
          <p:cNvGraphicFramePr>
            <a:graphicFrameLocks noChangeAspect="1"/>
          </p:cNvGraphicFramePr>
          <p:nvPr/>
        </p:nvGraphicFramePr>
        <p:xfrm>
          <a:off x="152400" y="1733550"/>
          <a:ext cx="2895600" cy="239627"/>
        </p:xfrm>
        <a:graphic>
          <a:graphicData uri="http://schemas.openxmlformats.org/presentationml/2006/ole">
            <p:oleObj spid="_x0000_s49158" name="Equation" r:id="rId5" imgW="1955520" imgH="215640" progId="Equation.DSMT4">
              <p:embed/>
            </p:oleObj>
          </a:graphicData>
        </a:graphic>
      </p:graphicFrame>
      <p:graphicFrame>
        <p:nvGraphicFramePr>
          <p:cNvPr id="49159" name="Object 9"/>
          <p:cNvGraphicFramePr>
            <a:graphicFrameLocks noChangeAspect="1"/>
          </p:cNvGraphicFramePr>
          <p:nvPr/>
        </p:nvGraphicFramePr>
        <p:xfrm>
          <a:off x="381000" y="2114550"/>
          <a:ext cx="3403600" cy="268287"/>
        </p:xfrm>
        <a:graphic>
          <a:graphicData uri="http://schemas.openxmlformats.org/presentationml/2006/ole">
            <p:oleObj spid="_x0000_s49159" name="Equation" r:id="rId6" imgW="2298600" imgH="241200" progId="Equation.DSMT4">
              <p:embed/>
            </p:oleObj>
          </a:graphicData>
        </a:graphic>
      </p:graphicFrame>
      <p:graphicFrame>
        <p:nvGraphicFramePr>
          <p:cNvPr id="49160" name="Object 9"/>
          <p:cNvGraphicFramePr>
            <a:graphicFrameLocks noChangeAspect="1"/>
          </p:cNvGraphicFramePr>
          <p:nvPr/>
        </p:nvGraphicFramePr>
        <p:xfrm>
          <a:off x="381000" y="2495550"/>
          <a:ext cx="3667125" cy="563562"/>
        </p:xfrm>
        <a:graphic>
          <a:graphicData uri="http://schemas.openxmlformats.org/presentationml/2006/ole">
            <p:oleObj spid="_x0000_s49160" name="Equation" r:id="rId7" imgW="2476440" imgH="507960" progId="Equation.DSMT4">
              <p:embed/>
            </p:oleObj>
          </a:graphicData>
        </a:graphic>
      </p:graphicFrame>
      <p:graphicFrame>
        <p:nvGraphicFramePr>
          <p:cNvPr id="49161" name="Object 9"/>
          <p:cNvGraphicFramePr>
            <a:graphicFrameLocks noChangeAspect="1"/>
          </p:cNvGraphicFramePr>
          <p:nvPr/>
        </p:nvGraphicFramePr>
        <p:xfrm>
          <a:off x="4648200" y="1657350"/>
          <a:ext cx="4043064" cy="609600"/>
        </p:xfrm>
        <a:graphic>
          <a:graphicData uri="http://schemas.openxmlformats.org/presentationml/2006/ole">
            <p:oleObj spid="_x0000_s49161" name="Equation" r:id="rId8" imgW="2400120" imgH="482400" progId="Equation.DSMT4">
              <p:embed/>
            </p:oleObj>
          </a:graphicData>
        </a:graphic>
      </p:graphicFrame>
      <p:graphicFrame>
        <p:nvGraphicFramePr>
          <p:cNvPr id="49162" name="Object 10"/>
          <p:cNvGraphicFramePr>
            <a:graphicFrameLocks noChangeAspect="1"/>
          </p:cNvGraphicFramePr>
          <p:nvPr/>
        </p:nvGraphicFramePr>
        <p:xfrm>
          <a:off x="4648200" y="2419350"/>
          <a:ext cx="2070100" cy="328587"/>
        </p:xfrm>
        <a:graphic>
          <a:graphicData uri="http://schemas.openxmlformats.org/presentationml/2006/ole">
            <p:oleObj spid="_x0000_s49162" name="Equation" r:id="rId9" imgW="1600200" imgH="253800" progId="Equation.DSMT4">
              <p:embed/>
            </p:oleObj>
          </a:graphicData>
        </a:graphic>
      </p:graphicFrame>
      <p:graphicFrame>
        <p:nvGraphicFramePr>
          <p:cNvPr id="49163" name="Object 11"/>
          <p:cNvGraphicFramePr>
            <a:graphicFrameLocks noChangeAspect="1"/>
          </p:cNvGraphicFramePr>
          <p:nvPr/>
        </p:nvGraphicFramePr>
        <p:xfrm>
          <a:off x="1447800" y="3409950"/>
          <a:ext cx="5500955" cy="381000"/>
        </p:xfrm>
        <a:graphic>
          <a:graphicData uri="http://schemas.openxmlformats.org/presentationml/2006/ole">
            <p:oleObj spid="_x0000_s49163" name="Equation" r:id="rId10" imgW="2755800" imgH="253800" progId="Equation.DSMT4">
              <p:embed/>
            </p:oleObj>
          </a:graphicData>
        </a:graphic>
      </p:graphicFrame>
      <p:sp>
        <p:nvSpPr>
          <p:cNvPr id="35" name="矩形 34"/>
          <p:cNvSpPr/>
          <p:nvPr/>
        </p:nvSpPr>
        <p:spPr>
          <a:xfrm>
            <a:off x="152400" y="0"/>
            <a:ext cx="216597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1.9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无关项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9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9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9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9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9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9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9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9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9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9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14"/>
          <p:cNvSpPr>
            <a:spLocks noChangeArrowheads="1"/>
          </p:cNvSpPr>
          <p:nvPr/>
        </p:nvSpPr>
        <p:spPr bwMode="auto">
          <a:xfrm>
            <a:off x="0" y="5905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无关项化</a:t>
            </a: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 例</a:t>
            </a:r>
            <a:r>
              <a:rPr lang="en-US" altLang="zh-CN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838200" y="2190750"/>
            <a:ext cx="3124200" cy="1981200"/>
            <a:chOff x="533400" y="2114550"/>
            <a:chExt cx="3124200" cy="1981200"/>
          </a:xfrm>
        </p:grpSpPr>
        <p:pic>
          <p:nvPicPr>
            <p:cNvPr id="54" name="Picture 4" descr="C:\Users\hfutliujun\AppData\Roaming\Tencent\Users\350654676\QQ\WinTemp\RichOle\@~`UE)QQ{E2T[ACN(VT@6]0.pn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533400" y="2114550"/>
              <a:ext cx="2784008" cy="1981200"/>
            </a:xfrm>
            <a:prstGeom prst="rect">
              <a:avLst/>
            </a:prstGeom>
            <a:noFill/>
          </p:spPr>
        </p:pic>
        <p:sp>
          <p:nvSpPr>
            <p:cNvPr id="55" name="Text Box 60"/>
            <p:cNvSpPr txBox="1">
              <a:spLocks noChangeArrowheads="1"/>
            </p:cNvSpPr>
            <p:nvPr/>
          </p:nvSpPr>
          <p:spPr bwMode="auto">
            <a:xfrm>
              <a:off x="1139825" y="2495550"/>
              <a:ext cx="841375" cy="420687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defTabSz="790575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lang="en-US" altLang="zh-CN" b="1" dirty="0">
                  <a:solidFill>
                    <a:srgbClr val="FF0000"/>
                  </a:solidFill>
                  <a:latin typeface="Arial" pitchFamily="34" charset="0"/>
                  <a:ea typeface="楷体_GB2312" pitchFamily="49" charset="-122"/>
                </a:rPr>
                <a:t>1</a:t>
              </a:r>
            </a:p>
          </p:txBody>
        </p:sp>
        <p:sp>
          <p:nvSpPr>
            <p:cNvPr id="56" name="Text Box 60"/>
            <p:cNvSpPr txBox="1">
              <a:spLocks noChangeArrowheads="1"/>
            </p:cNvSpPr>
            <p:nvPr/>
          </p:nvSpPr>
          <p:spPr bwMode="auto">
            <a:xfrm>
              <a:off x="2816225" y="2455863"/>
              <a:ext cx="841375" cy="420687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defTabSz="790575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lang="en-US" altLang="zh-CN" b="1" dirty="0">
                  <a:solidFill>
                    <a:srgbClr val="FF0000"/>
                  </a:solidFill>
                  <a:latin typeface="Arial" pitchFamily="34" charset="0"/>
                  <a:ea typeface="楷体_GB2312" pitchFamily="49" charset="-122"/>
                </a:rPr>
                <a:t>1</a:t>
              </a:r>
            </a:p>
          </p:txBody>
        </p:sp>
        <p:sp>
          <p:nvSpPr>
            <p:cNvPr id="57" name="Text Box 60"/>
            <p:cNvSpPr txBox="1">
              <a:spLocks noChangeArrowheads="1"/>
            </p:cNvSpPr>
            <p:nvPr/>
          </p:nvSpPr>
          <p:spPr bwMode="auto">
            <a:xfrm>
              <a:off x="1166597" y="2876550"/>
              <a:ext cx="841375" cy="420687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defTabSz="790575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lang="en-US" altLang="zh-CN" b="1" dirty="0">
                  <a:solidFill>
                    <a:srgbClr val="FF0000"/>
                  </a:solidFill>
                  <a:latin typeface="Arial" pitchFamily="34" charset="0"/>
                  <a:ea typeface="楷体_GB2312" pitchFamily="49" charset="-122"/>
                </a:rPr>
                <a:t>1</a:t>
              </a:r>
            </a:p>
          </p:txBody>
        </p:sp>
        <p:sp>
          <p:nvSpPr>
            <p:cNvPr id="58" name="Text Box 60"/>
            <p:cNvSpPr txBox="1">
              <a:spLocks noChangeArrowheads="1"/>
            </p:cNvSpPr>
            <p:nvPr/>
          </p:nvSpPr>
          <p:spPr bwMode="auto">
            <a:xfrm>
              <a:off x="1143001" y="3663264"/>
              <a:ext cx="457200" cy="341632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 defTabSz="790575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lang="en-US" altLang="zh-CN" b="1" dirty="0">
                  <a:solidFill>
                    <a:srgbClr val="FF0000"/>
                  </a:solidFill>
                  <a:latin typeface="Arial" pitchFamily="34" charset="0"/>
                  <a:ea typeface="楷体_GB2312" pitchFamily="49" charset="-122"/>
                </a:rPr>
                <a:t>1</a:t>
              </a:r>
            </a:p>
          </p:txBody>
        </p:sp>
        <p:sp>
          <p:nvSpPr>
            <p:cNvPr id="63" name="Text Box 48"/>
            <p:cNvSpPr txBox="1">
              <a:spLocks noChangeArrowheads="1"/>
            </p:cNvSpPr>
            <p:nvPr/>
          </p:nvSpPr>
          <p:spPr bwMode="auto">
            <a:xfrm>
              <a:off x="2743200" y="3687978"/>
              <a:ext cx="677862" cy="32913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lIns="79068" tIns="39534" rIns="79068" bIns="39534">
              <a:spAutoFit/>
            </a:bodyPr>
            <a:lstStyle/>
            <a:p>
              <a:pPr algn="l" defTabSz="790575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lang="ru-RU" altLang="zh-CN" b="1" dirty="0">
                  <a:solidFill>
                    <a:srgbClr val="FF3300"/>
                  </a:solidFill>
                  <a:latin typeface="Arial" pitchFamily="34" charset="0"/>
                </a:rPr>
                <a:t>Ф</a:t>
              </a:r>
              <a:endParaRPr lang="en-US" altLang="zh-CN" b="1" dirty="0">
                <a:solidFill>
                  <a:srgbClr val="FF3300"/>
                </a:solidFill>
                <a:latin typeface="Arial" pitchFamily="34" charset="0"/>
              </a:endParaRPr>
            </a:p>
          </p:txBody>
        </p:sp>
        <p:sp>
          <p:nvSpPr>
            <p:cNvPr id="64" name="Text Box 48"/>
            <p:cNvSpPr txBox="1">
              <a:spLocks noChangeArrowheads="1"/>
            </p:cNvSpPr>
            <p:nvPr/>
          </p:nvSpPr>
          <p:spPr bwMode="auto">
            <a:xfrm>
              <a:off x="2133600" y="3679740"/>
              <a:ext cx="677862" cy="32913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lIns="79068" tIns="39534" rIns="79068" bIns="39534">
              <a:spAutoFit/>
            </a:bodyPr>
            <a:lstStyle/>
            <a:p>
              <a:pPr algn="l" defTabSz="790575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lang="en-US" altLang="zh-CN" b="1" dirty="0" smtClean="0">
                  <a:solidFill>
                    <a:srgbClr val="FF3300"/>
                  </a:solidFill>
                  <a:latin typeface="Arial" pitchFamily="34" charset="0"/>
                </a:rPr>
                <a:t> </a:t>
              </a:r>
              <a:r>
                <a:rPr lang="ru-RU" altLang="zh-CN" b="1" dirty="0" smtClean="0">
                  <a:solidFill>
                    <a:srgbClr val="FF3300"/>
                  </a:solidFill>
                  <a:latin typeface="Arial" pitchFamily="34" charset="0"/>
                </a:rPr>
                <a:t>Ф</a:t>
              </a:r>
              <a:endParaRPr lang="en-US" altLang="zh-CN" b="1" dirty="0">
                <a:solidFill>
                  <a:srgbClr val="FF3300"/>
                </a:solidFill>
                <a:latin typeface="Arial" pitchFamily="34" charset="0"/>
              </a:endParaRPr>
            </a:p>
          </p:txBody>
        </p:sp>
        <p:sp>
          <p:nvSpPr>
            <p:cNvPr id="65" name="Text Box 48"/>
            <p:cNvSpPr txBox="1">
              <a:spLocks noChangeArrowheads="1"/>
            </p:cNvSpPr>
            <p:nvPr/>
          </p:nvSpPr>
          <p:spPr bwMode="auto">
            <a:xfrm>
              <a:off x="1143000" y="3333750"/>
              <a:ext cx="677862" cy="32913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lIns="79068" tIns="39534" rIns="79068" bIns="39534">
              <a:spAutoFit/>
            </a:bodyPr>
            <a:lstStyle/>
            <a:p>
              <a:pPr algn="l" defTabSz="790575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lang="ru-RU" altLang="zh-CN" b="1" dirty="0">
                  <a:solidFill>
                    <a:srgbClr val="FF3300"/>
                  </a:solidFill>
                  <a:latin typeface="Arial" pitchFamily="34" charset="0"/>
                </a:rPr>
                <a:t>Ф</a:t>
              </a:r>
              <a:endParaRPr lang="en-US" altLang="zh-CN" b="1" dirty="0">
                <a:solidFill>
                  <a:srgbClr val="FF3300"/>
                </a:solidFill>
                <a:latin typeface="Arial" pitchFamily="34" charset="0"/>
              </a:endParaRPr>
            </a:p>
          </p:txBody>
        </p:sp>
        <p:sp>
          <p:nvSpPr>
            <p:cNvPr id="66" name="Text Box 48"/>
            <p:cNvSpPr txBox="1">
              <a:spLocks noChangeArrowheads="1"/>
            </p:cNvSpPr>
            <p:nvPr/>
          </p:nvSpPr>
          <p:spPr bwMode="auto">
            <a:xfrm>
              <a:off x="1600200" y="3333750"/>
              <a:ext cx="677862" cy="32913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lIns="79068" tIns="39534" rIns="79068" bIns="39534">
              <a:spAutoFit/>
            </a:bodyPr>
            <a:lstStyle/>
            <a:p>
              <a:pPr algn="l" defTabSz="790575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lang="en-US" altLang="zh-CN" b="1" dirty="0" smtClean="0">
                  <a:solidFill>
                    <a:srgbClr val="FF3300"/>
                  </a:solidFill>
                  <a:latin typeface="Arial" pitchFamily="34" charset="0"/>
                </a:rPr>
                <a:t> </a:t>
              </a:r>
              <a:r>
                <a:rPr lang="ru-RU" altLang="zh-CN" b="1" dirty="0" smtClean="0">
                  <a:solidFill>
                    <a:srgbClr val="FF3300"/>
                  </a:solidFill>
                  <a:latin typeface="Arial" pitchFamily="34" charset="0"/>
                </a:rPr>
                <a:t>Ф</a:t>
              </a:r>
              <a:endParaRPr lang="en-US" altLang="zh-CN" b="1" dirty="0">
                <a:solidFill>
                  <a:srgbClr val="FF3300"/>
                </a:solidFill>
                <a:latin typeface="Arial" pitchFamily="34" charset="0"/>
              </a:endParaRPr>
            </a:p>
          </p:txBody>
        </p:sp>
        <p:sp>
          <p:nvSpPr>
            <p:cNvPr id="67" name="Text Box 48"/>
            <p:cNvSpPr txBox="1">
              <a:spLocks noChangeArrowheads="1"/>
            </p:cNvSpPr>
            <p:nvPr/>
          </p:nvSpPr>
          <p:spPr bwMode="auto">
            <a:xfrm>
              <a:off x="2255106" y="3333750"/>
              <a:ext cx="677862" cy="32913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lIns="79068" tIns="39534" rIns="79068" bIns="39534">
              <a:spAutoFit/>
            </a:bodyPr>
            <a:lstStyle/>
            <a:p>
              <a:pPr algn="l" defTabSz="790575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lang="ru-RU" altLang="zh-CN" b="1" dirty="0">
                  <a:solidFill>
                    <a:srgbClr val="FF3300"/>
                  </a:solidFill>
                  <a:latin typeface="Arial" pitchFamily="34" charset="0"/>
                </a:rPr>
                <a:t>Ф</a:t>
              </a:r>
              <a:endParaRPr lang="en-US" altLang="zh-CN" b="1" dirty="0">
                <a:solidFill>
                  <a:srgbClr val="FF3300"/>
                </a:solidFill>
                <a:latin typeface="Arial" pitchFamily="34" charset="0"/>
              </a:endParaRPr>
            </a:p>
          </p:txBody>
        </p:sp>
        <p:sp>
          <p:nvSpPr>
            <p:cNvPr id="68" name="Text Box 48"/>
            <p:cNvSpPr txBox="1">
              <a:spLocks noChangeArrowheads="1"/>
            </p:cNvSpPr>
            <p:nvPr/>
          </p:nvSpPr>
          <p:spPr bwMode="auto">
            <a:xfrm>
              <a:off x="2712306" y="3333750"/>
              <a:ext cx="677862" cy="32913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lIns="79068" tIns="39534" rIns="79068" bIns="39534">
              <a:spAutoFit/>
            </a:bodyPr>
            <a:lstStyle/>
            <a:p>
              <a:pPr algn="l" defTabSz="790575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lang="en-US" altLang="zh-CN" b="1" dirty="0" smtClean="0">
                  <a:solidFill>
                    <a:srgbClr val="FF3300"/>
                  </a:solidFill>
                  <a:latin typeface="Arial" pitchFamily="34" charset="0"/>
                </a:rPr>
                <a:t> </a:t>
              </a:r>
              <a:r>
                <a:rPr lang="ru-RU" altLang="zh-CN" b="1" dirty="0" smtClean="0">
                  <a:solidFill>
                    <a:srgbClr val="FF3300"/>
                  </a:solidFill>
                  <a:latin typeface="Arial" pitchFamily="34" charset="0"/>
                </a:rPr>
                <a:t>Ф</a:t>
              </a:r>
              <a:endParaRPr lang="en-US" altLang="zh-CN" b="1" dirty="0">
                <a:solidFill>
                  <a:srgbClr val="FF3300"/>
                </a:solidFill>
                <a:latin typeface="Arial" pitchFamily="34" charset="0"/>
              </a:endParaRPr>
            </a:p>
          </p:txBody>
        </p:sp>
      </p:grpSp>
      <p:sp>
        <p:nvSpPr>
          <p:cNvPr id="69" name="AutoShape 8"/>
          <p:cNvSpPr>
            <a:spLocks noChangeArrowheads="1"/>
          </p:cNvSpPr>
          <p:nvPr/>
        </p:nvSpPr>
        <p:spPr bwMode="auto">
          <a:xfrm rot="5400000">
            <a:off x="856456" y="3163094"/>
            <a:ext cx="1447801" cy="265113"/>
          </a:xfrm>
          <a:prstGeom prst="flowChartTerminator">
            <a:avLst/>
          </a:prstGeom>
          <a:noFill/>
          <a:ln w="28575" cap="sq">
            <a:solidFill>
              <a:srgbClr val="FF33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228600" y="3257550"/>
            <a:ext cx="762000" cy="653653"/>
            <a:chOff x="295" y="1472"/>
            <a:chExt cx="759" cy="549"/>
          </a:xfrm>
        </p:grpSpPr>
        <p:sp>
          <p:nvSpPr>
            <p:cNvPr id="72" name="AutoShape 11"/>
            <p:cNvSpPr>
              <a:spLocks noChangeArrowheads="1"/>
            </p:cNvSpPr>
            <p:nvPr/>
          </p:nvSpPr>
          <p:spPr bwMode="auto">
            <a:xfrm>
              <a:off x="295" y="1472"/>
              <a:ext cx="759" cy="549"/>
            </a:xfrm>
            <a:prstGeom prst="wedgeRoundRectCallout">
              <a:avLst>
                <a:gd name="adj1" fmla="val 107181"/>
                <a:gd name="adj2" fmla="val -17579"/>
                <a:gd name="adj3" fmla="val 16667"/>
              </a:avLst>
            </a:prstGeom>
            <a:solidFill>
              <a:srgbClr val="66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79068" tIns="39534" rIns="79068" bIns="39534" anchor="ctr"/>
            <a:lstStyle/>
            <a:p>
              <a:pPr defTabSz="790575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lang="en-US" altLang="zh-CN" b="1" i="1" dirty="0" smtClean="0">
                  <a:latin typeface="Arial" pitchFamily="34" charset="0"/>
                  <a:ea typeface="楷体_GB2312" pitchFamily="49" charset="-122"/>
                </a:rPr>
                <a:t> CD</a:t>
              </a:r>
              <a:endParaRPr lang="en-US" altLang="zh-CN" b="1" i="1" dirty="0">
                <a:latin typeface="Arial" pitchFamily="34" charset="0"/>
                <a:ea typeface="楷体_GB2312" pitchFamily="49" charset="-122"/>
              </a:endParaRPr>
            </a:p>
          </p:txBody>
        </p:sp>
        <p:sp>
          <p:nvSpPr>
            <p:cNvPr id="73" name="Line 12"/>
            <p:cNvSpPr>
              <a:spLocks noChangeShapeType="1"/>
            </p:cNvSpPr>
            <p:nvPr/>
          </p:nvSpPr>
          <p:spPr bwMode="auto">
            <a:xfrm flipH="1" flipV="1">
              <a:off x="507" y="1620"/>
              <a:ext cx="13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4" name="Line 13"/>
            <p:cNvSpPr>
              <a:spLocks noChangeShapeType="1"/>
            </p:cNvSpPr>
            <p:nvPr/>
          </p:nvSpPr>
          <p:spPr bwMode="auto">
            <a:xfrm flipH="1" flipV="1">
              <a:off x="701" y="1620"/>
              <a:ext cx="109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graphicFrame>
        <p:nvGraphicFramePr>
          <p:cNvPr id="49157" name="Object 9"/>
          <p:cNvGraphicFramePr>
            <a:graphicFrameLocks noChangeAspect="1"/>
          </p:cNvGraphicFramePr>
          <p:nvPr/>
        </p:nvGraphicFramePr>
        <p:xfrm>
          <a:off x="1981200" y="666750"/>
          <a:ext cx="4495800" cy="713366"/>
        </p:xfrm>
        <a:graphic>
          <a:graphicData uri="http://schemas.openxmlformats.org/presentationml/2006/ole">
            <p:oleObj spid="_x0000_s50180" name="Equation" r:id="rId5" imgW="2400120" imgH="507960" progId="Equation.DSMT4">
              <p:embed/>
            </p:oleObj>
          </a:graphicData>
        </a:graphic>
      </p:graphicFrame>
      <p:graphicFrame>
        <p:nvGraphicFramePr>
          <p:cNvPr id="50181" name="Object 5"/>
          <p:cNvGraphicFramePr>
            <a:graphicFrameLocks noChangeAspect="1"/>
          </p:cNvGraphicFramePr>
          <p:nvPr/>
        </p:nvGraphicFramePr>
        <p:xfrm>
          <a:off x="1219200" y="1504950"/>
          <a:ext cx="5500688" cy="381000"/>
        </p:xfrm>
        <a:graphic>
          <a:graphicData uri="http://schemas.openxmlformats.org/presentationml/2006/ole">
            <p:oleObj spid="_x0000_s50181" name="Equation" r:id="rId6" imgW="2755800" imgH="253800" progId="Equation.DSMT4">
              <p:embed/>
            </p:oleObj>
          </a:graphicData>
        </a:graphic>
      </p:graphicFrame>
      <p:sp>
        <p:nvSpPr>
          <p:cNvPr id="30" name="左中括号 29"/>
          <p:cNvSpPr/>
          <p:nvPr/>
        </p:nvSpPr>
        <p:spPr>
          <a:xfrm rot="13234341">
            <a:off x="1502967" y="2541491"/>
            <a:ext cx="228600" cy="304800"/>
          </a:xfrm>
          <a:prstGeom prst="leftBracket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左中括号 30"/>
          <p:cNvSpPr/>
          <p:nvPr/>
        </p:nvSpPr>
        <p:spPr>
          <a:xfrm rot="9004159">
            <a:off x="1585439" y="3751282"/>
            <a:ext cx="228600" cy="307377"/>
          </a:xfrm>
          <a:prstGeom prst="leftBracket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左中括号 31"/>
          <p:cNvSpPr/>
          <p:nvPr/>
        </p:nvSpPr>
        <p:spPr>
          <a:xfrm rot="19999717">
            <a:off x="3104246" y="2571669"/>
            <a:ext cx="228600" cy="304800"/>
          </a:xfrm>
          <a:prstGeom prst="leftBracket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左中括号 32"/>
          <p:cNvSpPr/>
          <p:nvPr/>
        </p:nvSpPr>
        <p:spPr>
          <a:xfrm rot="2846847">
            <a:off x="3124213" y="3749196"/>
            <a:ext cx="228600" cy="307377"/>
          </a:xfrm>
          <a:prstGeom prst="leftBracket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4" name="Group 10"/>
          <p:cNvGrpSpPr>
            <a:grpSpLocks/>
          </p:cNvGrpSpPr>
          <p:nvPr/>
        </p:nvGrpSpPr>
        <p:grpSpPr bwMode="auto">
          <a:xfrm>
            <a:off x="3810000" y="2724150"/>
            <a:ext cx="762000" cy="653653"/>
            <a:chOff x="295" y="1472"/>
            <a:chExt cx="759" cy="549"/>
          </a:xfrm>
        </p:grpSpPr>
        <p:sp>
          <p:nvSpPr>
            <p:cNvPr id="35" name="AutoShape 11"/>
            <p:cNvSpPr>
              <a:spLocks noChangeArrowheads="1"/>
            </p:cNvSpPr>
            <p:nvPr/>
          </p:nvSpPr>
          <p:spPr bwMode="auto">
            <a:xfrm>
              <a:off x="295" y="1472"/>
              <a:ext cx="759" cy="549"/>
            </a:xfrm>
            <a:prstGeom prst="wedgeRoundRectCallout">
              <a:avLst>
                <a:gd name="adj1" fmla="val -77684"/>
                <a:gd name="adj2" fmla="val -45305"/>
                <a:gd name="adj3" fmla="val 16667"/>
              </a:avLst>
            </a:prstGeom>
            <a:solidFill>
              <a:srgbClr val="66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79068" tIns="39534" rIns="79068" bIns="39534" anchor="ctr"/>
            <a:lstStyle/>
            <a:p>
              <a:pPr defTabSz="790575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lang="en-US" altLang="zh-CN" b="1" i="1" dirty="0" smtClean="0">
                  <a:latin typeface="Arial" pitchFamily="34" charset="0"/>
                  <a:ea typeface="楷体_GB2312" pitchFamily="49" charset="-122"/>
                </a:rPr>
                <a:t> </a:t>
              </a:r>
              <a:r>
                <a:rPr lang="en-US" altLang="zh-CN" b="1" i="1" dirty="0" smtClean="0">
                  <a:latin typeface="Arial" pitchFamily="34" charset="0"/>
                  <a:ea typeface="楷体_GB2312" pitchFamily="49" charset="-122"/>
                </a:rPr>
                <a:t>BD</a:t>
              </a:r>
              <a:endParaRPr lang="en-US" altLang="zh-CN" b="1" i="1" dirty="0">
                <a:latin typeface="Arial" pitchFamily="34" charset="0"/>
                <a:ea typeface="楷体_GB2312" pitchFamily="49" charset="-122"/>
              </a:endParaRPr>
            </a:p>
          </p:txBody>
        </p:sp>
        <p:sp>
          <p:nvSpPr>
            <p:cNvPr id="36" name="Line 12"/>
            <p:cNvSpPr>
              <a:spLocks noChangeShapeType="1"/>
            </p:cNvSpPr>
            <p:nvPr/>
          </p:nvSpPr>
          <p:spPr bwMode="auto">
            <a:xfrm flipH="1" flipV="1">
              <a:off x="507" y="1620"/>
              <a:ext cx="13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7" name="Line 13"/>
            <p:cNvSpPr>
              <a:spLocks noChangeShapeType="1"/>
            </p:cNvSpPr>
            <p:nvPr/>
          </p:nvSpPr>
          <p:spPr bwMode="auto">
            <a:xfrm flipH="1" flipV="1">
              <a:off x="701" y="1620"/>
              <a:ext cx="109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graphicFrame>
        <p:nvGraphicFramePr>
          <p:cNvPr id="50182" name="Object 6"/>
          <p:cNvGraphicFramePr>
            <a:graphicFrameLocks noChangeAspect="1"/>
          </p:cNvGraphicFramePr>
          <p:nvPr/>
        </p:nvGraphicFramePr>
        <p:xfrm>
          <a:off x="5257800" y="2876550"/>
          <a:ext cx="1676400" cy="274467"/>
        </p:xfrm>
        <a:graphic>
          <a:graphicData uri="http://schemas.openxmlformats.org/presentationml/2006/ole">
            <p:oleObj spid="_x0000_s50182" name="Equation" r:id="rId7" imgW="990360" imgH="215640" progId="Equation.DSMT4">
              <p:embed/>
            </p:oleObj>
          </a:graphicData>
        </a:graphic>
      </p:graphicFrame>
      <p:sp>
        <p:nvSpPr>
          <p:cNvPr id="39" name="矩形 38"/>
          <p:cNvSpPr/>
          <p:nvPr/>
        </p:nvSpPr>
        <p:spPr>
          <a:xfrm>
            <a:off x="152400" y="0"/>
            <a:ext cx="216597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1.9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无关项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0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0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14"/>
          <p:cNvSpPr>
            <a:spLocks noChangeArrowheads="1"/>
          </p:cNvSpPr>
          <p:nvPr/>
        </p:nvSpPr>
        <p:spPr bwMode="auto">
          <a:xfrm>
            <a:off x="0" y="5905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无关项化</a:t>
            </a: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 例</a:t>
            </a:r>
            <a:r>
              <a:rPr lang="en-US" altLang="zh-CN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28"/>
          <p:cNvGrpSpPr/>
          <p:nvPr/>
        </p:nvGrpSpPr>
        <p:grpSpPr>
          <a:xfrm>
            <a:off x="838200" y="2190750"/>
            <a:ext cx="3124200" cy="1981200"/>
            <a:chOff x="533400" y="2114550"/>
            <a:chExt cx="3124200" cy="1981200"/>
          </a:xfrm>
        </p:grpSpPr>
        <p:pic>
          <p:nvPicPr>
            <p:cNvPr id="54" name="Picture 4" descr="C:\Users\hfutliujun\AppData\Roaming\Tencent\Users\350654676\QQ\WinTemp\RichOle\@~`UE)QQ{E2T[ACN(VT@6]0.pn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533400" y="2114550"/>
              <a:ext cx="2784008" cy="1981200"/>
            </a:xfrm>
            <a:prstGeom prst="rect">
              <a:avLst/>
            </a:prstGeom>
            <a:noFill/>
          </p:spPr>
        </p:pic>
        <p:sp>
          <p:nvSpPr>
            <p:cNvPr id="55" name="Text Box 60"/>
            <p:cNvSpPr txBox="1">
              <a:spLocks noChangeArrowheads="1"/>
            </p:cNvSpPr>
            <p:nvPr/>
          </p:nvSpPr>
          <p:spPr bwMode="auto">
            <a:xfrm>
              <a:off x="1139825" y="2495550"/>
              <a:ext cx="841375" cy="420687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defTabSz="790575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lang="en-US" altLang="zh-CN" b="1" dirty="0">
                  <a:solidFill>
                    <a:srgbClr val="FF0000"/>
                  </a:solidFill>
                  <a:latin typeface="Arial" pitchFamily="34" charset="0"/>
                  <a:ea typeface="楷体_GB2312" pitchFamily="49" charset="-122"/>
                </a:rPr>
                <a:t>1</a:t>
              </a:r>
            </a:p>
          </p:txBody>
        </p:sp>
        <p:sp>
          <p:nvSpPr>
            <p:cNvPr id="56" name="Text Box 60"/>
            <p:cNvSpPr txBox="1">
              <a:spLocks noChangeArrowheads="1"/>
            </p:cNvSpPr>
            <p:nvPr/>
          </p:nvSpPr>
          <p:spPr bwMode="auto">
            <a:xfrm>
              <a:off x="2816225" y="2455863"/>
              <a:ext cx="841375" cy="420687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defTabSz="790575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lang="en-US" altLang="zh-CN" b="1" dirty="0">
                  <a:solidFill>
                    <a:srgbClr val="FF0000"/>
                  </a:solidFill>
                  <a:latin typeface="Arial" pitchFamily="34" charset="0"/>
                  <a:ea typeface="楷体_GB2312" pitchFamily="49" charset="-122"/>
                </a:rPr>
                <a:t>1</a:t>
              </a:r>
            </a:p>
          </p:txBody>
        </p:sp>
        <p:sp>
          <p:nvSpPr>
            <p:cNvPr id="57" name="Text Box 60"/>
            <p:cNvSpPr txBox="1">
              <a:spLocks noChangeArrowheads="1"/>
            </p:cNvSpPr>
            <p:nvPr/>
          </p:nvSpPr>
          <p:spPr bwMode="auto">
            <a:xfrm>
              <a:off x="1166597" y="2876550"/>
              <a:ext cx="841375" cy="420687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defTabSz="790575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lang="en-US" altLang="zh-CN" b="1" dirty="0">
                  <a:solidFill>
                    <a:srgbClr val="FF0000"/>
                  </a:solidFill>
                  <a:latin typeface="Arial" pitchFamily="34" charset="0"/>
                  <a:ea typeface="楷体_GB2312" pitchFamily="49" charset="-122"/>
                </a:rPr>
                <a:t>1</a:t>
              </a:r>
            </a:p>
          </p:txBody>
        </p:sp>
        <p:sp>
          <p:nvSpPr>
            <p:cNvPr id="58" name="Text Box 60"/>
            <p:cNvSpPr txBox="1">
              <a:spLocks noChangeArrowheads="1"/>
            </p:cNvSpPr>
            <p:nvPr/>
          </p:nvSpPr>
          <p:spPr bwMode="auto">
            <a:xfrm>
              <a:off x="1143001" y="3663264"/>
              <a:ext cx="457200" cy="341632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 defTabSz="790575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lang="en-US" altLang="zh-CN" b="1" dirty="0">
                  <a:solidFill>
                    <a:srgbClr val="FF0000"/>
                  </a:solidFill>
                  <a:latin typeface="Arial" pitchFamily="34" charset="0"/>
                  <a:ea typeface="楷体_GB2312" pitchFamily="49" charset="-122"/>
                </a:rPr>
                <a:t>1</a:t>
              </a:r>
            </a:p>
          </p:txBody>
        </p:sp>
        <p:sp>
          <p:nvSpPr>
            <p:cNvPr id="63" name="Text Box 48"/>
            <p:cNvSpPr txBox="1">
              <a:spLocks noChangeArrowheads="1"/>
            </p:cNvSpPr>
            <p:nvPr/>
          </p:nvSpPr>
          <p:spPr bwMode="auto">
            <a:xfrm>
              <a:off x="2743200" y="3687978"/>
              <a:ext cx="677862" cy="32913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lIns="79068" tIns="39534" rIns="79068" bIns="39534">
              <a:spAutoFit/>
            </a:bodyPr>
            <a:lstStyle/>
            <a:p>
              <a:pPr algn="l" defTabSz="790575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lang="ru-RU" altLang="zh-CN" b="1" dirty="0">
                  <a:solidFill>
                    <a:srgbClr val="FF3300"/>
                  </a:solidFill>
                  <a:latin typeface="Arial" pitchFamily="34" charset="0"/>
                </a:rPr>
                <a:t>Ф</a:t>
              </a:r>
              <a:endParaRPr lang="en-US" altLang="zh-CN" b="1" dirty="0">
                <a:solidFill>
                  <a:srgbClr val="FF3300"/>
                </a:solidFill>
                <a:latin typeface="Arial" pitchFamily="34" charset="0"/>
              </a:endParaRPr>
            </a:p>
          </p:txBody>
        </p:sp>
        <p:sp>
          <p:nvSpPr>
            <p:cNvPr id="64" name="Text Box 48"/>
            <p:cNvSpPr txBox="1">
              <a:spLocks noChangeArrowheads="1"/>
            </p:cNvSpPr>
            <p:nvPr/>
          </p:nvSpPr>
          <p:spPr bwMode="auto">
            <a:xfrm>
              <a:off x="2133600" y="3679740"/>
              <a:ext cx="677862" cy="32913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lIns="79068" tIns="39534" rIns="79068" bIns="39534">
              <a:spAutoFit/>
            </a:bodyPr>
            <a:lstStyle/>
            <a:p>
              <a:pPr algn="l" defTabSz="790575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lang="en-US" altLang="zh-CN" b="1" dirty="0" smtClean="0">
                  <a:solidFill>
                    <a:srgbClr val="FF3300"/>
                  </a:solidFill>
                  <a:latin typeface="Arial" pitchFamily="34" charset="0"/>
                </a:rPr>
                <a:t> </a:t>
              </a:r>
              <a:r>
                <a:rPr lang="ru-RU" altLang="zh-CN" b="1" dirty="0" smtClean="0">
                  <a:solidFill>
                    <a:srgbClr val="FF3300"/>
                  </a:solidFill>
                  <a:latin typeface="Arial" pitchFamily="34" charset="0"/>
                </a:rPr>
                <a:t>Ф</a:t>
              </a:r>
              <a:endParaRPr lang="en-US" altLang="zh-CN" b="1" dirty="0">
                <a:solidFill>
                  <a:srgbClr val="FF3300"/>
                </a:solidFill>
                <a:latin typeface="Arial" pitchFamily="34" charset="0"/>
              </a:endParaRPr>
            </a:p>
          </p:txBody>
        </p:sp>
        <p:sp>
          <p:nvSpPr>
            <p:cNvPr id="65" name="Text Box 48"/>
            <p:cNvSpPr txBox="1">
              <a:spLocks noChangeArrowheads="1"/>
            </p:cNvSpPr>
            <p:nvPr/>
          </p:nvSpPr>
          <p:spPr bwMode="auto">
            <a:xfrm>
              <a:off x="1143000" y="3333750"/>
              <a:ext cx="677862" cy="32913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lIns="79068" tIns="39534" rIns="79068" bIns="39534">
              <a:spAutoFit/>
            </a:bodyPr>
            <a:lstStyle/>
            <a:p>
              <a:pPr algn="l" defTabSz="790575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lang="ru-RU" altLang="zh-CN" b="1" dirty="0">
                  <a:solidFill>
                    <a:srgbClr val="FF3300"/>
                  </a:solidFill>
                  <a:latin typeface="Arial" pitchFamily="34" charset="0"/>
                </a:rPr>
                <a:t>Ф</a:t>
              </a:r>
              <a:endParaRPr lang="en-US" altLang="zh-CN" b="1" dirty="0">
                <a:solidFill>
                  <a:srgbClr val="FF3300"/>
                </a:solidFill>
                <a:latin typeface="Arial" pitchFamily="34" charset="0"/>
              </a:endParaRPr>
            </a:p>
          </p:txBody>
        </p:sp>
        <p:sp>
          <p:nvSpPr>
            <p:cNvPr id="66" name="Text Box 48"/>
            <p:cNvSpPr txBox="1">
              <a:spLocks noChangeArrowheads="1"/>
            </p:cNvSpPr>
            <p:nvPr/>
          </p:nvSpPr>
          <p:spPr bwMode="auto">
            <a:xfrm>
              <a:off x="1600200" y="3333750"/>
              <a:ext cx="677862" cy="32913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lIns="79068" tIns="39534" rIns="79068" bIns="39534">
              <a:spAutoFit/>
            </a:bodyPr>
            <a:lstStyle/>
            <a:p>
              <a:pPr algn="l" defTabSz="790575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lang="en-US" altLang="zh-CN" b="1" dirty="0" smtClean="0">
                  <a:solidFill>
                    <a:srgbClr val="FF3300"/>
                  </a:solidFill>
                  <a:latin typeface="Arial" pitchFamily="34" charset="0"/>
                </a:rPr>
                <a:t> </a:t>
              </a:r>
              <a:r>
                <a:rPr lang="ru-RU" altLang="zh-CN" b="1" dirty="0" smtClean="0">
                  <a:solidFill>
                    <a:srgbClr val="FF3300"/>
                  </a:solidFill>
                  <a:latin typeface="Arial" pitchFamily="34" charset="0"/>
                </a:rPr>
                <a:t>Ф</a:t>
              </a:r>
              <a:endParaRPr lang="en-US" altLang="zh-CN" b="1" dirty="0">
                <a:solidFill>
                  <a:srgbClr val="FF3300"/>
                </a:solidFill>
                <a:latin typeface="Arial" pitchFamily="34" charset="0"/>
              </a:endParaRPr>
            </a:p>
          </p:txBody>
        </p:sp>
        <p:sp>
          <p:nvSpPr>
            <p:cNvPr id="67" name="Text Box 48"/>
            <p:cNvSpPr txBox="1">
              <a:spLocks noChangeArrowheads="1"/>
            </p:cNvSpPr>
            <p:nvPr/>
          </p:nvSpPr>
          <p:spPr bwMode="auto">
            <a:xfrm>
              <a:off x="2255106" y="3333750"/>
              <a:ext cx="677862" cy="32913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lIns="79068" tIns="39534" rIns="79068" bIns="39534">
              <a:spAutoFit/>
            </a:bodyPr>
            <a:lstStyle/>
            <a:p>
              <a:pPr algn="l" defTabSz="790575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lang="ru-RU" altLang="zh-CN" b="1" dirty="0">
                  <a:solidFill>
                    <a:srgbClr val="FF3300"/>
                  </a:solidFill>
                  <a:latin typeface="Arial" pitchFamily="34" charset="0"/>
                </a:rPr>
                <a:t>Ф</a:t>
              </a:r>
              <a:endParaRPr lang="en-US" altLang="zh-CN" b="1" dirty="0">
                <a:solidFill>
                  <a:srgbClr val="FF3300"/>
                </a:solidFill>
                <a:latin typeface="Arial" pitchFamily="34" charset="0"/>
              </a:endParaRPr>
            </a:p>
          </p:txBody>
        </p:sp>
        <p:sp>
          <p:nvSpPr>
            <p:cNvPr id="68" name="Text Box 48"/>
            <p:cNvSpPr txBox="1">
              <a:spLocks noChangeArrowheads="1"/>
            </p:cNvSpPr>
            <p:nvPr/>
          </p:nvSpPr>
          <p:spPr bwMode="auto">
            <a:xfrm>
              <a:off x="2712306" y="3333750"/>
              <a:ext cx="677862" cy="32913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lIns="79068" tIns="39534" rIns="79068" bIns="39534">
              <a:spAutoFit/>
            </a:bodyPr>
            <a:lstStyle/>
            <a:p>
              <a:pPr algn="l" defTabSz="790575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lang="en-US" altLang="zh-CN" b="1" dirty="0" smtClean="0">
                  <a:solidFill>
                    <a:srgbClr val="FF3300"/>
                  </a:solidFill>
                  <a:latin typeface="Arial" pitchFamily="34" charset="0"/>
                </a:rPr>
                <a:t> </a:t>
              </a:r>
              <a:r>
                <a:rPr lang="ru-RU" altLang="zh-CN" b="1" dirty="0" smtClean="0">
                  <a:solidFill>
                    <a:srgbClr val="FF3300"/>
                  </a:solidFill>
                  <a:latin typeface="Arial" pitchFamily="34" charset="0"/>
                </a:rPr>
                <a:t>Ф</a:t>
              </a:r>
              <a:endParaRPr lang="en-US" altLang="zh-CN" b="1" dirty="0">
                <a:solidFill>
                  <a:srgbClr val="FF3300"/>
                </a:solidFill>
                <a:latin typeface="Arial" pitchFamily="34" charset="0"/>
              </a:endParaRPr>
            </a:p>
          </p:txBody>
        </p:sp>
      </p:grpSp>
      <p:sp>
        <p:nvSpPr>
          <p:cNvPr id="69" name="AutoShape 8"/>
          <p:cNvSpPr>
            <a:spLocks noChangeArrowheads="1"/>
          </p:cNvSpPr>
          <p:nvPr/>
        </p:nvSpPr>
        <p:spPr bwMode="auto">
          <a:xfrm rot="5400000">
            <a:off x="856456" y="3163094"/>
            <a:ext cx="1447801" cy="265113"/>
          </a:xfrm>
          <a:prstGeom prst="flowChartTerminator">
            <a:avLst/>
          </a:prstGeom>
          <a:noFill/>
          <a:ln w="28575" cap="sq">
            <a:solidFill>
              <a:srgbClr val="FF33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228600" y="3257550"/>
            <a:ext cx="762000" cy="653653"/>
            <a:chOff x="295" y="1472"/>
            <a:chExt cx="759" cy="549"/>
          </a:xfrm>
        </p:grpSpPr>
        <p:sp>
          <p:nvSpPr>
            <p:cNvPr id="72" name="AutoShape 11"/>
            <p:cNvSpPr>
              <a:spLocks noChangeArrowheads="1"/>
            </p:cNvSpPr>
            <p:nvPr/>
          </p:nvSpPr>
          <p:spPr bwMode="auto">
            <a:xfrm>
              <a:off x="295" y="1472"/>
              <a:ext cx="759" cy="549"/>
            </a:xfrm>
            <a:prstGeom prst="wedgeRoundRectCallout">
              <a:avLst>
                <a:gd name="adj1" fmla="val 107181"/>
                <a:gd name="adj2" fmla="val -17579"/>
                <a:gd name="adj3" fmla="val 16667"/>
              </a:avLst>
            </a:prstGeom>
            <a:solidFill>
              <a:srgbClr val="66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79068" tIns="39534" rIns="79068" bIns="39534" anchor="ctr"/>
            <a:lstStyle/>
            <a:p>
              <a:pPr defTabSz="790575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lang="en-US" altLang="zh-CN" b="1" i="1" dirty="0" smtClean="0">
                  <a:latin typeface="Arial" pitchFamily="34" charset="0"/>
                  <a:ea typeface="楷体_GB2312" pitchFamily="49" charset="-122"/>
                </a:rPr>
                <a:t> CD</a:t>
              </a:r>
              <a:endParaRPr lang="en-US" altLang="zh-CN" b="1" i="1" dirty="0">
                <a:latin typeface="Arial" pitchFamily="34" charset="0"/>
                <a:ea typeface="楷体_GB2312" pitchFamily="49" charset="-122"/>
              </a:endParaRPr>
            </a:p>
          </p:txBody>
        </p:sp>
        <p:sp>
          <p:nvSpPr>
            <p:cNvPr id="73" name="Line 12"/>
            <p:cNvSpPr>
              <a:spLocks noChangeShapeType="1"/>
            </p:cNvSpPr>
            <p:nvPr/>
          </p:nvSpPr>
          <p:spPr bwMode="auto">
            <a:xfrm flipH="1" flipV="1">
              <a:off x="507" y="1620"/>
              <a:ext cx="13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4" name="Line 13"/>
            <p:cNvSpPr>
              <a:spLocks noChangeShapeType="1"/>
            </p:cNvSpPr>
            <p:nvPr/>
          </p:nvSpPr>
          <p:spPr bwMode="auto">
            <a:xfrm flipH="1" flipV="1">
              <a:off x="701" y="1620"/>
              <a:ext cx="109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graphicFrame>
        <p:nvGraphicFramePr>
          <p:cNvPr id="49157" name="Object 9"/>
          <p:cNvGraphicFramePr>
            <a:graphicFrameLocks noChangeAspect="1"/>
          </p:cNvGraphicFramePr>
          <p:nvPr/>
        </p:nvGraphicFramePr>
        <p:xfrm>
          <a:off x="1981200" y="666750"/>
          <a:ext cx="4495800" cy="713366"/>
        </p:xfrm>
        <a:graphic>
          <a:graphicData uri="http://schemas.openxmlformats.org/presentationml/2006/ole">
            <p:oleObj spid="_x0000_s51202" name="Equation" r:id="rId5" imgW="2400120" imgH="507960" progId="Equation.DSMT4">
              <p:embed/>
            </p:oleObj>
          </a:graphicData>
        </a:graphic>
      </p:graphicFrame>
      <p:graphicFrame>
        <p:nvGraphicFramePr>
          <p:cNvPr id="50181" name="Object 5"/>
          <p:cNvGraphicFramePr>
            <a:graphicFrameLocks noChangeAspect="1"/>
          </p:cNvGraphicFramePr>
          <p:nvPr/>
        </p:nvGraphicFramePr>
        <p:xfrm>
          <a:off x="1219200" y="1504950"/>
          <a:ext cx="5500688" cy="381000"/>
        </p:xfrm>
        <a:graphic>
          <a:graphicData uri="http://schemas.openxmlformats.org/presentationml/2006/ole">
            <p:oleObj spid="_x0000_s51203" name="Equation" r:id="rId6" imgW="2755800" imgH="253800" progId="Equation.DSMT4">
              <p:embed/>
            </p:oleObj>
          </a:graphicData>
        </a:graphic>
      </p:graphicFrame>
      <p:sp>
        <p:nvSpPr>
          <p:cNvPr id="30" name="左中括号 29"/>
          <p:cNvSpPr/>
          <p:nvPr/>
        </p:nvSpPr>
        <p:spPr>
          <a:xfrm rot="13234341">
            <a:off x="1502967" y="2541491"/>
            <a:ext cx="228600" cy="304800"/>
          </a:xfrm>
          <a:prstGeom prst="leftBracket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左中括号 30"/>
          <p:cNvSpPr/>
          <p:nvPr/>
        </p:nvSpPr>
        <p:spPr>
          <a:xfrm rot="9004159">
            <a:off x="1585439" y="3751282"/>
            <a:ext cx="228600" cy="307377"/>
          </a:xfrm>
          <a:prstGeom prst="leftBracket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左中括号 31"/>
          <p:cNvSpPr/>
          <p:nvPr/>
        </p:nvSpPr>
        <p:spPr>
          <a:xfrm rot="19999717">
            <a:off x="3104246" y="2571669"/>
            <a:ext cx="228600" cy="304800"/>
          </a:xfrm>
          <a:prstGeom prst="leftBracket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左中括号 32"/>
          <p:cNvSpPr/>
          <p:nvPr/>
        </p:nvSpPr>
        <p:spPr>
          <a:xfrm rot="2846847">
            <a:off x="3124213" y="3749196"/>
            <a:ext cx="228600" cy="307377"/>
          </a:xfrm>
          <a:prstGeom prst="leftBracket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3810000" y="2724150"/>
            <a:ext cx="762000" cy="653653"/>
            <a:chOff x="295" y="1472"/>
            <a:chExt cx="759" cy="549"/>
          </a:xfrm>
        </p:grpSpPr>
        <p:sp>
          <p:nvSpPr>
            <p:cNvPr id="35" name="AutoShape 11"/>
            <p:cNvSpPr>
              <a:spLocks noChangeArrowheads="1"/>
            </p:cNvSpPr>
            <p:nvPr/>
          </p:nvSpPr>
          <p:spPr bwMode="auto">
            <a:xfrm>
              <a:off x="295" y="1472"/>
              <a:ext cx="759" cy="549"/>
            </a:xfrm>
            <a:prstGeom prst="wedgeRoundRectCallout">
              <a:avLst>
                <a:gd name="adj1" fmla="val -77684"/>
                <a:gd name="adj2" fmla="val -45305"/>
                <a:gd name="adj3" fmla="val 16667"/>
              </a:avLst>
            </a:prstGeom>
            <a:solidFill>
              <a:srgbClr val="66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79068" tIns="39534" rIns="79068" bIns="39534" anchor="ctr"/>
            <a:lstStyle/>
            <a:p>
              <a:pPr defTabSz="790575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lang="en-US" altLang="zh-CN" b="1" i="1" dirty="0" smtClean="0">
                  <a:latin typeface="Arial" pitchFamily="34" charset="0"/>
                  <a:ea typeface="楷体_GB2312" pitchFamily="49" charset="-122"/>
                </a:rPr>
                <a:t> </a:t>
              </a:r>
              <a:r>
                <a:rPr lang="en-US" altLang="zh-CN" b="1" i="1" dirty="0" smtClean="0">
                  <a:latin typeface="Arial" pitchFamily="34" charset="0"/>
                  <a:ea typeface="楷体_GB2312" pitchFamily="49" charset="-122"/>
                </a:rPr>
                <a:t>BD</a:t>
              </a:r>
              <a:endParaRPr lang="en-US" altLang="zh-CN" b="1" i="1" dirty="0">
                <a:latin typeface="Arial" pitchFamily="34" charset="0"/>
                <a:ea typeface="楷体_GB2312" pitchFamily="49" charset="-122"/>
              </a:endParaRPr>
            </a:p>
          </p:txBody>
        </p:sp>
        <p:sp>
          <p:nvSpPr>
            <p:cNvPr id="36" name="Line 12"/>
            <p:cNvSpPr>
              <a:spLocks noChangeShapeType="1"/>
            </p:cNvSpPr>
            <p:nvPr/>
          </p:nvSpPr>
          <p:spPr bwMode="auto">
            <a:xfrm flipH="1" flipV="1">
              <a:off x="507" y="1620"/>
              <a:ext cx="13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7" name="Line 13"/>
            <p:cNvSpPr>
              <a:spLocks noChangeShapeType="1"/>
            </p:cNvSpPr>
            <p:nvPr/>
          </p:nvSpPr>
          <p:spPr bwMode="auto">
            <a:xfrm flipH="1" flipV="1">
              <a:off x="701" y="1620"/>
              <a:ext cx="109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graphicFrame>
        <p:nvGraphicFramePr>
          <p:cNvPr id="50182" name="Object 6"/>
          <p:cNvGraphicFramePr>
            <a:graphicFrameLocks noChangeAspect="1"/>
          </p:cNvGraphicFramePr>
          <p:nvPr/>
        </p:nvGraphicFramePr>
        <p:xfrm>
          <a:off x="5257800" y="2190750"/>
          <a:ext cx="1676400" cy="274467"/>
        </p:xfrm>
        <a:graphic>
          <a:graphicData uri="http://schemas.openxmlformats.org/presentationml/2006/ole">
            <p:oleObj spid="_x0000_s51204" name="Equation" r:id="rId7" imgW="990360" imgH="215640" progId="Equation.DSMT4">
              <p:embed/>
            </p:oleObj>
          </a:graphicData>
        </a:graphic>
      </p:graphicFrame>
      <p:sp>
        <p:nvSpPr>
          <p:cNvPr id="34" name="AutoShape 8"/>
          <p:cNvSpPr>
            <a:spLocks noChangeArrowheads="1"/>
          </p:cNvSpPr>
          <p:nvPr/>
        </p:nvSpPr>
        <p:spPr bwMode="auto">
          <a:xfrm>
            <a:off x="1447800" y="3409950"/>
            <a:ext cx="1981200" cy="265113"/>
          </a:xfrm>
          <a:prstGeom prst="flowChartTerminator">
            <a:avLst/>
          </a:prstGeom>
          <a:noFill/>
          <a:ln w="38100" cap="sq">
            <a:solidFill>
              <a:srgbClr val="FF00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" name="AutoShape 8"/>
          <p:cNvSpPr>
            <a:spLocks noChangeArrowheads="1"/>
          </p:cNvSpPr>
          <p:nvPr/>
        </p:nvSpPr>
        <p:spPr bwMode="auto">
          <a:xfrm>
            <a:off x="2514600" y="3352284"/>
            <a:ext cx="990600" cy="685800"/>
          </a:xfrm>
          <a:prstGeom prst="flowChartTerminator">
            <a:avLst/>
          </a:prstGeom>
          <a:noFill/>
          <a:ln w="38100" cap="sq">
            <a:solidFill>
              <a:srgbClr val="6600CC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1205" name="Object 5"/>
          <p:cNvGraphicFramePr>
            <a:graphicFrameLocks noChangeAspect="1"/>
          </p:cNvGraphicFramePr>
          <p:nvPr/>
        </p:nvGraphicFramePr>
        <p:xfrm>
          <a:off x="4953000" y="3028950"/>
          <a:ext cx="3009900" cy="274638"/>
        </p:xfrm>
        <a:graphic>
          <a:graphicData uri="http://schemas.openxmlformats.org/presentationml/2006/ole">
            <p:oleObj spid="_x0000_s51205" name="Equation" r:id="rId8" imgW="1777680" imgH="215640" progId="Equation.DSMT4">
              <p:embed/>
            </p:oleObj>
          </a:graphicData>
        </a:graphic>
      </p:graphicFrame>
      <p:grpSp>
        <p:nvGrpSpPr>
          <p:cNvPr id="45" name="组合 44"/>
          <p:cNvGrpSpPr/>
          <p:nvPr/>
        </p:nvGrpSpPr>
        <p:grpSpPr>
          <a:xfrm>
            <a:off x="5715000" y="2876550"/>
            <a:ext cx="685800" cy="685800"/>
            <a:chOff x="7467600" y="2114550"/>
            <a:chExt cx="381000" cy="444500"/>
          </a:xfrm>
        </p:grpSpPr>
        <p:cxnSp>
          <p:nvCxnSpPr>
            <p:cNvPr id="40" name="直接连接符 39"/>
            <p:cNvCxnSpPr/>
            <p:nvPr/>
          </p:nvCxnSpPr>
          <p:spPr>
            <a:xfrm flipH="1">
              <a:off x="7467600" y="2114550"/>
              <a:ext cx="304800" cy="42672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>
              <a:off x="7467600" y="2114550"/>
              <a:ext cx="381000" cy="44450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矩形 45"/>
          <p:cNvSpPr/>
          <p:nvPr/>
        </p:nvSpPr>
        <p:spPr>
          <a:xfrm>
            <a:off x="152400" y="0"/>
            <a:ext cx="216597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1.9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无关项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Text Box 2"/>
          <p:cNvSpPr txBox="1">
            <a:spLocks noChangeArrowheads="1"/>
          </p:cNvSpPr>
          <p:nvPr/>
        </p:nvSpPr>
        <p:spPr bwMode="auto">
          <a:xfrm>
            <a:off x="457200" y="666750"/>
            <a:ext cx="685800" cy="35683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 lIns="79068" tIns="39534" rIns="79068" bIns="39534">
            <a:spAutoFit/>
          </a:bodyPr>
          <a:lstStyle/>
          <a:p>
            <a:pPr algn="l"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zh-CN" altLang="en-US" sz="2000" b="1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2169683" y="1152842"/>
            <a:ext cx="4340225" cy="2609851"/>
            <a:chOff x="1418" y="895"/>
            <a:chExt cx="2734" cy="2192"/>
          </a:xfrm>
        </p:grpSpPr>
        <p:grpSp>
          <p:nvGrpSpPr>
            <p:cNvPr id="5" name="Group 16"/>
            <p:cNvGrpSpPr>
              <a:grpSpLocks/>
            </p:cNvGrpSpPr>
            <p:nvPr/>
          </p:nvGrpSpPr>
          <p:grpSpPr bwMode="auto">
            <a:xfrm>
              <a:off x="1418" y="1050"/>
              <a:ext cx="2734" cy="2037"/>
              <a:chOff x="2711" y="2816"/>
              <a:chExt cx="2734" cy="2037"/>
            </a:xfrm>
          </p:grpSpPr>
          <p:grpSp>
            <p:nvGrpSpPr>
              <p:cNvPr id="6" name="Group 17"/>
              <p:cNvGrpSpPr>
                <a:grpSpLocks/>
              </p:cNvGrpSpPr>
              <p:nvPr/>
            </p:nvGrpSpPr>
            <p:grpSpPr bwMode="auto">
              <a:xfrm>
                <a:off x="2711" y="2816"/>
                <a:ext cx="2734" cy="2037"/>
                <a:chOff x="941" y="1874"/>
                <a:chExt cx="2734" cy="2177"/>
              </a:xfrm>
            </p:grpSpPr>
            <p:sp>
              <p:nvSpPr>
                <p:cNvPr id="17437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1324" y="1935"/>
                  <a:ext cx="2351" cy="32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79068" tIns="39534" rIns="79068" bIns="39534">
                  <a:spAutoFit/>
                </a:bodyPr>
                <a:lstStyle/>
                <a:p>
                  <a:pPr algn="l" defTabSz="790575">
                    <a:lnSpc>
                      <a:spcPct val="90000"/>
                    </a:lnSpc>
                    <a:spcBef>
                      <a:spcPct val="50000"/>
                    </a:spcBef>
                    <a:buClr>
                      <a:schemeClr val="folHlink"/>
                    </a:buClr>
                    <a:buSzPct val="60000"/>
                  </a:pPr>
                  <a:r>
                    <a:rPr lang="en-US" altLang="zh-CN" sz="2000" b="1" dirty="0">
                      <a:latin typeface="Arial" pitchFamily="34" charset="0"/>
                      <a:ea typeface="楷体_GB2312" pitchFamily="49" charset="-122"/>
                    </a:rPr>
                    <a:t>    00       01       11       10</a:t>
                  </a:r>
                  <a:r>
                    <a:rPr lang="en-US" altLang="zh-CN" sz="1600" b="1" dirty="0">
                      <a:latin typeface="Arial" pitchFamily="34" charset="0"/>
                      <a:ea typeface="楷体_GB2312" pitchFamily="49" charset="-122"/>
                    </a:rPr>
                    <a:t> </a:t>
                  </a:r>
                </a:p>
              </p:txBody>
            </p:sp>
            <p:sp>
              <p:nvSpPr>
                <p:cNvPr id="17438" name="Rectangle 19"/>
                <p:cNvSpPr>
                  <a:spLocks noChangeArrowheads="1"/>
                </p:cNvSpPr>
                <p:nvPr/>
              </p:nvSpPr>
              <p:spPr bwMode="auto">
                <a:xfrm>
                  <a:off x="1378" y="2190"/>
                  <a:ext cx="1969" cy="1792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7439" name="Line 20"/>
                <p:cNvSpPr>
                  <a:spLocks noChangeShapeType="1"/>
                </p:cNvSpPr>
                <p:nvPr/>
              </p:nvSpPr>
              <p:spPr bwMode="auto">
                <a:xfrm>
                  <a:off x="1378" y="2638"/>
                  <a:ext cx="1969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7440" name="Line 21"/>
                <p:cNvSpPr>
                  <a:spLocks noChangeShapeType="1"/>
                </p:cNvSpPr>
                <p:nvPr/>
              </p:nvSpPr>
              <p:spPr bwMode="auto">
                <a:xfrm>
                  <a:off x="1378" y="3082"/>
                  <a:ext cx="1969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7441" name="Line 22"/>
                <p:cNvSpPr>
                  <a:spLocks noChangeShapeType="1"/>
                </p:cNvSpPr>
                <p:nvPr/>
              </p:nvSpPr>
              <p:spPr bwMode="auto">
                <a:xfrm>
                  <a:off x="1378" y="3556"/>
                  <a:ext cx="1969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7442" name="Line 23"/>
                <p:cNvSpPr>
                  <a:spLocks noChangeShapeType="1"/>
                </p:cNvSpPr>
                <p:nvPr/>
              </p:nvSpPr>
              <p:spPr bwMode="auto">
                <a:xfrm>
                  <a:off x="1871" y="2190"/>
                  <a:ext cx="0" cy="1792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7443" name="Line 24"/>
                <p:cNvSpPr>
                  <a:spLocks noChangeShapeType="1"/>
                </p:cNvSpPr>
                <p:nvPr/>
              </p:nvSpPr>
              <p:spPr bwMode="auto">
                <a:xfrm>
                  <a:off x="2363" y="2190"/>
                  <a:ext cx="0" cy="1792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7444" name="Line 25"/>
                <p:cNvSpPr>
                  <a:spLocks noChangeShapeType="1"/>
                </p:cNvSpPr>
                <p:nvPr/>
              </p:nvSpPr>
              <p:spPr bwMode="auto">
                <a:xfrm>
                  <a:off x="2855" y="2190"/>
                  <a:ext cx="0" cy="1792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7445" name="Line 26"/>
                <p:cNvSpPr>
                  <a:spLocks noChangeShapeType="1"/>
                </p:cNvSpPr>
                <p:nvPr/>
              </p:nvSpPr>
              <p:spPr bwMode="auto">
                <a:xfrm flipH="1" flipV="1">
                  <a:off x="1160" y="1958"/>
                  <a:ext cx="218" cy="232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7446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1105" y="3693"/>
                  <a:ext cx="383" cy="32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79068" tIns="39534" rIns="79068" bIns="39534">
                  <a:spAutoFit/>
                </a:bodyPr>
                <a:lstStyle/>
                <a:p>
                  <a:pPr algn="l" defTabSz="790575">
                    <a:lnSpc>
                      <a:spcPct val="90000"/>
                    </a:lnSpc>
                    <a:spcBef>
                      <a:spcPct val="50000"/>
                    </a:spcBef>
                    <a:buClr>
                      <a:schemeClr val="folHlink"/>
                    </a:buClr>
                    <a:buSzPct val="60000"/>
                  </a:pPr>
                  <a:r>
                    <a:rPr lang="en-US" altLang="zh-CN" sz="2000" b="1">
                      <a:latin typeface="Arial" pitchFamily="34" charset="0"/>
                      <a:ea typeface="楷体_GB2312" pitchFamily="49" charset="-122"/>
                    </a:rPr>
                    <a:t>10</a:t>
                  </a:r>
                </a:p>
              </p:txBody>
            </p:sp>
            <p:sp>
              <p:nvSpPr>
                <p:cNvPr id="17447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1105" y="3229"/>
                  <a:ext cx="383" cy="32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79068" tIns="39534" rIns="79068" bIns="39534">
                  <a:spAutoFit/>
                </a:bodyPr>
                <a:lstStyle/>
                <a:p>
                  <a:pPr algn="l" defTabSz="790575">
                    <a:lnSpc>
                      <a:spcPct val="90000"/>
                    </a:lnSpc>
                    <a:spcBef>
                      <a:spcPct val="50000"/>
                    </a:spcBef>
                    <a:buClr>
                      <a:schemeClr val="folHlink"/>
                    </a:buClr>
                    <a:buSzPct val="60000"/>
                  </a:pPr>
                  <a:r>
                    <a:rPr lang="en-US" altLang="zh-CN" sz="2000" b="1">
                      <a:latin typeface="Arial" pitchFamily="34" charset="0"/>
                      <a:ea typeface="楷体_GB2312" pitchFamily="49" charset="-122"/>
                    </a:rPr>
                    <a:t>11</a:t>
                  </a:r>
                </a:p>
              </p:txBody>
            </p:sp>
            <p:sp>
              <p:nvSpPr>
                <p:cNvPr id="17448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1105" y="2710"/>
                  <a:ext cx="383" cy="32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79068" tIns="39534" rIns="79068" bIns="39534">
                  <a:spAutoFit/>
                </a:bodyPr>
                <a:lstStyle/>
                <a:p>
                  <a:pPr algn="l" defTabSz="790575">
                    <a:lnSpc>
                      <a:spcPct val="90000"/>
                    </a:lnSpc>
                    <a:spcBef>
                      <a:spcPct val="50000"/>
                    </a:spcBef>
                    <a:buClr>
                      <a:schemeClr val="folHlink"/>
                    </a:buClr>
                    <a:buSzPct val="60000"/>
                  </a:pPr>
                  <a:r>
                    <a:rPr lang="en-US" altLang="zh-CN" sz="2000" b="1">
                      <a:latin typeface="Arial" pitchFamily="34" charset="0"/>
                      <a:ea typeface="楷体_GB2312" pitchFamily="49" charset="-122"/>
                    </a:rPr>
                    <a:t>01</a:t>
                  </a:r>
                </a:p>
              </p:txBody>
            </p:sp>
            <p:sp>
              <p:nvSpPr>
                <p:cNvPr id="17449" name="Text Box 30"/>
                <p:cNvSpPr txBox="1">
                  <a:spLocks noChangeArrowheads="1"/>
                </p:cNvSpPr>
                <p:nvPr/>
              </p:nvSpPr>
              <p:spPr bwMode="auto">
                <a:xfrm>
                  <a:off x="1105" y="2304"/>
                  <a:ext cx="383" cy="32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79068" tIns="39534" rIns="79068" bIns="39534">
                  <a:spAutoFit/>
                </a:bodyPr>
                <a:lstStyle/>
                <a:p>
                  <a:pPr algn="l" defTabSz="790575">
                    <a:lnSpc>
                      <a:spcPct val="90000"/>
                    </a:lnSpc>
                    <a:spcBef>
                      <a:spcPct val="50000"/>
                    </a:spcBef>
                    <a:buClr>
                      <a:schemeClr val="folHlink"/>
                    </a:buClr>
                    <a:buSzPct val="60000"/>
                  </a:pPr>
                  <a:r>
                    <a:rPr lang="en-US" altLang="zh-CN" sz="2000" b="1">
                      <a:latin typeface="Arial" pitchFamily="34" charset="0"/>
                      <a:ea typeface="楷体_GB2312" pitchFamily="49" charset="-122"/>
                    </a:rPr>
                    <a:t>00</a:t>
                  </a:r>
                </a:p>
              </p:txBody>
            </p:sp>
            <p:sp>
              <p:nvSpPr>
                <p:cNvPr id="17450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1214" y="1874"/>
                  <a:ext cx="493" cy="29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79068" tIns="39534" rIns="79068" bIns="39534">
                  <a:spAutoFit/>
                </a:bodyPr>
                <a:lstStyle/>
                <a:p>
                  <a:pPr algn="l" defTabSz="790575">
                    <a:lnSpc>
                      <a:spcPct val="90000"/>
                    </a:lnSpc>
                    <a:spcBef>
                      <a:spcPct val="50000"/>
                    </a:spcBef>
                    <a:buClr>
                      <a:schemeClr val="folHlink"/>
                    </a:buClr>
                    <a:buSzPct val="60000"/>
                  </a:pPr>
                  <a:r>
                    <a:rPr lang="en-US" altLang="zh-CN" b="1">
                      <a:latin typeface="Arial" pitchFamily="34" charset="0"/>
                      <a:ea typeface="楷体_GB2312" pitchFamily="49" charset="-122"/>
                    </a:rPr>
                    <a:t>CD</a:t>
                  </a:r>
                </a:p>
              </p:txBody>
            </p:sp>
            <p:sp>
              <p:nvSpPr>
                <p:cNvPr id="17451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941" y="2016"/>
                  <a:ext cx="492" cy="29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79068" tIns="39534" rIns="79068" bIns="39534">
                  <a:spAutoFit/>
                </a:bodyPr>
                <a:lstStyle/>
                <a:p>
                  <a:pPr algn="l" defTabSz="790575">
                    <a:lnSpc>
                      <a:spcPct val="90000"/>
                    </a:lnSpc>
                    <a:spcBef>
                      <a:spcPct val="50000"/>
                    </a:spcBef>
                    <a:buClr>
                      <a:schemeClr val="folHlink"/>
                    </a:buClr>
                    <a:buSzPct val="60000"/>
                  </a:pPr>
                  <a:r>
                    <a:rPr lang="en-US" altLang="zh-CN" b="1">
                      <a:latin typeface="Arial" pitchFamily="34" charset="0"/>
                      <a:ea typeface="楷体_GB2312" pitchFamily="49" charset="-122"/>
                    </a:rPr>
                    <a:t>AB</a:t>
                  </a:r>
                </a:p>
              </p:txBody>
            </p:sp>
            <p:sp>
              <p:nvSpPr>
                <p:cNvPr id="17452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1697" y="2458"/>
                  <a:ext cx="1874" cy="24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79068" tIns="39534" rIns="79068" bIns="39534">
                  <a:spAutoFit/>
                </a:bodyPr>
                <a:lstStyle/>
                <a:p>
                  <a:pPr algn="l" defTabSz="790575">
                    <a:lnSpc>
                      <a:spcPct val="90000"/>
                    </a:lnSpc>
                    <a:spcBef>
                      <a:spcPct val="50000"/>
                    </a:spcBef>
                    <a:buClr>
                      <a:schemeClr val="folHlink"/>
                    </a:buClr>
                    <a:buSzPct val="60000"/>
                  </a:pPr>
                  <a:r>
                    <a:rPr lang="en-US" altLang="zh-CN" sz="1400" b="1" dirty="0">
                      <a:solidFill>
                        <a:schemeClr val="accent6"/>
                      </a:solidFill>
                      <a:latin typeface="CG Times" pitchFamily="18" charset="0"/>
                      <a:ea typeface="楷体_GB2312" pitchFamily="49" charset="-122"/>
                    </a:rPr>
                    <a:t> </a:t>
                  </a:r>
                  <a:r>
                    <a:rPr lang="en-US" altLang="zh-CN" sz="1400" b="1" dirty="0">
                      <a:solidFill>
                        <a:schemeClr val="accent6"/>
                      </a:solidFill>
                      <a:latin typeface="Arial" pitchFamily="34" charset="0"/>
                      <a:ea typeface="楷体_GB2312" pitchFamily="49" charset="-122"/>
                    </a:rPr>
                    <a:t>0             1               3              2</a:t>
                  </a:r>
                </a:p>
              </p:txBody>
            </p:sp>
            <p:sp>
              <p:nvSpPr>
                <p:cNvPr id="17453" name="Text Box 34"/>
                <p:cNvSpPr txBox="1">
                  <a:spLocks noChangeArrowheads="1"/>
                </p:cNvSpPr>
                <p:nvPr/>
              </p:nvSpPr>
              <p:spPr bwMode="auto">
                <a:xfrm>
                  <a:off x="1688" y="2896"/>
                  <a:ext cx="1874" cy="24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79068" tIns="39534" rIns="79068" bIns="39534">
                  <a:spAutoFit/>
                </a:bodyPr>
                <a:lstStyle/>
                <a:p>
                  <a:pPr algn="l" defTabSz="790575">
                    <a:lnSpc>
                      <a:spcPct val="90000"/>
                    </a:lnSpc>
                    <a:spcBef>
                      <a:spcPct val="50000"/>
                    </a:spcBef>
                    <a:buClr>
                      <a:schemeClr val="folHlink"/>
                    </a:buClr>
                    <a:buSzPct val="60000"/>
                  </a:pPr>
                  <a:r>
                    <a:rPr lang="en-US" altLang="zh-CN" sz="1400" b="1" dirty="0">
                      <a:solidFill>
                        <a:schemeClr val="accent6"/>
                      </a:solidFill>
                      <a:latin typeface="CG Times" pitchFamily="18" charset="0"/>
                      <a:ea typeface="楷体_GB2312" pitchFamily="49" charset="-122"/>
                    </a:rPr>
                    <a:t> </a:t>
                  </a:r>
                  <a:r>
                    <a:rPr lang="en-US" altLang="zh-CN" sz="1400" b="1" dirty="0">
                      <a:solidFill>
                        <a:schemeClr val="accent6"/>
                      </a:solidFill>
                      <a:latin typeface="Arial" pitchFamily="34" charset="0"/>
                      <a:ea typeface="楷体_GB2312" pitchFamily="49" charset="-122"/>
                    </a:rPr>
                    <a:t>4             5               7             6</a:t>
                  </a:r>
                </a:p>
              </p:txBody>
            </p:sp>
            <p:sp>
              <p:nvSpPr>
                <p:cNvPr id="17454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1688" y="3378"/>
                  <a:ext cx="1874" cy="24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79068" tIns="39534" rIns="79068" bIns="39534">
                  <a:spAutoFit/>
                </a:bodyPr>
                <a:lstStyle/>
                <a:p>
                  <a:pPr algn="l" defTabSz="790575">
                    <a:lnSpc>
                      <a:spcPct val="90000"/>
                    </a:lnSpc>
                    <a:spcBef>
                      <a:spcPct val="50000"/>
                    </a:spcBef>
                    <a:buClr>
                      <a:schemeClr val="folHlink"/>
                    </a:buClr>
                    <a:buSzPct val="60000"/>
                  </a:pPr>
                  <a:r>
                    <a:rPr lang="en-US" altLang="zh-CN" sz="1400" b="1" dirty="0">
                      <a:solidFill>
                        <a:schemeClr val="accent6"/>
                      </a:solidFill>
                      <a:latin typeface="Arial" pitchFamily="34" charset="0"/>
                      <a:ea typeface="楷体_GB2312" pitchFamily="49" charset="-122"/>
                    </a:rPr>
                    <a:t>12           13            15            14</a:t>
                  </a:r>
                </a:p>
              </p:txBody>
            </p:sp>
            <p:sp>
              <p:nvSpPr>
                <p:cNvPr id="17455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1679" y="3805"/>
                  <a:ext cx="1874" cy="24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79068" tIns="39534" rIns="79068" bIns="39534">
                  <a:spAutoFit/>
                </a:bodyPr>
                <a:lstStyle/>
                <a:p>
                  <a:pPr algn="l" defTabSz="790575">
                    <a:lnSpc>
                      <a:spcPct val="90000"/>
                    </a:lnSpc>
                    <a:spcBef>
                      <a:spcPct val="50000"/>
                    </a:spcBef>
                    <a:buClr>
                      <a:schemeClr val="folHlink"/>
                    </a:buClr>
                    <a:buSzPct val="60000"/>
                  </a:pPr>
                  <a:r>
                    <a:rPr lang="en-US" altLang="zh-CN" sz="1400" b="1" dirty="0">
                      <a:solidFill>
                        <a:schemeClr val="accent6"/>
                      </a:solidFill>
                      <a:latin typeface="CG Times" pitchFamily="18" charset="0"/>
                      <a:ea typeface="楷体_GB2312" pitchFamily="49" charset="-122"/>
                    </a:rPr>
                    <a:t> </a:t>
                  </a:r>
                  <a:r>
                    <a:rPr lang="en-US" altLang="zh-CN" sz="1400" b="1" dirty="0">
                      <a:solidFill>
                        <a:schemeClr val="accent6"/>
                      </a:solidFill>
                      <a:latin typeface="Arial" pitchFamily="34" charset="0"/>
                      <a:ea typeface="楷体_GB2312" pitchFamily="49" charset="-122"/>
                    </a:rPr>
                    <a:t>8              9             11            10</a:t>
                  </a:r>
                </a:p>
              </p:txBody>
            </p:sp>
          </p:grpSp>
          <p:sp>
            <p:nvSpPr>
              <p:cNvPr id="17423" name="Text Box 37"/>
              <p:cNvSpPr txBox="1">
                <a:spLocks noChangeArrowheads="1"/>
              </p:cNvSpPr>
              <p:nvPr/>
            </p:nvSpPr>
            <p:spPr bwMode="auto">
              <a:xfrm>
                <a:off x="3082" y="3218"/>
                <a:ext cx="553" cy="287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/>
              <a:p>
                <a:pPr defTabSz="790575">
                  <a:lnSpc>
                    <a:spcPct val="9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60000"/>
                </a:pPr>
                <a:r>
                  <a:rPr lang="en-US" altLang="zh-CN" b="1" dirty="0" smtClean="0">
                    <a:solidFill>
                      <a:srgbClr val="FF0000"/>
                    </a:solidFill>
                    <a:latin typeface="Arial" pitchFamily="34" charset="0"/>
                    <a:ea typeface="楷体_GB2312" pitchFamily="49" charset="-122"/>
                  </a:rPr>
                  <a:t>    1</a:t>
                </a:r>
                <a:endParaRPr lang="en-US" altLang="zh-CN" b="1" dirty="0">
                  <a:solidFill>
                    <a:srgbClr val="FF0000"/>
                  </a:solidFill>
                  <a:latin typeface="Arial" pitchFamily="34" charset="0"/>
                  <a:ea typeface="楷体_GB2312" pitchFamily="49" charset="-122"/>
                </a:endParaRPr>
              </a:p>
            </p:txBody>
          </p:sp>
          <p:sp>
            <p:nvSpPr>
              <p:cNvPr id="17424" name="Text Box 38"/>
              <p:cNvSpPr txBox="1">
                <a:spLocks noChangeArrowheads="1"/>
              </p:cNvSpPr>
              <p:nvPr/>
            </p:nvSpPr>
            <p:spPr bwMode="auto">
              <a:xfrm>
                <a:off x="3078" y="3618"/>
                <a:ext cx="553" cy="287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/>
              <a:p>
                <a:pPr defTabSz="790575">
                  <a:lnSpc>
                    <a:spcPct val="9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60000"/>
                </a:pPr>
                <a:endParaRPr lang="zh-CN" altLang="zh-CN" b="1">
                  <a:solidFill>
                    <a:srgbClr val="3333FF"/>
                  </a:solidFill>
                  <a:latin typeface="Arial" pitchFamily="34" charset="0"/>
                  <a:ea typeface="楷体_GB2312" pitchFamily="49" charset="-122"/>
                </a:endParaRPr>
              </a:p>
            </p:txBody>
          </p:sp>
          <p:sp>
            <p:nvSpPr>
              <p:cNvPr id="17425" name="Text Box 39"/>
              <p:cNvSpPr txBox="1">
                <a:spLocks noChangeArrowheads="1"/>
              </p:cNvSpPr>
              <p:nvPr/>
            </p:nvSpPr>
            <p:spPr bwMode="auto">
              <a:xfrm>
                <a:off x="3094" y="4039"/>
                <a:ext cx="553" cy="287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/>
              <a:p>
                <a:pPr defTabSz="790575">
                  <a:lnSpc>
                    <a:spcPct val="9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60000"/>
                </a:pPr>
                <a:endParaRPr lang="zh-CN" altLang="zh-CN" b="1">
                  <a:solidFill>
                    <a:srgbClr val="3333FF"/>
                  </a:solidFill>
                  <a:latin typeface="Arial" pitchFamily="34" charset="0"/>
                  <a:ea typeface="楷体_GB2312" pitchFamily="49" charset="-122"/>
                </a:endParaRPr>
              </a:p>
            </p:txBody>
          </p:sp>
          <p:sp>
            <p:nvSpPr>
              <p:cNvPr id="17426" name="Text Box 40"/>
              <p:cNvSpPr txBox="1">
                <a:spLocks noChangeArrowheads="1"/>
              </p:cNvSpPr>
              <p:nvPr/>
            </p:nvSpPr>
            <p:spPr bwMode="auto">
              <a:xfrm>
                <a:off x="3577" y="3618"/>
                <a:ext cx="553" cy="287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/>
              <a:p>
                <a:pPr defTabSz="790575">
                  <a:lnSpc>
                    <a:spcPct val="9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60000"/>
                </a:pPr>
                <a:r>
                  <a:rPr lang="en-US" altLang="zh-CN" b="1" dirty="0" smtClean="0">
                    <a:solidFill>
                      <a:srgbClr val="FF0000"/>
                    </a:solidFill>
                    <a:latin typeface="Arial" pitchFamily="34" charset="0"/>
                    <a:ea typeface="楷体_GB2312" pitchFamily="49" charset="-122"/>
                  </a:rPr>
                  <a:t>    1</a:t>
                </a:r>
                <a:endParaRPr lang="en-US" altLang="zh-CN" b="1" dirty="0">
                  <a:solidFill>
                    <a:srgbClr val="FF0000"/>
                  </a:solidFill>
                  <a:latin typeface="Arial" pitchFamily="34" charset="0"/>
                  <a:ea typeface="楷体_GB2312" pitchFamily="49" charset="-122"/>
                </a:endParaRPr>
              </a:p>
            </p:txBody>
          </p:sp>
          <p:sp>
            <p:nvSpPr>
              <p:cNvPr id="17427" name="Text Box 41"/>
              <p:cNvSpPr txBox="1">
                <a:spLocks noChangeArrowheads="1"/>
              </p:cNvSpPr>
              <p:nvPr/>
            </p:nvSpPr>
            <p:spPr bwMode="auto">
              <a:xfrm>
                <a:off x="3794" y="4448"/>
                <a:ext cx="553" cy="287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/>
              <a:p>
                <a:pPr defTabSz="790575">
                  <a:lnSpc>
                    <a:spcPct val="9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60000"/>
                </a:pPr>
                <a:r>
                  <a:rPr lang="en-US" altLang="zh-CN" b="1" dirty="0" smtClean="0">
                    <a:solidFill>
                      <a:srgbClr val="FF0000"/>
                    </a:solidFill>
                    <a:latin typeface="Arial" pitchFamily="34" charset="0"/>
                    <a:ea typeface="楷体_GB2312" pitchFamily="49" charset="-122"/>
                  </a:rPr>
                  <a:t>1                     </a:t>
                </a:r>
                <a:endParaRPr lang="en-US" altLang="zh-CN" b="1" dirty="0">
                  <a:solidFill>
                    <a:srgbClr val="FF0000"/>
                  </a:solidFill>
                  <a:latin typeface="Arial" pitchFamily="34" charset="0"/>
                  <a:ea typeface="楷体_GB2312" pitchFamily="49" charset="-122"/>
                </a:endParaRPr>
              </a:p>
            </p:txBody>
          </p:sp>
          <p:sp>
            <p:nvSpPr>
              <p:cNvPr id="17428" name="Text Box 42"/>
              <p:cNvSpPr txBox="1">
                <a:spLocks noChangeArrowheads="1"/>
              </p:cNvSpPr>
              <p:nvPr/>
            </p:nvSpPr>
            <p:spPr bwMode="auto">
              <a:xfrm>
                <a:off x="4568" y="3621"/>
                <a:ext cx="553" cy="287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/>
              <a:p>
                <a:pPr defTabSz="790575">
                  <a:lnSpc>
                    <a:spcPct val="9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60000"/>
                </a:pPr>
                <a:r>
                  <a:rPr lang="en-US" altLang="zh-CN" b="1" dirty="0" smtClean="0">
                    <a:solidFill>
                      <a:srgbClr val="FF0000"/>
                    </a:solidFill>
                    <a:latin typeface="Arial" pitchFamily="34" charset="0"/>
                    <a:ea typeface="楷体_GB2312" pitchFamily="49" charset="-122"/>
                  </a:rPr>
                  <a:t>    1</a:t>
                </a:r>
                <a:endParaRPr lang="en-US" altLang="zh-CN" b="1" dirty="0">
                  <a:solidFill>
                    <a:srgbClr val="FF0000"/>
                  </a:solidFill>
                  <a:latin typeface="Arial" pitchFamily="34" charset="0"/>
                  <a:ea typeface="楷体_GB2312" pitchFamily="49" charset="-122"/>
                </a:endParaRPr>
              </a:p>
            </p:txBody>
          </p:sp>
          <p:sp>
            <p:nvSpPr>
              <p:cNvPr id="17429" name="Text Box 43"/>
              <p:cNvSpPr txBox="1">
                <a:spLocks noChangeArrowheads="1"/>
              </p:cNvSpPr>
              <p:nvPr/>
            </p:nvSpPr>
            <p:spPr bwMode="auto">
              <a:xfrm>
                <a:off x="4577" y="4041"/>
                <a:ext cx="553" cy="287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/>
              <a:p>
                <a:pPr defTabSz="790575">
                  <a:lnSpc>
                    <a:spcPct val="9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60000"/>
                </a:pPr>
                <a:r>
                  <a:rPr lang="en-US" altLang="zh-CN" b="1" dirty="0" smtClean="0">
                    <a:solidFill>
                      <a:srgbClr val="FF0000"/>
                    </a:solidFill>
                    <a:latin typeface="Arial" pitchFamily="34" charset="0"/>
                    <a:ea typeface="楷体_GB2312" pitchFamily="49" charset="-122"/>
                  </a:rPr>
                  <a:t>    1</a:t>
                </a:r>
                <a:endParaRPr lang="en-US" altLang="zh-CN" b="1" dirty="0">
                  <a:solidFill>
                    <a:srgbClr val="FF0000"/>
                  </a:solidFill>
                  <a:latin typeface="Arial" pitchFamily="34" charset="0"/>
                  <a:ea typeface="楷体_GB2312" pitchFamily="49" charset="-122"/>
                </a:endParaRPr>
              </a:p>
            </p:txBody>
          </p:sp>
          <p:sp>
            <p:nvSpPr>
              <p:cNvPr id="17430" name="Text Box 44"/>
              <p:cNvSpPr txBox="1">
                <a:spLocks noChangeArrowheads="1"/>
              </p:cNvSpPr>
              <p:nvPr/>
            </p:nvSpPr>
            <p:spPr bwMode="auto">
              <a:xfrm>
                <a:off x="4077" y="3618"/>
                <a:ext cx="553" cy="287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/>
              <a:p>
                <a:pPr defTabSz="790575">
                  <a:lnSpc>
                    <a:spcPct val="9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60000"/>
                </a:pPr>
                <a:r>
                  <a:rPr lang="en-US" altLang="zh-CN" b="1" dirty="0" smtClean="0">
                    <a:solidFill>
                      <a:srgbClr val="FF0000"/>
                    </a:solidFill>
                    <a:latin typeface="Arial" pitchFamily="34" charset="0"/>
                    <a:ea typeface="楷体_GB2312" pitchFamily="49" charset="-122"/>
                  </a:rPr>
                  <a:t>    1</a:t>
                </a:r>
                <a:endParaRPr lang="en-US" altLang="zh-CN" b="1" dirty="0">
                  <a:solidFill>
                    <a:srgbClr val="FF0000"/>
                  </a:solidFill>
                  <a:latin typeface="Arial" pitchFamily="34" charset="0"/>
                  <a:ea typeface="楷体_GB2312" pitchFamily="49" charset="-122"/>
                </a:endParaRPr>
              </a:p>
            </p:txBody>
          </p:sp>
          <p:sp>
            <p:nvSpPr>
              <p:cNvPr id="17431" name="Text Box 45"/>
              <p:cNvSpPr txBox="1">
                <a:spLocks noChangeArrowheads="1"/>
              </p:cNvSpPr>
              <p:nvPr/>
            </p:nvSpPr>
            <p:spPr bwMode="auto">
              <a:xfrm>
                <a:off x="4079" y="4039"/>
                <a:ext cx="553" cy="287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/>
              <a:p>
                <a:pPr defTabSz="790575">
                  <a:lnSpc>
                    <a:spcPct val="9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60000"/>
                </a:pPr>
                <a:r>
                  <a:rPr lang="en-US" altLang="zh-CN" b="1" dirty="0" smtClean="0">
                    <a:solidFill>
                      <a:srgbClr val="FF0000"/>
                    </a:solidFill>
                    <a:latin typeface="Arial" pitchFamily="34" charset="0"/>
                    <a:ea typeface="楷体_GB2312" pitchFamily="49" charset="-122"/>
                  </a:rPr>
                  <a:t>    1</a:t>
                </a:r>
                <a:endParaRPr lang="en-US" altLang="zh-CN" b="1" dirty="0">
                  <a:solidFill>
                    <a:srgbClr val="FF0000"/>
                  </a:solidFill>
                  <a:latin typeface="Arial" pitchFamily="34" charset="0"/>
                  <a:ea typeface="楷体_GB2312" pitchFamily="49" charset="-122"/>
                </a:endParaRPr>
              </a:p>
            </p:txBody>
          </p:sp>
          <p:sp>
            <p:nvSpPr>
              <p:cNvPr id="17432" name="Text Box 46"/>
              <p:cNvSpPr txBox="1">
                <a:spLocks noChangeArrowheads="1"/>
              </p:cNvSpPr>
              <p:nvPr/>
            </p:nvSpPr>
            <p:spPr bwMode="auto">
              <a:xfrm>
                <a:off x="3290" y="4458"/>
                <a:ext cx="553" cy="287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/>
              <a:p>
                <a:pPr defTabSz="790575">
                  <a:lnSpc>
                    <a:spcPct val="9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60000"/>
                </a:pPr>
                <a:r>
                  <a:rPr lang="en-US" altLang="zh-CN" b="1" dirty="0" smtClean="0">
                    <a:solidFill>
                      <a:srgbClr val="FF0000"/>
                    </a:solidFill>
                    <a:latin typeface="Arial" pitchFamily="34" charset="0"/>
                    <a:ea typeface="楷体_GB2312" pitchFamily="49" charset="-122"/>
                  </a:rPr>
                  <a:t>1    </a:t>
                </a:r>
                <a:endParaRPr lang="en-US" altLang="zh-CN" b="1" dirty="0">
                  <a:solidFill>
                    <a:srgbClr val="FF0000"/>
                  </a:solidFill>
                  <a:latin typeface="Arial" pitchFamily="34" charset="0"/>
                  <a:ea typeface="楷体_GB2312" pitchFamily="49" charset="-122"/>
                </a:endParaRPr>
              </a:p>
            </p:txBody>
          </p:sp>
          <p:sp>
            <p:nvSpPr>
              <p:cNvPr id="17433" name="Text Box 47"/>
              <p:cNvSpPr txBox="1">
                <a:spLocks noChangeArrowheads="1"/>
              </p:cNvSpPr>
              <p:nvPr/>
            </p:nvSpPr>
            <p:spPr bwMode="auto">
              <a:xfrm>
                <a:off x="4275" y="4397"/>
                <a:ext cx="553" cy="287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/>
              <a:p>
                <a:pPr defTabSz="790575">
                  <a:lnSpc>
                    <a:spcPct val="9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60000"/>
                </a:pPr>
                <a:r>
                  <a:rPr lang="en-US" altLang="zh-CN" b="1" dirty="0">
                    <a:solidFill>
                      <a:srgbClr val="FF0000"/>
                    </a:solidFill>
                    <a:latin typeface="Arial" pitchFamily="34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17434" name="Text Box 48"/>
              <p:cNvSpPr txBox="1">
                <a:spLocks noChangeArrowheads="1"/>
              </p:cNvSpPr>
              <p:nvPr/>
            </p:nvSpPr>
            <p:spPr bwMode="auto">
              <a:xfrm>
                <a:off x="4775" y="4398"/>
                <a:ext cx="553" cy="287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/>
              <a:p>
                <a:pPr defTabSz="790575">
                  <a:lnSpc>
                    <a:spcPct val="9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60000"/>
                </a:pPr>
                <a:r>
                  <a:rPr lang="en-US" altLang="zh-CN" b="1">
                    <a:solidFill>
                      <a:srgbClr val="FF0000"/>
                    </a:solidFill>
                    <a:latin typeface="Arial" pitchFamily="34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17435" name="Text Box 49"/>
              <p:cNvSpPr txBox="1">
                <a:spLocks noChangeArrowheads="1"/>
              </p:cNvSpPr>
              <p:nvPr/>
            </p:nvSpPr>
            <p:spPr bwMode="auto">
              <a:xfrm>
                <a:off x="3591" y="4041"/>
                <a:ext cx="553" cy="287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/>
              <a:p>
                <a:pPr defTabSz="790575">
                  <a:lnSpc>
                    <a:spcPct val="9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60000"/>
                </a:pPr>
                <a:r>
                  <a:rPr lang="en-US" altLang="zh-CN" b="1" dirty="0" smtClean="0">
                    <a:solidFill>
                      <a:srgbClr val="FF0000"/>
                    </a:solidFill>
                    <a:latin typeface="Arial" pitchFamily="34" charset="0"/>
                    <a:ea typeface="楷体_GB2312" pitchFamily="49" charset="-122"/>
                  </a:rPr>
                  <a:t>    1</a:t>
                </a:r>
                <a:endParaRPr lang="en-US" altLang="zh-CN" b="1" dirty="0">
                  <a:solidFill>
                    <a:srgbClr val="FF0000"/>
                  </a:solidFill>
                  <a:latin typeface="Arial" pitchFamily="34" charset="0"/>
                  <a:ea typeface="楷体_GB2312" pitchFamily="49" charset="-122"/>
                </a:endParaRPr>
              </a:p>
            </p:txBody>
          </p:sp>
          <p:sp>
            <p:nvSpPr>
              <p:cNvPr id="17436" name="Text Box 50"/>
              <p:cNvSpPr txBox="1">
                <a:spLocks noChangeArrowheads="1"/>
              </p:cNvSpPr>
              <p:nvPr/>
            </p:nvSpPr>
            <p:spPr bwMode="auto">
              <a:xfrm>
                <a:off x="4704" y="3213"/>
                <a:ext cx="553" cy="287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/>
              <a:p>
                <a:pPr defTabSz="790575">
                  <a:lnSpc>
                    <a:spcPct val="9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60000"/>
                </a:pPr>
                <a:r>
                  <a:rPr lang="en-US" altLang="zh-CN" b="1" dirty="0">
                    <a:solidFill>
                      <a:srgbClr val="FF0000"/>
                    </a:solidFill>
                    <a:latin typeface="Arial" pitchFamily="34" charset="0"/>
                    <a:ea typeface="楷体_GB2312" pitchFamily="49" charset="-122"/>
                  </a:rPr>
                  <a:t>1</a:t>
                </a:r>
              </a:p>
            </p:txBody>
          </p:sp>
        </p:grpSp>
        <p:sp>
          <p:nvSpPr>
            <p:cNvPr id="17419" name="Text Box 51"/>
            <p:cNvSpPr txBox="1">
              <a:spLocks noChangeArrowheads="1"/>
            </p:cNvSpPr>
            <p:nvPr/>
          </p:nvSpPr>
          <p:spPr bwMode="auto">
            <a:xfrm>
              <a:off x="1457" y="895"/>
              <a:ext cx="249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0" lang="en-US" altLang="zh-CN" b="1">
                  <a:latin typeface="Arial" pitchFamily="34" charset="0"/>
                </a:rPr>
                <a:t>F</a:t>
              </a:r>
            </a:p>
          </p:txBody>
        </p:sp>
        <p:sp>
          <p:nvSpPr>
            <p:cNvPr id="17420" name="Text Box 52"/>
            <p:cNvSpPr txBox="1">
              <a:spLocks noChangeArrowheads="1"/>
            </p:cNvSpPr>
            <p:nvPr/>
          </p:nvSpPr>
          <p:spPr bwMode="auto">
            <a:xfrm>
              <a:off x="2449" y="1441"/>
              <a:ext cx="388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b="1">
                  <a:solidFill>
                    <a:srgbClr val="FF0000"/>
                  </a:solidFill>
                  <a:latin typeface="Arial" pitchFamily="34" charset="0"/>
                </a:rPr>
                <a:t>1</a:t>
              </a:r>
            </a:p>
          </p:txBody>
        </p:sp>
        <p:sp>
          <p:nvSpPr>
            <p:cNvPr id="17421" name="Text Box 53"/>
            <p:cNvSpPr txBox="1">
              <a:spLocks noChangeArrowheads="1"/>
            </p:cNvSpPr>
            <p:nvPr/>
          </p:nvSpPr>
          <p:spPr bwMode="auto">
            <a:xfrm>
              <a:off x="2946" y="1441"/>
              <a:ext cx="388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b="1">
                  <a:solidFill>
                    <a:srgbClr val="FF0000"/>
                  </a:solidFill>
                  <a:latin typeface="Arial" pitchFamily="34" charset="0"/>
                </a:rPr>
                <a:t>1</a:t>
              </a:r>
            </a:p>
          </p:txBody>
        </p:sp>
      </p:grpSp>
      <p:graphicFrame>
        <p:nvGraphicFramePr>
          <p:cNvPr id="34821" name="Object 5"/>
          <p:cNvGraphicFramePr>
            <a:graphicFrameLocks noChangeAspect="1"/>
          </p:cNvGraphicFramePr>
          <p:nvPr/>
        </p:nvGraphicFramePr>
        <p:xfrm>
          <a:off x="1295399" y="701760"/>
          <a:ext cx="5334013" cy="345990"/>
        </p:xfrm>
        <a:graphic>
          <a:graphicData uri="http://schemas.openxmlformats.org/presentationml/2006/ole">
            <p:oleObj spid="_x0000_s35844" name="Equation" r:id="rId4" imgW="4698720" imgH="304560" progId="Equation.DSMT4">
              <p:embed/>
            </p:oleObj>
          </a:graphicData>
        </a:graphic>
      </p:graphicFrame>
      <p:sp>
        <p:nvSpPr>
          <p:cNvPr id="55" name="矩形 54"/>
          <p:cNvSpPr/>
          <p:nvPr/>
        </p:nvSpPr>
        <p:spPr>
          <a:xfrm>
            <a:off x="0" y="0"/>
            <a:ext cx="57567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1.9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无关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项（补充上节课的例子）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AutoShape 8"/>
          <p:cNvSpPr>
            <a:spLocks noChangeArrowheads="1"/>
          </p:cNvSpPr>
          <p:nvPr/>
        </p:nvSpPr>
        <p:spPr bwMode="auto">
          <a:xfrm rot="5400000">
            <a:off x="4267200" y="2089838"/>
            <a:ext cx="1828800" cy="1219200"/>
          </a:xfrm>
          <a:prstGeom prst="flowChartTerminator">
            <a:avLst/>
          </a:prstGeom>
          <a:noFill/>
          <a:ln w="28575" cap="sq">
            <a:solidFill>
              <a:srgbClr val="FF33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" name="AutoShape 8"/>
          <p:cNvSpPr>
            <a:spLocks noChangeArrowheads="1"/>
          </p:cNvSpPr>
          <p:nvPr/>
        </p:nvSpPr>
        <p:spPr bwMode="auto">
          <a:xfrm rot="5400000">
            <a:off x="3464010" y="2089836"/>
            <a:ext cx="1828800" cy="1219200"/>
          </a:xfrm>
          <a:prstGeom prst="flowChartTerminator">
            <a:avLst/>
          </a:prstGeom>
          <a:noFill/>
          <a:ln w="28575" cap="sq">
            <a:solidFill>
              <a:schemeClr val="accent6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" name="左中括号 58"/>
          <p:cNvSpPr/>
          <p:nvPr/>
        </p:nvSpPr>
        <p:spPr>
          <a:xfrm rot="16200000">
            <a:off x="4343400" y="590550"/>
            <a:ext cx="228600" cy="2819400"/>
          </a:xfrm>
          <a:prstGeom prst="leftBracket">
            <a:avLst/>
          </a:prstGeom>
          <a:ln w="28575">
            <a:solidFill>
              <a:srgbClr val="66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60" name="左中括号 59"/>
          <p:cNvSpPr/>
          <p:nvPr/>
        </p:nvSpPr>
        <p:spPr>
          <a:xfrm rot="5400000">
            <a:off x="4267200" y="1962150"/>
            <a:ext cx="228600" cy="2819400"/>
          </a:xfrm>
          <a:prstGeom prst="leftBracket">
            <a:avLst/>
          </a:prstGeom>
          <a:ln w="28575">
            <a:solidFill>
              <a:srgbClr val="66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61" name="AutoShape 14"/>
          <p:cNvSpPr>
            <a:spLocks noChangeArrowheads="1"/>
          </p:cNvSpPr>
          <p:nvPr/>
        </p:nvSpPr>
        <p:spPr bwMode="auto">
          <a:xfrm>
            <a:off x="6400800" y="1962150"/>
            <a:ext cx="549275" cy="653653"/>
          </a:xfrm>
          <a:prstGeom prst="wedgeRoundRectCallout">
            <a:avLst>
              <a:gd name="adj1" fmla="val -159486"/>
              <a:gd name="adj2" fmla="val 23222"/>
              <a:gd name="adj3" fmla="val 16667"/>
            </a:avLst>
          </a:prstGeom>
          <a:solidFill>
            <a:srgbClr val="66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79068" tIns="39534" rIns="79068" bIns="39534" anchor="ctr"/>
          <a:lstStyle/>
          <a:p>
            <a:pPr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en-US" altLang="zh-CN" b="1" i="1" dirty="0" smtClean="0">
                <a:latin typeface="Arial" pitchFamily="34" charset="0"/>
                <a:ea typeface="楷体_GB2312" pitchFamily="49" charset="-122"/>
              </a:rPr>
              <a:t>C</a:t>
            </a:r>
            <a:endParaRPr lang="en-US" altLang="zh-CN" b="1" i="1" dirty="0">
              <a:latin typeface="Arial" pitchFamily="34" charset="0"/>
              <a:ea typeface="楷体_GB2312" pitchFamily="49" charset="-122"/>
            </a:endParaRPr>
          </a:p>
        </p:txBody>
      </p:sp>
      <p:grpSp>
        <p:nvGrpSpPr>
          <p:cNvPr id="69" name="组合 68"/>
          <p:cNvGrpSpPr/>
          <p:nvPr/>
        </p:nvGrpSpPr>
        <p:grpSpPr>
          <a:xfrm>
            <a:off x="3962400" y="1123950"/>
            <a:ext cx="653653" cy="369332"/>
            <a:chOff x="3962400" y="1123950"/>
            <a:chExt cx="653653" cy="369332"/>
          </a:xfrm>
        </p:grpSpPr>
        <p:sp>
          <p:nvSpPr>
            <p:cNvPr id="66" name="AutoShape 14"/>
            <p:cNvSpPr>
              <a:spLocks noChangeArrowheads="1"/>
            </p:cNvSpPr>
            <p:nvPr/>
          </p:nvSpPr>
          <p:spPr bwMode="auto">
            <a:xfrm rot="16200000">
              <a:off x="4128889" y="957461"/>
              <a:ext cx="320675" cy="653653"/>
            </a:xfrm>
            <a:prstGeom prst="wedgeRoundRectCallout">
              <a:avLst>
                <a:gd name="adj1" fmla="val -159486"/>
                <a:gd name="adj2" fmla="val 23222"/>
                <a:gd name="adj3" fmla="val 16667"/>
              </a:avLst>
            </a:prstGeom>
            <a:solidFill>
              <a:srgbClr val="66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79068" tIns="39534" rIns="79068" bIns="39534" anchor="ctr"/>
            <a:lstStyle/>
            <a:p>
              <a:pPr defTabSz="790575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endParaRPr lang="en-US" altLang="zh-CN" b="1" i="1" dirty="0">
                <a:latin typeface="Arial" pitchFamily="34" charset="0"/>
                <a:ea typeface="楷体_GB2312" pitchFamily="49" charset="-122"/>
              </a:endParaRP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4114800" y="1123950"/>
              <a:ext cx="381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i="1" dirty="0" smtClean="0"/>
                <a:t>D</a:t>
              </a:r>
              <a:endParaRPr lang="zh-CN" altLang="en-US" b="1" i="1" dirty="0"/>
            </a:p>
          </p:txBody>
        </p:sp>
      </p:grpSp>
      <p:grpSp>
        <p:nvGrpSpPr>
          <p:cNvPr id="70" name="Group 10"/>
          <p:cNvGrpSpPr>
            <a:grpSpLocks/>
          </p:cNvGrpSpPr>
          <p:nvPr/>
        </p:nvGrpSpPr>
        <p:grpSpPr bwMode="auto">
          <a:xfrm>
            <a:off x="1285104" y="3105150"/>
            <a:ext cx="1066800" cy="653653"/>
            <a:chOff x="295" y="1472"/>
            <a:chExt cx="759" cy="549"/>
          </a:xfrm>
        </p:grpSpPr>
        <p:sp>
          <p:nvSpPr>
            <p:cNvPr id="71" name="AutoShape 11"/>
            <p:cNvSpPr>
              <a:spLocks noChangeArrowheads="1"/>
            </p:cNvSpPr>
            <p:nvPr/>
          </p:nvSpPr>
          <p:spPr bwMode="auto">
            <a:xfrm>
              <a:off x="295" y="1472"/>
              <a:ext cx="759" cy="549"/>
            </a:xfrm>
            <a:prstGeom prst="wedgeRoundRectCallout">
              <a:avLst>
                <a:gd name="adj1" fmla="val 107181"/>
                <a:gd name="adj2" fmla="val -17579"/>
                <a:gd name="adj3" fmla="val 16667"/>
              </a:avLst>
            </a:prstGeom>
            <a:solidFill>
              <a:srgbClr val="66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79068" tIns="39534" rIns="79068" bIns="39534" anchor="ctr"/>
            <a:lstStyle/>
            <a:p>
              <a:pPr defTabSz="790575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lang="en-US" altLang="zh-CN" b="1" i="1" dirty="0" smtClean="0">
                  <a:latin typeface="Arial" pitchFamily="34" charset="0"/>
                  <a:ea typeface="楷体_GB2312" pitchFamily="49" charset="-122"/>
                </a:rPr>
                <a:t>   B</a:t>
              </a:r>
              <a:endParaRPr lang="en-US" altLang="zh-CN" b="1" i="1" dirty="0">
                <a:latin typeface="Arial" pitchFamily="34" charset="0"/>
                <a:ea typeface="楷体_GB2312" pitchFamily="49" charset="-122"/>
              </a:endParaRPr>
            </a:p>
          </p:txBody>
        </p:sp>
        <p:sp>
          <p:nvSpPr>
            <p:cNvPr id="72" name="Line 12"/>
            <p:cNvSpPr>
              <a:spLocks noChangeShapeType="1"/>
            </p:cNvSpPr>
            <p:nvPr/>
          </p:nvSpPr>
          <p:spPr bwMode="auto">
            <a:xfrm flipH="1" flipV="1">
              <a:off x="507" y="1620"/>
              <a:ext cx="113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graphicFrame>
        <p:nvGraphicFramePr>
          <p:cNvPr id="35845" name="Object 5"/>
          <p:cNvGraphicFramePr>
            <a:graphicFrameLocks noChangeAspect="1"/>
          </p:cNvGraphicFramePr>
          <p:nvPr/>
        </p:nvGraphicFramePr>
        <p:xfrm>
          <a:off x="3505200" y="4019550"/>
          <a:ext cx="1730543" cy="381000"/>
        </p:xfrm>
        <a:graphic>
          <a:graphicData uri="http://schemas.openxmlformats.org/presentationml/2006/ole">
            <p:oleObj spid="_x0000_s35845" name="Equation" r:id="rId5" imgW="1206360" imgH="26640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58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58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8" grpId="0" animBg="1"/>
      <p:bldP spid="59" grpId="0" animBg="1"/>
      <p:bldP spid="60" grpId="0" animBg="1"/>
      <p:bldP spid="6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Text Box 2"/>
          <p:cNvSpPr txBox="1">
            <a:spLocks noChangeArrowheads="1"/>
          </p:cNvSpPr>
          <p:nvPr/>
        </p:nvSpPr>
        <p:spPr bwMode="auto">
          <a:xfrm>
            <a:off x="228600" y="666750"/>
            <a:ext cx="685800" cy="35683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 lIns="79068" tIns="39534" rIns="79068" bIns="39534">
            <a:spAutoFit/>
          </a:bodyPr>
          <a:lstStyle/>
          <a:p>
            <a:pPr algn="l"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zh-CN" altLang="en-US" sz="2000" b="1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304800" y="1029210"/>
            <a:ext cx="4340225" cy="2609851"/>
            <a:chOff x="1418" y="895"/>
            <a:chExt cx="2734" cy="2192"/>
          </a:xfrm>
        </p:grpSpPr>
        <p:grpSp>
          <p:nvGrpSpPr>
            <p:cNvPr id="3" name="Group 16"/>
            <p:cNvGrpSpPr>
              <a:grpSpLocks/>
            </p:cNvGrpSpPr>
            <p:nvPr/>
          </p:nvGrpSpPr>
          <p:grpSpPr bwMode="auto">
            <a:xfrm>
              <a:off x="1418" y="1050"/>
              <a:ext cx="2734" cy="2037"/>
              <a:chOff x="2711" y="2816"/>
              <a:chExt cx="2734" cy="2037"/>
            </a:xfrm>
          </p:grpSpPr>
          <p:grpSp>
            <p:nvGrpSpPr>
              <p:cNvPr id="4" name="Group 17"/>
              <p:cNvGrpSpPr>
                <a:grpSpLocks/>
              </p:cNvGrpSpPr>
              <p:nvPr/>
            </p:nvGrpSpPr>
            <p:grpSpPr bwMode="auto">
              <a:xfrm>
                <a:off x="2711" y="2816"/>
                <a:ext cx="2734" cy="2037"/>
                <a:chOff x="941" y="1874"/>
                <a:chExt cx="2734" cy="2177"/>
              </a:xfrm>
            </p:grpSpPr>
            <p:sp>
              <p:nvSpPr>
                <p:cNvPr id="17437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1324" y="1935"/>
                  <a:ext cx="2351" cy="32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79068" tIns="39534" rIns="79068" bIns="39534">
                  <a:spAutoFit/>
                </a:bodyPr>
                <a:lstStyle/>
                <a:p>
                  <a:pPr algn="l" defTabSz="790575">
                    <a:lnSpc>
                      <a:spcPct val="90000"/>
                    </a:lnSpc>
                    <a:spcBef>
                      <a:spcPct val="50000"/>
                    </a:spcBef>
                    <a:buClr>
                      <a:schemeClr val="folHlink"/>
                    </a:buClr>
                    <a:buSzPct val="60000"/>
                  </a:pPr>
                  <a:r>
                    <a:rPr lang="en-US" altLang="zh-CN" sz="2000" b="1" dirty="0">
                      <a:latin typeface="Arial" pitchFamily="34" charset="0"/>
                      <a:ea typeface="楷体_GB2312" pitchFamily="49" charset="-122"/>
                    </a:rPr>
                    <a:t>    00       01       11       10</a:t>
                  </a:r>
                  <a:r>
                    <a:rPr lang="en-US" altLang="zh-CN" sz="1600" b="1" dirty="0">
                      <a:latin typeface="Arial" pitchFamily="34" charset="0"/>
                      <a:ea typeface="楷体_GB2312" pitchFamily="49" charset="-122"/>
                    </a:rPr>
                    <a:t> </a:t>
                  </a:r>
                </a:p>
              </p:txBody>
            </p:sp>
            <p:sp>
              <p:nvSpPr>
                <p:cNvPr id="17438" name="Rectangle 19"/>
                <p:cNvSpPr>
                  <a:spLocks noChangeArrowheads="1"/>
                </p:cNvSpPr>
                <p:nvPr/>
              </p:nvSpPr>
              <p:spPr bwMode="auto">
                <a:xfrm>
                  <a:off x="1378" y="2190"/>
                  <a:ext cx="1969" cy="1792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7439" name="Line 20"/>
                <p:cNvSpPr>
                  <a:spLocks noChangeShapeType="1"/>
                </p:cNvSpPr>
                <p:nvPr/>
              </p:nvSpPr>
              <p:spPr bwMode="auto">
                <a:xfrm>
                  <a:off x="1378" y="2638"/>
                  <a:ext cx="1969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7440" name="Line 21"/>
                <p:cNvSpPr>
                  <a:spLocks noChangeShapeType="1"/>
                </p:cNvSpPr>
                <p:nvPr/>
              </p:nvSpPr>
              <p:spPr bwMode="auto">
                <a:xfrm>
                  <a:off x="1378" y="3082"/>
                  <a:ext cx="1969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7441" name="Line 22"/>
                <p:cNvSpPr>
                  <a:spLocks noChangeShapeType="1"/>
                </p:cNvSpPr>
                <p:nvPr/>
              </p:nvSpPr>
              <p:spPr bwMode="auto">
                <a:xfrm>
                  <a:off x="1378" y="3556"/>
                  <a:ext cx="1969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7442" name="Line 23"/>
                <p:cNvSpPr>
                  <a:spLocks noChangeShapeType="1"/>
                </p:cNvSpPr>
                <p:nvPr/>
              </p:nvSpPr>
              <p:spPr bwMode="auto">
                <a:xfrm>
                  <a:off x="1871" y="2190"/>
                  <a:ext cx="0" cy="1792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7443" name="Line 24"/>
                <p:cNvSpPr>
                  <a:spLocks noChangeShapeType="1"/>
                </p:cNvSpPr>
                <p:nvPr/>
              </p:nvSpPr>
              <p:spPr bwMode="auto">
                <a:xfrm>
                  <a:off x="2363" y="2190"/>
                  <a:ext cx="0" cy="1792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7444" name="Line 25"/>
                <p:cNvSpPr>
                  <a:spLocks noChangeShapeType="1"/>
                </p:cNvSpPr>
                <p:nvPr/>
              </p:nvSpPr>
              <p:spPr bwMode="auto">
                <a:xfrm>
                  <a:off x="2855" y="2190"/>
                  <a:ext cx="0" cy="1792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7445" name="Line 26"/>
                <p:cNvSpPr>
                  <a:spLocks noChangeShapeType="1"/>
                </p:cNvSpPr>
                <p:nvPr/>
              </p:nvSpPr>
              <p:spPr bwMode="auto">
                <a:xfrm flipH="1" flipV="1">
                  <a:off x="1160" y="1958"/>
                  <a:ext cx="218" cy="232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7446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1105" y="3693"/>
                  <a:ext cx="383" cy="32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79068" tIns="39534" rIns="79068" bIns="39534">
                  <a:spAutoFit/>
                </a:bodyPr>
                <a:lstStyle/>
                <a:p>
                  <a:pPr algn="l" defTabSz="790575">
                    <a:lnSpc>
                      <a:spcPct val="90000"/>
                    </a:lnSpc>
                    <a:spcBef>
                      <a:spcPct val="50000"/>
                    </a:spcBef>
                    <a:buClr>
                      <a:schemeClr val="folHlink"/>
                    </a:buClr>
                    <a:buSzPct val="60000"/>
                  </a:pPr>
                  <a:r>
                    <a:rPr lang="en-US" altLang="zh-CN" sz="2000" b="1">
                      <a:latin typeface="Arial" pitchFamily="34" charset="0"/>
                      <a:ea typeface="楷体_GB2312" pitchFamily="49" charset="-122"/>
                    </a:rPr>
                    <a:t>10</a:t>
                  </a:r>
                </a:p>
              </p:txBody>
            </p:sp>
            <p:sp>
              <p:nvSpPr>
                <p:cNvPr id="17447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1105" y="3229"/>
                  <a:ext cx="383" cy="32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79068" tIns="39534" rIns="79068" bIns="39534">
                  <a:spAutoFit/>
                </a:bodyPr>
                <a:lstStyle/>
                <a:p>
                  <a:pPr algn="l" defTabSz="790575">
                    <a:lnSpc>
                      <a:spcPct val="90000"/>
                    </a:lnSpc>
                    <a:spcBef>
                      <a:spcPct val="50000"/>
                    </a:spcBef>
                    <a:buClr>
                      <a:schemeClr val="folHlink"/>
                    </a:buClr>
                    <a:buSzPct val="60000"/>
                  </a:pPr>
                  <a:r>
                    <a:rPr lang="en-US" altLang="zh-CN" sz="2000" b="1">
                      <a:latin typeface="Arial" pitchFamily="34" charset="0"/>
                      <a:ea typeface="楷体_GB2312" pitchFamily="49" charset="-122"/>
                    </a:rPr>
                    <a:t>11</a:t>
                  </a:r>
                </a:p>
              </p:txBody>
            </p:sp>
            <p:sp>
              <p:nvSpPr>
                <p:cNvPr id="17448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1105" y="2710"/>
                  <a:ext cx="383" cy="32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79068" tIns="39534" rIns="79068" bIns="39534">
                  <a:spAutoFit/>
                </a:bodyPr>
                <a:lstStyle/>
                <a:p>
                  <a:pPr algn="l" defTabSz="790575">
                    <a:lnSpc>
                      <a:spcPct val="90000"/>
                    </a:lnSpc>
                    <a:spcBef>
                      <a:spcPct val="50000"/>
                    </a:spcBef>
                    <a:buClr>
                      <a:schemeClr val="folHlink"/>
                    </a:buClr>
                    <a:buSzPct val="60000"/>
                  </a:pPr>
                  <a:r>
                    <a:rPr lang="en-US" altLang="zh-CN" sz="2000" b="1">
                      <a:latin typeface="Arial" pitchFamily="34" charset="0"/>
                      <a:ea typeface="楷体_GB2312" pitchFamily="49" charset="-122"/>
                    </a:rPr>
                    <a:t>01</a:t>
                  </a:r>
                </a:p>
              </p:txBody>
            </p:sp>
            <p:sp>
              <p:nvSpPr>
                <p:cNvPr id="17449" name="Text Box 30"/>
                <p:cNvSpPr txBox="1">
                  <a:spLocks noChangeArrowheads="1"/>
                </p:cNvSpPr>
                <p:nvPr/>
              </p:nvSpPr>
              <p:spPr bwMode="auto">
                <a:xfrm>
                  <a:off x="1105" y="2304"/>
                  <a:ext cx="383" cy="32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79068" tIns="39534" rIns="79068" bIns="39534">
                  <a:spAutoFit/>
                </a:bodyPr>
                <a:lstStyle/>
                <a:p>
                  <a:pPr algn="l" defTabSz="790575">
                    <a:lnSpc>
                      <a:spcPct val="90000"/>
                    </a:lnSpc>
                    <a:spcBef>
                      <a:spcPct val="50000"/>
                    </a:spcBef>
                    <a:buClr>
                      <a:schemeClr val="folHlink"/>
                    </a:buClr>
                    <a:buSzPct val="60000"/>
                  </a:pPr>
                  <a:r>
                    <a:rPr lang="en-US" altLang="zh-CN" sz="2000" b="1">
                      <a:latin typeface="Arial" pitchFamily="34" charset="0"/>
                      <a:ea typeface="楷体_GB2312" pitchFamily="49" charset="-122"/>
                    </a:rPr>
                    <a:t>00</a:t>
                  </a:r>
                </a:p>
              </p:txBody>
            </p:sp>
            <p:sp>
              <p:nvSpPr>
                <p:cNvPr id="17450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1214" y="1874"/>
                  <a:ext cx="493" cy="29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79068" tIns="39534" rIns="79068" bIns="39534">
                  <a:spAutoFit/>
                </a:bodyPr>
                <a:lstStyle/>
                <a:p>
                  <a:pPr algn="l" defTabSz="790575">
                    <a:lnSpc>
                      <a:spcPct val="90000"/>
                    </a:lnSpc>
                    <a:spcBef>
                      <a:spcPct val="50000"/>
                    </a:spcBef>
                    <a:buClr>
                      <a:schemeClr val="folHlink"/>
                    </a:buClr>
                    <a:buSzPct val="60000"/>
                  </a:pPr>
                  <a:r>
                    <a:rPr lang="en-US" altLang="zh-CN" b="1">
                      <a:latin typeface="Arial" pitchFamily="34" charset="0"/>
                      <a:ea typeface="楷体_GB2312" pitchFamily="49" charset="-122"/>
                    </a:rPr>
                    <a:t>CD</a:t>
                  </a:r>
                </a:p>
              </p:txBody>
            </p:sp>
            <p:sp>
              <p:nvSpPr>
                <p:cNvPr id="17451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941" y="2016"/>
                  <a:ext cx="492" cy="29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79068" tIns="39534" rIns="79068" bIns="39534">
                  <a:spAutoFit/>
                </a:bodyPr>
                <a:lstStyle/>
                <a:p>
                  <a:pPr algn="l" defTabSz="790575">
                    <a:lnSpc>
                      <a:spcPct val="90000"/>
                    </a:lnSpc>
                    <a:spcBef>
                      <a:spcPct val="50000"/>
                    </a:spcBef>
                    <a:buClr>
                      <a:schemeClr val="folHlink"/>
                    </a:buClr>
                    <a:buSzPct val="60000"/>
                  </a:pPr>
                  <a:r>
                    <a:rPr lang="en-US" altLang="zh-CN" b="1" dirty="0">
                      <a:latin typeface="Arial" pitchFamily="34" charset="0"/>
                      <a:ea typeface="楷体_GB2312" pitchFamily="49" charset="-122"/>
                    </a:rPr>
                    <a:t>AB</a:t>
                  </a:r>
                </a:p>
              </p:txBody>
            </p:sp>
            <p:sp>
              <p:nvSpPr>
                <p:cNvPr id="17452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1697" y="2458"/>
                  <a:ext cx="1874" cy="24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79068" tIns="39534" rIns="79068" bIns="39534">
                  <a:spAutoFit/>
                </a:bodyPr>
                <a:lstStyle/>
                <a:p>
                  <a:pPr algn="l" defTabSz="790575">
                    <a:lnSpc>
                      <a:spcPct val="90000"/>
                    </a:lnSpc>
                    <a:spcBef>
                      <a:spcPct val="50000"/>
                    </a:spcBef>
                    <a:buClr>
                      <a:schemeClr val="folHlink"/>
                    </a:buClr>
                    <a:buSzPct val="60000"/>
                  </a:pPr>
                  <a:r>
                    <a:rPr lang="en-US" altLang="zh-CN" sz="1400" b="1" dirty="0">
                      <a:solidFill>
                        <a:schemeClr val="accent6"/>
                      </a:solidFill>
                      <a:latin typeface="CG Times" pitchFamily="18" charset="0"/>
                      <a:ea typeface="楷体_GB2312" pitchFamily="49" charset="-122"/>
                    </a:rPr>
                    <a:t> </a:t>
                  </a:r>
                  <a:r>
                    <a:rPr lang="en-US" altLang="zh-CN" sz="1400" b="1" dirty="0">
                      <a:solidFill>
                        <a:schemeClr val="accent6"/>
                      </a:solidFill>
                      <a:latin typeface="Arial" pitchFamily="34" charset="0"/>
                      <a:ea typeface="楷体_GB2312" pitchFamily="49" charset="-122"/>
                    </a:rPr>
                    <a:t>0             1               3              2</a:t>
                  </a:r>
                </a:p>
              </p:txBody>
            </p:sp>
            <p:sp>
              <p:nvSpPr>
                <p:cNvPr id="17453" name="Text Box 34"/>
                <p:cNvSpPr txBox="1">
                  <a:spLocks noChangeArrowheads="1"/>
                </p:cNvSpPr>
                <p:nvPr/>
              </p:nvSpPr>
              <p:spPr bwMode="auto">
                <a:xfrm>
                  <a:off x="1688" y="2896"/>
                  <a:ext cx="1874" cy="24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79068" tIns="39534" rIns="79068" bIns="39534">
                  <a:spAutoFit/>
                </a:bodyPr>
                <a:lstStyle/>
                <a:p>
                  <a:pPr algn="l" defTabSz="790575">
                    <a:lnSpc>
                      <a:spcPct val="90000"/>
                    </a:lnSpc>
                    <a:spcBef>
                      <a:spcPct val="50000"/>
                    </a:spcBef>
                    <a:buClr>
                      <a:schemeClr val="folHlink"/>
                    </a:buClr>
                    <a:buSzPct val="60000"/>
                  </a:pPr>
                  <a:r>
                    <a:rPr lang="en-US" altLang="zh-CN" sz="1400" b="1" dirty="0">
                      <a:solidFill>
                        <a:schemeClr val="accent6"/>
                      </a:solidFill>
                      <a:latin typeface="CG Times" pitchFamily="18" charset="0"/>
                      <a:ea typeface="楷体_GB2312" pitchFamily="49" charset="-122"/>
                    </a:rPr>
                    <a:t> </a:t>
                  </a:r>
                  <a:r>
                    <a:rPr lang="en-US" altLang="zh-CN" sz="1400" b="1" dirty="0">
                      <a:solidFill>
                        <a:schemeClr val="accent6"/>
                      </a:solidFill>
                      <a:latin typeface="Arial" pitchFamily="34" charset="0"/>
                      <a:ea typeface="楷体_GB2312" pitchFamily="49" charset="-122"/>
                    </a:rPr>
                    <a:t>4             5               7             6</a:t>
                  </a:r>
                </a:p>
              </p:txBody>
            </p:sp>
            <p:sp>
              <p:nvSpPr>
                <p:cNvPr id="17454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1688" y="3378"/>
                  <a:ext cx="1874" cy="24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79068" tIns="39534" rIns="79068" bIns="39534">
                  <a:spAutoFit/>
                </a:bodyPr>
                <a:lstStyle/>
                <a:p>
                  <a:pPr algn="l" defTabSz="790575">
                    <a:lnSpc>
                      <a:spcPct val="90000"/>
                    </a:lnSpc>
                    <a:spcBef>
                      <a:spcPct val="50000"/>
                    </a:spcBef>
                    <a:buClr>
                      <a:schemeClr val="folHlink"/>
                    </a:buClr>
                    <a:buSzPct val="60000"/>
                  </a:pPr>
                  <a:r>
                    <a:rPr lang="en-US" altLang="zh-CN" sz="1400" b="1" dirty="0">
                      <a:solidFill>
                        <a:schemeClr val="accent6"/>
                      </a:solidFill>
                      <a:latin typeface="Arial" pitchFamily="34" charset="0"/>
                      <a:ea typeface="楷体_GB2312" pitchFamily="49" charset="-122"/>
                    </a:rPr>
                    <a:t>12           13            15            14</a:t>
                  </a:r>
                </a:p>
              </p:txBody>
            </p:sp>
            <p:sp>
              <p:nvSpPr>
                <p:cNvPr id="17455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1679" y="3805"/>
                  <a:ext cx="1874" cy="24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79068" tIns="39534" rIns="79068" bIns="39534">
                  <a:spAutoFit/>
                </a:bodyPr>
                <a:lstStyle/>
                <a:p>
                  <a:pPr algn="l" defTabSz="790575">
                    <a:lnSpc>
                      <a:spcPct val="90000"/>
                    </a:lnSpc>
                    <a:spcBef>
                      <a:spcPct val="50000"/>
                    </a:spcBef>
                    <a:buClr>
                      <a:schemeClr val="folHlink"/>
                    </a:buClr>
                    <a:buSzPct val="60000"/>
                  </a:pPr>
                  <a:r>
                    <a:rPr lang="en-US" altLang="zh-CN" sz="1400" b="1" dirty="0">
                      <a:solidFill>
                        <a:schemeClr val="accent6"/>
                      </a:solidFill>
                      <a:latin typeface="CG Times" pitchFamily="18" charset="0"/>
                      <a:ea typeface="楷体_GB2312" pitchFamily="49" charset="-122"/>
                    </a:rPr>
                    <a:t> </a:t>
                  </a:r>
                  <a:r>
                    <a:rPr lang="en-US" altLang="zh-CN" sz="1400" b="1" dirty="0">
                      <a:solidFill>
                        <a:schemeClr val="accent6"/>
                      </a:solidFill>
                      <a:latin typeface="Arial" pitchFamily="34" charset="0"/>
                      <a:ea typeface="楷体_GB2312" pitchFamily="49" charset="-122"/>
                    </a:rPr>
                    <a:t>8              9             11            10</a:t>
                  </a:r>
                </a:p>
              </p:txBody>
            </p:sp>
          </p:grpSp>
          <p:sp>
            <p:nvSpPr>
              <p:cNvPr id="17423" name="Text Box 37"/>
              <p:cNvSpPr txBox="1">
                <a:spLocks noChangeArrowheads="1"/>
              </p:cNvSpPr>
              <p:nvPr/>
            </p:nvSpPr>
            <p:spPr bwMode="auto">
              <a:xfrm>
                <a:off x="3082" y="3218"/>
                <a:ext cx="553" cy="287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/>
              <a:p>
                <a:pPr defTabSz="790575">
                  <a:lnSpc>
                    <a:spcPct val="9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60000"/>
                </a:pPr>
                <a:r>
                  <a:rPr lang="en-US" altLang="zh-CN" b="1" dirty="0" smtClean="0">
                    <a:solidFill>
                      <a:srgbClr val="FF0000"/>
                    </a:solidFill>
                    <a:latin typeface="Arial" pitchFamily="34" charset="0"/>
                    <a:ea typeface="楷体_GB2312" pitchFamily="49" charset="-122"/>
                  </a:rPr>
                  <a:t>    1</a:t>
                </a:r>
                <a:endParaRPr lang="en-US" altLang="zh-CN" b="1" dirty="0">
                  <a:solidFill>
                    <a:srgbClr val="FF0000"/>
                  </a:solidFill>
                  <a:latin typeface="Arial" pitchFamily="34" charset="0"/>
                  <a:ea typeface="楷体_GB2312" pitchFamily="49" charset="-122"/>
                </a:endParaRPr>
              </a:p>
            </p:txBody>
          </p:sp>
          <p:sp>
            <p:nvSpPr>
              <p:cNvPr id="17424" name="Text Box 38"/>
              <p:cNvSpPr txBox="1">
                <a:spLocks noChangeArrowheads="1"/>
              </p:cNvSpPr>
              <p:nvPr/>
            </p:nvSpPr>
            <p:spPr bwMode="auto">
              <a:xfrm>
                <a:off x="3078" y="3618"/>
                <a:ext cx="553" cy="287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/>
              <a:p>
                <a:pPr defTabSz="790575">
                  <a:lnSpc>
                    <a:spcPct val="9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60000"/>
                </a:pPr>
                <a:endParaRPr lang="zh-CN" altLang="zh-CN" b="1">
                  <a:solidFill>
                    <a:srgbClr val="3333FF"/>
                  </a:solidFill>
                  <a:latin typeface="Arial" pitchFamily="34" charset="0"/>
                  <a:ea typeface="楷体_GB2312" pitchFamily="49" charset="-122"/>
                </a:endParaRPr>
              </a:p>
            </p:txBody>
          </p:sp>
          <p:sp>
            <p:nvSpPr>
              <p:cNvPr id="17425" name="Text Box 39"/>
              <p:cNvSpPr txBox="1">
                <a:spLocks noChangeArrowheads="1"/>
              </p:cNvSpPr>
              <p:nvPr/>
            </p:nvSpPr>
            <p:spPr bwMode="auto">
              <a:xfrm>
                <a:off x="3094" y="4039"/>
                <a:ext cx="553" cy="287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/>
              <a:p>
                <a:pPr defTabSz="790575">
                  <a:lnSpc>
                    <a:spcPct val="9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60000"/>
                </a:pPr>
                <a:endParaRPr lang="zh-CN" altLang="zh-CN" b="1">
                  <a:solidFill>
                    <a:srgbClr val="3333FF"/>
                  </a:solidFill>
                  <a:latin typeface="Arial" pitchFamily="34" charset="0"/>
                  <a:ea typeface="楷体_GB2312" pitchFamily="49" charset="-122"/>
                </a:endParaRPr>
              </a:p>
            </p:txBody>
          </p:sp>
          <p:sp>
            <p:nvSpPr>
              <p:cNvPr id="17426" name="Text Box 40"/>
              <p:cNvSpPr txBox="1">
                <a:spLocks noChangeArrowheads="1"/>
              </p:cNvSpPr>
              <p:nvPr/>
            </p:nvSpPr>
            <p:spPr bwMode="auto">
              <a:xfrm>
                <a:off x="3577" y="3618"/>
                <a:ext cx="553" cy="287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/>
              <a:p>
                <a:pPr defTabSz="790575">
                  <a:lnSpc>
                    <a:spcPct val="9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60000"/>
                </a:pPr>
                <a:r>
                  <a:rPr lang="en-US" altLang="zh-CN" b="1" dirty="0" smtClean="0">
                    <a:solidFill>
                      <a:srgbClr val="FF0000"/>
                    </a:solidFill>
                    <a:latin typeface="Arial" pitchFamily="34" charset="0"/>
                    <a:ea typeface="楷体_GB2312" pitchFamily="49" charset="-122"/>
                  </a:rPr>
                  <a:t>    1</a:t>
                </a:r>
                <a:endParaRPr lang="en-US" altLang="zh-CN" b="1" dirty="0">
                  <a:solidFill>
                    <a:srgbClr val="FF0000"/>
                  </a:solidFill>
                  <a:latin typeface="Arial" pitchFamily="34" charset="0"/>
                  <a:ea typeface="楷体_GB2312" pitchFamily="49" charset="-122"/>
                </a:endParaRPr>
              </a:p>
            </p:txBody>
          </p:sp>
          <p:sp>
            <p:nvSpPr>
              <p:cNvPr id="17427" name="Text Box 41"/>
              <p:cNvSpPr txBox="1">
                <a:spLocks noChangeArrowheads="1"/>
              </p:cNvSpPr>
              <p:nvPr/>
            </p:nvSpPr>
            <p:spPr bwMode="auto">
              <a:xfrm>
                <a:off x="3794" y="4448"/>
                <a:ext cx="553" cy="287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/>
              <a:p>
                <a:pPr defTabSz="790575">
                  <a:lnSpc>
                    <a:spcPct val="9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60000"/>
                </a:pPr>
                <a:r>
                  <a:rPr lang="en-US" altLang="zh-CN" b="1" dirty="0" smtClean="0">
                    <a:solidFill>
                      <a:srgbClr val="FF0000"/>
                    </a:solidFill>
                    <a:latin typeface="Arial" pitchFamily="34" charset="0"/>
                    <a:ea typeface="楷体_GB2312" pitchFamily="49" charset="-122"/>
                  </a:rPr>
                  <a:t>1                     </a:t>
                </a:r>
                <a:endParaRPr lang="en-US" altLang="zh-CN" b="1" dirty="0">
                  <a:solidFill>
                    <a:srgbClr val="FF0000"/>
                  </a:solidFill>
                  <a:latin typeface="Arial" pitchFamily="34" charset="0"/>
                  <a:ea typeface="楷体_GB2312" pitchFamily="49" charset="-122"/>
                </a:endParaRPr>
              </a:p>
            </p:txBody>
          </p:sp>
          <p:sp>
            <p:nvSpPr>
              <p:cNvPr id="17428" name="Text Box 42"/>
              <p:cNvSpPr txBox="1">
                <a:spLocks noChangeArrowheads="1"/>
              </p:cNvSpPr>
              <p:nvPr/>
            </p:nvSpPr>
            <p:spPr bwMode="auto">
              <a:xfrm>
                <a:off x="4568" y="3621"/>
                <a:ext cx="553" cy="287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/>
              <a:p>
                <a:pPr defTabSz="790575">
                  <a:lnSpc>
                    <a:spcPct val="9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60000"/>
                </a:pPr>
                <a:r>
                  <a:rPr lang="en-US" altLang="zh-CN" b="1" dirty="0" smtClean="0">
                    <a:solidFill>
                      <a:srgbClr val="FF0000"/>
                    </a:solidFill>
                    <a:latin typeface="Arial" pitchFamily="34" charset="0"/>
                    <a:ea typeface="楷体_GB2312" pitchFamily="49" charset="-122"/>
                  </a:rPr>
                  <a:t>    1</a:t>
                </a:r>
                <a:endParaRPr lang="en-US" altLang="zh-CN" b="1" dirty="0">
                  <a:solidFill>
                    <a:srgbClr val="FF0000"/>
                  </a:solidFill>
                  <a:latin typeface="Arial" pitchFamily="34" charset="0"/>
                  <a:ea typeface="楷体_GB2312" pitchFamily="49" charset="-122"/>
                </a:endParaRPr>
              </a:p>
            </p:txBody>
          </p:sp>
          <p:sp>
            <p:nvSpPr>
              <p:cNvPr id="17429" name="Text Box 43"/>
              <p:cNvSpPr txBox="1">
                <a:spLocks noChangeArrowheads="1"/>
              </p:cNvSpPr>
              <p:nvPr/>
            </p:nvSpPr>
            <p:spPr bwMode="auto">
              <a:xfrm>
                <a:off x="4577" y="4041"/>
                <a:ext cx="553" cy="287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/>
              <a:p>
                <a:pPr defTabSz="790575">
                  <a:lnSpc>
                    <a:spcPct val="9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60000"/>
                </a:pPr>
                <a:r>
                  <a:rPr lang="en-US" altLang="zh-CN" b="1" dirty="0" smtClean="0">
                    <a:solidFill>
                      <a:srgbClr val="FF0000"/>
                    </a:solidFill>
                    <a:latin typeface="Arial" pitchFamily="34" charset="0"/>
                    <a:ea typeface="楷体_GB2312" pitchFamily="49" charset="-122"/>
                  </a:rPr>
                  <a:t>    1</a:t>
                </a:r>
                <a:endParaRPr lang="en-US" altLang="zh-CN" b="1" dirty="0">
                  <a:solidFill>
                    <a:srgbClr val="FF0000"/>
                  </a:solidFill>
                  <a:latin typeface="Arial" pitchFamily="34" charset="0"/>
                  <a:ea typeface="楷体_GB2312" pitchFamily="49" charset="-122"/>
                </a:endParaRPr>
              </a:p>
            </p:txBody>
          </p:sp>
          <p:sp>
            <p:nvSpPr>
              <p:cNvPr id="17430" name="Text Box 44"/>
              <p:cNvSpPr txBox="1">
                <a:spLocks noChangeArrowheads="1"/>
              </p:cNvSpPr>
              <p:nvPr/>
            </p:nvSpPr>
            <p:spPr bwMode="auto">
              <a:xfrm>
                <a:off x="4077" y="3618"/>
                <a:ext cx="553" cy="287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/>
              <a:p>
                <a:pPr defTabSz="790575">
                  <a:lnSpc>
                    <a:spcPct val="9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60000"/>
                </a:pPr>
                <a:r>
                  <a:rPr lang="en-US" altLang="zh-CN" b="1" dirty="0" smtClean="0">
                    <a:solidFill>
                      <a:srgbClr val="FF0000"/>
                    </a:solidFill>
                    <a:latin typeface="Arial" pitchFamily="34" charset="0"/>
                    <a:ea typeface="楷体_GB2312" pitchFamily="49" charset="-122"/>
                  </a:rPr>
                  <a:t>    1</a:t>
                </a:r>
                <a:endParaRPr lang="en-US" altLang="zh-CN" b="1" dirty="0">
                  <a:solidFill>
                    <a:srgbClr val="FF0000"/>
                  </a:solidFill>
                  <a:latin typeface="Arial" pitchFamily="34" charset="0"/>
                  <a:ea typeface="楷体_GB2312" pitchFamily="49" charset="-122"/>
                </a:endParaRPr>
              </a:p>
            </p:txBody>
          </p:sp>
          <p:sp>
            <p:nvSpPr>
              <p:cNvPr id="17431" name="Text Box 45"/>
              <p:cNvSpPr txBox="1">
                <a:spLocks noChangeArrowheads="1"/>
              </p:cNvSpPr>
              <p:nvPr/>
            </p:nvSpPr>
            <p:spPr bwMode="auto">
              <a:xfrm>
                <a:off x="4079" y="4039"/>
                <a:ext cx="553" cy="287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/>
              <a:p>
                <a:pPr defTabSz="790575">
                  <a:lnSpc>
                    <a:spcPct val="9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60000"/>
                </a:pPr>
                <a:r>
                  <a:rPr lang="en-US" altLang="zh-CN" b="1" dirty="0" smtClean="0">
                    <a:solidFill>
                      <a:srgbClr val="FF0000"/>
                    </a:solidFill>
                    <a:latin typeface="Arial" pitchFamily="34" charset="0"/>
                    <a:ea typeface="楷体_GB2312" pitchFamily="49" charset="-122"/>
                  </a:rPr>
                  <a:t>    1</a:t>
                </a:r>
                <a:endParaRPr lang="en-US" altLang="zh-CN" b="1" dirty="0">
                  <a:solidFill>
                    <a:srgbClr val="FF0000"/>
                  </a:solidFill>
                  <a:latin typeface="Arial" pitchFamily="34" charset="0"/>
                  <a:ea typeface="楷体_GB2312" pitchFamily="49" charset="-122"/>
                </a:endParaRPr>
              </a:p>
            </p:txBody>
          </p:sp>
          <p:sp>
            <p:nvSpPr>
              <p:cNvPr id="17432" name="Text Box 46"/>
              <p:cNvSpPr txBox="1">
                <a:spLocks noChangeArrowheads="1"/>
              </p:cNvSpPr>
              <p:nvPr/>
            </p:nvSpPr>
            <p:spPr bwMode="auto">
              <a:xfrm>
                <a:off x="3290" y="4458"/>
                <a:ext cx="553" cy="287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/>
              <a:p>
                <a:pPr defTabSz="790575">
                  <a:lnSpc>
                    <a:spcPct val="9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60000"/>
                </a:pPr>
                <a:r>
                  <a:rPr lang="en-US" altLang="zh-CN" b="1" dirty="0" smtClean="0">
                    <a:solidFill>
                      <a:srgbClr val="FF0000"/>
                    </a:solidFill>
                    <a:latin typeface="Arial" pitchFamily="34" charset="0"/>
                    <a:ea typeface="楷体_GB2312" pitchFamily="49" charset="-122"/>
                  </a:rPr>
                  <a:t>1    </a:t>
                </a:r>
                <a:endParaRPr lang="en-US" altLang="zh-CN" b="1" dirty="0">
                  <a:solidFill>
                    <a:srgbClr val="FF0000"/>
                  </a:solidFill>
                  <a:latin typeface="Arial" pitchFamily="34" charset="0"/>
                  <a:ea typeface="楷体_GB2312" pitchFamily="49" charset="-122"/>
                </a:endParaRPr>
              </a:p>
            </p:txBody>
          </p:sp>
          <p:sp>
            <p:nvSpPr>
              <p:cNvPr id="17433" name="Text Box 47"/>
              <p:cNvSpPr txBox="1">
                <a:spLocks noChangeArrowheads="1"/>
              </p:cNvSpPr>
              <p:nvPr/>
            </p:nvSpPr>
            <p:spPr bwMode="auto">
              <a:xfrm>
                <a:off x="4275" y="4397"/>
                <a:ext cx="553" cy="287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/>
              <a:p>
                <a:pPr defTabSz="790575">
                  <a:lnSpc>
                    <a:spcPct val="9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60000"/>
                </a:pPr>
                <a:r>
                  <a:rPr lang="en-US" altLang="zh-CN" b="1" dirty="0">
                    <a:solidFill>
                      <a:srgbClr val="FF0000"/>
                    </a:solidFill>
                    <a:latin typeface="Arial" pitchFamily="34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17434" name="Text Box 48"/>
              <p:cNvSpPr txBox="1">
                <a:spLocks noChangeArrowheads="1"/>
              </p:cNvSpPr>
              <p:nvPr/>
            </p:nvSpPr>
            <p:spPr bwMode="auto">
              <a:xfrm>
                <a:off x="4775" y="4398"/>
                <a:ext cx="553" cy="287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/>
              <a:p>
                <a:pPr defTabSz="790575">
                  <a:lnSpc>
                    <a:spcPct val="9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60000"/>
                </a:pPr>
                <a:r>
                  <a:rPr lang="en-US" altLang="zh-CN" b="1">
                    <a:solidFill>
                      <a:srgbClr val="FF0000"/>
                    </a:solidFill>
                    <a:latin typeface="Arial" pitchFamily="34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17435" name="Text Box 49"/>
              <p:cNvSpPr txBox="1">
                <a:spLocks noChangeArrowheads="1"/>
              </p:cNvSpPr>
              <p:nvPr/>
            </p:nvSpPr>
            <p:spPr bwMode="auto">
              <a:xfrm>
                <a:off x="3591" y="4041"/>
                <a:ext cx="553" cy="287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/>
              <a:p>
                <a:pPr defTabSz="790575">
                  <a:lnSpc>
                    <a:spcPct val="9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60000"/>
                </a:pPr>
                <a:r>
                  <a:rPr lang="en-US" altLang="zh-CN" b="1" dirty="0" smtClean="0">
                    <a:solidFill>
                      <a:srgbClr val="FF0000"/>
                    </a:solidFill>
                    <a:latin typeface="Arial" pitchFamily="34" charset="0"/>
                    <a:ea typeface="楷体_GB2312" pitchFamily="49" charset="-122"/>
                  </a:rPr>
                  <a:t>    1</a:t>
                </a:r>
                <a:endParaRPr lang="en-US" altLang="zh-CN" b="1" dirty="0">
                  <a:solidFill>
                    <a:srgbClr val="FF0000"/>
                  </a:solidFill>
                  <a:latin typeface="Arial" pitchFamily="34" charset="0"/>
                  <a:ea typeface="楷体_GB2312" pitchFamily="49" charset="-122"/>
                </a:endParaRPr>
              </a:p>
            </p:txBody>
          </p:sp>
          <p:sp>
            <p:nvSpPr>
              <p:cNvPr id="17436" name="Text Box 50"/>
              <p:cNvSpPr txBox="1">
                <a:spLocks noChangeArrowheads="1"/>
              </p:cNvSpPr>
              <p:nvPr/>
            </p:nvSpPr>
            <p:spPr bwMode="auto">
              <a:xfrm>
                <a:off x="4704" y="3213"/>
                <a:ext cx="553" cy="287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/>
              <a:p>
                <a:pPr defTabSz="790575">
                  <a:lnSpc>
                    <a:spcPct val="9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60000"/>
                </a:pPr>
                <a:r>
                  <a:rPr lang="en-US" altLang="zh-CN" b="1" dirty="0">
                    <a:solidFill>
                      <a:srgbClr val="FF0000"/>
                    </a:solidFill>
                    <a:latin typeface="Arial" pitchFamily="34" charset="0"/>
                    <a:ea typeface="楷体_GB2312" pitchFamily="49" charset="-122"/>
                  </a:rPr>
                  <a:t>1</a:t>
                </a:r>
              </a:p>
            </p:txBody>
          </p:sp>
        </p:grpSp>
        <p:sp>
          <p:nvSpPr>
            <p:cNvPr id="17419" name="Text Box 51"/>
            <p:cNvSpPr txBox="1">
              <a:spLocks noChangeArrowheads="1"/>
            </p:cNvSpPr>
            <p:nvPr/>
          </p:nvSpPr>
          <p:spPr bwMode="auto">
            <a:xfrm>
              <a:off x="1457" y="895"/>
              <a:ext cx="249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0" lang="en-US" altLang="zh-CN" b="1">
                  <a:latin typeface="Arial" pitchFamily="34" charset="0"/>
                </a:rPr>
                <a:t>F</a:t>
              </a:r>
            </a:p>
          </p:txBody>
        </p:sp>
        <p:sp>
          <p:nvSpPr>
            <p:cNvPr id="17420" name="Text Box 52"/>
            <p:cNvSpPr txBox="1">
              <a:spLocks noChangeArrowheads="1"/>
            </p:cNvSpPr>
            <p:nvPr/>
          </p:nvSpPr>
          <p:spPr bwMode="auto">
            <a:xfrm>
              <a:off x="2449" y="1441"/>
              <a:ext cx="388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0000"/>
                  </a:solidFill>
                  <a:latin typeface="Arial" pitchFamily="34" charset="0"/>
                </a:rPr>
                <a:t>1</a:t>
              </a:r>
            </a:p>
          </p:txBody>
        </p:sp>
        <p:sp>
          <p:nvSpPr>
            <p:cNvPr id="17421" name="Text Box 53"/>
            <p:cNvSpPr txBox="1">
              <a:spLocks noChangeArrowheads="1"/>
            </p:cNvSpPr>
            <p:nvPr/>
          </p:nvSpPr>
          <p:spPr bwMode="auto">
            <a:xfrm>
              <a:off x="2946" y="1441"/>
              <a:ext cx="388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0000"/>
                  </a:solidFill>
                  <a:latin typeface="Arial" pitchFamily="34" charset="0"/>
                </a:rPr>
                <a:t>1</a:t>
              </a:r>
            </a:p>
          </p:txBody>
        </p:sp>
      </p:grpSp>
      <p:graphicFrame>
        <p:nvGraphicFramePr>
          <p:cNvPr id="34821" name="Object 5"/>
          <p:cNvGraphicFramePr>
            <a:graphicFrameLocks noChangeAspect="1"/>
          </p:cNvGraphicFramePr>
          <p:nvPr/>
        </p:nvGraphicFramePr>
        <p:xfrm>
          <a:off x="1143000" y="666750"/>
          <a:ext cx="5334013" cy="345990"/>
        </p:xfrm>
        <a:graphic>
          <a:graphicData uri="http://schemas.openxmlformats.org/presentationml/2006/ole">
            <p:oleObj spid="_x0000_s36866" name="Equation" r:id="rId4" imgW="4698720" imgH="304560" progId="Equation.DSMT4">
              <p:embed/>
            </p:oleObj>
          </a:graphicData>
        </a:graphic>
      </p:graphicFrame>
      <p:sp>
        <p:nvSpPr>
          <p:cNvPr id="56" name="AutoShape 8"/>
          <p:cNvSpPr>
            <a:spLocks noChangeArrowheads="1"/>
          </p:cNvSpPr>
          <p:nvPr/>
        </p:nvSpPr>
        <p:spPr bwMode="auto">
          <a:xfrm rot="5400000">
            <a:off x="5105400" y="2419350"/>
            <a:ext cx="990600" cy="381000"/>
          </a:xfrm>
          <a:prstGeom prst="flowChartTerminator">
            <a:avLst/>
          </a:prstGeom>
          <a:noFill/>
          <a:ln w="28575" cap="sq">
            <a:solidFill>
              <a:srgbClr val="FF33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5845" name="Object 5"/>
          <p:cNvGraphicFramePr>
            <a:graphicFrameLocks noChangeAspect="1"/>
          </p:cNvGraphicFramePr>
          <p:nvPr/>
        </p:nvGraphicFramePr>
        <p:xfrm>
          <a:off x="2362200" y="4095750"/>
          <a:ext cx="1711325" cy="381000"/>
        </p:xfrm>
        <a:graphic>
          <a:graphicData uri="http://schemas.openxmlformats.org/presentationml/2006/ole">
            <p:oleObj spid="_x0000_s36867" name="Equation" r:id="rId5" imgW="1193760" imgH="266400" progId="Equation.DSMT4">
              <p:embed/>
            </p:oleObj>
          </a:graphicData>
        </a:graphic>
      </p:graphicFrame>
      <p:grpSp>
        <p:nvGrpSpPr>
          <p:cNvPr id="107" name="组合 106"/>
          <p:cNvGrpSpPr/>
          <p:nvPr/>
        </p:nvGrpSpPr>
        <p:grpSpPr>
          <a:xfrm>
            <a:off x="4580238" y="1053924"/>
            <a:ext cx="4340225" cy="2609851"/>
            <a:chOff x="4572000" y="1352550"/>
            <a:chExt cx="4340225" cy="2609851"/>
          </a:xfrm>
        </p:grpSpPr>
        <p:sp>
          <p:nvSpPr>
            <p:cNvPr id="57" name="Text Box 37"/>
            <p:cNvSpPr txBox="1">
              <a:spLocks noChangeArrowheads="1"/>
            </p:cNvSpPr>
            <p:nvPr/>
          </p:nvSpPr>
          <p:spPr bwMode="auto">
            <a:xfrm>
              <a:off x="5334000" y="2495550"/>
              <a:ext cx="877888" cy="34170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defTabSz="790575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lang="en-US" altLang="zh-CN" b="1" dirty="0" smtClean="0">
                  <a:solidFill>
                    <a:srgbClr val="6600CC"/>
                  </a:solidFill>
                  <a:latin typeface="Arial" pitchFamily="34" charset="0"/>
                  <a:ea typeface="楷体_GB2312" pitchFamily="49" charset="-122"/>
                </a:rPr>
                <a:t> 1</a:t>
              </a:r>
              <a:endParaRPr lang="en-US" altLang="zh-CN" b="1" dirty="0">
                <a:solidFill>
                  <a:srgbClr val="6600CC"/>
                </a:solidFill>
                <a:latin typeface="Arial" pitchFamily="34" charset="0"/>
                <a:ea typeface="楷体_GB2312" pitchFamily="49" charset="-122"/>
              </a:endParaRPr>
            </a:p>
          </p:txBody>
        </p:sp>
        <p:grpSp>
          <p:nvGrpSpPr>
            <p:cNvPr id="63" name="Group 15"/>
            <p:cNvGrpSpPr>
              <a:grpSpLocks/>
            </p:cNvGrpSpPr>
            <p:nvPr/>
          </p:nvGrpSpPr>
          <p:grpSpPr bwMode="auto">
            <a:xfrm>
              <a:off x="4572000" y="1352550"/>
              <a:ext cx="4340225" cy="2609851"/>
              <a:chOff x="1418" y="895"/>
              <a:chExt cx="2734" cy="2192"/>
            </a:xfrm>
          </p:grpSpPr>
          <p:grpSp>
            <p:nvGrpSpPr>
              <p:cNvPr id="64" name="Group 16"/>
              <p:cNvGrpSpPr>
                <a:grpSpLocks/>
              </p:cNvGrpSpPr>
              <p:nvPr/>
            </p:nvGrpSpPr>
            <p:grpSpPr bwMode="auto">
              <a:xfrm>
                <a:off x="1418" y="1050"/>
                <a:ext cx="2734" cy="2037"/>
                <a:chOff x="2711" y="2816"/>
                <a:chExt cx="2734" cy="2037"/>
              </a:xfrm>
            </p:grpSpPr>
            <p:grpSp>
              <p:nvGrpSpPr>
                <p:cNvPr id="70" name="Group 17"/>
                <p:cNvGrpSpPr>
                  <a:grpSpLocks/>
                </p:cNvGrpSpPr>
                <p:nvPr/>
              </p:nvGrpSpPr>
              <p:grpSpPr bwMode="auto">
                <a:xfrm>
                  <a:off x="2711" y="2816"/>
                  <a:ext cx="2734" cy="2037"/>
                  <a:chOff x="941" y="1874"/>
                  <a:chExt cx="2734" cy="2177"/>
                </a:xfrm>
              </p:grpSpPr>
              <p:sp>
                <p:nvSpPr>
                  <p:cNvPr id="87" name="Text Box 1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24" y="1935"/>
                    <a:ext cx="2351" cy="32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79068" tIns="39534" rIns="79068" bIns="39534">
                    <a:spAutoFit/>
                  </a:bodyPr>
                  <a:lstStyle/>
                  <a:p>
                    <a:pPr algn="l" defTabSz="790575">
                      <a:lnSpc>
                        <a:spcPct val="90000"/>
                      </a:lnSpc>
                      <a:spcBef>
                        <a:spcPct val="50000"/>
                      </a:spcBef>
                      <a:buClr>
                        <a:schemeClr val="folHlink"/>
                      </a:buClr>
                      <a:buSzPct val="60000"/>
                    </a:pPr>
                    <a:r>
                      <a:rPr lang="en-US" altLang="zh-CN" sz="2000" b="1" dirty="0">
                        <a:latin typeface="Arial" pitchFamily="34" charset="0"/>
                        <a:ea typeface="楷体_GB2312" pitchFamily="49" charset="-122"/>
                      </a:rPr>
                      <a:t>    00       01       11       10</a:t>
                    </a:r>
                    <a:r>
                      <a:rPr lang="en-US" altLang="zh-CN" sz="1600" b="1" dirty="0">
                        <a:latin typeface="Arial" pitchFamily="34" charset="0"/>
                        <a:ea typeface="楷体_GB2312" pitchFamily="49" charset="-122"/>
                      </a:rPr>
                      <a:t> </a:t>
                    </a:r>
                  </a:p>
                </p:txBody>
              </p:sp>
              <p:sp>
                <p:nvSpPr>
                  <p:cNvPr id="88" name="Rectangle 19"/>
                  <p:cNvSpPr>
                    <a:spLocks noChangeArrowheads="1"/>
                  </p:cNvSpPr>
                  <p:nvPr/>
                </p:nvSpPr>
                <p:spPr bwMode="auto">
                  <a:xfrm>
                    <a:off x="1378" y="2190"/>
                    <a:ext cx="1969" cy="1792"/>
                  </a:xfrm>
                  <a:prstGeom prst="rect">
                    <a:avLst/>
                  </a:prstGeom>
                  <a:noFill/>
                  <a:ln w="2857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89" name="Line 20"/>
                  <p:cNvSpPr>
                    <a:spLocks noChangeShapeType="1"/>
                  </p:cNvSpPr>
                  <p:nvPr/>
                </p:nvSpPr>
                <p:spPr bwMode="auto">
                  <a:xfrm>
                    <a:off x="1378" y="2638"/>
                    <a:ext cx="1969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90" name="Line 21"/>
                  <p:cNvSpPr>
                    <a:spLocks noChangeShapeType="1"/>
                  </p:cNvSpPr>
                  <p:nvPr/>
                </p:nvSpPr>
                <p:spPr bwMode="auto">
                  <a:xfrm>
                    <a:off x="1378" y="3082"/>
                    <a:ext cx="1969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91" name="Line 22"/>
                  <p:cNvSpPr>
                    <a:spLocks noChangeShapeType="1"/>
                  </p:cNvSpPr>
                  <p:nvPr/>
                </p:nvSpPr>
                <p:spPr bwMode="auto">
                  <a:xfrm>
                    <a:off x="1378" y="3556"/>
                    <a:ext cx="1969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92" name="Line 23"/>
                  <p:cNvSpPr>
                    <a:spLocks noChangeShapeType="1"/>
                  </p:cNvSpPr>
                  <p:nvPr/>
                </p:nvSpPr>
                <p:spPr bwMode="auto">
                  <a:xfrm>
                    <a:off x="1871" y="2190"/>
                    <a:ext cx="0" cy="1792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93" name="Line 24"/>
                  <p:cNvSpPr>
                    <a:spLocks noChangeShapeType="1"/>
                  </p:cNvSpPr>
                  <p:nvPr/>
                </p:nvSpPr>
                <p:spPr bwMode="auto">
                  <a:xfrm>
                    <a:off x="2363" y="2190"/>
                    <a:ext cx="0" cy="1792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94" name="Line 25"/>
                  <p:cNvSpPr>
                    <a:spLocks noChangeShapeType="1"/>
                  </p:cNvSpPr>
                  <p:nvPr/>
                </p:nvSpPr>
                <p:spPr bwMode="auto">
                  <a:xfrm>
                    <a:off x="2855" y="2190"/>
                    <a:ext cx="0" cy="1792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95" name="Line 26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1160" y="1958"/>
                    <a:ext cx="218" cy="232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96" name="Text Box 2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105" y="3693"/>
                    <a:ext cx="383" cy="32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79068" tIns="39534" rIns="79068" bIns="39534">
                    <a:spAutoFit/>
                  </a:bodyPr>
                  <a:lstStyle/>
                  <a:p>
                    <a:pPr algn="l" defTabSz="790575">
                      <a:lnSpc>
                        <a:spcPct val="90000"/>
                      </a:lnSpc>
                      <a:spcBef>
                        <a:spcPct val="50000"/>
                      </a:spcBef>
                      <a:buClr>
                        <a:schemeClr val="folHlink"/>
                      </a:buClr>
                      <a:buSzPct val="60000"/>
                    </a:pPr>
                    <a:r>
                      <a:rPr lang="en-US" altLang="zh-CN" sz="2000" b="1">
                        <a:latin typeface="Arial" pitchFamily="34" charset="0"/>
                        <a:ea typeface="楷体_GB2312" pitchFamily="49" charset="-122"/>
                      </a:rPr>
                      <a:t>10</a:t>
                    </a:r>
                  </a:p>
                </p:txBody>
              </p:sp>
              <p:sp>
                <p:nvSpPr>
                  <p:cNvPr id="97" name="Text Box 2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105" y="3229"/>
                    <a:ext cx="383" cy="32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79068" tIns="39534" rIns="79068" bIns="39534">
                    <a:spAutoFit/>
                  </a:bodyPr>
                  <a:lstStyle/>
                  <a:p>
                    <a:pPr algn="l" defTabSz="790575">
                      <a:lnSpc>
                        <a:spcPct val="90000"/>
                      </a:lnSpc>
                      <a:spcBef>
                        <a:spcPct val="50000"/>
                      </a:spcBef>
                      <a:buClr>
                        <a:schemeClr val="folHlink"/>
                      </a:buClr>
                      <a:buSzPct val="60000"/>
                    </a:pPr>
                    <a:r>
                      <a:rPr lang="en-US" altLang="zh-CN" sz="2000" b="1">
                        <a:latin typeface="Arial" pitchFamily="34" charset="0"/>
                        <a:ea typeface="楷体_GB2312" pitchFamily="49" charset="-122"/>
                      </a:rPr>
                      <a:t>11</a:t>
                    </a:r>
                  </a:p>
                </p:txBody>
              </p:sp>
              <p:sp>
                <p:nvSpPr>
                  <p:cNvPr id="98" name="Text Box 2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105" y="2710"/>
                    <a:ext cx="383" cy="32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79068" tIns="39534" rIns="79068" bIns="39534">
                    <a:spAutoFit/>
                  </a:bodyPr>
                  <a:lstStyle/>
                  <a:p>
                    <a:pPr algn="l" defTabSz="790575">
                      <a:lnSpc>
                        <a:spcPct val="90000"/>
                      </a:lnSpc>
                      <a:spcBef>
                        <a:spcPct val="50000"/>
                      </a:spcBef>
                      <a:buClr>
                        <a:schemeClr val="folHlink"/>
                      </a:buClr>
                      <a:buSzPct val="60000"/>
                    </a:pPr>
                    <a:r>
                      <a:rPr lang="en-US" altLang="zh-CN" sz="2000" b="1">
                        <a:latin typeface="Arial" pitchFamily="34" charset="0"/>
                        <a:ea typeface="楷体_GB2312" pitchFamily="49" charset="-122"/>
                      </a:rPr>
                      <a:t>01</a:t>
                    </a:r>
                  </a:p>
                </p:txBody>
              </p:sp>
              <p:sp>
                <p:nvSpPr>
                  <p:cNvPr id="99" name="Text Box 3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105" y="2304"/>
                    <a:ext cx="383" cy="32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79068" tIns="39534" rIns="79068" bIns="39534">
                    <a:spAutoFit/>
                  </a:bodyPr>
                  <a:lstStyle/>
                  <a:p>
                    <a:pPr algn="l" defTabSz="790575">
                      <a:lnSpc>
                        <a:spcPct val="90000"/>
                      </a:lnSpc>
                      <a:spcBef>
                        <a:spcPct val="50000"/>
                      </a:spcBef>
                      <a:buClr>
                        <a:schemeClr val="folHlink"/>
                      </a:buClr>
                      <a:buSzPct val="60000"/>
                    </a:pPr>
                    <a:r>
                      <a:rPr lang="en-US" altLang="zh-CN" sz="2000" b="1">
                        <a:latin typeface="Arial" pitchFamily="34" charset="0"/>
                        <a:ea typeface="楷体_GB2312" pitchFamily="49" charset="-122"/>
                      </a:rPr>
                      <a:t>00</a:t>
                    </a:r>
                  </a:p>
                </p:txBody>
              </p:sp>
              <p:sp>
                <p:nvSpPr>
                  <p:cNvPr id="100" name="Text Box 3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14" y="1874"/>
                    <a:ext cx="493" cy="296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79068" tIns="39534" rIns="79068" bIns="39534">
                    <a:spAutoFit/>
                  </a:bodyPr>
                  <a:lstStyle/>
                  <a:p>
                    <a:pPr algn="l" defTabSz="790575">
                      <a:lnSpc>
                        <a:spcPct val="90000"/>
                      </a:lnSpc>
                      <a:spcBef>
                        <a:spcPct val="50000"/>
                      </a:spcBef>
                      <a:buClr>
                        <a:schemeClr val="folHlink"/>
                      </a:buClr>
                      <a:buSzPct val="60000"/>
                    </a:pPr>
                    <a:r>
                      <a:rPr lang="en-US" altLang="zh-CN" b="1">
                        <a:latin typeface="Arial" pitchFamily="34" charset="0"/>
                        <a:ea typeface="楷体_GB2312" pitchFamily="49" charset="-122"/>
                      </a:rPr>
                      <a:t>CD</a:t>
                    </a:r>
                  </a:p>
                </p:txBody>
              </p:sp>
              <p:sp>
                <p:nvSpPr>
                  <p:cNvPr id="101" name="Text Box 3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941" y="2016"/>
                    <a:ext cx="492" cy="296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79068" tIns="39534" rIns="79068" bIns="39534">
                    <a:spAutoFit/>
                  </a:bodyPr>
                  <a:lstStyle/>
                  <a:p>
                    <a:pPr algn="l" defTabSz="790575">
                      <a:lnSpc>
                        <a:spcPct val="90000"/>
                      </a:lnSpc>
                      <a:spcBef>
                        <a:spcPct val="50000"/>
                      </a:spcBef>
                      <a:buClr>
                        <a:schemeClr val="folHlink"/>
                      </a:buClr>
                      <a:buSzPct val="60000"/>
                    </a:pPr>
                    <a:r>
                      <a:rPr lang="en-US" altLang="zh-CN" b="1">
                        <a:latin typeface="Arial" pitchFamily="34" charset="0"/>
                        <a:ea typeface="楷体_GB2312" pitchFamily="49" charset="-122"/>
                      </a:rPr>
                      <a:t>AB</a:t>
                    </a:r>
                  </a:p>
                </p:txBody>
              </p:sp>
              <p:sp>
                <p:nvSpPr>
                  <p:cNvPr id="102" name="Text Box 3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697" y="2458"/>
                    <a:ext cx="1874" cy="246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79068" tIns="39534" rIns="79068" bIns="39534">
                    <a:spAutoFit/>
                  </a:bodyPr>
                  <a:lstStyle/>
                  <a:p>
                    <a:pPr algn="l" defTabSz="790575">
                      <a:lnSpc>
                        <a:spcPct val="90000"/>
                      </a:lnSpc>
                      <a:spcBef>
                        <a:spcPct val="50000"/>
                      </a:spcBef>
                      <a:buClr>
                        <a:schemeClr val="folHlink"/>
                      </a:buClr>
                      <a:buSzPct val="60000"/>
                    </a:pPr>
                    <a:r>
                      <a:rPr lang="en-US" altLang="zh-CN" sz="1400" b="1" dirty="0">
                        <a:solidFill>
                          <a:schemeClr val="accent6"/>
                        </a:solidFill>
                        <a:latin typeface="CG Times" pitchFamily="18" charset="0"/>
                        <a:ea typeface="楷体_GB2312" pitchFamily="49" charset="-122"/>
                      </a:rPr>
                      <a:t> </a:t>
                    </a:r>
                    <a:r>
                      <a:rPr lang="en-US" altLang="zh-CN" sz="1400" b="1" dirty="0">
                        <a:solidFill>
                          <a:schemeClr val="accent6"/>
                        </a:solidFill>
                        <a:latin typeface="Arial" pitchFamily="34" charset="0"/>
                        <a:ea typeface="楷体_GB2312" pitchFamily="49" charset="-122"/>
                      </a:rPr>
                      <a:t>0             1               3              2</a:t>
                    </a:r>
                  </a:p>
                </p:txBody>
              </p:sp>
              <p:sp>
                <p:nvSpPr>
                  <p:cNvPr id="103" name="Text Box 3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688" y="2896"/>
                    <a:ext cx="1874" cy="246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79068" tIns="39534" rIns="79068" bIns="39534">
                    <a:spAutoFit/>
                  </a:bodyPr>
                  <a:lstStyle/>
                  <a:p>
                    <a:pPr algn="l" defTabSz="790575">
                      <a:lnSpc>
                        <a:spcPct val="90000"/>
                      </a:lnSpc>
                      <a:spcBef>
                        <a:spcPct val="50000"/>
                      </a:spcBef>
                      <a:buClr>
                        <a:schemeClr val="folHlink"/>
                      </a:buClr>
                      <a:buSzPct val="60000"/>
                    </a:pPr>
                    <a:r>
                      <a:rPr lang="en-US" altLang="zh-CN" sz="1400" b="1" dirty="0">
                        <a:solidFill>
                          <a:schemeClr val="accent6"/>
                        </a:solidFill>
                        <a:latin typeface="CG Times" pitchFamily="18" charset="0"/>
                        <a:ea typeface="楷体_GB2312" pitchFamily="49" charset="-122"/>
                      </a:rPr>
                      <a:t> </a:t>
                    </a:r>
                    <a:r>
                      <a:rPr lang="en-US" altLang="zh-CN" sz="1400" b="1" dirty="0">
                        <a:solidFill>
                          <a:schemeClr val="accent6"/>
                        </a:solidFill>
                        <a:latin typeface="Arial" pitchFamily="34" charset="0"/>
                        <a:ea typeface="楷体_GB2312" pitchFamily="49" charset="-122"/>
                      </a:rPr>
                      <a:t>4             5               7             6</a:t>
                    </a:r>
                  </a:p>
                </p:txBody>
              </p:sp>
              <p:sp>
                <p:nvSpPr>
                  <p:cNvPr id="104" name="Text Box 3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688" y="3378"/>
                    <a:ext cx="1874" cy="246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79068" tIns="39534" rIns="79068" bIns="39534">
                    <a:spAutoFit/>
                  </a:bodyPr>
                  <a:lstStyle/>
                  <a:p>
                    <a:pPr algn="l" defTabSz="790575">
                      <a:lnSpc>
                        <a:spcPct val="90000"/>
                      </a:lnSpc>
                      <a:spcBef>
                        <a:spcPct val="50000"/>
                      </a:spcBef>
                      <a:buClr>
                        <a:schemeClr val="folHlink"/>
                      </a:buClr>
                      <a:buSzPct val="60000"/>
                    </a:pPr>
                    <a:r>
                      <a:rPr lang="en-US" altLang="zh-CN" sz="1400" b="1" dirty="0">
                        <a:solidFill>
                          <a:schemeClr val="accent6"/>
                        </a:solidFill>
                        <a:latin typeface="Arial" pitchFamily="34" charset="0"/>
                        <a:ea typeface="楷体_GB2312" pitchFamily="49" charset="-122"/>
                      </a:rPr>
                      <a:t>12           13            15            14</a:t>
                    </a:r>
                  </a:p>
                </p:txBody>
              </p:sp>
              <p:sp>
                <p:nvSpPr>
                  <p:cNvPr id="105" name="Text Box 3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679" y="3805"/>
                    <a:ext cx="1874" cy="246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79068" tIns="39534" rIns="79068" bIns="39534">
                    <a:spAutoFit/>
                  </a:bodyPr>
                  <a:lstStyle/>
                  <a:p>
                    <a:pPr algn="l" defTabSz="790575">
                      <a:lnSpc>
                        <a:spcPct val="90000"/>
                      </a:lnSpc>
                      <a:spcBef>
                        <a:spcPct val="50000"/>
                      </a:spcBef>
                      <a:buClr>
                        <a:schemeClr val="folHlink"/>
                      </a:buClr>
                      <a:buSzPct val="60000"/>
                    </a:pPr>
                    <a:r>
                      <a:rPr lang="en-US" altLang="zh-CN" sz="1400" b="1" dirty="0">
                        <a:solidFill>
                          <a:schemeClr val="accent6"/>
                        </a:solidFill>
                        <a:latin typeface="CG Times" pitchFamily="18" charset="0"/>
                        <a:ea typeface="楷体_GB2312" pitchFamily="49" charset="-122"/>
                      </a:rPr>
                      <a:t> </a:t>
                    </a:r>
                    <a:r>
                      <a:rPr lang="en-US" altLang="zh-CN" sz="1400" b="1" dirty="0">
                        <a:solidFill>
                          <a:schemeClr val="accent6"/>
                        </a:solidFill>
                        <a:latin typeface="Arial" pitchFamily="34" charset="0"/>
                        <a:ea typeface="楷体_GB2312" pitchFamily="49" charset="-122"/>
                      </a:rPr>
                      <a:t>8              9             11            10</a:t>
                    </a:r>
                  </a:p>
                </p:txBody>
              </p:sp>
            </p:grpSp>
            <p:sp>
              <p:nvSpPr>
                <p:cNvPr id="74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3078" y="3618"/>
                  <a:ext cx="553" cy="287"/>
                </a:xfrm>
                <a:prstGeom prst="rect">
                  <a:avLst/>
                </a:prstGeom>
                <a:noFill/>
                <a:ln w="12700" cap="sq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>
                  <a:spAutoFit/>
                </a:bodyPr>
                <a:lstStyle/>
                <a:p>
                  <a:pPr defTabSz="790575">
                    <a:lnSpc>
                      <a:spcPct val="90000"/>
                    </a:lnSpc>
                    <a:spcBef>
                      <a:spcPct val="50000"/>
                    </a:spcBef>
                    <a:buClr>
                      <a:schemeClr val="folHlink"/>
                    </a:buClr>
                    <a:buSzPct val="60000"/>
                  </a:pPr>
                  <a:endParaRPr lang="zh-CN" altLang="zh-CN" b="1">
                    <a:solidFill>
                      <a:srgbClr val="3333FF"/>
                    </a:solidFill>
                    <a:latin typeface="Arial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5" name="Text Box 39"/>
                <p:cNvSpPr txBox="1">
                  <a:spLocks noChangeArrowheads="1"/>
                </p:cNvSpPr>
                <p:nvPr/>
              </p:nvSpPr>
              <p:spPr bwMode="auto">
                <a:xfrm>
                  <a:off x="3094" y="4039"/>
                  <a:ext cx="553" cy="287"/>
                </a:xfrm>
                <a:prstGeom prst="rect">
                  <a:avLst/>
                </a:prstGeom>
                <a:noFill/>
                <a:ln w="12700" cap="sq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>
                  <a:spAutoFit/>
                </a:bodyPr>
                <a:lstStyle/>
                <a:p>
                  <a:pPr defTabSz="790575">
                    <a:lnSpc>
                      <a:spcPct val="90000"/>
                    </a:lnSpc>
                    <a:spcBef>
                      <a:spcPct val="50000"/>
                    </a:spcBef>
                    <a:buClr>
                      <a:schemeClr val="folHlink"/>
                    </a:buClr>
                    <a:buSzPct val="60000"/>
                  </a:pPr>
                  <a:endParaRPr lang="zh-CN" altLang="zh-CN" b="1">
                    <a:solidFill>
                      <a:srgbClr val="3333FF"/>
                    </a:solidFill>
                    <a:latin typeface="Arial" pitchFamily="34" charset="0"/>
                    <a:ea typeface="楷体_GB2312" pitchFamily="49" charset="-122"/>
                  </a:endParaRPr>
                </a:p>
              </p:txBody>
            </p:sp>
          </p:grpSp>
          <p:sp>
            <p:nvSpPr>
              <p:cNvPr id="65" name="Text Box 51"/>
              <p:cNvSpPr txBox="1">
                <a:spLocks noChangeArrowheads="1"/>
              </p:cNvSpPr>
              <p:nvPr/>
            </p:nvSpPr>
            <p:spPr bwMode="auto">
              <a:xfrm>
                <a:off x="1457" y="895"/>
                <a:ext cx="249" cy="3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kumimoji="0" lang="en-US" altLang="zh-CN" b="1" dirty="0" smtClean="0">
                    <a:latin typeface="Arial" pitchFamily="34" charset="0"/>
                  </a:rPr>
                  <a:t>G</a:t>
                </a:r>
                <a:endParaRPr kumimoji="0" lang="en-US" altLang="zh-CN" b="1" dirty="0">
                  <a:latin typeface="Arial" pitchFamily="34" charset="0"/>
                </a:endParaRPr>
              </a:p>
            </p:txBody>
          </p:sp>
        </p:grpSp>
        <p:sp>
          <p:nvSpPr>
            <p:cNvPr id="106" name="Text Box 37"/>
            <p:cNvSpPr txBox="1">
              <a:spLocks noChangeArrowheads="1"/>
            </p:cNvSpPr>
            <p:nvPr/>
          </p:nvSpPr>
          <p:spPr bwMode="auto">
            <a:xfrm>
              <a:off x="5334000" y="3028950"/>
              <a:ext cx="877888" cy="34170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defTabSz="790575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lang="en-US" altLang="zh-CN" b="1" dirty="0" smtClean="0">
                  <a:solidFill>
                    <a:srgbClr val="6600CC"/>
                  </a:solidFill>
                  <a:latin typeface="Arial" pitchFamily="34" charset="0"/>
                  <a:ea typeface="楷体_GB2312" pitchFamily="49" charset="-122"/>
                </a:rPr>
                <a:t> 1</a:t>
              </a:r>
              <a:endParaRPr lang="en-US" altLang="zh-CN" b="1" dirty="0">
                <a:solidFill>
                  <a:srgbClr val="6600CC"/>
                </a:solidFill>
                <a:latin typeface="Arial" pitchFamily="34" charset="0"/>
                <a:ea typeface="楷体_GB2312" pitchFamily="49" charset="-122"/>
              </a:endParaRPr>
            </a:p>
          </p:txBody>
        </p:sp>
      </p:grpSp>
      <p:graphicFrame>
        <p:nvGraphicFramePr>
          <p:cNvPr id="36868" name="Object 4"/>
          <p:cNvGraphicFramePr>
            <a:graphicFrameLocks noChangeAspect="1"/>
          </p:cNvGraphicFramePr>
          <p:nvPr/>
        </p:nvGraphicFramePr>
        <p:xfrm>
          <a:off x="5257800" y="4095750"/>
          <a:ext cx="1728787" cy="381000"/>
        </p:xfrm>
        <a:graphic>
          <a:graphicData uri="http://schemas.openxmlformats.org/presentationml/2006/ole">
            <p:oleObj spid="_x0000_s36868" name="Equation" r:id="rId6" imgW="1206360" imgH="266400" progId="Equation.DSMT4">
              <p:embed/>
            </p:oleObj>
          </a:graphicData>
        </a:graphic>
      </p:graphicFrame>
      <p:sp>
        <p:nvSpPr>
          <p:cNvPr id="108" name="TextBox 107"/>
          <p:cNvSpPr txBox="1"/>
          <p:nvPr/>
        </p:nvSpPr>
        <p:spPr>
          <a:xfrm>
            <a:off x="1853514" y="3627335"/>
            <a:ext cx="990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latin typeface="微软雅黑" pitchFamily="34" charset="-122"/>
                <a:ea typeface="微软雅黑" pitchFamily="34" charset="-122"/>
              </a:rPr>
              <a:t>    图  </a:t>
            </a:r>
            <a:r>
              <a:rPr lang="en-US" altLang="zh-CN" sz="1400" b="1" dirty="0" smtClean="0"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14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6477000" y="3654107"/>
            <a:ext cx="990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latin typeface="微软雅黑" pitchFamily="34" charset="-122"/>
                <a:ea typeface="微软雅黑" pitchFamily="34" charset="-122"/>
              </a:rPr>
              <a:t>    图  </a:t>
            </a:r>
            <a:r>
              <a:rPr lang="en-US" altLang="zh-CN" sz="1400" b="1" dirty="0" smtClean="0"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14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0" y="0"/>
            <a:ext cx="57567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1.9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无关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项（补充上节课的例子）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58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58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68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68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109" grpId="0"/>
    </p:bldLst>
  </p:timing>
</p:sld>
</file>

<file path=ppt/theme/theme1.xml><?xml version="1.0" encoding="utf-8"?>
<a:theme xmlns:a="http://schemas.openxmlformats.org/drawingml/2006/main" name="默认设计模板">
  <a:themeElements>
    <a:clrScheme name="自定义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2D2D8A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3669</TotalTime>
  <Words>1042</Words>
  <Application>Microsoft Office PowerPoint</Application>
  <PresentationFormat>全屏显示(16:9)</PresentationFormat>
  <Paragraphs>322</Paragraphs>
  <Slides>13</Slides>
  <Notes>7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默认设计模板</vt:lpstr>
      <vt:lpstr>Equation</vt:lpstr>
      <vt:lpstr>公式</vt:lpstr>
      <vt:lpstr>MathType 6.0 Equation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zhaole</dc:creator>
  <cp:lastModifiedBy>NTKO</cp:lastModifiedBy>
  <cp:revision>443</cp:revision>
  <cp:lastPrinted>2113-01-01T00:00:00Z</cp:lastPrinted>
  <dcterms:created xsi:type="dcterms:W3CDTF">2113-01-01T00:00:00Z</dcterms:created>
  <dcterms:modified xsi:type="dcterms:W3CDTF">2020-12-25T08:19:56Z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KSOProductBuildVer">
    <vt:lpwstr>2052-11.1.0.8696</vt:lpwstr>
  </property>
</Properties>
</file>