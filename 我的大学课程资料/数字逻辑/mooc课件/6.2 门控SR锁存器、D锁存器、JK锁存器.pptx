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309" r:id="rId2"/>
    <p:sldId id="397" r:id="rId3"/>
    <p:sldId id="399" r:id="rId4"/>
    <p:sldId id="398" r:id="rId5"/>
    <p:sldId id="386" r:id="rId6"/>
    <p:sldId id="387" r:id="rId7"/>
    <p:sldId id="400" r:id="rId8"/>
    <p:sldId id="388" r:id="rId9"/>
    <p:sldId id="390" r:id="rId10"/>
    <p:sldId id="389" r:id="rId11"/>
    <p:sldId id="391" r:id="rId12"/>
    <p:sldId id="392" r:id="rId13"/>
    <p:sldId id="393" r:id="rId14"/>
    <p:sldId id="394" r:id="rId15"/>
    <p:sldId id="395" r:id="rId16"/>
    <p:sldId id="396" r:id="rId17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E4BA"/>
    <a:srgbClr val="6600CC"/>
    <a:srgbClr val="00FFFF"/>
    <a:srgbClr val="2D1341"/>
    <a:srgbClr val="3333CC"/>
    <a:srgbClr val="2D2D8A"/>
    <a:srgbClr val="0000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0" autoAdjust="0"/>
    <p:restoredTop sz="98916" autoAdjust="0"/>
  </p:normalViewPr>
  <p:slideViewPr>
    <p:cSldViewPr>
      <p:cViewPr varScale="1">
        <p:scale>
          <a:sx n="126" d="100"/>
          <a:sy n="126" d="100"/>
        </p:scale>
        <p:origin x="-90" y="-34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jpeg"/><Relationship Id="rId4" Type="http://schemas.openxmlformats.org/officeDocument/2006/relationships/oleObject" Target="../embeddings/oleObject16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9.bin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7.png"/><Relationship Id="rId4" Type="http://schemas.openxmlformats.org/officeDocument/2006/relationships/oleObject" Target="../embeddings/oleObject2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17.png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3.bin"/><Relationship Id="rId9" Type="http://schemas.openxmlformats.org/officeDocument/2006/relationships/oleObject" Target="../embeddings/oleObject28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锁存器和触发器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：锁存器和触发器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4381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门控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59243" y="4597662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  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02043" y="863862"/>
            <a:ext cx="2057400" cy="3602999"/>
            <a:chOff x="566" y="592"/>
            <a:chExt cx="1616" cy="2669"/>
          </a:xfrm>
        </p:grpSpPr>
        <p:sp>
          <p:nvSpPr>
            <p:cNvPr id="64" name="Line 4"/>
            <p:cNvSpPr>
              <a:spLocks noChangeShapeType="1"/>
            </p:cNvSpPr>
            <p:nvPr/>
          </p:nvSpPr>
          <p:spPr bwMode="auto">
            <a:xfrm>
              <a:off x="878" y="183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5" name="Line 5"/>
            <p:cNvSpPr>
              <a:spLocks noChangeShapeType="1"/>
            </p:cNvSpPr>
            <p:nvPr/>
          </p:nvSpPr>
          <p:spPr bwMode="auto">
            <a:xfrm>
              <a:off x="1790" y="183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graphicFrame>
          <p:nvGraphicFramePr>
            <p:cNvPr id="66" name="Object 6"/>
            <p:cNvGraphicFramePr>
              <a:graphicFrameLocks noChangeAspect="1"/>
            </p:cNvGraphicFramePr>
            <p:nvPr/>
          </p:nvGraphicFramePr>
          <p:xfrm>
            <a:off x="823" y="592"/>
            <a:ext cx="185" cy="254"/>
          </p:xfrm>
          <a:graphic>
            <a:graphicData uri="http://schemas.openxmlformats.org/presentationml/2006/ole">
              <p:oleObj spid="_x0000_s135170" name="公式" r:id="rId3" imgW="165028" imgH="228501" progId="">
                <p:embed/>
              </p:oleObj>
            </a:graphicData>
          </a:graphic>
        </p:graphicFrame>
        <p:sp>
          <p:nvSpPr>
            <p:cNvPr id="67" name="Line 7"/>
            <p:cNvSpPr>
              <a:spLocks noChangeShapeType="1"/>
            </p:cNvSpPr>
            <p:nvPr/>
          </p:nvSpPr>
          <p:spPr bwMode="auto">
            <a:xfrm>
              <a:off x="974" y="183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8" name="Line 8"/>
            <p:cNvSpPr>
              <a:spLocks noChangeShapeType="1"/>
            </p:cNvSpPr>
            <p:nvPr/>
          </p:nvSpPr>
          <p:spPr bwMode="auto">
            <a:xfrm>
              <a:off x="1694" y="183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9" name="Line 9"/>
            <p:cNvSpPr>
              <a:spLocks noChangeShapeType="1"/>
            </p:cNvSpPr>
            <p:nvPr/>
          </p:nvSpPr>
          <p:spPr bwMode="auto">
            <a:xfrm>
              <a:off x="974" y="1977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0" name="Line 10"/>
            <p:cNvSpPr>
              <a:spLocks noChangeShapeType="1"/>
            </p:cNvSpPr>
            <p:nvPr/>
          </p:nvSpPr>
          <p:spPr bwMode="auto">
            <a:xfrm flipV="1">
              <a:off x="1790" y="87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1" name="Line 11"/>
            <p:cNvSpPr>
              <a:spLocks noChangeShapeType="1"/>
            </p:cNvSpPr>
            <p:nvPr/>
          </p:nvSpPr>
          <p:spPr bwMode="auto">
            <a:xfrm flipV="1">
              <a:off x="1166" y="1065"/>
              <a:ext cx="384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2" name="Line 12"/>
            <p:cNvSpPr>
              <a:spLocks noChangeShapeType="1"/>
            </p:cNvSpPr>
            <p:nvPr/>
          </p:nvSpPr>
          <p:spPr bwMode="auto">
            <a:xfrm>
              <a:off x="1502" y="1977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3" name="Line 13"/>
            <p:cNvSpPr>
              <a:spLocks noChangeShapeType="1"/>
            </p:cNvSpPr>
            <p:nvPr/>
          </p:nvSpPr>
          <p:spPr bwMode="auto">
            <a:xfrm flipH="1" flipV="1">
              <a:off x="1166" y="1065"/>
              <a:ext cx="336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4" name="Line 14"/>
            <p:cNvSpPr>
              <a:spLocks noChangeShapeType="1"/>
            </p:cNvSpPr>
            <p:nvPr/>
          </p:nvSpPr>
          <p:spPr bwMode="auto">
            <a:xfrm>
              <a:off x="1550" y="1065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5" name="Line 15"/>
            <p:cNvSpPr>
              <a:spLocks noChangeShapeType="1"/>
            </p:cNvSpPr>
            <p:nvPr/>
          </p:nvSpPr>
          <p:spPr bwMode="auto">
            <a:xfrm>
              <a:off x="926" y="1065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6" name="Line 16"/>
            <p:cNvSpPr>
              <a:spLocks noChangeShapeType="1"/>
            </p:cNvSpPr>
            <p:nvPr/>
          </p:nvSpPr>
          <p:spPr bwMode="auto">
            <a:xfrm flipV="1">
              <a:off x="926" y="87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graphicFrame>
          <p:nvGraphicFramePr>
            <p:cNvPr id="77" name="Object 17"/>
            <p:cNvGraphicFramePr>
              <a:graphicFrameLocks noChangeAspect="1"/>
            </p:cNvGraphicFramePr>
            <p:nvPr/>
          </p:nvGraphicFramePr>
          <p:xfrm>
            <a:off x="1687" y="640"/>
            <a:ext cx="182" cy="210"/>
          </p:xfrm>
          <a:graphic>
            <a:graphicData uri="http://schemas.openxmlformats.org/presentationml/2006/ole">
              <p:oleObj spid="_x0000_s135171" name="公式" r:id="rId4" imgW="164957" imgH="190335" progId="">
                <p:embed/>
              </p:oleObj>
            </a:graphicData>
          </a:graphic>
        </p:graphicFrame>
        <p:sp>
          <p:nvSpPr>
            <p:cNvPr id="78" name="Text Box 18"/>
            <p:cNvSpPr txBox="1">
              <a:spLocks noChangeArrowheads="1"/>
            </p:cNvSpPr>
            <p:nvPr/>
          </p:nvSpPr>
          <p:spPr bwMode="auto">
            <a:xfrm>
              <a:off x="830" y="1449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4</a:t>
              </a:r>
            </a:p>
          </p:txBody>
        </p:sp>
        <p:sp>
          <p:nvSpPr>
            <p:cNvPr id="79" name="Text Box 19"/>
            <p:cNvSpPr txBox="1">
              <a:spLocks noChangeArrowheads="1"/>
            </p:cNvSpPr>
            <p:nvPr/>
          </p:nvSpPr>
          <p:spPr bwMode="auto">
            <a:xfrm>
              <a:off x="1694" y="1401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3</a:t>
              </a:r>
            </a:p>
          </p:txBody>
        </p:sp>
        <p:sp>
          <p:nvSpPr>
            <p:cNvPr id="80" name="Line 20"/>
            <p:cNvSpPr>
              <a:spLocks noChangeShapeType="1"/>
            </p:cNvSpPr>
            <p:nvPr/>
          </p:nvSpPr>
          <p:spPr bwMode="auto">
            <a:xfrm>
              <a:off x="782" y="279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1" name="Line 21"/>
            <p:cNvSpPr>
              <a:spLocks noChangeShapeType="1"/>
            </p:cNvSpPr>
            <p:nvPr/>
          </p:nvSpPr>
          <p:spPr bwMode="auto">
            <a:xfrm>
              <a:off x="1838" y="279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2" name="Line 22"/>
            <p:cNvSpPr>
              <a:spLocks noChangeShapeType="1"/>
            </p:cNvSpPr>
            <p:nvPr/>
          </p:nvSpPr>
          <p:spPr bwMode="auto">
            <a:xfrm>
              <a:off x="926" y="279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3" name="Line 23"/>
            <p:cNvSpPr>
              <a:spLocks noChangeShapeType="1"/>
            </p:cNvSpPr>
            <p:nvPr/>
          </p:nvSpPr>
          <p:spPr bwMode="auto">
            <a:xfrm>
              <a:off x="1694" y="279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4" name="Line 24"/>
            <p:cNvSpPr>
              <a:spLocks noChangeShapeType="1"/>
            </p:cNvSpPr>
            <p:nvPr/>
          </p:nvSpPr>
          <p:spPr bwMode="auto">
            <a:xfrm flipH="1">
              <a:off x="926" y="2937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5" name="Line 25"/>
            <p:cNvSpPr>
              <a:spLocks noChangeShapeType="1"/>
            </p:cNvSpPr>
            <p:nvPr/>
          </p:nvSpPr>
          <p:spPr bwMode="auto">
            <a:xfrm>
              <a:off x="1310" y="2937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6" name="Text Box 26"/>
            <p:cNvSpPr txBox="1">
              <a:spLocks noChangeArrowheads="1"/>
            </p:cNvSpPr>
            <p:nvPr/>
          </p:nvSpPr>
          <p:spPr bwMode="auto">
            <a:xfrm>
              <a:off x="1212" y="2805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  <a:cs typeface="Times New Roman" pitchFamily="18" charset="0"/>
                </a:rPr>
                <a:t>•</a:t>
              </a:r>
              <a:endParaRPr lang="en-US" altLang="zh-CN" sz="1600" i="0" dirty="0">
                <a:latin typeface="Times New Roman" pitchFamily="18" charset="0"/>
              </a:endParaRPr>
            </a:p>
          </p:txBody>
        </p:sp>
        <p:sp>
          <p:nvSpPr>
            <p:cNvPr id="87" name="Text Box 27"/>
            <p:cNvSpPr txBox="1">
              <a:spLocks noChangeArrowheads="1"/>
            </p:cNvSpPr>
            <p:nvPr/>
          </p:nvSpPr>
          <p:spPr bwMode="auto">
            <a:xfrm>
              <a:off x="782" y="246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88" name="Text Box 28"/>
            <p:cNvSpPr txBox="1">
              <a:spLocks noChangeArrowheads="1"/>
            </p:cNvSpPr>
            <p:nvPr/>
          </p:nvSpPr>
          <p:spPr bwMode="auto">
            <a:xfrm>
              <a:off x="1694" y="2418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89" name="Text Box 29"/>
            <p:cNvSpPr txBox="1">
              <a:spLocks noChangeArrowheads="1"/>
            </p:cNvSpPr>
            <p:nvPr/>
          </p:nvSpPr>
          <p:spPr bwMode="auto">
            <a:xfrm>
              <a:off x="1166" y="3033"/>
              <a:ext cx="417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EN</a:t>
              </a:r>
            </a:p>
          </p:txBody>
        </p:sp>
        <p:sp>
          <p:nvSpPr>
            <p:cNvPr id="90" name="Text Box 30"/>
            <p:cNvSpPr txBox="1">
              <a:spLocks noChangeArrowheads="1"/>
            </p:cNvSpPr>
            <p:nvPr/>
          </p:nvSpPr>
          <p:spPr bwMode="auto">
            <a:xfrm>
              <a:off x="823" y="933"/>
              <a:ext cx="21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</a:rPr>
                <a:t>•</a:t>
              </a:r>
              <a:endParaRPr lang="en-US" altLang="zh-CN" sz="1600" i="0" dirty="0">
                <a:ea typeface="楷体_GB2312" pitchFamily="49" charset="-122"/>
              </a:endParaRPr>
            </a:p>
          </p:txBody>
        </p:sp>
        <p:sp>
          <p:nvSpPr>
            <p:cNvPr id="91" name="Text Box 31"/>
            <p:cNvSpPr txBox="1">
              <a:spLocks noChangeArrowheads="1"/>
            </p:cNvSpPr>
            <p:nvPr/>
          </p:nvSpPr>
          <p:spPr bwMode="auto">
            <a:xfrm>
              <a:off x="1690" y="933"/>
              <a:ext cx="21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</a:rPr>
                <a:t>•</a:t>
              </a:r>
              <a:endParaRPr lang="en-US" altLang="zh-CN" sz="1600" i="0" dirty="0">
                <a:ea typeface="楷体_GB2312" pitchFamily="49" charset="-122"/>
              </a:endParaRPr>
            </a:p>
          </p:txBody>
        </p:sp>
        <p:sp>
          <p:nvSpPr>
            <p:cNvPr id="92" name="Oval 32"/>
            <p:cNvSpPr>
              <a:spLocks noChangeArrowheads="1"/>
            </p:cNvSpPr>
            <p:nvPr/>
          </p:nvSpPr>
          <p:spPr bwMode="auto">
            <a:xfrm>
              <a:off x="1742" y="1209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3" name="Oval 33"/>
            <p:cNvSpPr>
              <a:spLocks noChangeArrowheads="1"/>
            </p:cNvSpPr>
            <p:nvPr/>
          </p:nvSpPr>
          <p:spPr bwMode="auto">
            <a:xfrm>
              <a:off x="886" y="1209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4" name="AutoShape 34"/>
            <p:cNvSpPr>
              <a:spLocks noChangeArrowheads="1"/>
            </p:cNvSpPr>
            <p:nvPr/>
          </p:nvSpPr>
          <p:spPr bwMode="auto">
            <a:xfrm rot="-5400000">
              <a:off x="662" y="1329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5" name="AutoShape 35"/>
            <p:cNvSpPr>
              <a:spLocks noChangeArrowheads="1"/>
            </p:cNvSpPr>
            <p:nvPr/>
          </p:nvSpPr>
          <p:spPr bwMode="auto">
            <a:xfrm rot="-5400000">
              <a:off x="1526" y="1329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6" name="Oval 36"/>
            <p:cNvSpPr>
              <a:spLocks noChangeArrowheads="1"/>
            </p:cNvSpPr>
            <p:nvPr/>
          </p:nvSpPr>
          <p:spPr bwMode="auto">
            <a:xfrm>
              <a:off x="1742" y="2177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7" name="AutoShape 37"/>
            <p:cNvSpPr>
              <a:spLocks noChangeArrowheads="1"/>
            </p:cNvSpPr>
            <p:nvPr/>
          </p:nvSpPr>
          <p:spPr bwMode="auto">
            <a:xfrm rot="-5400000">
              <a:off x="1526" y="2297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8" name="Oval 38"/>
            <p:cNvSpPr>
              <a:spLocks noChangeArrowheads="1"/>
            </p:cNvSpPr>
            <p:nvPr/>
          </p:nvSpPr>
          <p:spPr bwMode="auto">
            <a:xfrm>
              <a:off x="822" y="2177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9" name="AutoShape 39"/>
            <p:cNvSpPr>
              <a:spLocks noChangeArrowheads="1"/>
            </p:cNvSpPr>
            <p:nvPr/>
          </p:nvSpPr>
          <p:spPr bwMode="auto">
            <a:xfrm rot="-5400000">
              <a:off x="606" y="2297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00" name="Text Box 40"/>
            <p:cNvSpPr txBox="1">
              <a:spLocks noChangeArrowheads="1"/>
            </p:cNvSpPr>
            <p:nvPr/>
          </p:nvSpPr>
          <p:spPr bwMode="auto">
            <a:xfrm>
              <a:off x="566" y="2985"/>
              <a:ext cx="3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R</a:t>
              </a:r>
            </a:p>
          </p:txBody>
        </p:sp>
        <p:sp>
          <p:nvSpPr>
            <p:cNvPr id="101" name="Text Box 41"/>
            <p:cNvSpPr txBox="1">
              <a:spLocks noChangeArrowheads="1"/>
            </p:cNvSpPr>
            <p:nvPr/>
          </p:nvSpPr>
          <p:spPr bwMode="auto">
            <a:xfrm>
              <a:off x="1846" y="3005"/>
              <a:ext cx="3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S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1745043" y="414046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202243" y="261646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02043" y="261646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810000" y="4597662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  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2" name="Group 3"/>
          <p:cNvGrpSpPr>
            <a:grpSpLocks/>
          </p:cNvGrpSpPr>
          <p:nvPr/>
        </p:nvGrpSpPr>
        <p:grpSpPr bwMode="auto">
          <a:xfrm>
            <a:off x="3124200" y="940062"/>
            <a:ext cx="2057400" cy="3602999"/>
            <a:chOff x="566" y="592"/>
            <a:chExt cx="1616" cy="2669"/>
          </a:xfrm>
        </p:grpSpPr>
        <p:sp>
          <p:nvSpPr>
            <p:cNvPr id="53" name="Line 4"/>
            <p:cNvSpPr>
              <a:spLocks noChangeShapeType="1"/>
            </p:cNvSpPr>
            <p:nvPr/>
          </p:nvSpPr>
          <p:spPr bwMode="auto">
            <a:xfrm>
              <a:off x="878" y="183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54" name="Line 5"/>
            <p:cNvSpPr>
              <a:spLocks noChangeShapeType="1"/>
            </p:cNvSpPr>
            <p:nvPr/>
          </p:nvSpPr>
          <p:spPr bwMode="auto">
            <a:xfrm>
              <a:off x="1790" y="183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graphicFrame>
          <p:nvGraphicFramePr>
            <p:cNvPr id="55" name="Object 6"/>
            <p:cNvGraphicFramePr>
              <a:graphicFrameLocks noChangeAspect="1"/>
            </p:cNvGraphicFramePr>
            <p:nvPr/>
          </p:nvGraphicFramePr>
          <p:xfrm>
            <a:off x="823" y="592"/>
            <a:ext cx="185" cy="254"/>
          </p:xfrm>
          <a:graphic>
            <a:graphicData uri="http://schemas.openxmlformats.org/presentationml/2006/ole">
              <p:oleObj spid="_x0000_s135174" name="公式" r:id="rId5" imgW="165028" imgH="228501" progId="">
                <p:embed/>
              </p:oleObj>
            </a:graphicData>
          </a:graphic>
        </p:graphicFrame>
        <p:sp>
          <p:nvSpPr>
            <p:cNvPr id="56" name="Line 7"/>
            <p:cNvSpPr>
              <a:spLocks noChangeShapeType="1"/>
            </p:cNvSpPr>
            <p:nvPr/>
          </p:nvSpPr>
          <p:spPr bwMode="auto">
            <a:xfrm>
              <a:off x="974" y="183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57" name="Line 8"/>
            <p:cNvSpPr>
              <a:spLocks noChangeShapeType="1"/>
            </p:cNvSpPr>
            <p:nvPr/>
          </p:nvSpPr>
          <p:spPr bwMode="auto">
            <a:xfrm>
              <a:off x="1694" y="183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58" name="Line 9"/>
            <p:cNvSpPr>
              <a:spLocks noChangeShapeType="1"/>
            </p:cNvSpPr>
            <p:nvPr/>
          </p:nvSpPr>
          <p:spPr bwMode="auto">
            <a:xfrm>
              <a:off x="974" y="1977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59" name="Line 10"/>
            <p:cNvSpPr>
              <a:spLocks noChangeShapeType="1"/>
            </p:cNvSpPr>
            <p:nvPr/>
          </p:nvSpPr>
          <p:spPr bwMode="auto">
            <a:xfrm flipV="1">
              <a:off x="1790" y="87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0" name="Line 11"/>
            <p:cNvSpPr>
              <a:spLocks noChangeShapeType="1"/>
            </p:cNvSpPr>
            <p:nvPr/>
          </p:nvSpPr>
          <p:spPr bwMode="auto">
            <a:xfrm flipV="1">
              <a:off x="1166" y="1065"/>
              <a:ext cx="384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2" name="Line 12"/>
            <p:cNvSpPr>
              <a:spLocks noChangeShapeType="1"/>
            </p:cNvSpPr>
            <p:nvPr/>
          </p:nvSpPr>
          <p:spPr bwMode="auto">
            <a:xfrm>
              <a:off x="1502" y="1977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3" name="Line 13"/>
            <p:cNvSpPr>
              <a:spLocks noChangeShapeType="1"/>
            </p:cNvSpPr>
            <p:nvPr/>
          </p:nvSpPr>
          <p:spPr bwMode="auto">
            <a:xfrm flipH="1" flipV="1">
              <a:off x="1166" y="1065"/>
              <a:ext cx="336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02" name="Line 14"/>
            <p:cNvSpPr>
              <a:spLocks noChangeShapeType="1"/>
            </p:cNvSpPr>
            <p:nvPr/>
          </p:nvSpPr>
          <p:spPr bwMode="auto">
            <a:xfrm>
              <a:off x="1550" y="1065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04" name="Line 15"/>
            <p:cNvSpPr>
              <a:spLocks noChangeShapeType="1"/>
            </p:cNvSpPr>
            <p:nvPr/>
          </p:nvSpPr>
          <p:spPr bwMode="auto">
            <a:xfrm>
              <a:off x="926" y="1065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05" name="Line 16"/>
            <p:cNvSpPr>
              <a:spLocks noChangeShapeType="1"/>
            </p:cNvSpPr>
            <p:nvPr/>
          </p:nvSpPr>
          <p:spPr bwMode="auto">
            <a:xfrm flipV="1">
              <a:off x="926" y="87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graphicFrame>
          <p:nvGraphicFramePr>
            <p:cNvPr id="106" name="Object 17"/>
            <p:cNvGraphicFramePr>
              <a:graphicFrameLocks noChangeAspect="1"/>
            </p:cNvGraphicFramePr>
            <p:nvPr/>
          </p:nvGraphicFramePr>
          <p:xfrm>
            <a:off x="1687" y="640"/>
            <a:ext cx="182" cy="210"/>
          </p:xfrm>
          <a:graphic>
            <a:graphicData uri="http://schemas.openxmlformats.org/presentationml/2006/ole">
              <p:oleObj spid="_x0000_s135175" name="公式" r:id="rId6" imgW="164957" imgH="190335" progId="">
                <p:embed/>
              </p:oleObj>
            </a:graphicData>
          </a:graphic>
        </p:graphicFrame>
        <p:sp>
          <p:nvSpPr>
            <p:cNvPr id="107" name="Text Box 18"/>
            <p:cNvSpPr txBox="1">
              <a:spLocks noChangeArrowheads="1"/>
            </p:cNvSpPr>
            <p:nvPr/>
          </p:nvSpPr>
          <p:spPr bwMode="auto">
            <a:xfrm>
              <a:off x="830" y="1449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4</a:t>
              </a:r>
            </a:p>
          </p:txBody>
        </p:sp>
        <p:sp>
          <p:nvSpPr>
            <p:cNvPr id="108" name="Text Box 19"/>
            <p:cNvSpPr txBox="1">
              <a:spLocks noChangeArrowheads="1"/>
            </p:cNvSpPr>
            <p:nvPr/>
          </p:nvSpPr>
          <p:spPr bwMode="auto">
            <a:xfrm>
              <a:off x="1694" y="1401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3</a:t>
              </a:r>
            </a:p>
          </p:txBody>
        </p:sp>
        <p:sp>
          <p:nvSpPr>
            <p:cNvPr id="109" name="Line 20"/>
            <p:cNvSpPr>
              <a:spLocks noChangeShapeType="1"/>
            </p:cNvSpPr>
            <p:nvPr/>
          </p:nvSpPr>
          <p:spPr bwMode="auto">
            <a:xfrm>
              <a:off x="782" y="279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0" name="Line 21"/>
            <p:cNvSpPr>
              <a:spLocks noChangeShapeType="1"/>
            </p:cNvSpPr>
            <p:nvPr/>
          </p:nvSpPr>
          <p:spPr bwMode="auto">
            <a:xfrm>
              <a:off x="1838" y="279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1" name="Line 22"/>
            <p:cNvSpPr>
              <a:spLocks noChangeShapeType="1"/>
            </p:cNvSpPr>
            <p:nvPr/>
          </p:nvSpPr>
          <p:spPr bwMode="auto">
            <a:xfrm>
              <a:off x="926" y="279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2" name="Line 23"/>
            <p:cNvSpPr>
              <a:spLocks noChangeShapeType="1"/>
            </p:cNvSpPr>
            <p:nvPr/>
          </p:nvSpPr>
          <p:spPr bwMode="auto">
            <a:xfrm>
              <a:off x="1694" y="279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3" name="Line 24"/>
            <p:cNvSpPr>
              <a:spLocks noChangeShapeType="1"/>
            </p:cNvSpPr>
            <p:nvPr/>
          </p:nvSpPr>
          <p:spPr bwMode="auto">
            <a:xfrm flipH="1">
              <a:off x="926" y="2937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4" name="Line 25"/>
            <p:cNvSpPr>
              <a:spLocks noChangeShapeType="1"/>
            </p:cNvSpPr>
            <p:nvPr/>
          </p:nvSpPr>
          <p:spPr bwMode="auto">
            <a:xfrm>
              <a:off x="1310" y="2937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5" name="Text Box 26"/>
            <p:cNvSpPr txBox="1">
              <a:spLocks noChangeArrowheads="1"/>
            </p:cNvSpPr>
            <p:nvPr/>
          </p:nvSpPr>
          <p:spPr bwMode="auto">
            <a:xfrm>
              <a:off x="1212" y="2805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  <a:cs typeface="Times New Roman" pitchFamily="18" charset="0"/>
                </a:rPr>
                <a:t>•</a:t>
              </a:r>
              <a:endParaRPr lang="en-US" altLang="zh-CN" sz="1600" i="0" dirty="0">
                <a:latin typeface="Times New Roman" pitchFamily="18" charset="0"/>
              </a:endParaRPr>
            </a:p>
          </p:txBody>
        </p:sp>
        <p:sp>
          <p:nvSpPr>
            <p:cNvPr id="116" name="Text Box 27"/>
            <p:cNvSpPr txBox="1">
              <a:spLocks noChangeArrowheads="1"/>
            </p:cNvSpPr>
            <p:nvPr/>
          </p:nvSpPr>
          <p:spPr bwMode="auto">
            <a:xfrm>
              <a:off x="782" y="246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117" name="Text Box 28"/>
            <p:cNvSpPr txBox="1">
              <a:spLocks noChangeArrowheads="1"/>
            </p:cNvSpPr>
            <p:nvPr/>
          </p:nvSpPr>
          <p:spPr bwMode="auto">
            <a:xfrm>
              <a:off x="1694" y="2418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118" name="Text Box 29"/>
            <p:cNvSpPr txBox="1">
              <a:spLocks noChangeArrowheads="1"/>
            </p:cNvSpPr>
            <p:nvPr/>
          </p:nvSpPr>
          <p:spPr bwMode="auto">
            <a:xfrm>
              <a:off x="1166" y="3033"/>
              <a:ext cx="417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EN</a:t>
              </a:r>
            </a:p>
          </p:txBody>
        </p:sp>
        <p:sp>
          <p:nvSpPr>
            <p:cNvPr id="119" name="Text Box 30"/>
            <p:cNvSpPr txBox="1">
              <a:spLocks noChangeArrowheads="1"/>
            </p:cNvSpPr>
            <p:nvPr/>
          </p:nvSpPr>
          <p:spPr bwMode="auto">
            <a:xfrm>
              <a:off x="823" y="933"/>
              <a:ext cx="21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</a:rPr>
                <a:t>•</a:t>
              </a:r>
              <a:endParaRPr lang="en-US" altLang="zh-CN" sz="1600" i="0" dirty="0">
                <a:ea typeface="楷体_GB2312" pitchFamily="49" charset="-122"/>
              </a:endParaRPr>
            </a:p>
          </p:txBody>
        </p:sp>
        <p:sp>
          <p:nvSpPr>
            <p:cNvPr id="120" name="Text Box 31"/>
            <p:cNvSpPr txBox="1">
              <a:spLocks noChangeArrowheads="1"/>
            </p:cNvSpPr>
            <p:nvPr/>
          </p:nvSpPr>
          <p:spPr bwMode="auto">
            <a:xfrm>
              <a:off x="1690" y="933"/>
              <a:ext cx="21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</a:rPr>
                <a:t>•</a:t>
              </a:r>
              <a:endParaRPr lang="en-US" altLang="zh-CN" sz="1600" i="0" dirty="0">
                <a:ea typeface="楷体_GB2312" pitchFamily="49" charset="-122"/>
              </a:endParaRPr>
            </a:p>
          </p:txBody>
        </p:sp>
        <p:sp>
          <p:nvSpPr>
            <p:cNvPr id="121" name="Oval 32"/>
            <p:cNvSpPr>
              <a:spLocks noChangeArrowheads="1"/>
            </p:cNvSpPr>
            <p:nvPr/>
          </p:nvSpPr>
          <p:spPr bwMode="auto">
            <a:xfrm>
              <a:off x="1742" y="1209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2" name="Oval 33"/>
            <p:cNvSpPr>
              <a:spLocks noChangeArrowheads="1"/>
            </p:cNvSpPr>
            <p:nvPr/>
          </p:nvSpPr>
          <p:spPr bwMode="auto">
            <a:xfrm>
              <a:off x="886" y="1209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3" name="AutoShape 34"/>
            <p:cNvSpPr>
              <a:spLocks noChangeArrowheads="1"/>
            </p:cNvSpPr>
            <p:nvPr/>
          </p:nvSpPr>
          <p:spPr bwMode="auto">
            <a:xfrm rot="-5400000">
              <a:off x="662" y="1329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4" name="AutoShape 35"/>
            <p:cNvSpPr>
              <a:spLocks noChangeArrowheads="1"/>
            </p:cNvSpPr>
            <p:nvPr/>
          </p:nvSpPr>
          <p:spPr bwMode="auto">
            <a:xfrm rot="-5400000">
              <a:off x="1526" y="1329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5" name="Oval 36"/>
            <p:cNvSpPr>
              <a:spLocks noChangeArrowheads="1"/>
            </p:cNvSpPr>
            <p:nvPr/>
          </p:nvSpPr>
          <p:spPr bwMode="auto">
            <a:xfrm>
              <a:off x="1742" y="2177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6" name="AutoShape 37"/>
            <p:cNvSpPr>
              <a:spLocks noChangeArrowheads="1"/>
            </p:cNvSpPr>
            <p:nvPr/>
          </p:nvSpPr>
          <p:spPr bwMode="auto">
            <a:xfrm rot="-5400000">
              <a:off x="1526" y="2297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7" name="Oval 38"/>
            <p:cNvSpPr>
              <a:spLocks noChangeArrowheads="1"/>
            </p:cNvSpPr>
            <p:nvPr/>
          </p:nvSpPr>
          <p:spPr bwMode="auto">
            <a:xfrm>
              <a:off x="822" y="2177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8" name="AutoShape 39"/>
            <p:cNvSpPr>
              <a:spLocks noChangeArrowheads="1"/>
            </p:cNvSpPr>
            <p:nvPr/>
          </p:nvSpPr>
          <p:spPr bwMode="auto">
            <a:xfrm rot="-5400000">
              <a:off x="606" y="2297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9" name="Text Box 40"/>
            <p:cNvSpPr txBox="1">
              <a:spLocks noChangeArrowheads="1"/>
            </p:cNvSpPr>
            <p:nvPr/>
          </p:nvSpPr>
          <p:spPr bwMode="auto">
            <a:xfrm>
              <a:off x="566" y="2985"/>
              <a:ext cx="3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R</a:t>
              </a:r>
            </a:p>
          </p:txBody>
        </p:sp>
        <p:sp>
          <p:nvSpPr>
            <p:cNvPr id="130" name="Text Box 41"/>
            <p:cNvSpPr txBox="1">
              <a:spLocks noChangeArrowheads="1"/>
            </p:cNvSpPr>
            <p:nvPr/>
          </p:nvSpPr>
          <p:spPr bwMode="auto">
            <a:xfrm>
              <a:off x="1846" y="3005"/>
              <a:ext cx="3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S</a:t>
              </a:r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4267200" y="421666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138" name="组合 137"/>
          <p:cNvGrpSpPr/>
          <p:nvPr/>
        </p:nvGrpSpPr>
        <p:grpSpPr>
          <a:xfrm>
            <a:off x="4724400" y="2692662"/>
            <a:ext cx="304800" cy="369332"/>
            <a:chOff x="6400800" y="2571750"/>
            <a:chExt cx="304800" cy="369332"/>
          </a:xfrm>
        </p:grpSpPr>
        <p:sp>
          <p:nvSpPr>
            <p:cNvPr id="132" name="TextBox 131"/>
            <p:cNvSpPr txBox="1"/>
            <p:nvPr/>
          </p:nvSpPr>
          <p:spPr>
            <a:xfrm>
              <a:off x="6400800" y="257175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FF0000"/>
                  </a:solidFill>
                </a:rPr>
                <a:t>S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135" name="直接连接符 134"/>
            <p:cNvCxnSpPr/>
            <p:nvPr/>
          </p:nvCxnSpPr>
          <p:spPr>
            <a:xfrm>
              <a:off x="6477000" y="2647950"/>
              <a:ext cx="152400" cy="0"/>
            </a:xfrm>
            <a:prstGeom prst="line">
              <a:avLst/>
            </a:prstGeom>
            <a:ln w="19050" cmpd="sng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组合 138"/>
          <p:cNvGrpSpPr/>
          <p:nvPr/>
        </p:nvGrpSpPr>
        <p:grpSpPr>
          <a:xfrm>
            <a:off x="3124200" y="2692662"/>
            <a:ext cx="304800" cy="369332"/>
            <a:chOff x="6400800" y="2571750"/>
            <a:chExt cx="304800" cy="369332"/>
          </a:xfrm>
        </p:grpSpPr>
        <p:sp>
          <p:nvSpPr>
            <p:cNvPr id="140" name="TextBox 139"/>
            <p:cNvSpPr txBox="1"/>
            <p:nvPr/>
          </p:nvSpPr>
          <p:spPr>
            <a:xfrm>
              <a:off x="6400800" y="257175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FF0000"/>
                  </a:solidFill>
                </a:rPr>
                <a:t>R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141" name="直接连接符 140"/>
            <p:cNvCxnSpPr/>
            <p:nvPr/>
          </p:nvCxnSpPr>
          <p:spPr>
            <a:xfrm>
              <a:off x="6477000" y="2647950"/>
              <a:ext cx="152400" cy="0"/>
            </a:xfrm>
            <a:prstGeom prst="line">
              <a:avLst/>
            </a:prstGeom>
            <a:ln w="19050" cmpd="sng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5029200" y="41719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960557" y="2708406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4800600" y="9715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4724400" y="447675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置</a:t>
            </a:r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r>
              <a:rPr lang="zh-CN" altLang="en-US" b="1" dirty="0" smtClean="0">
                <a:solidFill>
                  <a:srgbClr val="FF0000"/>
                </a:solidFill>
              </a:rPr>
              <a:t>端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utoUpdateAnimBg="0"/>
      <p:bldP spid="49" grpId="0" autoUpdateAnimBg="0"/>
      <p:bldP spid="50" grpId="0" autoUpdateAnimBg="0"/>
      <p:bldP spid="51" grpId="0" autoUpdateAnimBg="0"/>
      <p:bldP spid="131" grpId="0" autoUpdateAnimBg="0"/>
      <p:bldP spid="143" grpId="0" autoUpdateAnimBg="0"/>
      <p:bldP spid="144" grpId="0" autoUpdateAnimBg="0"/>
      <p:bldP spid="145" grpId="0" autoUpdateAnimBg="0"/>
      <p:bldP spid="14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：锁存器和触发器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4381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门控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59243" y="4597662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  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02043" y="863862"/>
            <a:ext cx="2057400" cy="3602999"/>
            <a:chOff x="566" y="592"/>
            <a:chExt cx="1616" cy="2669"/>
          </a:xfrm>
        </p:grpSpPr>
        <p:sp>
          <p:nvSpPr>
            <p:cNvPr id="64" name="Line 4"/>
            <p:cNvSpPr>
              <a:spLocks noChangeShapeType="1"/>
            </p:cNvSpPr>
            <p:nvPr/>
          </p:nvSpPr>
          <p:spPr bwMode="auto">
            <a:xfrm>
              <a:off x="878" y="183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5" name="Line 5"/>
            <p:cNvSpPr>
              <a:spLocks noChangeShapeType="1"/>
            </p:cNvSpPr>
            <p:nvPr/>
          </p:nvSpPr>
          <p:spPr bwMode="auto">
            <a:xfrm>
              <a:off x="1790" y="183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graphicFrame>
          <p:nvGraphicFramePr>
            <p:cNvPr id="66" name="Object 6"/>
            <p:cNvGraphicFramePr>
              <a:graphicFrameLocks noChangeAspect="1"/>
            </p:cNvGraphicFramePr>
            <p:nvPr/>
          </p:nvGraphicFramePr>
          <p:xfrm>
            <a:off x="823" y="592"/>
            <a:ext cx="185" cy="254"/>
          </p:xfrm>
          <a:graphic>
            <a:graphicData uri="http://schemas.openxmlformats.org/presentationml/2006/ole">
              <p:oleObj spid="_x0000_s139266" name="公式" r:id="rId3" imgW="165028" imgH="228501" progId="">
                <p:embed/>
              </p:oleObj>
            </a:graphicData>
          </a:graphic>
        </p:graphicFrame>
        <p:sp>
          <p:nvSpPr>
            <p:cNvPr id="67" name="Line 7"/>
            <p:cNvSpPr>
              <a:spLocks noChangeShapeType="1"/>
            </p:cNvSpPr>
            <p:nvPr/>
          </p:nvSpPr>
          <p:spPr bwMode="auto">
            <a:xfrm>
              <a:off x="974" y="183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8" name="Line 8"/>
            <p:cNvSpPr>
              <a:spLocks noChangeShapeType="1"/>
            </p:cNvSpPr>
            <p:nvPr/>
          </p:nvSpPr>
          <p:spPr bwMode="auto">
            <a:xfrm>
              <a:off x="1694" y="183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9" name="Line 9"/>
            <p:cNvSpPr>
              <a:spLocks noChangeShapeType="1"/>
            </p:cNvSpPr>
            <p:nvPr/>
          </p:nvSpPr>
          <p:spPr bwMode="auto">
            <a:xfrm>
              <a:off x="974" y="1977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0" name="Line 10"/>
            <p:cNvSpPr>
              <a:spLocks noChangeShapeType="1"/>
            </p:cNvSpPr>
            <p:nvPr/>
          </p:nvSpPr>
          <p:spPr bwMode="auto">
            <a:xfrm flipV="1">
              <a:off x="1790" y="87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1" name="Line 11"/>
            <p:cNvSpPr>
              <a:spLocks noChangeShapeType="1"/>
            </p:cNvSpPr>
            <p:nvPr/>
          </p:nvSpPr>
          <p:spPr bwMode="auto">
            <a:xfrm flipV="1">
              <a:off x="1166" y="1065"/>
              <a:ext cx="384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2" name="Line 12"/>
            <p:cNvSpPr>
              <a:spLocks noChangeShapeType="1"/>
            </p:cNvSpPr>
            <p:nvPr/>
          </p:nvSpPr>
          <p:spPr bwMode="auto">
            <a:xfrm>
              <a:off x="1502" y="1977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3" name="Line 13"/>
            <p:cNvSpPr>
              <a:spLocks noChangeShapeType="1"/>
            </p:cNvSpPr>
            <p:nvPr/>
          </p:nvSpPr>
          <p:spPr bwMode="auto">
            <a:xfrm flipH="1" flipV="1">
              <a:off x="1166" y="1065"/>
              <a:ext cx="336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4" name="Line 14"/>
            <p:cNvSpPr>
              <a:spLocks noChangeShapeType="1"/>
            </p:cNvSpPr>
            <p:nvPr/>
          </p:nvSpPr>
          <p:spPr bwMode="auto">
            <a:xfrm>
              <a:off x="1550" y="1065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5" name="Line 15"/>
            <p:cNvSpPr>
              <a:spLocks noChangeShapeType="1"/>
            </p:cNvSpPr>
            <p:nvPr/>
          </p:nvSpPr>
          <p:spPr bwMode="auto">
            <a:xfrm>
              <a:off x="926" y="1065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6" name="Line 16"/>
            <p:cNvSpPr>
              <a:spLocks noChangeShapeType="1"/>
            </p:cNvSpPr>
            <p:nvPr/>
          </p:nvSpPr>
          <p:spPr bwMode="auto">
            <a:xfrm flipV="1">
              <a:off x="926" y="87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graphicFrame>
          <p:nvGraphicFramePr>
            <p:cNvPr id="77" name="Object 17"/>
            <p:cNvGraphicFramePr>
              <a:graphicFrameLocks noChangeAspect="1"/>
            </p:cNvGraphicFramePr>
            <p:nvPr/>
          </p:nvGraphicFramePr>
          <p:xfrm>
            <a:off x="1687" y="640"/>
            <a:ext cx="182" cy="210"/>
          </p:xfrm>
          <a:graphic>
            <a:graphicData uri="http://schemas.openxmlformats.org/presentationml/2006/ole">
              <p:oleObj spid="_x0000_s139267" name="公式" r:id="rId4" imgW="164957" imgH="190335" progId="">
                <p:embed/>
              </p:oleObj>
            </a:graphicData>
          </a:graphic>
        </p:graphicFrame>
        <p:sp>
          <p:nvSpPr>
            <p:cNvPr id="78" name="Text Box 18"/>
            <p:cNvSpPr txBox="1">
              <a:spLocks noChangeArrowheads="1"/>
            </p:cNvSpPr>
            <p:nvPr/>
          </p:nvSpPr>
          <p:spPr bwMode="auto">
            <a:xfrm>
              <a:off x="830" y="1449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4</a:t>
              </a:r>
            </a:p>
          </p:txBody>
        </p:sp>
        <p:sp>
          <p:nvSpPr>
            <p:cNvPr id="79" name="Text Box 19"/>
            <p:cNvSpPr txBox="1">
              <a:spLocks noChangeArrowheads="1"/>
            </p:cNvSpPr>
            <p:nvPr/>
          </p:nvSpPr>
          <p:spPr bwMode="auto">
            <a:xfrm>
              <a:off x="1694" y="1401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3</a:t>
              </a:r>
            </a:p>
          </p:txBody>
        </p:sp>
        <p:sp>
          <p:nvSpPr>
            <p:cNvPr id="80" name="Line 20"/>
            <p:cNvSpPr>
              <a:spLocks noChangeShapeType="1"/>
            </p:cNvSpPr>
            <p:nvPr/>
          </p:nvSpPr>
          <p:spPr bwMode="auto">
            <a:xfrm>
              <a:off x="782" y="279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1" name="Line 21"/>
            <p:cNvSpPr>
              <a:spLocks noChangeShapeType="1"/>
            </p:cNvSpPr>
            <p:nvPr/>
          </p:nvSpPr>
          <p:spPr bwMode="auto">
            <a:xfrm>
              <a:off x="1838" y="279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2" name="Line 22"/>
            <p:cNvSpPr>
              <a:spLocks noChangeShapeType="1"/>
            </p:cNvSpPr>
            <p:nvPr/>
          </p:nvSpPr>
          <p:spPr bwMode="auto">
            <a:xfrm>
              <a:off x="926" y="279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3" name="Line 23"/>
            <p:cNvSpPr>
              <a:spLocks noChangeShapeType="1"/>
            </p:cNvSpPr>
            <p:nvPr/>
          </p:nvSpPr>
          <p:spPr bwMode="auto">
            <a:xfrm>
              <a:off x="1694" y="279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4" name="Line 24"/>
            <p:cNvSpPr>
              <a:spLocks noChangeShapeType="1"/>
            </p:cNvSpPr>
            <p:nvPr/>
          </p:nvSpPr>
          <p:spPr bwMode="auto">
            <a:xfrm flipH="1">
              <a:off x="926" y="2937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5" name="Line 25"/>
            <p:cNvSpPr>
              <a:spLocks noChangeShapeType="1"/>
            </p:cNvSpPr>
            <p:nvPr/>
          </p:nvSpPr>
          <p:spPr bwMode="auto">
            <a:xfrm>
              <a:off x="1310" y="2937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6" name="Text Box 26"/>
            <p:cNvSpPr txBox="1">
              <a:spLocks noChangeArrowheads="1"/>
            </p:cNvSpPr>
            <p:nvPr/>
          </p:nvSpPr>
          <p:spPr bwMode="auto">
            <a:xfrm>
              <a:off x="1212" y="2805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  <a:cs typeface="Times New Roman" pitchFamily="18" charset="0"/>
                </a:rPr>
                <a:t>•</a:t>
              </a:r>
              <a:endParaRPr lang="en-US" altLang="zh-CN" sz="1600" i="0" dirty="0">
                <a:latin typeface="Times New Roman" pitchFamily="18" charset="0"/>
              </a:endParaRPr>
            </a:p>
          </p:txBody>
        </p:sp>
        <p:sp>
          <p:nvSpPr>
            <p:cNvPr id="87" name="Text Box 27"/>
            <p:cNvSpPr txBox="1">
              <a:spLocks noChangeArrowheads="1"/>
            </p:cNvSpPr>
            <p:nvPr/>
          </p:nvSpPr>
          <p:spPr bwMode="auto">
            <a:xfrm>
              <a:off x="782" y="246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88" name="Text Box 28"/>
            <p:cNvSpPr txBox="1">
              <a:spLocks noChangeArrowheads="1"/>
            </p:cNvSpPr>
            <p:nvPr/>
          </p:nvSpPr>
          <p:spPr bwMode="auto">
            <a:xfrm>
              <a:off x="1694" y="2418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89" name="Text Box 29"/>
            <p:cNvSpPr txBox="1">
              <a:spLocks noChangeArrowheads="1"/>
            </p:cNvSpPr>
            <p:nvPr/>
          </p:nvSpPr>
          <p:spPr bwMode="auto">
            <a:xfrm>
              <a:off x="1166" y="3033"/>
              <a:ext cx="417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EN</a:t>
              </a:r>
            </a:p>
          </p:txBody>
        </p:sp>
        <p:sp>
          <p:nvSpPr>
            <p:cNvPr id="90" name="Text Box 30"/>
            <p:cNvSpPr txBox="1">
              <a:spLocks noChangeArrowheads="1"/>
            </p:cNvSpPr>
            <p:nvPr/>
          </p:nvSpPr>
          <p:spPr bwMode="auto">
            <a:xfrm>
              <a:off x="823" y="933"/>
              <a:ext cx="21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</a:rPr>
                <a:t>•</a:t>
              </a:r>
              <a:endParaRPr lang="en-US" altLang="zh-CN" sz="1600" i="0" dirty="0">
                <a:ea typeface="楷体_GB2312" pitchFamily="49" charset="-122"/>
              </a:endParaRPr>
            </a:p>
          </p:txBody>
        </p:sp>
        <p:sp>
          <p:nvSpPr>
            <p:cNvPr id="91" name="Text Box 31"/>
            <p:cNvSpPr txBox="1">
              <a:spLocks noChangeArrowheads="1"/>
            </p:cNvSpPr>
            <p:nvPr/>
          </p:nvSpPr>
          <p:spPr bwMode="auto">
            <a:xfrm>
              <a:off x="1690" y="933"/>
              <a:ext cx="21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</a:rPr>
                <a:t>•</a:t>
              </a:r>
              <a:endParaRPr lang="en-US" altLang="zh-CN" sz="1600" i="0" dirty="0">
                <a:ea typeface="楷体_GB2312" pitchFamily="49" charset="-122"/>
              </a:endParaRPr>
            </a:p>
          </p:txBody>
        </p:sp>
        <p:sp>
          <p:nvSpPr>
            <p:cNvPr id="92" name="Oval 32"/>
            <p:cNvSpPr>
              <a:spLocks noChangeArrowheads="1"/>
            </p:cNvSpPr>
            <p:nvPr/>
          </p:nvSpPr>
          <p:spPr bwMode="auto">
            <a:xfrm>
              <a:off x="1742" y="1209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3" name="Oval 33"/>
            <p:cNvSpPr>
              <a:spLocks noChangeArrowheads="1"/>
            </p:cNvSpPr>
            <p:nvPr/>
          </p:nvSpPr>
          <p:spPr bwMode="auto">
            <a:xfrm>
              <a:off x="886" y="1209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4" name="AutoShape 34"/>
            <p:cNvSpPr>
              <a:spLocks noChangeArrowheads="1"/>
            </p:cNvSpPr>
            <p:nvPr/>
          </p:nvSpPr>
          <p:spPr bwMode="auto">
            <a:xfrm rot="-5400000">
              <a:off x="662" y="1329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5" name="AutoShape 35"/>
            <p:cNvSpPr>
              <a:spLocks noChangeArrowheads="1"/>
            </p:cNvSpPr>
            <p:nvPr/>
          </p:nvSpPr>
          <p:spPr bwMode="auto">
            <a:xfrm rot="-5400000">
              <a:off x="1526" y="1329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6" name="Oval 36"/>
            <p:cNvSpPr>
              <a:spLocks noChangeArrowheads="1"/>
            </p:cNvSpPr>
            <p:nvPr/>
          </p:nvSpPr>
          <p:spPr bwMode="auto">
            <a:xfrm>
              <a:off x="1742" y="2177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7" name="AutoShape 37"/>
            <p:cNvSpPr>
              <a:spLocks noChangeArrowheads="1"/>
            </p:cNvSpPr>
            <p:nvPr/>
          </p:nvSpPr>
          <p:spPr bwMode="auto">
            <a:xfrm rot="-5400000">
              <a:off x="1526" y="2297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8" name="Oval 38"/>
            <p:cNvSpPr>
              <a:spLocks noChangeArrowheads="1"/>
            </p:cNvSpPr>
            <p:nvPr/>
          </p:nvSpPr>
          <p:spPr bwMode="auto">
            <a:xfrm>
              <a:off x="822" y="2177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9" name="AutoShape 39"/>
            <p:cNvSpPr>
              <a:spLocks noChangeArrowheads="1"/>
            </p:cNvSpPr>
            <p:nvPr/>
          </p:nvSpPr>
          <p:spPr bwMode="auto">
            <a:xfrm rot="-5400000">
              <a:off x="606" y="2297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00" name="Text Box 40"/>
            <p:cNvSpPr txBox="1">
              <a:spLocks noChangeArrowheads="1"/>
            </p:cNvSpPr>
            <p:nvPr/>
          </p:nvSpPr>
          <p:spPr bwMode="auto">
            <a:xfrm>
              <a:off x="566" y="2985"/>
              <a:ext cx="3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R</a:t>
              </a:r>
            </a:p>
          </p:txBody>
        </p:sp>
        <p:sp>
          <p:nvSpPr>
            <p:cNvPr id="101" name="Text Box 41"/>
            <p:cNvSpPr txBox="1">
              <a:spLocks noChangeArrowheads="1"/>
            </p:cNvSpPr>
            <p:nvPr/>
          </p:nvSpPr>
          <p:spPr bwMode="auto">
            <a:xfrm>
              <a:off x="1846" y="3005"/>
              <a:ext cx="3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S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1745043" y="414046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202243" y="261646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02043" y="261646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810000" y="4597662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  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3124200" y="940062"/>
            <a:ext cx="2057400" cy="3602999"/>
            <a:chOff x="566" y="592"/>
            <a:chExt cx="1616" cy="2669"/>
          </a:xfrm>
        </p:grpSpPr>
        <p:sp>
          <p:nvSpPr>
            <p:cNvPr id="53" name="Line 4"/>
            <p:cNvSpPr>
              <a:spLocks noChangeShapeType="1"/>
            </p:cNvSpPr>
            <p:nvPr/>
          </p:nvSpPr>
          <p:spPr bwMode="auto">
            <a:xfrm>
              <a:off x="878" y="183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54" name="Line 5"/>
            <p:cNvSpPr>
              <a:spLocks noChangeShapeType="1"/>
            </p:cNvSpPr>
            <p:nvPr/>
          </p:nvSpPr>
          <p:spPr bwMode="auto">
            <a:xfrm>
              <a:off x="1790" y="183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graphicFrame>
          <p:nvGraphicFramePr>
            <p:cNvPr id="55" name="Object 6"/>
            <p:cNvGraphicFramePr>
              <a:graphicFrameLocks noChangeAspect="1"/>
            </p:cNvGraphicFramePr>
            <p:nvPr/>
          </p:nvGraphicFramePr>
          <p:xfrm>
            <a:off x="823" y="592"/>
            <a:ext cx="185" cy="254"/>
          </p:xfrm>
          <a:graphic>
            <a:graphicData uri="http://schemas.openxmlformats.org/presentationml/2006/ole">
              <p:oleObj spid="_x0000_s139268" name="公式" r:id="rId5" imgW="165028" imgH="228501" progId="">
                <p:embed/>
              </p:oleObj>
            </a:graphicData>
          </a:graphic>
        </p:graphicFrame>
        <p:sp>
          <p:nvSpPr>
            <p:cNvPr id="56" name="Line 7"/>
            <p:cNvSpPr>
              <a:spLocks noChangeShapeType="1"/>
            </p:cNvSpPr>
            <p:nvPr/>
          </p:nvSpPr>
          <p:spPr bwMode="auto">
            <a:xfrm>
              <a:off x="974" y="183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57" name="Line 8"/>
            <p:cNvSpPr>
              <a:spLocks noChangeShapeType="1"/>
            </p:cNvSpPr>
            <p:nvPr/>
          </p:nvSpPr>
          <p:spPr bwMode="auto">
            <a:xfrm>
              <a:off x="1694" y="183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58" name="Line 9"/>
            <p:cNvSpPr>
              <a:spLocks noChangeShapeType="1"/>
            </p:cNvSpPr>
            <p:nvPr/>
          </p:nvSpPr>
          <p:spPr bwMode="auto">
            <a:xfrm>
              <a:off x="974" y="1977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59" name="Line 10"/>
            <p:cNvSpPr>
              <a:spLocks noChangeShapeType="1"/>
            </p:cNvSpPr>
            <p:nvPr/>
          </p:nvSpPr>
          <p:spPr bwMode="auto">
            <a:xfrm flipV="1">
              <a:off x="1790" y="87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0" name="Line 11"/>
            <p:cNvSpPr>
              <a:spLocks noChangeShapeType="1"/>
            </p:cNvSpPr>
            <p:nvPr/>
          </p:nvSpPr>
          <p:spPr bwMode="auto">
            <a:xfrm flipV="1">
              <a:off x="1166" y="1065"/>
              <a:ext cx="384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2" name="Line 12"/>
            <p:cNvSpPr>
              <a:spLocks noChangeShapeType="1"/>
            </p:cNvSpPr>
            <p:nvPr/>
          </p:nvSpPr>
          <p:spPr bwMode="auto">
            <a:xfrm>
              <a:off x="1502" y="1977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3" name="Line 13"/>
            <p:cNvSpPr>
              <a:spLocks noChangeShapeType="1"/>
            </p:cNvSpPr>
            <p:nvPr/>
          </p:nvSpPr>
          <p:spPr bwMode="auto">
            <a:xfrm flipH="1" flipV="1">
              <a:off x="1166" y="1065"/>
              <a:ext cx="336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02" name="Line 14"/>
            <p:cNvSpPr>
              <a:spLocks noChangeShapeType="1"/>
            </p:cNvSpPr>
            <p:nvPr/>
          </p:nvSpPr>
          <p:spPr bwMode="auto">
            <a:xfrm>
              <a:off x="1550" y="1065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04" name="Line 15"/>
            <p:cNvSpPr>
              <a:spLocks noChangeShapeType="1"/>
            </p:cNvSpPr>
            <p:nvPr/>
          </p:nvSpPr>
          <p:spPr bwMode="auto">
            <a:xfrm>
              <a:off x="926" y="1065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05" name="Line 16"/>
            <p:cNvSpPr>
              <a:spLocks noChangeShapeType="1"/>
            </p:cNvSpPr>
            <p:nvPr/>
          </p:nvSpPr>
          <p:spPr bwMode="auto">
            <a:xfrm flipV="1">
              <a:off x="926" y="87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graphicFrame>
          <p:nvGraphicFramePr>
            <p:cNvPr id="106" name="Object 17"/>
            <p:cNvGraphicFramePr>
              <a:graphicFrameLocks noChangeAspect="1"/>
            </p:cNvGraphicFramePr>
            <p:nvPr/>
          </p:nvGraphicFramePr>
          <p:xfrm>
            <a:off x="1687" y="640"/>
            <a:ext cx="182" cy="210"/>
          </p:xfrm>
          <a:graphic>
            <a:graphicData uri="http://schemas.openxmlformats.org/presentationml/2006/ole">
              <p:oleObj spid="_x0000_s139269" name="公式" r:id="rId6" imgW="164957" imgH="190335" progId="">
                <p:embed/>
              </p:oleObj>
            </a:graphicData>
          </a:graphic>
        </p:graphicFrame>
        <p:sp>
          <p:nvSpPr>
            <p:cNvPr id="107" name="Text Box 18"/>
            <p:cNvSpPr txBox="1">
              <a:spLocks noChangeArrowheads="1"/>
            </p:cNvSpPr>
            <p:nvPr/>
          </p:nvSpPr>
          <p:spPr bwMode="auto">
            <a:xfrm>
              <a:off x="830" y="1449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4</a:t>
              </a:r>
            </a:p>
          </p:txBody>
        </p:sp>
        <p:sp>
          <p:nvSpPr>
            <p:cNvPr id="108" name="Text Box 19"/>
            <p:cNvSpPr txBox="1">
              <a:spLocks noChangeArrowheads="1"/>
            </p:cNvSpPr>
            <p:nvPr/>
          </p:nvSpPr>
          <p:spPr bwMode="auto">
            <a:xfrm>
              <a:off x="1694" y="1401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3</a:t>
              </a:r>
            </a:p>
          </p:txBody>
        </p:sp>
        <p:sp>
          <p:nvSpPr>
            <p:cNvPr id="109" name="Line 20"/>
            <p:cNvSpPr>
              <a:spLocks noChangeShapeType="1"/>
            </p:cNvSpPr>
            <p:nvPr/>
          </p:nvSpPr>
          <p:spPr bwMode="auto">
            <a:xfrm>
              <a:off x="782" y="279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0" name="Line 21"/>
            <p:cNvSpPr>
              <a:spLocks noChangeShapeType="1"/>
            </p:cNvSpPr>
            <p:nvPr/>
          </p:nvSpPr>
          <p:spPr bwMode="auto">
            <a:xfrm>
              <a:off x="1838" y="279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1" name="Line 22"/>
            <p:cNvSpPr>
              <a:spLocks noChangeShapeType="1"/>
            </p:cNvSpPr>
            <p:nvPr/>
          </p:nvSpPr>
          <p:spPr bwMode="auto">
            <a:xfrm>
              <a:off x="926" y="279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2" name="Line 23"/>
            <p:cNvSpPr>
              <a:spLocks noChangeShapeType="1"/>
            </p:cNvSpPr>
            <p:nvPr/>
          </p:nvSpPr>
          <p:spPr bwMode="auto">
            <a:xfrm>
              <a:off x="1694" y="279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3" name="Line 24"/>
            <p:cNvSpPr>
              <a:spLocks noChangeShapeType="1"/>
            </p:cNvSpPr>
            <p:nvPr/>
          </p:nvSpPr>
          <p:spPr bwMode="auto">
            <a:xfrm flipH="1">
              <a:off x="926" y="2937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4" name="Line 25"/>
            <p:cNvSpPr>
              <a:spLocks noChangeShapeType="1"/>
            </p:cNvSpPr>
            <p:nvPr/>
          </p:nvSpPr>
          <p:spPr bwMode="auto">
            <a:xfrm>
              <a:off x="1310" y="2937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5" name="Text Box 26"/>
            <p:cNvSpPr txBox="1">
              <a:spLocks noChangeArrowheads="1"/>
            </p:cNvSpPr>
            <p:nvPr/>
          </p:nvSpPr>
          <p:spPr bwMode="auto">
            <a:xfrm>
              <a:off x="1212" y="2805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  <a:cs typeface="Times New Roman" pitchFamily="18" charset="0"/>
                </a:rPr>
                <a:t>•</a:t>
              </a:r>
              <a:endParaRPr lang="en-US" altLang="zh-CN" sz="1600" i="0" dirty="0">
                <a:latin typeface="Times New Roman" pitchFamily="18" charset="0"/>
              </a:endParaRPr>
            </a:p>
          </p:txBody>
        </p:sp>
        <p:sp>
          <p:nvSpPr>
            <p:cNvPr id="116" name="Text Box 27"/>
            <p:cNvSpPr txBox="1">
              <a:spLocks noChangeArrowheads="1"/>
            </p:cNvSpPr>
            <p:nvPr/>
          </p:nvSpPr>
          <p:spPr bwMode="auto">
            <a:xfrm>
              <a:off x="782" y="246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117" name="Text Box 28"/>
            <p:cNvSpPr txBox="1">
              <a:spLocks noChangeArrowheads="1"/>
            </p:cNvSpPr>
            <p:nvPr/>
          </p:nvSpPr>
          <p:spPr bwMode="auto">
            <a:xfrm>
              <a:off x="1694" y="2418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118" name="Text Box 29"/>
            <p:cNvSpPr txBox="1">
              <a:spLocks noChangeArrowheads="1"/>
            </p:cNvSpPr>
            <p:nvPr/>
          </p:nvSpPr>
          <p:spPr bwMode="auto">
            <a:xfrm>
              <a:off x="1166" y="3033"/>
              <a:ext cx="417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EN</a:t>
              </a:r>
            </a:p>
          </p:txBody>
        </p:sp>
        <p:sp>
          <p:nvSpPr>
            <p:cNvPr id="119" name="Text Box 30"/>
            <p:cNvSpPr txBox="1">
              <a:spLocks noChangeArrowheads="1"/>
            </p:cNvSpPr>
            <p:nvPr/>
          </p:nvSpPr>
          <p:spPr bwMode="auto">
            <a:xfrm>
              <a:off x="823" y="933"/>
              <a:ext cx="21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</a:rPr>
                <a:t>•</a:t>
              </a:r>
              <a:endParaRPr lang="en-US" altLang="zh-CN" sz="1600" i="0" dirty="0">
                <a:ea typeface="楷体_GB2312" pitchFamily="49" charset="-122"/>
              </a:endParaRPr>
            </a:p>
          </p:txBody>
        </p:sp>
        <p:sp>
          <p:nvSpPr>
            <p:cNvPr id="120" name="Text Box 31"/>
            <p:cNvSpPr txBox="1">
              <a:spLocks noChangeArrowheads="1"/>
            </p:cNvSpPr>
            <p:nvPr/>
          </p:nvSpPr>
          <p:spPr bwMode="auto">
            <a:xfrm>
              <a:off x="1690" y="933"/>
              <a:ext cx="21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</a:rPr>
                <a:t>•</a:t>
              </a:r>
              <a:endParaRPr lang="en-US" altLang="zh-CN" sz="1600" i="0" dirty="0">
                <a:ea typeface="楷体_GB2312" pitchFamily="49" charset="-122"/>
              </a:endParaRPr>
            </a:p>
          </p:txBody>
        </p:sp>
        <p:sp>
          <p:nvSpPr>
            <p:cNvPr id="121" name="Oval 32"/>
            <p:cNvSpPr>
              <a:spLocks noChangeArrowheads="1"/>
            </p:cNvSpPr>
            <p:nvPr/>
          </p:nvSpPr>
          <p:spPr bwMode="auto">
            <a:xfrm>
              <a:off x="1742" y="1209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2" name="Oval 33"/>
            <p:cNvSpPr>
              <a:spLocks noChangeArrowheads="1"/>
            </p:cNvSpPr>
            <p:nvPr/>
          </p:nvSpPr>
          <p:spPr bwMode="auto">
            <a:xfrm>
              <a:off x="886" y="1209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3" name="AutoShape 34"/>
            <p:cNvSpPr>
              <a:spLocks noChangeArrowheads="1"/>
            </p:cNvSpPr>
            <p:nvPr/>
          </p:nvSpPr>
          <p:spPr bwMode="auto">
            <a:xfrm rot="-5400000">
              <a:off x="662" y="1329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4" name="AutoShape 35"/>
            <p:cNvSpPr>
              <a:spLocks noChangeArrowheads="1"/>
            </p:cNvSpPr>
            <p:nvPr/>
          </p:nvSpPr>
          <p:spPr bwMode="auto">
            <a:xfrm rot="-5400000">
              <a:off x="1526" y="1329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5" name="Oval 36"/>
            <p:cNvSpPr>
              <a:spLocks noChangeArrowheads="1"/>
            </p:cNvSpPr>
            <p:nvPr/>
          </p:nvSpPr>
          <p:spPr bwMode="auto">
            <a:xfrm>
              <a:off x="1742" y="2177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6" name="AutoShape 37"/>
            <p:cNvSpPr>
              <a:spLocks noChangeArrowheads="1"/>
            </p:cNvSpPr>
            <p:nvPr/>
          </p:nvSpPr>
          <p:spPr bwMode="auto">
            <a:xfrm rot="-5400000">
              <a:off x="1526" y="2297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7" name="Oval 38"/>
            <p:cNvSpPr>
              <a:spLocks noChangeArrowheads="1"/>
            </p:cNvSpPr>
            <p:nvPr/>
          </p:nvSpPr>
          <p:spPr bwMode="auto">
            <a:xfrm>
              <a:off x="822" y="2177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8" name="AutoShape 39"/>
            <p:cNvSpPr>
              <a:spLocks noChangeArrowheads="1"/>
            </p:cNvSpPr>
            <p:nvPr/>
          </p:nvSpPr>
          <p:spPr bwMode="auto">
            <a:xfrm rot="-5400000">
              <a:off x="606" y="2297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9" name="Text Box 40"/>
            <p:cNvSpPr txBox="1">
              <a:spLocks noChangeArrowheads="1"/>
            </p:cNvSpPr>
            <p:nvPr/>
          </p:nvSpPr>
          <p:spPr bwMode="auto">
            <a:xfrm>
              <a:off x="566" y="2985"/>
              <a:ext cx="3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R</a:t>
              </a:r>
            </a:p>
          </p:txBody>
        </p:sp>
        <p:sp>
          <p:nvSpPr>
            <p:cNvPr id="130" name="Text Box 41"/>
            <p:cNvSpPr txBox="1">
              <a:spLocks noChangeArrowheads="1"/>
            </p:cNvSpPr>
            <p:nvPr/>
          </p:nvSpPr>
          <p:spPr bwMode="auto">
            <a:xfrm>
              <a:off x="1846" y="3005"/>
              <a:ext cx="3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S</a:t>
              </a:r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4267200" y="421666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4" name="组合 137"/>
          <p:cNvGrpSpPr/>
          <p:nvPr/>
        </p:nvGrpSpPr>
        <p:grpSpPr>
          <a:xfrm>
            <a:off x="4724400" y="2692662"/>
            <a:ext cx="304800" cy="369332"/>
            <a:chOff x="6400800" y="2571750"/>
            <a:chExt cx="304800" cy="369332"/>
          </a:xfrm>
        </p:grpSpPr>
        <p:sp>
          <p:nvSpPr>
            <p:cNvPr id="132" name="TextBox 131"/>
            <p:cNvSpPr txBox="1"/>
            <p:nvPr/>
          </p:nvSpPr>
          <p:spPr>
            <a:xfrm>
              <a:off x="6400800" y="257175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FF0000"/>
                  </a:solidFill>
                </a:rPr>
                <a:t>S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135" name="直接连接符 134"/>
            <p:cNvCxnSpPr/>
            <p:nvPr/>
          </p:nvCxnSpPr>
          <p:spPr>
            <a:xfrm>
              <a:off x="6477000" y="2647950"/>
              <a:ext cx="152400" cy="0"/>
            </a:xfrm>
            <a:prstGeom prst="line">
              <a:avLst/>
            </a:prstGeom>
            <a:ln w="19050" cmpd="sng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138"/>
          <p:cNvGrpSpPr/>
          <p:nvPr/>
        </p:nvGrpSpPr>
        <p:grpSpPr>
          <a:xfrm>
            <a:off x="3124200" y="2692662"/>
            <a:ext cx="304800" cy="369332"/>
            <a:chOff x="6400800" y="2571750"/>
            <a:chExt cx="304800" cy="369332"/>
          </a:xfrm>
        </p:grpSpPr>
        <p:sp>
          <p:nvSpPr>
            <p:cNvPr id="140" name="TextBox 139"/>
            <p:cNvSpPr txBox="1"/>
            <p:nvPr/>
          </p:nvSpPr>
          <p:spPr>
            <a:xfrm>
              <a:off x="6400800" y="257175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FF0000"/>
                  </a:solidFill>
                </a:rPr>
                <a:t>R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141" name="直接连接符 140"/>
            <p:cNvCxnSpPr/>
            <p:nvPr/>
          </p:nvCxnSpPr>
          <p:spPr>
            <a:xfrm>
              <a:off x="6477000" y="2647950"/>
              <a:ext cx="152400" cy="0"/>
            </a:xfrm>
            <a:prstGeom prst="line">
              <a:avLst/>
            </a:prstGeom>
            <a:ln w="19050" cmpd="sng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2895600" y="42481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2895600" y="28003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4800600" y="9715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2895600" y="455295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置</a:t>
            </a:r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r>
              <a:rPr lang="zh-CN" altLang="en-US" b="1" dirty="0" smtClean="0">
                <a:solidFill>
                  <a:srgbClr val="FF0000"/>
                </a:solidFill>
              </a:rPr>
              <a:t>端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autoUpdateAnimBg="0"/>
      <p:bldP spid="144" grpId="0" autoUpdateAnimBg="0"/>
      <p:bldP spid="145" grpId="0" autoUpdateAnimBg="0"/>
      <p:bldP spid="10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：锁存器和触发器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4381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门控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59243" y="4597662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  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02043" y="863862"/>
            <a:ext cx="2057400" cy="3602999"/>
            <a:chOff x="566" y="592"/>
            <a:chExt cx="1616" cy="2669"/>
          </a:xfrm>
        </p:grpSpPr>
        <p:sp>
          <p:nvSpPr>
            <p:cNvPr id="64" name="Line 4"/>
            <p:cNvSpPr>
              <a:spLocks noChangeShapeType="1"/>
            </p:cNvSpPr>
            <p:nvPr/>
          </p:nvSpPr>
          <p:spPr bwMode="auto">
            <a:xfrm>
              <a:off x="878" y="183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5" name="Line 5"/>
            <p:cNvSpPr>
              <a:spLocks noChangeShapeType="1"/>
            </p:cNvSpPr>
            <p:nvPr/>
          </p:nvSpPr>
          <p:spPr bwMode="auto">
            <a:xfrm>
              <a:off x="1790" y="183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graphicFrame>
          <p:nvGraphicFramePr>
            <p:cNvPr id="66" name="Object 6"/>
            <p:cNvGraphicFramePr>
              <a:graphicFrameLocks noChangeAspect="1"/>
            </p:cNvGraphicFramePr>
            <p:nvPr/>
          </p:nvGraphicFramePr>
          <p:xfrm>
            <a:off x="823" y="592"/>
            <a:ext cx="185" cy="254"/>
          </p:xfrm>
          <a:graphic>
            <a:graphicData uri="http://schemas.openxmlformats.org/presentationml/2006/ole">
              <p:oleObj spid="_x0000_s138242" name="公式" r:id="rId3" imgW="165028" imgH="228501" progId="">
                <p:embed/>
              </p:oleObj>
            </a:graphicData>
          </a:graphic>
        </p:graphicFrame>
        <p:sp>
          <p:nvSpPr>
            <p:cNvPr id="67" name="Line 7"/>
            <p:cNvSpPr>
              <a:spLocks noChangeShapeType="1"/>
            </p:cNvSpPr>
            <p:nvPr/>
          </p:nvSpPr>
          <p:spPr bwMode="auto">
            <a:xfrm>
              <a:off x="974" y="183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8" name="Line 8"/>
            <p:cNvSpPr>
              <a:spLocks noChangeShapeType="1"/>
            </p:cNvSpPr>
            <p:nvPr/>
          </p:nvSpPr>
          <p:spPr bwMode="auto">
            <a:xfrm>
              <a:off x="1694" y="183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9" name="Line 9"/>
            <p:cNvSpPr>
              <a:spLocks noChangeShapeType="1"/>
            </p:cNvSpPr>
            <p:nvPr/>
          </p:nvSpPr>
          <p:spPr bwMode="auto">
            <a:xfrm>
              <a:off x="974" y="1977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0" name="Line 10"/>
            <p:cNvSpPr>
              <a:spLocks noChangeShapeType="1"/>
            </p:cNvSpPr>
            <p:nvPr/>
          </p:nvSpPr>
          <p:spPr bwMode="auto">
            <a:xfrm flipV="1">
              <a:off x="1790" y="87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1" name="Line 11"/>
            <p:cNvSpPr>
              <a:spLocks noChangeShapeType="1"/>
            </p:cNvSpPr>
            <p:nvPr/>
          </p:nvSpPr>
          <p:spPr bwMode="auto">
            <a:xfrm flipV="1">
              <a:off x="1166" y="1065"/>
              <a:ext cx="384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2" name="Line 12"/>
            <p:cNvSpPr>
              <a:spLocks noChangeShapeType="1"/>
            </p:cNvSpPr>
            <p:nvPr/>
          </p:nvSpPr>
          <p:spPr bwMode="auto">
            <a:xfrm>
              <a:off x="1502" y="1977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3" name="Line 13"/>
            <p:cNvSpPr>
              <a:spLocks noChangeShapeType="1"/>
            </p:cNvSpPr>
            <p:nvPr/>
          </p:nvSpPr>
          <p:spPr bwMode="auto">
            <a:xfrm flipH="1" flipV="1">
              <a:off x="1166" y="1065"/>
              <a:ext cx="336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4" name="Line 14"/>
            <p:cNvSpPr>
              <a:spLocks noChangeShapeType="1"/>
            </p:cNvSpPr>
            <p:nvPr/>
          </p:nvSpPr>
          <p:spPr bwMode="auto">
            <a:xfrm>
              <a:off x="1550" y="1065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5" name="Line 15"/>
            <p:cNvSpPr>
              <a:spLocks noChangeShapeType="1"/>
            </p:cNvSpPr>
            <p:nvPr/>
          </p:nvSpPr>
          <p:spPr bwMode="auto">
            <a:xfrm>
              <a:off x="926" y="1065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6" name="Line 16"/>
            <p:cNvSpPr>
              <a:spLocks noChangeShapeType="1"/>
            </p:cNvSpPr>
            <p:nvPr/>
          </p:nvSpPr>
          <p:spPr bwMode="auto">
            <a:xfrm flipV="1">
              <a:off x="926" y="87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graphicFrame>
          <p:nvGraphicFramePr>
            <p:cNvPr id="77" name="Object 17"/>
            <p:cNvGraphicFramePr>
              <a:graphicFrameLocks noChangeAspect="1"/>
            </p:cNvGraphicFramePr>
            <p:nvPr/>
          </p:nvGraphicFramePr>
          <p:xfrm>
            <a:off x="1687" y="640"/>
            <a:ext cx="182" cy="210"/>
          </p:xfrm>
          <a:graphic>
            <a:graphicData uri="http://schemas.openxmlformats.org/presentationml/2006/ole">
              <p:oleObj spid="_x0000_s138243" name="公式" r:id="rId4" imgW="164957" imgH="190335" progId="">
                <p:embed/>
              </p:oleObj>
            </a:graphicData>
          </a:graphic>
        </p:graphicFrame>
        <p:sp>
          <p:nvSpPr>
            <p:cNvPr id="78" name="Text Box 18"/>
            <p:cNvSpPr txBox="1">
              <a:spLocks noChangeArrowheads="1"/>
            </p:cNvSpPr>
            <p:nvPr/>
          </p:nvSpPr>
          <p:spPr bwMode="auto">
            <a:xfrm>
              <a:off x="830" y="1449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4</a:t>
              </a:r>
            </a:p>
          </p:txBody>
        </p:sp>
        <p:sp>
          <p:nvSpPr>
            <p:cNvPr id="79" name="Text Box 19"/>
            <p:cNvSpPr txBox="1">
              <a:spLocks noChangeArrowheads="1"/>
            </p:cNvSpPr>
            <p:nvPr/>
          </p:nvSpPr>
          <p:spPr bwMode="auto">
            <a:xfrm>
              <a:off x="1694" y="1401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3</a:t>
              </a:r>
            </a:p>
          </p:txBody>
        </p:sp>
        <p:sp>
          <p:nvSpPr>
            <p:cNvPr id="80" name="Line 20"/>
            <p:cNvSpPr>
              <a:spLocks noChangeShapeType="1"/>
            </p:cNvSpPr>
            <p:nvPr/>
          </p:nvSpPr>
          <p:spPr bwMode="auto">
            <a:xfrm>
              <a:off x="782" y="279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1" name="Line 21"/>
            <p:cNvSpPr>
              <a:spLocks noChangeShapeType="1"/>
            </p:cNvSpPr>
            <p:nvPr/>
          </p:nvSpPr>
          <p:spPr bwMode="auto">
            <a:xfrm>
              <a:off x="1838" y="279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2" name="Line 22"/>
            <p:cNvSpPr>
              <a:spLocks noChangeShapeType="1"/>
            </p:cNvSpPr>
            <p:nvPr/>
          </p:nvSpPr>
          <p:spPr bwMode="auto">
            <a:xfrm>
              <a:off x="926" y="279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3" name="Line 23"/>
            <p:cNvSpPr>
              <a:spLocks noChangeShapeType="1"/>
            </p:cNvSpPr>
            <p:nvPr/>
          </p:nvSpPr>
          <p:spPr bwMode="auto">
            <a:xfrm>
              <a:off x="1694" y="279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4" name="Line 24"/>
            <p:cNvSpPr>
              <a:spLocks noChangeShapeType="1"/>
            </p:cNvSpPr>
            <p:nvPr/>
          </p:nvSpPr>
          <p:spPr bwMode="auto">
            <a:xfrm flipH="1">
              <a:off x="926" y="2937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5" name="Line 25"/>
            <p:cNvSpPr>
              <a:spLocks noChangeShapeType="1"/>
            </p:cNvSpPr>
            <p:nvPr/>
          </p:nvSpPr>
          <p:spPr bwMode="auto">
            <a:xfrm>
              <a:off x="1310" y="2937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6" name="Text Box 26"/>
            <p:cNvSpPr txBox="1">
              <a:spLocks noChangeArrowheads="1"/>
            </p:cNvSpPr>
            <p:nvPr/>
          </p:nvSpPr>
          <p:spPr bwMode="auto">
            <a:xfrm>
              <a:off x="1212" y="2805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  <a:cs typeface="Times New Roman" pitchFamily="18" charset="0"/>
                </a:rPr>
                <a:t>•</a:t>
              </a:r>
              <a:endParaRPr lang="en-US" altLang="zh-CN" sz="1600" i="0" dirty="0">
                <a:latin typeface="Times New Roman" pitchFamily="18" charset="0"/>
              </a:endParaRPr>
            </a:p>
          </p:txBody>
        </p:sp>
        <p:sp>
          <p:nvSpPr>
            <p:cNvPr id="87" name="Text Box 27"/>
            <p:cNvSpPr txBox="1">
              <a:spLocks noChangeArrowheads="1"/>
            </p:cNvSpPr>
            <p:nvPr/>
          </p:nvSpPr>
          <p:spPr bwMode="auto">
            <a:xfrm>
              <a:off x="782" y="246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88" name="Text Box 28"/>
            <p:cNvSpPr txBox="1">
              <a:spLocks noChangeArrowheads="1"/>
            </p:cNvSpPr>
            <p:nvPr/>
          </p:nvSpPr>
          <p:spPr bwMode="auto">
            <a:xfrm>
              <a:off x="1694" y="2418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89" name="Text Box 29"/>
            <p:cNvSpPr txBox="1">
              <a:spLocks noChangeArrowheads="1"/>
            </p:cNvSpPr>
            <p:nvPr/>
          </p:nvSpPr>
          <p:spPr bwMode="auto">
            <a:xfrm>
              <a:off x="1166" y="3033"/>
              <a:ext cx="417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EN</a:t>
              </a:r>
            </a:p>
          </p:txBody>
        </p:sp>
        <p:sp>
          <p:nvSpPr>
            <p:cNvPr id="90" name="Text Box 30"/>
            <p:cNvSpPr txBox="1">
              <a:spLocks noChangeArrowheads="1"/>
            </p:cNvSpPr>
            <p:nvPr/>
          </p:nvSpPr>
          <p:spPr bwMode="auto">
            <a:xfrm>
              <a:off x="823" y="933"/>
              <a:ext cx="21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</a:rPr>
                <a:t>•</a:t>
              </a:r>
              <a:endParaRPr lang="en-US" altLang="zh-CN" sz="1600" i="0" dirty="0">
                <a:ea typeface="楷体_GB2312" pitchFamily="49" charset="-122"/>
              </a:endParaRPr>
            </a:p>
          </p:txBody>
        </p:sp>
        <p:sp>
          <p:nvSpPr>
            <p:cNvPr id="91" name="Text Box 31"/>
            <p:cNvSpPr txBox="1">
              <a:spLocks noChangeArrowheads="1"/>
            </p:cNvSpPr>
            <p:nvPr/>
          </p:nvSpPr>
          <p:spPr bwMode="auto">
            <a:xfrm>
              <a:off x="1690" y="933"/>
              <a:ext cx="21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</a:rPr>
                <a:t>•</a:t>
              </a:r>
              <a:endParaRPr lang="en-US" altLang="zh-CN" sz="1600" i="0" dirty="0">
                <a:ea typeface="楷体_GB2312" pitchFamily="49" charset="-122"/>
              </a:endParaRPr>
            </a:p>
          </p:txBody>
        </p:sp>
        <p:sp>
          <p:nvSpPr>
            <p:cNvPr id="92" name="Oval 32"/>
            <p:cNvSpPr>
              <a:spLocks noChangeArrowheads="1"/>
            </p:cNvSpPr>
            <p:nvPr/>
          </p:nvSpPr>
          <p:spPr bwMode="auto">
            <a:xfrm>
              <a:off x="1742" y="1209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3" name="Oval 33"/>
            <p:cNvSpPr>
              <a:spLocks noChangeArrowheads="1"/>
            </p:cNvSpPr>
            <p:nvPr/>
          </p:nvSpPr>
          <p:spPr bwMode="auto">
            <a:xfrm>
              <a:off x="886" y="1209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4" name="AutoShape 34"/>
            <p:cNvSpPr>
              <a:spLocks noChangeArrowheads="1"/>
            </p:cNvSpPr>
            <p:nvPr/>
          </p:nvSpPr>
          <p:spPr bwMode="auto">
            <a:xfrm rot="-5400000">
              <a:off x="662" y="1329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5" name="AutoShape 35"/>
            <p:cNvSpPr>
              <a:spLocks noChangeArrowheads="1"/>
            </p:cNvSpPr>
            <p:nvPr/>
          </p:nvSpPr>
          <p:spPr bwMode="auto">
            <a:xfrm rot="-5400000">
              <a:off x="1526" y="1329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6" name="Oval 36"/>
            <p:cNvSpPr>
              <a:spLocks noChangeArrowheads="1"/>
            </p:cNvSpPr>
            <p:nvPr/>
          </p:nvSpPr>
          <p:spPr bwMode="auto">
            <a:xfrm>
              <a:off x="1742" y="2177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7" name="AutoShape 37"/>
            <p:cNvSpPr>
              <a:spLocks noChangeArrowheads="1"/>
            </p:cNvSpPr>
            <p:nvPr/>
          </p:nvSpPr>
          <p:spPr bwMode="auto">
            <a:xfrm rot="-5400000">
              <a:off x="1526" y="2297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8" name="Oval 38"/>
            <p:cNvSpPr>
              <a:spLocks noChangeArrowheads="1"/>
            </p:cNvSpPr>
            <p:nvPr/>
          </p:nvSpPr>
          <p:spPr bwMode="auto">
            <a:xfrm>
              <a:off x="822" y="2177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9" name="AutoShape 39"/>
            <p:cNvSpPr>
              <a:spLocks noChangeArrowheads="1"/>
            </p:cNvSpPr>
            <p:nvPr/>
          </p:nvSpPr>
          <p:spPr bwMode="auto">
            <a:xfrm rot="-5400000">
              <a:off x="606" y="2297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00" name="Text Box 40"/>
            <p:cNvSpPr txBox="1">
              <a:spLocks noChangeArrowheads="1"/>
            </p:cNvSpPr>
            <p:nvPr/>
          </p:nvSpPr>
          <p:spPr bwMode="auto">
            <a:xfrm>
              <a:off x="566" y="2985"/>
              <a:ext cx="3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R</a:t>
              </a:r>
            </a:p>
          </p:txBody>
        </p:sp>
        <p:sp>
          <p:nvSpPr>
            <p:cNvPr id="101" name="Text Box 41"/>
            <p:cNvSpPr txBox="1">
              <a:spLocks noChangeArrowheads="1"/>
            </p:cNvSpPr>
            <p:nvPr/>
          </p:nvSpPr>
          <p:spPr bwMode="auto">
            <a:xfrm>
              <a:off x="1846" y="3005"/>
              <a:ext cx="3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S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1745043" y="414046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202243" y="261646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02043" y="261646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810000" y="4597662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  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3124200" y="940062"/>
            <a:ext cx="2057400" cy="3602999"/>
            <a:chOff x="566" y="592"/>
            <a:chExt cx="1616" cy="2669"/>
          </a:xfrm>
        </p:grpSpPr>
        <p:sp>
          <p:nvSpPr>
            <p:cNvPr id="53" name="Line 4"/>
            <p:cNvSpPr>
              <a:spLocks noChangeShapeType="1"/>
            </p:cNvSpPr>
            <p:nvPr/>
          </p:nvSpPr>
          <p:spPr bwMode="auto">
            <a:xfrm>
              <a:off x="878" y="183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54" name="Line 5"/>
            <p:cNvSpPr>
              <a:spLocks noChangeShapeType="1"/>
            </p:cNvSpPr>
            <p:nvPr/>
          </p:nvSpPr>
          <p:spPr bwMode="auto">
            <a:xfrm>
              <a:off x="1790" y="183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graphicFrame>
          <p:nvGraphicFramePr>
            <p:cNvPr id="55" name="Object 6"/>
            <p:cNvGraphicFramePr>
              <a:graphicFrameLocks noChangeAspect="1"/>
            </p:cNvGraphicFramePr>
            <p:nvPr/>
          </p:nvGraphicFramePr>
          <p:xfrm>
            <a:off x="823" y="592"/>
            <a:ext cx="185" cy="254"/>
          </p:xfrm>
          <a:graphic>
            <a:graphicData uri="http://schemas.openxmlformats.org/presentationml/2006/ole">
              <p:oleObj spid="_x0000_s138244" name="公式" r:id="rId5" imgW="165028" imgH="228501" progId="">
                <p:embed/>
              </p:oleObj>
            </a:graphicData>
          </a:graphic>
        </p:graphicFrame>
        <p:sp>
          <p:nvSpPr>
            <p:cNvPr id="56" name="Line 7"/>
            <p:cNvSpPr>
              <a:spLocks noChangeShapeType="1"/>
            </p:cNvSpPr>
            <p:nvPr/>
          </p:nvSpPr>
          <p:spPr bwMode="auto">
            <a:xfrm>
              <a:off x="974" y="183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57" name="Line 8"/>
            <p:cNvSpPr>
              <a:spLocks noChangeShapeType="1"/>
            </p:cNvSpPr>
            <p:nvPr/>
          </p:nvSpPr>
          <p:spPr bwMode="auto">
            <a:xfrm>
              <a:off x="1694" y="183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58" name="Line 9"/>
            <p:cNvSpPr>
              <a:spLocks noChangeShapeType="1"/>
            </p:cNvSpPr>
            <p:nvPr/>
          </p:nvSpPr>
          <p:spPr bwMode="auto">
            <a:xfrm>
              <a:off x="974" y="1977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59" name="Line 10"/>
            <p:cNvSpPr>
              <a:spLocks noChangeShapeType="1"/>
            </p:cNvSpPr>
            <p:nvPr/>
          </p:nvSpPr>
          <p:spPr bwMode="auto">
            <a:xfrm flipV="1">
              <a:off x="1790" y="87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0" name="Line 11"/>
            <p:cNvSpPr>
              <a:spLocks noChangeShapeType="1"/>
            </p:cNvSpPr>
            <p:nvPr/>
          </p:nvSpPr>
          <p:spPr bwMode="auto">
            <a:xfrm flipV="1">
              <a:off x="1166" y="1065"/>
              <a:ext cx="384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2" name="Line 12"/>
            <p:cNvSpPr>
              <a:spLocks noChangeShapeType="1"/>
            </p:cNvSpPr>
            <p:nvPr/>
          </p:nvSpPr>
          <p:spPr bwMode="auto">
            <a:xfrm>
              <a:off x="1502" y="1977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3" name="Line 13"/>
            <p:cNvSpPr>
              <a:spLocks noChangeShapeType="1"/>
            </p:cNvSpPr>
            <p:nvPr/>
          </p:nvSpPr>
          <p:spPr bwMode="auto">
            <a:xfrm flipH="1" flipV="1">
              <a:off x="1166" y="1065"/>
              <a:ext cx="336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02" name="Line 14"/>
            <p:cNvSpPr>
              <a:spLocks noChangeShapeType="1"/>
            </p:cNvSpPr>
            <p:nvPr/>
          </p:nvSpPr>
          <p:spPr bwMode="auto">
            <a:xfrm>
              <a:off x="1550" y="1065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04" name="Line 15"/>
            <p:cNvSpPr>
              <a:spLocks noChangeShapeType="1"/>
            </p:cNvSpPr>
            <p:nvPr/>
          </p:nvSpPr>
          <p:spPr bwMode="auto">
            <a:xfrm>
              <a:off x="926" y="1065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05" name="Line 16"/>
            <p:cNvSpPr>
              <a:spLocks noChangeShapeType="1"/>
            </p:cNvSpPr>
            <p:nvPr/>
          </p:nvSpPr>
          <p:spPr bwMode="auto">
            <a:xfrm flipV="1">
              <a:off x="926" y="87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graphicFrame>
          <p:nvGraphicFramePr>
            <p:cNvPr id="106" name="Object 17"/>
            <p:cNvGraphicFramePr>
              <a:graphicFrameLocks noChangeAspect="1"/>
            </p:cNvGraphicFramePr>
            <p:nvPr/>
          </p:nvGraphicFramePr>
          <p:xfrm>
            <a:off x="1687" y="640"/>
            <a:ext cx="182" cy="210"/>
          </p:xfrm>
          <a:graphic>
            <a:graphicData uri="http://schemas.openxmlformats.org/presentationml/2006/ole">
              <p:oleObj spid="_x0000_s138245" name="公式" r:id="rId6" imgW="164957" imgH="190335" progId="">
                <p:embed/>
              </p:oleObj>
            </a:graphicData>
          </a:graphic>
        </p:graphicFrame>
        <p:sp>
          <p:nvSpPr>
            <p:cNvPr id="107" name="Text Box 18"/>
            <p:cNvSpPr txBox="1">
              <a:spLocks noChangeArrowheads="1"/>
            </p:cNvSpPr>
            <p:nvPr/>
          </p:nvSpPr>
          <p:spPr bwMode="auto">
            <a:xfrm>
              <a:off x="830" y="1449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4</a:t>
              </a:r>
            </a:p>
          </p:txBody>
        </p:sp>
        <p:sp>
          <p:nvSpPr>
            <p:cNvPr id="108" name="Text Box 19"/>
            <p:cNvSpPr txBox="1">
              <a:spLocks noChangeArrowheads="1"/>
            </p:cNvSpPr>
            <p:nvPr/>
          </p:nvSpPr>
          <p:spPr bwMode="auto">
            <a:xfrm>
              <a:off x="1694" y="1401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3</a:t>
              </a:r>
            </a:p>
          </p:txBody>
        </p:sp>
        <p:sp>
          <p:nvSpPr>
            <p:cNvPr id="109" name="Line 20"/>
            <p:cNvSpPr>
              <a:spLocks noChangeShapeType="1"/>
            </p:cNvSpPr>
            <p:nvPr/>
          </p:nvSpPr>
          <p:spPr bwMode="auto">
            <a:xfrm>
              <a:off x="782" y="279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0" name="Line 21"/>
            <p:cNvSpPr>
              <a:spLocks noChangeShapeType="1"/>
            </p:cNvSpPr>
            <p:nvPr/>
          </p:nvSpPr>
          <p:spPr bwMode="auto">
            <a:xfrm>
              <a:off x="1838" y="279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1" name="Line 22"/>
            <p:cNvSpPr>
              <a:spLocks noChangeShapeType="1"/>
            </p:cNvSpPr>
            <p:nvPr/>
          </p:nvSpPr>
          <p:spPr bwMode="auto">
            <a:xfrm>
              <a:off x="926" y="279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2" name="Line 23"/>
            <p:cNvSpPr>
              <a:spLocks noChangeShapeType="1"/>
            </p:cNvSpPr>
            <p:nvPr/>
          </p:nvSpPr>
          <p:spPr bwMode="auto">
            <a:xfrm>
              <a:off x="1694" y="279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3" name="Line 24"/>
            <p:cNvSpPr>
              <a:spLocks noChangeShapeType="1"/>
            </p:cNvSpPr>
            <p:nvPr/>
          </p:nvSpPr>
          <p:spPr bwMode="auto">
            <a:xfrm flipH="1">
              <a:off x="926" y="2937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4" name="Line 25"/>
            <p:cNvSpPr>
              <a:spLocks noChangeShapeType="1"/>
            </p:cNvSpPr>
            <p:nvPr/>
          </p:nvSpPr>
          <p:spPr bwMode="auto">
            <a:xfrm>
              <a:off x="1310" y="2937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5" name="Text Box 26"/>
            <p:cNvSpPr txBox="1">
              <a:spLocks noChangeArrowheads="1"/>
            </p:cNvSpPr>
            <p:nvPr/>
          </p:nvSpPr>
          <p:spPr bwMode="auto">
            <a:xfrm>
              <a:off x="1212" y="2805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  <a:cs typeface="Times New Roman" pitchFamily="18" charset="0"/>
                </a:rPr>
                <a:t>•</a:t>
              </a:r>
              <a:endParaRPr lang="en-US" altLang="zh-CN" sz="1600" i="0" dirty="0">
                <a:latin typeface="Times New Roman" pitchFamily="18" charset="0"/>
              </a:endParaRPr>
            </a:p>
          </p:txBody>
        </p:sp>
        <p:sp>
          <p:nvSpPr>
            <p:cNvPr id="116" name="Text Box 27"/>
            <p:cNvSpPr txBox="1">
              <a:spLocks noChangeArrowheads="1"/>
            </p:cNvSpPr>
            <p:nvPr/>
          </p:nvSpPr>
          <p:spPr bwMode="auto">
            <a:xfrm>
              <a:off x="782" y="246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117" name="Text Box 28"/>
            <p:cNvSpPr txBox="1">
              <a:spLocks noChangeArrowheads="1"/>
            </p:cNvSpPr>
            <p:nvPr/>
          </p:nvSpPr>
          <p:spPr bwMode="auto">
            <a:xfrm>
              <a:off x="1694" y="2418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118" name="Text Box 29"/>
            <p:cNvSpPr txBox="1">
              <a:spLocks noChangeArrowheads="1"/>
            </p:cNvSpPr>
            <p:nvPr/>
          </p:nvSpPr>
          <p:spPr bwMode="auto">
            <a:xfrm>
              <a:off x="1166" y="3033"/>
              <a:ext cx="417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EN</a:t>
              </a:r>
            </a:p>
          </p:txBody>
        </p:sp>
        <p:sp>
          <p:nvSpPr>
            <p:cNvPr id="119" name="Text Box 30"/>
            <p:cNvSpPr txBox="1">
              <a:spLocks noChangeArrowheads="1"/>
            </p:cNvSpPr>
            <p:nvPr/>
          </p:nvSpPr>
          <p:spPr bwMode="auto">
            <a:xfrm>
              <a:off x="823" y="933"/>
              <a:ext cx="21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</a:rPr>
                <a:t>•</a:t>
              </a:r>
              <a:endParaRPr lang="en-US" altLang="zh-CN" sz="1600" i="0" dirty="0">
                <a:ea typeface="楷体_GB2312" pitchFamily="49" charset="-122"/>
              </a:endParaRPr>
            </a:p>
          </p:txBody>
        </p:sp>
        <p:sp>
          <p:nvSpPr>
            <p:cNvPr id="120" name="Text Box 31"/>
            <p:cNvSpPr txBox="1">
              <a:spLocks noChangeArrowheads="1"/>
            </p:cNvSpPr>
            <p:nvPr/>
          </p:nvSpPr>
          <p:spPr bwMode="auto">
            <a:xfrm>
              <a:off x="1690" y="933"/>
              <a:ext cx="21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</a:rPr>
                <a:t>•</a:t>
              </a:r>
              <a:endParaRPr lang="en-US" altLang="zh-CN" sz="1600" i="0" dirty="0">
                <a:ea typeface="楷体_GB2312" pitchFamily="49" charset="-122"/>
              </a:endParaRPr>
            </a:p>
          </p:txBody>
        </p:sp>
        <p:sp>
          <p:nvSpPr>
            <p:cNvPr id="121" name="Oval 32"/>
            <p:cNvSpPr>
              <a:spLocks noChangeArrowheads="1"/>
            </p:cNvSpPr>
            <p:nvPr/>
          </p:nvSpPr>
          <p:spPr bwMode="auto">
            <a:xfrm>
              <a:off x="1742" y="1209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2" name="Oval 33"/>
            <p:cNvSpPr>
              <a:spLocks noChangeArrowheads="1"/>
            </p:cNvSpPr>
            <p:nvPr/>
          </p:nvSpPr>
          <p:spPr bwMode="auto">
            <a:xfrm>
              <a:off x="886" y="1209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3" name="AutoShape 34"/>
            <p:cNvSpPr>
              <a:spLocks noChangeArrowheads="1"/>
            </p:cNvSpPr>
            <p:nvPr/>
          </p:nvSpPr>
          <p:spPr bwMode="auto">
            <a:xfrm rot="-5400000">
              <a:off x="662" y="1329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4" name="AutoShape 35"/>
            <p:cNvSpPr>
              <a:spLocks noChangeArrowheads="1"/>
            </p:cNvSpPr>
            <p:nvPr/>
          </p:nvSpPr>
          <p:spPr bwMode="auto">
            <a:xfrm rot="-5400000">
              <a:off x="1526" y="1329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5" name="Oval 36"/>
            <p:cNvSpPr>
              <a:spLocks noChangeArrowheads="1"/>
            </p:cNvSpPr>
            <p:nvPr/>
          </p:nvSpPr>
          <p:spPr bwMode="auto">
            <a:xfrm>
              <a:off x="1742" y="2177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6" name="AutoShape 37"/>
            <p:cNvSpPr>
              <a:spLocks noChangeArrowheads="1"/>
            </p:cNvSpPr>
            <p:nvPr/>
          </p:nvSpPr>
          <p:spPr bwMode="auto">
            <a:xfrm rot="-5400000">
              <a:off x="1526" y="2297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7" name="Oval 38"/>
            <p:cNvSpPr>
              <a:spLocks noChangeArrowheads="1"/>
            </p:cNvSpPr>
            <p:nvPr/>
          </p:nvSpPr>
          <p:spPr bwMode="auto">
            <a:xfrm>
              <a:off x="822" y="2177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8" name="AutoShape 39"/>
            <p:cNvSpPr>
              <a:spLocks noChangeArrowheads="1"/>
            </p:cNvSpPr>
            <p:nvPr/>
          </p:nvSpPr>
          <p:spPr bwMode="auto">
            <a:xfrm rot="-5400000">
              <a:off x="606" y="2297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29" name="Text Box 40"/>
            <p:cNvSpPr txBox="1">
              <a:spLocks noChangeArrowheads="1"/>
            </p:cNvSpPr>
            <p:nvPr/>
          </p:nvSpPr>
          <p:spPr bwMode="auto">
            <a:xfrm>
              <a:off x="566" y="2985"/>
              <a:ext cx="3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R</a:t>
              </a:r>
            </a:p>
          </p:txBody>
        </p:sp>
        <p:sp>
          <p:nvSpPr>
            <p:cNvPr id="130" name="Text Box 41"/>
            <p:cNvSpPr txBox="1">
              <a:spLocks noChangeArrowheads="1"/>
            </p:cNvSpPr>
            <p:nvPr/>
          </p:nvSpPr>
          <p:spPr bwMode="auto">
            <a:xfrm>
              <a:off x="1846" y="3005"/>
              <a:ext cx="3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S</a:t>
              </a:r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4267200" y="421666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4" name="组合 137"/>
          <p:cNvGrpSpPr/>
          <p:nvPr/>
        </p:nvGrpSpPr>
        <p:grpSpPr>
          <a:xfrm>
            <a:off x="4724400" y="2692662"/>
            <a:ext cx="304800" cy="369332"/>
            <a:chOff x="6400800" y="2571750"/>
            <a:chExt cx="304800" cy="369332"/>
          </a:xfrm>
        </p:grpSpPr>
        <p:sp>
          <p:nvSpPr>
            <p:cNvPr id="132" name="TextBox 131"/>
            <p:cNvSpPr txBox="1"/>
            <p:nvPr/>
          </p:nvSpPr>
          <p:spPr>
            <a:xfrm>
              <a:off x="6400800" y="257175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FF0000"/>
                  </a:solidFill>
                </a:rPr>
                <a:t>S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135" name="直接连接符 134"/>
            <p:cNvCxnSpPr/>
            <p:nvPr/>
          </p:nvCxnSpPr>
          <p:spPr>
            <a:xfrm>
              <a:off x="6477000" y="2647950"/>
              <a:ext cx="152400" cy="0"/>
            </a:xfrm>
            <a:prstGeom prst="line">
              <a:avLst/>
            </a:prstGeom>
            <a:ln w="19050" cmpd="sng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138"/>
          <p:cNvGrpSpPr/>
          <p:nvPr/>
        </p:nvGrpSpPr>
        <p:grpSpPr>
          <a:xfrm>
            <a:off x="3124200" y="2692662"/>
            <a:ext cx="304800" cy="369332"/>
            <a:chOff x="6400800" y="2571750"/>
            <a:chExt cx="304800" cy="369332"/>
          </a:xfrm>
        </p:grpSpPr>
        <p:sp>
          <p:nvSpPr>
            <p:cNvPr id="140" name="TextBox 139"/>
            <p:cNvSpPr txBox="1"/>
            <p:nvPr/>
          </p:nvSpPr>
          <p:spPr>
            <a:xfrm>
              <a:off x="6400800" y="257175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FF0000"/>
                  </a:solidFill>
                </a:rPr>
                <a:t>R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141" name="直接连接符 140"/>
            <p:cNvCxnSpPr/>
            <p:nvPr/>
          </p:nvCxnSpPr>
          <p:spPr>
            <a:xfrm>
              <a:off x="6477000" y="2647950"/>
              <a:ext cx="152400" cy="0"/>
            </a:xfrm>
            <a:prstGeom prst="line">
              <a:avLst/>
            </a:prstGeom>
            <a:ln w="19050" cmpd="sng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2" name="TextBox 141"/>
          <p:cNvSpPr txBox="1"/>
          <p:nvPr/>
        </p:nvSpPr>
        <p:spPr>
          <a:xfrm>
            <a:off x="6723234" y="1098129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表 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1 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35179" name="Object 11"/>
          <p:cNvGraphicFramePr>
            <a:graphicFrameLocks noChangeAspect="1"/>
          </p:cNvGraphicFramePr>
          <p:nvPr/>
        </p:nvGraphicFramePr>
        <p:xfrm>
          <a:off x="5941186" y="3714750"/>
          <a:ext cx="2730500" cy="609600"/>
        </p:xfrm>
        <a:graphic>
          <a:graphicData uri="http://schemas.openxmlformats.org/presentationml/2006/ole">
            <p:oleObj spid="_x0000_s138246" name="Equation" r:id="rId7" imgW="2730240" imgH="609480" progId="Equation.DSMT4">
              <p:embed/>
            </p:oleObj>
          </a:graphicData>
        </a:graphic>
      </p:graphicFrame>
      <p:graphicFrame>
        <p:nvGraphicFramePr>
          <p:cNvPr id="135180" name="Object 12"/>
          <p:cNvGraphicFramePr>
            <a:graphicFrameLocks noChangeAspect="1"/>
          </p:cNvGraphicFramePr>
          <p:nvPr/>
        </p:nvGraphicFramePr>
        <p:xfrm>
          <a:off x="5943600" y="4248150"/>
          <a:ext cx="1981200" cy="584200"/>
        </p:xfrm>
        <a:graphic>
          <a:graphicData uri="http://schemas.openxmlformats.org/presentationml/2006/ole">
            <p:oleObj spid="_x0000_s138247" name="Equation" r:id="rId8" imgW="1981080" imgH="583920" progId="Equation.DSMT4">
              <p:embed/>
            </p:oleObj>
          </a:graphicData>
        </a:graphic>
      </p:graphicFrame>
      <p:pic>
        <p:nvPicPr>
          <p:cNvPr id="135181" name="Picture 13" descr="C:\Users\hfutliujun\AppData\Roaming\Tencent\Users\350654676\QQ\WinTemp\RichOle\C_{]9@)T[O0VUA5YHZ2LL10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562600" y="1428750"/>
            <a:ext cx="2959894" cy="21526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9">
                                            <p:subSp spid="_x0000_s138246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5179">
                                            <p:subSp spid="_x0000_s138246"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5179">
                                            <p:subSp spid="_x0000_s138246"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0">
                                            <p:subSp spid="_x0000_s138247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5180">
                                            <p:subSp spid="_x0000_s138247"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5180">
                                            <p:subSp spid="_x0000_s138247"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：锁存器和触发器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门控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667000" y="44767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172200" y="39433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057400" y="742950"/>
            <a:ext cx="2057400" cy="3602999"/>
            <a:chOff x="566" y="592"/>
            <a:chExt cx="1616" cy="2669"/>
          </a:xfrm>
        </p:grpSpPr>
        <p:sp>
          <p:nvSpPr>
            <p:cNvPr id="64" name="Line 4"/>
            <p:cNvSpPr>
              <a:spLocks noChangeShapeType="1"/>
            </p:cNvSpPr>
            <p:nvPr/>
          </p:nvSpPr>
          <p:spPr bwMode="auto">
            <a:xfrm>
              <a:off x="878" y="183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5" name="Line 5"/>
            <p:cNvSpPr>
              <a:spLocks noChangeShapeType="1"/>
            </p:cNvSpPr>
            <p:nvPr/>
          </p:nvSpPr>
          <p:spPr bwMode="auto">
            <a:xfrm>
              <a:off x="1790" y="183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graphicFrame>
          <p:nvGraphicFramePr>
            <p:cNvPr id="66" name="Object 6"/>
            <p:cNvGraphicFramePr>
              <a:graphicFrameLocks noChangeAspect="1"/>
            </p:cNvGraphicFramePr>
            <p:nvPr/>
          </p:nvGraphicFramePr>
          <p:xfrm>
            <a:off x="823" y="592"/>
            <a:ext cx="185" cy="254"/>
          </p:xfrm>
          <a:graphic>
            <a:graphicData uri="http://schemas.openxmlformats.org/presentationml/2006/ole">
              <p:oleObj spid="_x0000_s121858" name="公式" r:id="rId3" imgW="165028" imgH="228501" progId="">
                <p:embed/>
              </p:oleObj>
            </a:graphicData>
          </a:graphic>
        </p:graphicFrame>
        <p:sp>
          <p:nvSpPr>
            <p:cNvPr id="67" name="Line 7"/>
            <p:cNvSpPr>
              <a:spLocks noChangeShapeType="1"/>
            </p:cNvSpPr>
            <p:nvPr/>
          </p:nvSpPr>
          <p:spPr bwMode="auto">
            <a:xfrm>
              <a:off x="974" y="183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8" name="Line 8"/>
            <p:cNvSpPr>
              <a:spLocks noChangeShapeType="1"/>
            </p:cNvSpPr>
            <p:nvPr/>
          </p:nvSpPr>
          <p:spPr bwMode="auto">
            <a:xfrm>
              <a:off x="1694" y="183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9" name="Line 9"/>
            <p:cNvSpPr>
              <a:spLocks noChangeShapeType="1"/>
            </p:cNvSpPr>
            <p:nvPr/>
          </p:nvSpPr>
          <p:spPr bwMode="auto">
            <a:xfrm>
              <a:off x="974" y="1977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0" name="Line 10"/>
            <p:cNvSpPr>
              <a:spLocks noChangeShapeType="1"/>
            </p:cNvSpPr>
            <p:nvPr/>
          </p:nvSpPr>
          <p:spPr bwMode="auto">
            <a:xfrm flipV="1">
              <a:off x="1790" y="87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1" name="Line 11"/>
            <p:cNvSpPr>
              <a:spLocks noChangeShapeType="1"/>
            </p:cNvSpPr>
            <p:nvPr/>
          </p:nvSpPr>
          <p:spPr bwMode="auto">
            <a:xfrm flipV="1">
              <a:off x="1166" y="1065"/>
              <a:ext cx="384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2" name="Line 12"/>
            <p:cNvSpPr>
              <a:spLocks noChangeShapeType="1"/>
            </p:cNvSpPr>
            <p:nvPr/>
          </p:nvSpPr>
          <p:spPr bwMode="auto">
            <a:xfrm>
              <a:off x="1502" y="1977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3" name="Line 13"/>
            <p:cNvSpPr>
              <a:spLocks noChangeShapeType="1"/>
            </p:cNvSpPr>
            <p:nvPr/>
          </p:nvSpPr>
          <p:spPr bwMode="auto">
            <a:xfrm flipH="1" flipV="1">
              <a:off x="1166" y="1065"/>
              <a:ext cx="336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4" name="Line 14"/>
            <p:cNvSpPr>
              <a:spLocks noChangeShapeType="1"/>
            </p:cNvSpPr>
            <p:nvPr/>
          </p:nvSpPr>
          <p:spPr bwMode="auto">
            <a:xfrm>
              <a:off x="1550" y="1065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5" name="Line 15"/>
            <p:cNvSpPr>
              <a:spLocks noChangeShapeType="1"/>
            </p:cNvSpPr>
            <p:nvPr/>
          </p:nvSpPr>
          <p:spPr bwMode="auto">
            <a:xfrm>
              <a:off x="926" y="1065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6" name="Line 16"/>
            <p:cNvSpPr>
              <a:spLocks noChangeShapeType="1"/>
            </p:cNvSpPr>
            <p:nvPr/>
          </p:nvSpPr>
          <p:spPr bwMode="auto">
            <a:xfrm flipV="1">
              <a:off x="926" y="87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graphicFrame>
          <p:nvGraphicFramePr>
            <p:cNvPr id="77" name="Object 17"/>
            <p:cNvGraphicFramePr>
              <a:graphicFrameLocks noChangeAspect="1"/>
            </p:cNvGraphicFramePr>
            <p:nvPr/>
          </p:nvGraphicFramePr>
          <p:xfrm>
            <a:off x="1687" y="640"/>
            <a:ext cx="182" cy="210"/>
          </p:xfrm>
          <a:graphic>
            <a:graphicData uri="http://schemas.openxmlformats.org/presentationml/2006/ole">
              <p:oleObj spid="_x0000_s121859" name="公式" r:id="rId4" imgW="164957" imgH="190335" progId="">
                <p:embed/>
              </p:oleObj>
            </a:graphicData>
          </a:graphic>
        </p:graphicFrame>
        <p:sp>
          <p:nvSpPr>
            <p:cNvPr id="78" name="Text Box 18"/>
            <p:cNvSpPr txBox="1">
              <a:spLocks noChangeArrowheads="1"/>
            </p:cNvSpPr>
            <p:nvPr/>
          </p:nvSpPr>
          <p:spPr bwMode="auto">
            <a:xfrm>
              <a:off x="830" y="1449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4</a:t>
              </a:r>
            </a:p>
          </p:txBody>
        </p:sp>
        <p:sp>
          <p:nvSpPr>
            <p:cNvPr id="79" name="Text Box 19"/>
            <p:cNvSpPr txBox="1">
              <a:spLocks noChangeArrowheads="1"/>
            </p:cNvSpPr>
            <p:nvPr/>
          </p:nvSpPr>
          <p:spPr bwMode="auto">
            <a:xfrm>
              <a:off x="1694" y="1401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3</a:t>
              </a:r>
            </a:p>
          </p:txBody>
        </p:sp>
        <p:sp>
          <p:nvSpPr>
            <p:cNvPr id="80" name="Line 20"/>
            <p:cNvSpPr>
              <a:spLocks noChangeShapeType="1"/>
            </p:cNvSpPr>
            <p:nvPr/>
          </p:nvSpPr>
          <p:spPr bwMode="auto">
            <a:xfrm>
              <a:off x="782" y="279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1" name="Line 21"/>
            <p:cNvSpPr>
              <a:spLocks noChangeShapeType="1"/>
            </p:cNvSpPr>
            <p:nvPr/>
          </p:nvSpPr>
          <p:spPr bwMode="auto">
            <a:xfrm>
              <a:off x="1838" y="279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2" name="Line 22"/>
            <p:cNvSpPr>
              <a:spLocks noChangeShapeType="1"/>
            </p:cNvSpPr>
            <p:nvPr/>
          </p:nvSpPr>
          <p:spPr bwMode="auto">
            <a:xfrm>
              <a:off x="926" y="279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3" name="Line 23"/>
            <p:cNvSpPr>
              <a:spLocks noChangeShapeType="1"/>
            </p:cNvSpPr>
            <p:nvPr/>
          </p:nvSpPr>
          <p:spPr bwMode="auto">
            <a:xfrm>
              <a:off x="1694" y="279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4" name="Line 24"/>
            <p:cNvSpPr>
              <a:spLocks noChangeShapeType="1"/>
            </p:cNvSpPr>
            <p:nvPr/>
          </p:nvSpPr>
          <p:spPr bwMode="auto">
            <a:xfrm flipH="1">
              <a:off x="926" y="2937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5" name="Line 25"/>
            <p:cNvSpPr>
              <a:spLocks noChangeShapeType="1"/>
            </p:cNvSpPr>
            <p:nvPr/>
          </p:nvSpPr>
          <p:spPr bwMode="auto">
            <a:xfrm>
              <a:off x="1310" y="2937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6" name="Text Box 26"/>
            <p:cNvSpPr txBox="1">
              <a:spLocks noChangeArrowheads="1"/>
            </p:cNvSpPr>
            <p:nvPr/>
          </p:nvSpPr>
          <p:spPr bwMode="auto">
            <a:xfrm>
              <a:off x="1212" y="2805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  <a:cs typeface="Times New Roman" pitchFamily="18" charset="0"/>
                </a:rPr>
                <a:t>•</a:t>
              </a:r>
              <a:endParaRPr lang="en-US" altLang="zh-CN" sz="1600" i="0" dirty="0">
                <a:latin typeface="Times New Roman" pitchFamily="18" charset="0"/>
              </a:endParaRPr>
            </a:p>
          </p:txBody>
        </p:sp>
        <p:sp>
          <p:nvSpPr>
            <p:cNvPr id="87" name="Text Box 27"/>
            <p:cNvSpPr txBox="1">
              <a:spLocks noChangeArrowheads="1"/>
            </p:cNvSpPr>
            <p:nvPr/>
          </p:nvSpPr>
          <p:spPr bwMode="auto">
            <a:xfrm>
              <a:off x="782" y="246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88" name="Text Box 28"/>
            <p:cNvSpPr txBox="1">
              <a:spLocks noChangeArrowheads="1"/>
            </p:cNvSpPr>
            <p:nvPr/>
          </p:nvSpPr>
          <p:spPr bwMode="auto">
            <a:xfrm>
              <a:off x="1694" y="2418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89" name="Text Box 29"/>
            <p:cNvSpPr txBox="1">
              <a:spLocks noChangeArrowheads="1"/>
            </p:cNvSpPr>
            <p:nvPr/>
          </p:nvSpPr>
          <p:spPr bwMode="auto">
            <a:xfrm>
              <a:off x="1166" y="3033"/>
              <a:ext cx="417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EN</a:t>
              </a:r>
            </a:p>
          </p:txBody>
        </p:sp>
        <p:sp>
          <p:nvSpPr>
            <p:cNvPr id="90" name="Text Box 30"/>
            <p:cNvSpPr txBox="1">
              <a:spLocks noChangeArrowheads="1"/>
            </p:cNvSpPr>
            <p:nvPr/>
          </p:nvSpPr>
          <p:spPr bwMode="auto">
            <a:xfrm>
              <a:off x="823" y="933"/>
              <a:ext cx="21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</a:rPr>
                <a:t>•</a:t>
              </a:r>
              <a:endParaRPr lang="en-US" altLang="zh-CN" sz="1600" i="0" dirty="0">
                <a:ea typeface="楷体_GB2312" pitchFamily="49" charset="-122"/>
              </a:endParaRPr>
            </a:p>
          </p:txBody>
        </p:sp>
        <p:sp>
          <p:nvSpPr>
            <p:cNvPr id="91" name="Text Box 31"/>
            <p:cNvSpPr txBox="1">
              <a:spLocks noChangeArrowheads="1"/>
            </p:cNvSpPr>
            <p:nvPr/>
          </p:nvSpPr>
          <p:spPr bwMode="auto">
            <a:xfrm>
              <a:off x="1690" y="933"/>
              <a:ext cx="21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</a:rPr>
                <a:t>•</a:t>
              </a:r>
              <a:endParaRPr lang="en-US" altLang="zh-CN" sz="1600" i="0" dirty="0">
                <a:ea typeface="楷体_GB2312" pitchFamily="49" charset="-122"/>
              </a:endParaRPr>
            </a:p>
          </p:txBody>
        </p:sp>
        <p:sp>
          <p:nvSpPr>
            <p:cNvPr id="92" name="Oval 32"/>
            <p:cNvSpPr>
              <a:spLocks noChangeArrowheads="1"/>
            </p:cNvSpPr>
            <p:nvPr/>
          </p:nvSpPr>
          <p:spPr bwMode="auto">
            <a:xfrm>
              <a:off x="1742" y="1209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3" name="Oval 33"/>
            <p:cNvSpPr>
              <a:spLocks noChangeArrowheads="1"/>
            </p:cNvSpPr>
            <p:nvPr/>
          </p:nvSpPr>
          <p:spPr bwMode="auto">
            <a:xfrm>
              <a:off x="886" y="1209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4" name="AutoShape 34"/>
            <p:cNvSpPr>
              <a:spLocks noChangeArrowheads="1"/>
            </p:cNvSpPr>
            <p:nvPr/>
          </p:nvSpPr>
          <p:spPr bwMode="auto">
            <a:xfrm rot="-5400000">
              <a:off x="662" y="1329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5" name="AutoShape 35"/>
            <p:cNvSpPr>
              <a:spLocks noChangeArrowheads="1"/>
            </p:cNvSpPr>
            <p:nvPr/>
          </p:nvSpPr>
          <p:spPr bwMode="auto">
            <a:xfrm rot="-5400000">
              <a:off x="1526" y="1329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6" name="Oval 36"/>
            <p:cNvSpPr>
              <a:spLocks noChangeArrowheads="1"/>
            </p:cNvSpPr>
            <p:nvPr/>
          </p:nvSpPr>
          <p:spPr bwMode="auto">
            <a:xfrm>
              <a:off x="1742" y="2177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7" name="AutoShape 37"/>
            <p:cNvSpPr>
              <a:spLocks noChangeArrowheads="1"/>
            </p:cNvSpPr>
            <p:nvPr/>
          </p:nvSpPr>
          <p:spPr bwMode="auto">
            <a:xfrm rot="-5400000">
              <a:off x="1526" y="2297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8" name="Oval 38"/>
            <p:cNvSpPr>
              <a:spLocks noChangeArrowheads="1"/>
            </p:cNvSpPr>
            <p:nvPr/>
          </p:nvSpPr>
          <p:spPr bwMode="auto">
            <a:xfrm>
              <a:off x="822" y="2177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9" name="AutoShape 39"/>
            <p:cNvSpPr>
              <a:spLocks noChangeArrowheads="1"/>
            </p:cNvSpPr>
            <p:nvPr/>
          </p:nvSpPr>
          <p:spPr bwMode="auto">
            <a:xfrm rot="-5400000">
              <a:off x="606" y="2297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00" name="Text Box 40"/>
            <p:cNvSpPr txBox="1">
              <a:spLocks noChangeArrowheads="1"/>
            </p:cNvSpPr>
            <p:nvPr/>
          </p:nvSpPr>
          <p:spPr bwMode="auto">
            <a:xfrm>
              <a:off x="566" y="2985"/>
              <a:ext cx="3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R</a:t>
              </a:r>
            </a:p>
          </p:txBody>
        </p:sp>
        <p:sp>
          <p:nvSpPr>
            <p:cNvPr id="101" name="Text Box 41"/>
            <p:cNvSpPr txBox="1">
              <a:spLocks noChangeArrowheads="1"/>
            </p:cNvSpPr>
            <p:nvPr/>
          </p:nvSpPr>
          <p:spPr bwMode="auto">
            <a:xfrm>
              <a:off x="1846" y="3005"/>
              <a:ext cx="3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S</a:t>
              </a:r>
            </a:p>
          </p:txBody>
        </p:sp>
      </p:grpSp>
      <p:pic>
        <p:nvPicPr>
          <p:cNvPr id="102" name="Picture 51" descr="G218D9`MZ_J18AHFIR[R7[P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86399" y="1047750"/>
            <a:ext cx="179005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J}E6$I1%@P7076{`O2F~NI4"/>
          <p:cNvPicPr>
            <a:picLocks noChangeAspect="1" noChangeArrowheads="1"/>
          </p:cNvPicPr>
          <p:nvPr/>
        </p:nvPicPr>
        <p:blipFill>
          <a:blip r:embed="rId2" cstate="print"/>
          <a:srcRect r="16827"/>
          <a:stretch>
            <a:fillRect/>
          </a:stretch>
        </p:blipFill>
        <p:spPr bwMode="auto">
          <a:xfrm>
            <a:off x="2590800" y="1047750"/>
            <a:ext cx="4789174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0" y="0"/>
            <a:ext cx="3499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：锁存器和触发器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门控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锁存器波形图：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48200" y="44767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895600" y="2647950"/>
            <a:ext cx="609600" cy="3048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3429000" y="2343150"/>
            <a:ext cx="457200" cy="3048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733800" y="2647950"/>
            <a:ext cx="1143000" cy="3048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4876800" y="2343150"/>
            <a:ext cx="381000" cy="3048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5105400" y="2647950"/>
            <a:ext cx="1143000" cy="3048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6248400" y="2343150"/>
            <a:ext cx="533400" cy="3048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6858000" y="2343150"/>
            <a:ext cx="685800" cy="3048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3499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：锁存器和触发器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门控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38400" y="45529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24934" name="Picture 6" descr="C:\Users\hfutliujun\AppData\Roaming\Tencent\Users\350654676\QQ\WinTemp\RichOle\Q[%_P02F`LJMAC2T0I46Q}U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666750"/>
            <a:ext cx="2227529" cy="3790950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3124200" y="34861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600" y="22669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57400" y="22669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95800" y="150495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EN</a:t>
            </a:r>
            <a:r>
              <a:rPr lang="zh-CN" altLang="en-US" b="1" dirty="0" smtClean="0">
                <a:solidFill>
                  <a:srgbClr val="FF0000"/>
                </a:solidFill>
              </a:rPr>
              <a:t>等于</a:t>
            </a:r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r>
              <a:rPr lang="zh-CN" altLang="en-US" b="1" dirty="0" smtClean="0">
                <a:solidFill>
                  <a:srgbClr val="FF0000"/>
                </a:solidFill>
              </a:rPr>
              <a:t>时，状态保持不变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3499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：锁存器和触发器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门控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81200" y="45529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24934" name="Picture 6" descr="C:\Users\hfutliujun\AppData\Roaming\Tencent\Users\350654676\QQ\WinTemp\RichOle\Q[%_P02F`LJMAC2T0I46Q}U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666750"/>
            <a:ext cx="2227529" cy="3790950"/>
          </a:xfrm>
          <a:prstGeom prst="rect">
            <a:avLst/>
          </a:prstGeom>
          <a:noFill/>
        </p:spPr>
      </p:pic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4648200" y="1047750"/>
            <a:ext cx="27368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门控</a:t>
            </a:r>
            <a:r>
              <a:rPr lang="en-US" altLang="zh-CN" sz="1400" b="1" i="0" dirty="0">
                <a:latin typeface="微软雅黑" pitchFamily="34" charset="-122"/>
                <a:ea typeface="微软雅黑" pitchFamily="34" charset="-122"/>
              </a:rPr>
              <a:t>RS</a:t>
            </a: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锁存器：</a:t>
            </a:r>
          </a:p>
        </p:txBody>
      </p:sp>
      <p:graphicFrame>
        <p:nvGraphicFramePr>
          <p:cNvPr id="58" name="Object 51"/>
          <p:cNvGraphicFramePr>
            <a:graphicFrameLocks noChangeAspect="1"/>
          </p:cNvGraphicFramePr>
          <p:nvPr/>
        </p:nvGraphicFramePr>
        <p:xfrm>
          <a:off x="6115050" y="903289"/>
          <a:ext cx="1803661" cy="601662"/>
        </p:xfrm>
        <a:graphic>
          <a:graphicData uri="http://schemas.openxmlformats.org/presentationml/2006/ole">
            <p:oleObj spid="_x0000_s124935" name="Equation" r:id="rId4" imgW="1904760" imgH="634680" progId="Equation.DSMT4">
              <p:embed/>
            </p:oleObj>
          </a:graphicData>
        </a:graphic>
      </p:graphicFrame>
      <p:graphicFrame>
        <p:nvGraphicFramePr>
          <p:cNvPr id="59" name="Object 52"/>
          <p:cNvGraphicFramePr>
            <a:graphicFrameLocks noChangeAspect="1"/>
          </p:cNvGraphicFramePr>
          <p:nvPr/>
        </p:nvGraphicFramePr>
        <p:xfrm>
          <a:off x="4724400" y="1885950"/>
          <a:ext cx="2867248" cy="288127"/>
        </p:xfrm>
        <a:graphic>
          <a:graphicData uri="http://schemas.openxmlformats.org/presentationml/2006/ole">
            <p:oleObj spid="_x0000_s124936" name="Equation" r:id="rId5" imgW="3022560" imgH="304560" progId="Equation.DSMT4">
              <p:embed/>
            </p:oleObj>
          </a:graphicData>
        </a:graphic>
      </p:graphicFrame>
      <p:graphicFrame>
        <p:nvGraphicFramePr>
          <p:cNvPr id="60" name="Object 53"/>
          <p:cNvGraphicFramePr>
            <a:graphicFrameLocks noChangeAspect="1"/>
          </p:cNvGraphicFramePr>
          <p:nvPr/>
        </p:nvGraphicFramePr>
        <p:xfrm>
          <a:off x="5443538" y="2389188"/>
          <a:ext cx="1735137" cy="288127"/>
        </p:xfrm>
        <a:graphic>
          <a:graphicData uri="http://schemas.openxmlformats.org/presentationml/2006/ole">
            <p:oleObj spid="_x0000_s124937" name="Equation" r:id="rId6" imgW="1752480" imgH="291960" progId="Equation.DSMT4">
              <p:embed/>
            </p:oleObj>
          </a:graphicData>
        </a:graphic>
      </p:graphicFrame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724400" y="2949773"/>
            <a:ext cx="18002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约束条件：</a:t>
            </a:r>
          </a:p>
        </p:txBody>
      </p:sp>
      <p:graphicFrame>
        <p:nvGraphicFramePr>
          <p:cNvPr id="62" name="Object 54"/>
          <p:cNvGraphicFramePr>
            <a:graphicFrameLocks noChangeAspect="1"/>
          </p:cNvGraphicFramePr>
          <p:nvPr/>
        </p:nvGraphicFramePr>
        <p:xfrm>
          <a:off x="5943600" y="2949773"/>
          <a:ext cx="1463675" cy="272116"/>
        </p:xfrm>
        <a:graphic>
          <a:graphicData uri="http://schemas.openxmlformats.org/presentationml/2006/ole">
            <p:oleObj spid="_x0000_s124938" name="Equation" r:id="rId7" imgW="1434960" imgH="266400" progId="Equation.DSMT4">
              <p:embed/>
            </p:oleObj>
          </a:graphicData>
        </a:graphic>
      </p:graphicFrame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4648200" y="3635573"/>
            <a:ext cx="39608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400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门控</a:t>
            </a:r>
            <a:r>
              <a:rPr lang="en-US" altLang="zh-CN" sz="1400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</a:t>
            </a:r>
            <a:r>
              <a:rPr lang="zh-CN" altLang="en-US" sz="1400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锁存器没有约束条件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4861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61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8800" y="45529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Picture 6" descr="C:\Users\hfutliujun\AppData\Roaming\Tencent\Users\350654676\QQ\WinTemp\RichOle\Q[%_P02F`LJMAC2T0I46Q}U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666750"/>
            <a:ext cx="2227529" cy="3790950"/>
          </a:xfrm>
          <a:prstGeom prst="rect">
            <a:avLst/>
          </a:prstGeom>
          <a:noFill/>
        </p:spPr>
      </p:pic>
      <p:sp>
        <p:nvSpPr>
          <p:cNvPr id="5" name="矩形 4"/>
          <p:cNvSpPr/>
          <p:nvPr/>
        </p:nvSpPr>
        <p:spPr>
          <a:xfrm>
            <a:off x="0" y="0"/>
            <a:ext cx="3499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：锁存器和触发器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门控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8001" name="Picture 1" descr="C:\Users\hfutliujun\AppData\Roaming\Tencent\Users\350654676\QQ\WinTemp\RichOle\X%QSKDUI]TW5({1YO`UW5GP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1581150"/>
            <a:ext cx="3252564" cy="1828800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5257800" y="1200150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表 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2  D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锁存器状态表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3499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：锁存器和触发器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门控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10200" y="44767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7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81200" y="45529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6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Picture 6" descr="C:\Users\hfutliujun\AppData\Roaming\Tencent\Users\350654676\QQ\WinTemp\RichOle\Q[%_P02F`LJMAC2T0I46Q}U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666750"/>
            <a:ext cx="2227529" cy="3790950"/>
          </a:xfrm>
          <a:prstGeom prst="rect">
            <a:avLst/>
          </a:prstGeom>
          <a:noFill/>
        </p:spPr>
      </p:pic>
      <p:pic>
        <p:nvPicPr>
          <p:cNvPr id="10" name="Picture 196" descr="243R1L3[V@~6{N8C]5C2JVB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819150"/>
            <a:ext cx="2008094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3499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：锁存器和触发器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门控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锁存器状态图：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43400" y="40195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" name="Group 3"/>
          <p:cNvGrpSpPr>
            <a:grpSpLocks/>
          </p:cNvGrpSpPr>
          <p:nvPr/>
        </p:nvGrpSpPr>
        <p:grpSpPr bwMode="auto">
          <a:xfrm>
            <a:off x="3349625" y="2190750"/>
            <a:ext cx="609600" cy="609600"/>
            <a:chOff x="1672" y="2411"/>
            <a:chExt cx="384" cy="384"/>
          </a:xfrm>
        </p:grpSpPr>
        <p:sp>
          <p:nvSpPr>
            <p:cNvPr id="12" name="Oval 4"/>
            <p:cNvSpPr>
              <a:spLocks noChangeArrowheads="1"/>
            </p:cNvSpPr>
            <p:nvPr/>
          </p:nvSpPr>
          <p:spPr bwMode="auto">
            <a:xfrm>
              <a:off x="1672" y="2411"/>
              <a:ext cx="384" cy="384"/>
            </a:xfrm>
            <a:prstGeom prst="ellipse">
              <a:avLst/>
            </a:prstGeom>
            <a:solidFill>
              <a:srgbClr val="00CC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3" name="Text Box 5"/>
            <p:cNvSpPr txBox="1">
              <a:spLocks noChangeArrowheads="1"/>
            </p:cNvSpPr>
            <p:nvPr/>
          </p:nvSpPr>
          <p:spPr bwMode="auto">
            <a:xfrm>
              <a:off x="1746" y="2462"/>
              <a:ext cx="24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latin typeface="Arial" pitchFamily="34" charset="0"/>
                </a:rPr>
                <a:t>0</a:t>
              </a:r>
            </a:p>
          </p:txBody>
        </p:sp>
      </p:grpSp>
      <p:grpSp>
        <p:nvGrpSpPr>
          <p:cNvPr id="14" name="Group 6"/>
          <p:cNvGrpSpPr>
            <a:grpSpLocks/>
          </p:cNvGrpSpPr>
          <p:nvPr/>
        </p:nvGrpSpPr>
        <p:grpSpPr bwMode="auto">
          <a:xfrm>
            <a:off x="5254625" y="2190750"/>
            <a:ext cx="609600" cy="609600"/>
            <a:chOff x="2872" y="2411"/>
            <a:chExt cx="384" cy="384"/>
          </a:xfrm>
        </p:grpSpPr>
        <p:sp>
          <p:nvSpPr>
            <p:cNvPr id="15" name="Oval 7"/>
            <p:cNvSpPr>
              <a:spLocks noChangeArrowheads="1"/>
            </p:cNvSpPr>
            <p:nvPr/>
          </p:nvSpPr>
          <p:spPr bwMode="auto">
            <a:xfrm>
              <a:off x="2872" y="2411"/>
              <a:ext cx="384" cy="384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6" name="Text Box 8"/>
            <p:cNvSpPr txBox="1">
              <a:spLocks noChangeArrowheads="1"/>
            </p:cNvSpPr>
            <p:nvPr/>
          </p:nvSpPr>
          <p:spPr bwMode="auto">
            <a:xfrm>
              <a:off x="2948" y="246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latin typeface="Arial" pitchFamily="34" charset="0"/>
                </a:rPr>
                <a:t>1</a:t>
              </a:r>
            </a:p>
          </p:txBody>
        </p:sp>
      </p:grpSp>
      <p:grpSp>
        <p:nvGrpSpPr>
          <p:cNvPr id="17" name="Group 9"/>
          <p:cNvGrpSpPr>
            <a:grpSpLocks/>
          </p:cNvGrpSpPr>
          <p:nvPr/>
        </p:nvGrpSpPr>
        <p:grpSpPr bwMode="auto">
          <a:xfrm>
            <a:off x="3886200" y="1428750"/>
            <a:ext cx="1423988" cy="1401763"/>
            <a:chOff x="2322" y="1931"/>
            <a:chExt cx="897" cy="883"/>
          </a:xfrm>
        </p:grpSpPr>
        <p:sp>
          <p:nvSpPr>
            <p:cNvPr id="18" name="Arc 10"/>
            <p:cNvSpPr>
              <a:spLocks/>
            </p:cNvSpPr>
            <p:nvPr/>
          </p:nvSpPr>
          <p:spPr bwMode="auto">
            <a:xfrm rot="13927233" flipV="1">
              <a:off x="2390" y="1985"/>
              <a:ext cx="761" cy="897"/>
            </a:xfrm>
            <a:custGeom>
              <a:avLst/>
              <a:gdLst>
                <a:gd name="T0" fmla="*/ 0 w 21600"/>
                <a:gd name="T1" fmla="*/ 0 h 25215"/>
                <a:gd name="T2" fmla="*/ 0 w 21600"/>
                <a:gd name="T3" fmla="*/ 0 h 25215"/>
                <a:gd name="T4" fmla="*/ 0 w 21600"/>
                <a:gd name="T5" fmla="*/ 0 h 2521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215"/>
                <a:gd name="T11" fmla="*/ 21600 w 21600"/>
                <a:gd name="T12" fmla="*/ 25215 h 252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215" fill="none" extrusionOk="0">
                  <a:moveTo>
                    <a:pt x="2034" y="0"/>
                  </a:moveTo>
                  <a:cubicBezTo>
                    <a:pt x="13126" y="1049"/>
                    <a:pt x="21600" y="10362"/>
                    <a:pt x="21600" y="21504"/>
                  </a:cubicBezTo>
                  <a:cubicBezTo>
                    <a:pt x="21600" y="22747"/>
                    <a:pt x="21492" y="23989"/>
                    <a:pt x="21278" y="25214"/>
                  </a:cubicBezTo>
                </a:path>
                <a:path w="21600" h="25215" stroke="0" extrusionOk="0">
                  <a:moveTo>
                    <a:pt x="2034" y="0"/>
                  </a:moveTo>
                  <a:cubicBezTo>
                    <a:pt x="13126" y="1049"/>
                    <a:pt x="21600" y="10362"/>
                    <a:pt x="21600" y="21504"/>
                  </a:cubicBezTo>
                  <a:cubicBezTo>
                    <a:pt x="21600" y="22747"/>
                    <a:pt x="21492" y="23989"/>
                    <a:pt x="21278" y="25214"/>
                  </a:cubicBezTo>
                  <a:lnTo>
                    <a:pt x="0" y="21504"/>
                  </a:lnTo>
                  <a:lnTo>
                    <a:pt x="2034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Text Box 11"/>
            <p:cNvSpPr txBox="1">
              <a:spLocks noChangeArrowheads="1"/>
            </p:cNvSpPr>
            <p:nvPr/>
          </p:nvSpPr>
          <p:spPr bwMode="auto">
            <a:xfrm>
              <a:off x="2576" y="1931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solidFill>
                    <a:srgbClr val="FF3300"/>
                  </a:solidFill>
                  <a:latin typeface="Arial" pitchFamily="34" charset="0"/>
                </a:rPr>
                <a:t>D=1</a:t>
              </a:r>
            </a:p>
          </p:txBody>
        </p:sp>
      </p:grpSp>
      <p:grpSp>
        <p:nvGrpSpPr>
          <p:cNvPr id="20" name="Group 12"/>
          <p:cNvGrpSpPr>
            <a:grpSpLocks/>
          </p:cNvGrpSpPr>
          <p:nvPr/>
        </p:nvGrpSpPr>
        <p:grpSpPr bwMode="auto">
          <a:xfrm>
            <a:off x="2206625" y="2268538"/>
            <a:ext cx="1223963" cy="531812"/>
            <a:chOff x="952" y="2460"/>
            <a:chExt cx="771" cy="335"/>
          </a:xfrm>
        </p:grpSpPr>
        <p:sp>
          <p:nvSpPr>
            <p:cNvPr id="21" name="Arc 13"/>
            <p:cNvSpPr>
              <a:spLocks/>
            </p:cNvSpPr>
            <p:nvPr/>
          </p:nvSpPr>
          <p:spPr bwMode="auto">
            <a:xfrm>
              <a:off x="1432" y="2460"/>
              <a:ext cx="291" cy="327"/>
            </a:xfrm>
            <a:custGeom>
              <a:avLst/>
              <a:gdLst>
                <a:gd name="T0" fmla="*/ 0 w 37363"/>
                <a:gd name="T1" fmla="*/ 0 h 43200"/>
                <a:gd name="T2" fmla="*/ 0 w 37363"/>
                <a:gd name="T3" fmla="*/ 0 h 43200"/>
                <a:gd name="T4" fmla="*/ 0 w 37363"/>
                <a:gd name="T5" fmla="*/ 0 h 43200"/>
                <a:gd name="T6" fmla="*/ 0 60000 65536"/>
                <a:gd name="T7" fmla="*/ 0 60000 65536"/>
                <a:gd name="T8" fmla="*/ 0 60000 65536"/>
                <a:gd name="T9" fmla="*/ 0 w 37363"/>
                <a:gd name="T10" fmla="*/ 0 h 43200"/>
                <a:gd name="T11" fmla="*/ 37363 w 3736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63" h="43200" fill="none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</a:path>
                <a:path w="37363" h="43200" stroke="0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  <a:lnTo>
                    <a:pt x="21600" y="21600"/>
                  </a:lnTo>
                  <a:lnTo>
                    <a:pt x="37362" y="36367"/>
                  </a:lnTo>
                  <a:close/>
                </a:path>
              </a:pathLst>
            </a:custGeom>
            <a:noFill/>
            <a:ln w="28575">
              <a:solidFill>
                <a:srgbClr val="00CC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Text Box 14"/>
            <p:cNvSpPr txBox="1">
              <a:spLocks noChangeArrowheads="1"/>
            </p:cNvSpPr>
            <p:nvPr/>
          </p:nvSpPr>
          <p:spPr bwMode="auto">
            <a:xfrm>
              <a:off x="952" y="2507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solidFill>
                    <a:srgbClr val="00CC00"/>
                  </a:solidFill>
                  <a:latin typeface="Arial" pitchFamily="34" charset="0"/>
                </a:rPr>
                <a:t>D=0</a:t>
              </a:r>
            </a:p>
          </p:txBody>
        </p:sp>
      </p:grpSp>
      <p:grpSp>
        <p:nvGrpSpPr>
          <p:cNvPr id="23" name="Group 15"/>
          <p:cNvGrpSpPr>
            <a:grpSpLocks/>
          </p:cNvGrpSpPr>
          <p:nvPr/>
        </p:nvGrpSpPr>
        <p:grpSpPr bwMode="auto">
          <a:xfrm>
            <a:off x="3976688" y="2162175"/>
            <a:ext cx="1373187" cy="1476375"/>
            <a:chOff x="2379" y="2393"/>
            <a:chExt cx="865" cy="930"/>
          </a:xfrm>
        </p:grpSpPr>
        <p:sp>
          <p:nvSpPr>
            <p:cNvPr id="24" name="Arc 16"/>
            <p:cNvSpPr>
              <a:spLocks/>
            </p:cNvSpPr>
            <p:nvPr/>
          </p:nvSpPr>
          <p:spPr bwMode="auto">
            <a:xfrm rot="2964061" flipV="1">
              <a:off x="2432" y="2340"/>
              <a:ext cx="760" cy="865"/>
            </a:xfrm>
            <a:custGeom>
              <a:avLst/>
              <a:gdLst>
                <a:gd name="T0" fmla="*/ 0 w 21584"/>
                <a:gd name="T1" fmla="*/ 0 h 21574"/>
                <a:gd name="T2" fmla="*/ 0 w 21584"/>
                <a:gd name="T3" fmla="*/ 0 h 21574"/>
                <a:gd name="T4" fmla="*/ 0 w 21584"/>
                <a:gd name="T5" fmla="*/ 0 h 21574"/>
                <a:gd name="T6" fmla="*/ 0 60000 65536"/>
                <a:gd name="T7" fmla="*/ 0 60000 65536"/>
                <a:gd name="T8" fmla="*/ 0 60000 65536"/>
                <a:gd name="T9" fmla="*/ 0 w 21584"/>
                <a:gd name="T10" fmla="*/ 0 h 21574"/>
                <a:gd name="T11" fmla="*/ 21584 w 21584"/>
                <a:gd name="T12" fmla="*/ 21574 h 215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84" h="21574" fill="none" extrusionOk="0">
                  <a:moveTo>
                    <a:pt x="1054" y="-1"/>
                  </a:moveTo>
                  <a:cubicBezTo>
                    <a:pt x="12239" y="546"/>
                    <a:pt x="21152" y="9550"/>
                    <a:pt x="21583" y="20741"/>
                  </a:cubicBezTo>
                </a:path>
                <a:path w="21584" h="21574" stroke="0" extrusionOk="0">
                  <a:moveTo>
                    <a:pt x="1054" y="-1"/>
                  </a:moveTo>
                  <a:cubicBezTo>
                    <a:pt x="12239" y="546"/>
                    <a:pt x="21152" y="9550"/>
                    <a:pt x="21583" y="20741"/>
                  </a:cubicBezTo>
                  <a:lnTo>
                    <a:pt x="0" y="21574"/>
                  </a:lnTo>
                  <a:lnTo>
                    <a:pt x="1054" y="-1"/>
                  </a:lnTo>
                  <a:close/>
                </a:path>
              </a:pathLst>
            </a:custGeom>
            <a:noFill/>
            <a:ln w="28575">
              <a:solidFill>
                <a:srgbClr val="00CC00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Text Box 17"/>
            <p:cNvSpPr txBox="1">
              <a:spLocks noChangeArrowheads="1"/>
            </p:cNvSpPr>
            <p:nvPr/>
          </p:nvSpPr>
          <p:spPr bwMode="auto">
            <a:xfrm>
              <a:off x="2608" y="3035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solidFill>
                    <a:srgbClr val="00CC00"/>
                  </a:solidFill>
                  <a:latin typeface="Arial" pitchFamily="34" charset="0"/>
                </a:rPr>
                <a:t>D=0</a:t>
              </a:r>
            </a:p>
          </p:txBody>
        </p:sp>
      </p:grpSp>
      <p:grpSp>
        <p:nvGrpSpPr>
          <p:cNvPr id="26" name="Group 18"/>
          <p:cNvGrpSpPr>
            <a:grpSpLocks/>
          </p:cNvGrpSpPr>
          <p:nvPr/>
        </p:nvGrpSpPr>
        <p:grpSpPr bwMode="auto">
          <a:xfrm>
            <a:off x="5788025" y="2205038"/>
            <a:ext cx="1371600" cy="519112"/>
            <a:chOff x="3520" y="2420"/>
            <a:chExt cx="864" cy="327"/>
          </a:xfrm>
        </p:grpSpPr>
        <p:sp>
          <p:nvSpPr>
            <p:cNvPr id="27" name="Arc 19"/>
            <p:cNvSpPr>
              <a:spLocks/>
            </p:cNvSpPr>
            <p:nvPr/>
          </p:nvSpPr>
          <p:spPr bwMode="auto">
            <a:xfrm rot="-10578293">
              <a:off x="3520" y="2420"/>
              <a:ext cx="291" cy="327"/>
            </a:xfrm>
            <a:custGeom>
              <a:avLst/>
              <a:gdLst>
                <a:gd name="T0" fmla="*/ 0 w 37363"/>
                <a:gd name="T1" fmla="*/ 0 h 43200"/>
                <a:gd name="T2" fmla="*/ 0 w 37363"/>
                <a:gd name="T3" fmla="*/ 0 h 43200"/>
                <a:gd name="T4" fmla="*/ 0 w 37363"/>
                <a:gd name="T5" fmla="*/ 0 h 43200"/>
                <a:gd name="T6" fmla="*/ 0 60000 65536"/>
                <a:gd name="T7" fmla="*/ 0 60000 65536"/>
                <a:gd name="T8" fmla="*/ 0 60000 65536"/>
                <a:gd name="T9" fmla="*/ 0 w 37363"/>
                <a:gd name="T10" fmla="*/ 0 h 43200"/>
                <a:gd name="T11" fmla="*/ 37363 w 3736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63" h="43200" fill="none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</a:path>
                <a:path w="37363" h="43200" stroke="0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  <a:lnTo>
                    <a:pt x="21600" y="21600"/>
                  </a:lnTo>
                  <a:lnTo>
                    <a:pt x="37362" y="36367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Text Box 20"/>
            <p:cNvSpPr txBox="1">
              <a:spLocks noChangeArrowheads="1"/>
            </p:cNvSpPr>
            <p:nvPr/>
          </p:nvSpPr>
          <p:spPr bwMode="auto">
            <a:xfrm>
              <a:off x="3808" y="2459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solidFill>
                    <a:srgbClr val="FF3300"/>
                  </a:solidFill>
                  <a:latin typeface="Arial" pitchFamily="34" charset="0"/>
                </a:rPr>
                <a:t>D=1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3499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：锁存器和触发器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门控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锁存器波形图：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67200" y="41719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9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3" name="Picture 4" descr="0QV`I$B3MO{1}$VX5}}9ML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047750"/>
            <a:ext cx="6477000" cy="3065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椭圆 25"/>
          <p:cNvSpPr/>
          <p:nvPr/>
        </p:nvSpPr>
        <p:spPr>
          <a:xfrm>
            <a:off x="1371600" y="3257550"/>
            <a:ext cx="304800" cy="381000"/>
          </a:xfrm>
          <a:prstGeom prst="ellipse">
            <a:avLst/>
          </a:prstGeom>
          <a:solidFill>
            <a:srgbClr val="DBE4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：锁存器和触发器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828800" y="4476750"/>
            <a:ext cx="190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1  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门控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RS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锁存器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943600" y="4324350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9 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锁存器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752600" y="742950"/>
            <a:ext cx="2057400" cy="3602999"/>
            <a:chOff x="566" y="592"/>
            <a:chExt cx="1616" cy="2669"/>
          </a:xfrm>
        </p:grpSpPr>
        <p:sp>
          <p:nvSpPr>
            <p:cNvPr id="64" name="Line 4"/>
            <p:cNvSpPr>
              <a:spLocks noChangeShapeType="1"/>
            </p:cNvSpPr>
            <p:nvPr/>
          </p:nvSpPr>
          <p:spPr bwMode="auto">
            <a:xfrm>
              <a:off x="878" y="183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5" name="Line 5"/>
            <p:cNvSpPr>
              <a:spLocks noChangeShapeType="1"/>
            </p:cNvSpPr>
            <p:nvPr/>
          </p:nvSpPr>
          <p:spPr bwMode="auto">
            <a:xfrm>
              <a:off x="1790" y="183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graphicFrame>
          <p:nvGraphicFramePr>
            <p:cNvPr id="66" name="Object 6"/>
            <p:cNvGraphicFramePr>
              <a:graphicFrameLocks noChangeAspect="1"/>
            </p:cNvGraphicFramePr>
            <p:nvPr/>
          </p:nvGraphicFramePr>
          <p:xfrm>
            <a:off x="823" y="592"/>
            <a:ext cx="185" cy="254"/>
          </p:xfrm>
          <a:graphic>
            <a:graphicData uri="http://schemas.openxmlformats.org/presentationml/2006/ole">
              <p:oleObj spid="_x0000_s129026" name="公式" r:id="rId3" imgW="165028" imgH="228501" progId="">
                <p:embed/>
              </p:oleObj>
            </a:graphicData>
          </a:graphic>
        </p:graphicFrame>
        <p:sp>
          <p:nvSpPr>
            <p:cNvPr id="67" name="Line 7"/>
            <p:cNvSpPr>
              <a:spLocks noChangeShapeType="1"/>
            </p:cNvSpPr>
            <p:nvPr/>
          </p:nvSpPr>
          <p:spPr bwMode="auto">
            <a:xfrm>
              <a:off x="974" y="183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8" name="Line 8"/>
            <p:cNvSpPr>
              <a:spLocks noChangeShapeType="1"/>
            </p:cNvSpPr>
            <p:nvPr/>
          </p:nvSpPr>
          <p:spPr bwMode="auto">
            <a:xfrm>
              <a:off x="1694" y="183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9" name="Line 9"/>
            <p:cNvSpPr>
              <a:spLocks noChangeShapeType="1"/>
            </p:cNvSpPr>
            <p:nvPr/>
          </p:nvSpPr>
          <p:spPr bwMode="auto">
            <a:xfrm>
              <a:off x="974" y="1977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0" name="Line 10"/>
            <p:cNvSpPr>
              <a:spLocks noChangeShapeType="1"/>
            </p:cNvSpPr>
            <p:nvPr/>
          </p:nvSpPr>
          <p:spPr bwMode="auto">
            <a:xfrm flipV="1">
              <a:off x="1790" y="87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1" name="Line 11"/>
            <p:cNvSpPr>
              <a:spLocks noChangeShapeType="1"/>
            </p:cNvSpPr>
            <p:nvPr/>
          </p:nvSpPr>
          <p:spPr bwMode="auto">
            <a:xfrm flipV="1">
              <a:off x="1166" y="1065"/>
              <a:ext cx="384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2" name="Line 12"/>
            <p:cNvSpPr>
              <a:spLocks noChangeShapeType="1"/>
            </p:cNvSpPr>
            <p:nvPr/>
          </p:nvSpPr>
          <p:spPr bwMode="auto">
            <a:xfrm>
              <a:off x="1502" y="1977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3" name="Line 13"/>
            <p:cNvSpPr>
              <a:spLocks noChangeShapeType="1"/>
            </p:cNvSpPr>
            <p:nvPr/>
          </p:nvSpPr>
          <p:spPr bwMode="auto">
            <a:xfrm flipH="1" flipV="1">
              <a:off x="1166" y="1065"/>
              <a:ext cx="336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4" name="Line 14"/>
            <p:cNvSpPr>
              <a:spLocks noChangeShapeType="1"/>
            </p:cNvSpPr>
            <p:nvPr/>
          </p:nvSpPr>
          <p:spPr bwMode="auto">
            <a:xfrm>
              <a:off x="1550" y="1065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5" name="Line 15"/>
            <p:cNvSpPr>
              <a:spLocks noChangeShapeType="1"/>
            </p:cNvSpPr>
            <p:nvPr/>
          </p:nvSpPr>
          <p:spPr bwMode="auto">
            <a:xfrm>
              <a:off x="926" y="1065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6" name="Line 16"/>
            <p:cNvSpPr>
              <a:spLocks noChangeShapeType="1"/>
            </p:cNvSpPr>
            <p:nvPr/>
          </p:nvSpPr>
          <p:spPr bwMode="auto">
            <a:xfrm flipV="1">
              <a:off x="926" y="87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graphicFrame>
          <p:nvGraphicFramePr>
            <p:cNvPr id="77" name="Object 17"/>
            <p:cNvGraphicFramePr>
              <a:graphicFrameLocks noChangeAspect="1"/>
            </p:cNvGraphicFramePr>
            <p:nvPr/>
          </p:nvGraphicFramePr>
          <p:xfrm>
            <a:off x="1687" y="640"/>
            <a:ext cx="182" cy="210"/>
          </p:xfrm>
          <a:graphic>
            <a:graphicData uri="http://schemas.openxmlformats.org/presentationml/2006/ole">
              <p:oleObj spid="_x0000_s129027" name="公式" r:id="rId4" imgW="164957" imgH="190335" progId="">
                <p:embed/>
              </p:oleObj>
            </a:graphicData>
          </a:graphic>
        </p:graphicFrame>
        <p:sp>
          <p:nvSpPr>
            <p:cNvPr id="78" name="Text Box 18"/>
            <p:cNvSpPr txBox="1">
              <a:spLocks noChangeArrowheads="1"/>
            </p:cNvSpPr>
            <p:nvPr/>
          </p:nvSpPr>
          <p:spPr bwMode="auto">
            <a:xfrm>
              <a:off x="830" y="1449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4</a:t>
              </a:r>
            </a:p>
          </p:txBody>
        </p:sp>
        <p:sp>
          <p:nvSpPr>
            <p:cNvPr id="79" name="Text Box 19"/>
            <p:cNvSpPr txBox="1">
              <a:spLocks noChangeArrowheads="1"/>
            </p:cNvSpPr>
            <p:nvPr/>
          </p:nvSpPr>
          <p:spPr bwMode="auto">
            <a:xfrm>
              <a:off x="1694" y="1401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3</a:t>
              </a:r>
            </a:p>
          </p:txBody>
        </p:sp>
        <p:sp>
          <p:nvSpPr>
            <p:cNvPr id="80" name="Line 20"/>
            <p:cNvSpPr>
              <a:spLocks noChangeShapeType="1"/>
            </p:cNvSpPr>
            <p:nvPr/>
          </p:nvSpPr>
          <p:spPr bwMode="auto">
            <a:xfrm>
              <a:off x="782" y="279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1" name="Line 21"/>
            <p:cNvSpPr>
              <a:spLocks noChangeShapeType="1"/>
            </p:cNvSpPr>
            <p:nvPr/>
          </p:nvSpPr>
          <p:spPr bwMode="auto">
            <a:xfrm>
              <a:off x="1838" y="2793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2" name="Line 22"/>
            <p:cNvSpPr>
              <a:spLocks noChangeShapeType="1"/>
            </p:cNvSpPr>
            <p:nvPr/>
          </p:nvSpPr>
          <p:spPr bwMode="auto">
            <a:xfrm>
              <a:off x="926" y="279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3" name="Line 23"/>
            <p:cNvSpPr>
              <a:spLocks noChangeShapeType="1"/>
            </p:cNvSpPr>
            <p:nvPr/>
          </p:nvSpPr>
          <p:spPr bwMode="auto">
            <a:xfrm>
              <a:off x="1694" y="2793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4" name="Line 24"/>
            <p:cNvSpPr>
              <a:spLocks noChangeShapeType="1"/>
            </p:cNvSpPr>
            <p:nvPr/>
          </p:nvSpPr>
          <p:spPr bwMode="auto">
            <a:xfrm flipH="1">
              <a:off x="926" y="2937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5" name="Line 25"/>
            <p:cNvSpPr>
              <a:spLocks noChangeShapeType="1"/>
            </p:cNvSpPr>
            <p:nvPr/>
          </p:nvSpPr>
          <p:spPr bwMode="auto">
            <a:xfrm>
              <a:off x="1310" y="2937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6" name="Text Box 26"/>
            <p:cNvSpPr txBox="1">
              <a:spLocks noChangeArrowheads="1"/>
            </p:cNvSpPr>
            <p:nvPr/>
          </p:nvSpPr>
          <p:spPr bwMode="auto">
            <a:xfrm>
              <a:off x="1212" y="2805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  <a:cs typeface="Times New Roman" pitchFamily="18" charset="0"/>
                </a:rPr>
                <a:t>•</a:t>
              </a:r>
              <a:endParaRPr lang="en-US" altLang="zh-CN" sz="1600" i="0" dirty="0">
                <a:latin typeface="Times New Roman" pitchFamily="18" charset="0"/>
              </a:endParaRPr>
            </a:p>
          </p:txBody>
        </p:sp>
        <p:sp>
          <p:nvSpPr>
            <p:cNvPr id="87" name="Text Box 27"/>
            <p:cNvSpPr txBox="1">
              <a:spLocks noChangeArrowheads="1"/>
            </p:cNvSpPr>
            <p:nvPr/>
          </p:nvSpPr>
          <p:spPr bwMode="auto">
            <a:xfrm>
              <a:off x="782" y="2466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 dirty="0">
                  <a:solidFill>
                    <a:srgbClr val="0000FF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88" name="Text Box 28"/>
            <p:cNvSpPr txBox="1">
              <a:spLocks noChangeArrowheads="1"/>
            </p:cNvSpPr>
            <p:nvPr/>
          </p:nvSpPr>
          <p:spPr bwMode="auto">
            <a:xfrm>
              <a:off x="1694" y="2418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0">
                  <a:solidFill>
                    <a:srgbClr val="0000FF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89" name="Text Box 29"/>
            <p:cNvSpPr txBox="1">
              <a:spLocks noChangeArrowheads="1"/>
            </p:cNvSpPr>
            <p:nvPr/>
          </p:nvSpPr>
          <p:spPr bwMode="auto">
            <a:xfrm>
              <a:off x="1166" y="3033"/>
              <a:ext cx="417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EN</a:t>
              </a:r>
            </a:p>
          </p:txBody>
        </p:sp>
        <p:sp>
          <p:nvSpPr>
            <p:cNvPr id="90" name="Text Box 30"/>
            <p:cNvSpPr txBox="1">
              <a:spLocks noChangeArrowheads="1"/>
            </p:cNvSpPr>
            <p:nvPr/>
          </p:nvSpPr>
          <p:spPr bwMode="auto">
            <a:xfrm>
              <a:off x="823" y="933"/>
              <a:ext cx="21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</a:rPr>
                <a:t>•</a:t>
              </a:r>
              <a:endParaRPr lang="en-US" altLang="zh-CN" sz="1600" i="0" dirty="0">
                <a:ea typeface="楷体_GB2312" pitchFamily="49" charset="-122"/>
              </a:endParaRPr>
            </a:p>
          </p:txBody>
        </p:sp>
        <p:sp>
          <p:nvSpPr>
            <p:cNvPr id="91" name="Text Box 31"/>
            <p:cNvSpPr txBox="1">
              <a:spLocks noChangeArrowheads="1"/>
            </p:cNvSpPr>
            <p:nvPr/>
          </p:nvSpPr>
          <p:spPr bwMode="auto">
            <a:xfrm>
              <a:off x="1690" y="933"/>
              <a:ext cx="21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i="0" dirty="0">
                  <a:latin typeface="Times New Roman" pitchFamily="18" charset="0"/>
                </a:rPr>
                <a:t>•</a:t>
              </a:r>
              <a:endParaRPr lang="en-US" altLang="zh-CN" sz="1600" i="0" dirty="0">
                <a:ea typeface="楷体_GB2312" pitchFamily="49" charset="-122"/>
              </a:endParaRPr>
            </a:p>
          </p:txBody>
        </p:sp>
        <p:sp>
          <p:nvSpPr>
            <p:cNvPr id="92" name="Oval 32"/>
            <p:cNvSpPr>
              <a:spLocks noChangeArrowheads="1"/>
            </p:cNvSpPr>
            <p:nvPr/>
          </p:nvSpPr>
          <p:spPr bwMode="auto">
            <a:xfrm>
              <a:off x="1742" y="1209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3" name="Oval 33"/>
            <p:cNvSpPr>
              <a:spLocks noChangeArrowheads="1"/>
            </p:cNvSpPr>
            <p:nvPr/>
          </p:nvSpPr>
          <p:spPr bwMode="auto">
            <a:xfrm>
              <a:off x="886" y="1209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4" name="AutoShape 34"/>
            <p:cNvSpPr>
              <a:spLocks noChangeArrowheads="1"/>
            </p:cNvSpPr>
            <p:nvPr/>
          </p:nvSpPr>
          <p:spPr bwMode="auto">
            <a:xfrm rot="-5400000">
              <a:off x="662" y="1329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5" name="AutoShape 35"/>
            <p:cNvSpPr>
              <a:spLocks noChangeArrowheads="1"/>
            </p:cNvSpPr>
            <p:nvPr/>
          </p:nvSpPr>
          <p:spPr bwMode="auto">
            <a:xfrm rot="-5400000">
              <a:off x="1526" y="1329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6" name="Oval 36"/>
            <p:cNvSpPr>
              <a:spLocks noChangeArrowheads="1"/>
            </p:cNvSpPr>
            <p:nvPr/>
          </p:nvSpPr>
          <p:spPr bwMode="auto">
            <a:xfrm>
              <a:off x="1742" y="2177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7" name="AutoShape 37"/>
            <p:cNvSpPr>
              <a:spLocks noChangeArrowheads="1"/>
            </p:cNvSpPr>
            <p:nvPr/>
          </p:nvSpPr>
          <p:spPr bwMode="auto">
            <a:xfrm rot="-5400000">
              <a:off x="1526" y="2297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8" name="Oval 38"/>
            <p:cNvSpPr>
              <a:spLocks noChangeArrowheads="1"/>
            </p:cNvSpPr>
            <p:nvPr/>
          </p:nvSpPr>
          <p:spPr bwMode="auto">
            <a:xfrm>
              <a:off x="822" y="2177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99" name="AutoShape 39"/>
            <p:cNvSpPr>
              <a:spLocks noChangeArrowheads="1"/>
            </p:cNvSpPr>
            <p:nvPr/>
          </p:nvSpPr>
          <p:spPr bwMode="auto">
            <a:xfrm rot="-5400000">
              <a:off x="606" y="2297"/>
              <a:ext cx="512" cy="480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600"/>
            </a:p>
          </p:txBody>
        </p:sp>
        <p:sp>
          <p:nvSpPr>
            <p:cNvPr id="100" name="Text Box 40"/>
            <p:cNvSpPr txBox="1">
              <a:spLocks noChangeArrowheads="1"/>
            </p:cNvSpPr>
            <p:nvPr/>
          </p:nvSpPr>
          <p:spPr bwMode="auto">
            <a:xfrm>
              <a:off x="566" y="2985"/>
              <a:ext cx="3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R</a:t>
              </a:r>
            </a:p>
          </p:txBody>
        </p:sp>
        <p:sp>
          <p:nvSpPr>
            <p:cNvPr id="101" name="Text Box 41"/>
            <p:cNvSpPr txBox="1">
              <a:spLocks noChangeArrowheads="1"/>
            </p:cNvSpPr>
            <p:nvPr/>
          </p:nvSpPr>
          <p:spPr bwMode="auto">
            <a:xfrm>
              <a:off x="1846" y="3005"/>
              <a:ext cx="3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i="0" dirty="0">
                  <a:latin typeface="Arial" pitchFamily="34" charset="0"/>
                </a:rPr>
                <a:t>S</a:t>
              </a:r>
            </a:p>
          </p:txBody>
        </p:sp>
      </p:grpSp>
      <p:pic>
        <p:nvPicPr>
          <p:cNvPr id="129028" name="Picture 4" descr="C:\Users\hfutliujun\AppData\Roaming\Tencent\Users\350654676\QQ\WinTemp\RichOle\S175E[((4NX46O47KX7I8XH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57800" y="666750"/>
            <a:ext cx="2466975" cy="3543300"/>
          </a:xfrm>
          <a:prstGeom prst="rect">
            <a:avLst/>
          </a:prstGeom>
          <a:noFill/>
        </p:spPr>
      </p:pic>
      <p:sp>
        <p:nvSpPr>
          <p:cNvPr id="149" name="Text Box 27"/>
          <p:cNvSpPr txBox="1">
            <a:spLocks noChangeArrowheads="1"/>
          </p:cNvSpPr>
          <p:nvPr/>
        </p:nvSpPr>
        <p:spPr bwMode="auto">
          <a:xfrm>
            <a:off x="5667295" y="2800350"/>
            <a:ext cx="488887" cy="31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i="0" dirty="0">
                <a:solidFill>
                  <a:srgbClr val="0000FF"/>
                </a:solidFill>
                <a:latin typeface="Arial" pitchFamily="34" charset="0"/>
              </a:rPr>
              <a:t>2</a:t>
            </a:r>
          </a:p>
        </p:txBody>
      </p:sp>
      <p:sp>
        <p:nvSpPr>
          <p:cNvPr id="150" name="Text Box 28"/>
          <p:cNvSpPr txBox="1">
            <a:spLocks noChangeArrowheads="1"/>
          </p:cNvSpPr>
          <p:nvPr/>
        </p:nvSpPr>
        <p:spPr bwMode="auto">
          <a:xfrm>
            <a:off x="7131113" y="2800350"/>
            <a:ext cx="488887" cy="31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i="0" dirty="0">
                <a:solidFill>
                  <a:srgbClr val="0000FF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51" name="Text Box 27"/>
          <p:cNvSpPr txBox="1">
            <a:spLocks noChangeArrowheads="1"/>
          </p:cNvSpPr>
          <p:nvPr/>
        </p:nvSpPr>
        <p:spPr bwMode="auto">
          <a:xfrm>
            <a:off x="5791200" y="1733550"/>
            <a:ext cx="48888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i="0" dirty="0" smtClean="0">
                <a:solidFill>
                  <a:srgbClr val="0000FF"/>
                </a:solidFill>
                <a:latin typeface="Arial" pitchFamily="34" charset="0"/>
              </a:rPr>
              <a:t>4</a:t>
            </a:r>
            <a:endParaRPr lang="en-US" altLang="zh-CN" sz="1600" b="1" i="0" dirty="0">
              <a:solidFill>
                <a:srgbClr val="0000FF"/>
              </a:solidFill>
              <a:latin typeface="Arial" pitchFamily="34" charset="0"/>
            </a:endParaRPr>
          </a:p>
        </p:txBody>
      </p:sp>
      <p:sp>
        <p:nvSpPr>
          <p:cNvPr id="152" name="Text Box 28"/>
          <p:cNvSpPr txBox="1">
            <a:spLocks noChangeArrowheads="1"/>
          </p:cNvSpPr>
          <p:nvPr/>
        </p:nvSpPr>
        <p:spPr bwMode="auto">
          <a:xfrm>
            <a:off x="6934200" y="1733550"/>
            <a:ext cx="48888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i="0" dirty="0" smtClean="0">
                <a:solidFill>
                  <a:srgbClr val="0000FF"/>
                </a:solidFill>
                <a:latin typeface="Arial" pitchFamily="34" charset="0"/>
              </a:rPr>
              <a:t>3</a:t>
            </a:r>
            <a:endParaRPr lang="en-US" altLang="zh-CN" sz="1600" b="1" i="0" dirty="0">
              <a:solidFill>
                <a:srgbClr val="0000FF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149" grpId="0"/>
      <p:bldP spid="150" grpId="0"/>
      <p:bldP spid="151" grpId="0"/>
      <p:bldP spid="15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：锁存器和触发器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锁存器：特征方程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38200" y="3943350"/>
            <a:ext cx="152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9 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锁存器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29028" name="Picture 4" descr="C:\Users\hfutliujun\AppData\Roaming\Tencent\Users\350654676\QQ\WinTemp\RichOle\S175E[((4NX46O47KX7I8XH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7656" y="1047750"/>
            <a:ext cx="1962969" cy="2819400"/>
          </a:xfrm>
          <a:prstGeom prst="rect">
            <a:avLst/>
          </a:prstGeom>
          <a:noFill/>
        </p:spPr>
      </p:pic>
      <p:sp>
        <p:nvSpPr>
          <p:cNvPr id="149" name="Text Box 27"/>
          <p:cNvSpPr txBox="1">
            <a:spLocks noChangeArrowheads="1"/>
          </p:cNvSpPr>
          <p:nvPr/>
        </p:nvSpPr>
        <p:spPr bwMode="auto">
          <a:xfrm>
            <a:off x="813166" y="2685735"/>
            <a:ext cx="30201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i="0" dirty="0">
                <a:solidFill>
                  <a:srgbClr val="0000FF"/>
                </a:solidFill>
                <a:latin typeface="Arial" pitchFamily="34" charset="0"/>
              </a:rPr>
              <a:t>2</a:t>
            </a:r>
          </a:p>
        </p:txBody>
      </p:sp>
      <p:sp>
        <p:nvSpPr>
          <p:cNvPr id="150" name="Text Box 28"/>
          <p:cNvSpPr txBox="1">
            <a:spLocks noChangeArrowheads="1"/>
          </p:cNvSpPr>
          <p:nvPr/>
        </p:nvSpPr>
        <p:spPr bwMode="auto">
          <a:xfrm>
            <a:off x="1981200" y="2724150"/>
            <a:ext cx="30201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i="0" dirty="0">
                <a:solidFill>
                  <a:srgbClr val="0000FF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51" name="Text Box 27"/>
          <p:cNvSpPr txBox="1">
            <a:spLocks noChangeArrowheads="1"/>
          </p:cNvSpPr>
          <p:nvPr/>
        </p:nvSpPr>
        <p:spPr bwMode="auto">
          <a:xfrm>
            <a:off x="970714" y="1817307"/>
            <a:ext cx="30201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i="0" dirty="0" smtClean="0">
                <a:solidFill>
                  <a:srgbClr val="0000FF"/>
                </a:solidFill>
                <a:latin typeface="Arial" pitchFamily="34" charset="0"/>
              </a:rPr>
              <a:t>4</a:t>
            </a:r>
            <a:endParaRPr lang="en-US" altLang="zh-CN" sz="1600" b="1" i="0" dirty="0">
              <a:solidFill>
                <a:srgbClr val="0000FF"/>
              </a:solidFill>
              <a:latin typeface="Arial" pitchFamily="34" charset="0"/>
            </a:endParaRPr>
          </a:p>
        </p:txBody>
      </p:sp>
      <p:sp>
        <p:nvSpPr>
          <p:cNvPr id="152" name="Text Box 28"/>
          <p:cNvSpPr txBox="1">
            <a:spLocks noChangeArrowheads="1"/>
          </p:cNvSpPr>
          <p:nvPr/>
        </p:nvSpPr>
        <p:spPr bwMode="auto">
          <a:xfrm>
            <a:off x="1828800" y="1809750"/>
            <a:ext cx="30201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i="0" dirty="0" smtClean="0">
                <a:solidFill>
                  <a:srgbClr val="0000FF"/>
                </a:solidFill>
                <a:latin typeface="Arial" pitchFamily="34" charset="0"/>
              </a:rPr>
              <a:t>3</a:t>
            </a:r>
            <a:endParaRPr lang="en-US" altLang="zh-CN" sz="1600" b="1" i="0" dirty="0">
              <a:solidFill>
                <a:srgbClr val="0000FF"/>
              </a:solidFill>
              <a:latin typeface="Arial" pitchFamily="34" charset="0"/>
            </a:endParaRPr>
          </a:p>
        </p:txBody>
      </p:sp>
      <p:graphicFrame>
        <p:nvGraphicFramePr>
          <p:cNvPr id="132100" name="Object 4"/>
          <p:cNvGraphicFramePr>
            <a:graphicFrameLocks noChangeAspect="1"/>
          </p:cNvGraphicFramePr>
          <p:nvPr/>
        </p:nvGraphicFramePr>
        <p:xfrm>
          <a:off x="4343400" y="1657350"/>
          <a:ext cx="685800" cy="330200"/>
        </p:xfrm>
        <a:graphic>
          <a:graphicData uri="http://schemas.openxmlformats.org/presentationml/2006/ole">
            <p:oleObj spid="_x0000_s132100" name="Equation" r:id="rId4" imgW="685800" imgH="330120" progId="Equation.DSMT4">
              <p:embed/>
            </p:oleObj>
          </a:graphicData>
        </a:graphic>
      </p:graphicFrame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4114800" y="895350"/>
            <a:ext cx="27368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b="1" i="0" dirty="0" smtClean="0">
                <a:latin typeface="微软雅黑" pitchFamily="34" charset="-122"/>
                <a:ea typeface="微软雅黑" pitchFamily="34" charset="-122"/>
              </a:rPr>
              <a:t>RS</a:t>
            </a: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锁存器：</a:t>
            </a:r>
          </a:p>
        </p:txBody>
      </p:sp>
      <p:graphicFrame>
        <p:nvGraphicFramePr>
          <p:cNvPr id="53" name="Object 51"/>
          <p:cNvGraphicFramePr>
            <a:graphicFrameLocks noChangeAspect="1"/>
          </p:cNvGraphicFramePr>
          <p:nvPr/>
        </p:nvGraphicFramePr>
        <p:xfrm>
          <a:off x="5456238" y="750888"/>
          <a:ext cx="2055812" cy="601662"/>
        </p:xfrm>
        <a:graphic>
          <a:graphicData uri="http://schemas.openxmlformats.org/presentationml/2006/ole">
            <p:oleObj spid="_x0000_s132102" name="Equation" r:id="rId5" imgW="2171520" imgH="634680" progId="Equation.DSMT4">
              <p:embed/>
            </p:oleObj>
          </a:graphicData>
        </a:graphic>
      </p:graphicFrame>
      <p:graphicFrame>
        <p:nvGraphicFramePr>
          <p:cNvPr id="132103" name="Object 7"/>
          <p:cNvGraphicFramePr>
            <a:graphicFrameLocks noChangeAspect="1"/>
          </p:cNvGraphicFramePr>
          <p:nvPr/>
        </p:nvGraphicFramePr>
        <p:xfrm>
          <a:off x="5422900" y="1638300"/>
          <a:ext cx="660400" cy="368300"/>
        </p:xfrm>
        <a:graphic>
          <a:graphicData uri="http://schemas.openxmlformats.org/presentationml/2006/ole">
            <p:oleObj spid="_x0000_s132103" name="Equation" r:id="rId6" imgW="660240" imgH="368280" progId="Equation.DSMT4">
              <p:embed/>
            </p:oleObj>
          </a:graphicData>
        </a:graphic>
      </p:graphicFrame>
      <p:graphicFrame>
        <p:nvGraphicFramePr>
          <p:cNvPr id="132104" name="Object 8"/>
          <p:cNvGraphicFramePr>
            <a:graphicFrameLocks noChangeAspect="1"/>
          </p:cNvGraphicFramePr>
          <p:nvPr/>
        </p:nvGraphicFramePr>
        <p:xfrm>
          <a:off x="4343400" y="2241550"/>
          <a:ext cx="1689100" cy="330200"/>
        </p:xfrm>
        <a:graphic>
          <a:graphicData uri="http://schemas.openxmlformats.org/presentationml/2006/ole">
            <p:oleObj spid="_x0000_s132104" name="Equation" r:id="rId7" imgW="1688760" imgH="330120" progId="Equation.DSMT4">
              <p:embed/>
            </p:oleObj>
          </a:graphicData>
        </a:graphic>
      </p:graphicFrame>
      <p:graphicFrame>
        <p:nvGraphicFramePr>
          <p:cNvPr id="132105" name="Object 9"/>
          <p:cNvGraphicFramePr>
            <a:graphicFrameLocks noChangeAspect="1"/>
          </p:cNvGraphicFramePr>
          <p:nvPr/>
        </p:nvGraphicFramePr>
        <p:xfrm>
          <a:off x="4724400" y="3028950"/>
          <a:ext cx="1117600" cy="330200"/>
        </p:xfrm>
        <a:graphic>
          <a:graphicData uri="http://schemas.openxmlformats.org/presentationml/2006/ole">
            <p:oleObj spid="_x0000_s132105" name="Equation" r:id="rId8" imgW="1117440" imgH="330120" progId="Equation.DSMT4">
              <p:embed/>
            </p:oleObj>
          </a:graphicData>
        </a:graphic>
      </p:graphicFrame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4343400" y="3943350"/>
            <a:ext cx="39608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b="1" i="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400" b="1" i="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锁存器</a:t>
            </a:r>
            <a:r>
              <a:rPr lang="zh-CN" altLang="en-US" sz="1400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没有约束条件</a:t>
            </a: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4029075" y="3594100"/>
            <a:ext cx="18002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约束条件：</a:t>
            </a:r>
          </a:p>
        </p:txBody>
      </p:sp>
      <p:graphicFrame>
        <p:nvGraphicFramePr>
          <p:cNvPr id="59" name="Object 54"/>
          <p:cNvGraphicFramePr>
            <a:graphicFrameLocks noChangeAspect="1"/>
          </p:cNvGraphicFramePr>
          <p:nvPr/>
        </p:nvGraphicFramePr>
        <p:xfrm>
          <a:off x="5029200" y="3562350"/>
          <a:ext cx="1903413" cy="336550"/>
        </p:xfrm>
        <a:graphic>
          <a:graphicData uri="http://schemas.openxmlformats.org/presentationml/2006/ole">
            <p:oleObj spid="_x0000_s132106" name="Equation" r:id="rId9" imgW="1866600" imgH="330120" progId="Equation.DSMT4">
              <p:embed/>
            </p:oleObj>
          </a:graphicData>
        </a:graphic>
      </p:graphicFrame>
      <p:graphicFrame>
        <p:nvGraphicFramePr>
          <p:cNvPr id="132107" name="Object 11"/>
          <p:cNvGraphicFramePr>
            <a:graphicFrameLocks noChangeAspect="1"/>
          </p:cNvGraphicFramePr>
          <p:nvPr/>
        </p:nvGraphicFramePr>
        <p:xfrm>
          <a:off x="4648200" y="2647950"/>
          <a:ext cx="1612900" cy="330200"/>
        </p:xfrm>
        <a:graphic>
          <a:graphicData uri="http://schemas.openxmlformats.org/presentationml/2006/ole">
            <p:oleObj spid="_x0000_s132107" name="Equation" r:id="rId10" imgW="1612800" imgH="33012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2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2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：锁存器和触发器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锁存器功能表：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 Box 85"/>
          <p:cNvSpPr txBox="1">
            <a:spLocks noChangeArrowheads="1"/>
          </p:cNvSpPr>
          <p:nvPr/>
        </p:nvSpPr>
        <p:spPr bwMode="auto">
          <a:xfrm>
            <a:off x="3200400" y="819150"/>
            <a:ext cx="116730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表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4  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功能表</a:t>
            </a:r>
          </a:p>
        </p:txBody>
      </p:sp>
      <p:pic>
        <p:nvPicPr>
          <p:cNvPr id="133125" name="Picture 5" descr="C:\Users\hfutliujun\AppData\Roaming\Tencent\Users\350654676\QQ\WinTemp\RichOle\5OK2KX~93AIE%0(M{~1Q77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123950"/>
            <a:ext cx="4918376" cy="37052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：锁存器和触发器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锁存器状态图：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3"/>
          <p:cNvGrpSpPr>
            <a:grpSpLocks/>
          </p:cNvGrpSpPr>
          <p:nvPr/>
        </p:nvGrpSpPr>
        <p:grpSpPr bwMode="auto">
          <a:xfrm>
            <a:off x="2816225" y="2114550"/>
            <a:ext cx="609600" cy="609600"/>
            <a:chOff x="1672" y="1778"/>
            <a:chExt cx="384" cy="384"/>
          </a:xfrm>
        </p:grpSpPr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1672" y="1778"/>
              <a:ext cx="384" cy="384"/>
            </a:xfrm>
            <a:prstGeom prst="ellipse">
              <a:avLst/>
            </a:prstGeom>
            <a:solidFill>
              <a:srgbClr val="00CC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1752" y="1834"/>
              <a:ext cx="24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latin typeface="Arial" pitchFamily="34" charset="0"/>
                </a:rPr>
                <a:t>0</a:t>
              </a:r>
            </a:p>
          </p:txBody>
        </p:sp>
      </p:grpSp>
      <p:grpSp>
        <p:nvGrpSpPr>
          <p:cNvPr id="11" name="Group 6"/>
          <p:cNvGrpSpPr>
            <a:grpSpLocks/>
          </p:cNvGrpSpPr>
          <p:nvPr/>
        </p:nvGrpSpPr>
        <p:grpSpPr bwMode="auto">
          <a:xfrm>
            <a:off x="4721225" y="2114550"/>
            <a:ext cx="609600" cy="609600"/>
            <a:chOff x="2872" y="1778"/>
            <a:chExt cx="384" cy="384"/>
          </a:xfrm>
        </p:grpSpPr>
        <p:sp>
          <p:nvSpPr>
            <p:cNvPr id="12" name="Oval 7"/>
            <p:cNvSpPr>
              <a:spLocks noChangeArrowheads="1"/>
            </p:cNvSpPr>
            <p:nvPr/>
          </p:nvSpPr>
          <p:spPr bwMode="auto">
            <a:xfrm>
              <a:off x="2872" y="1778"/>
              <a:ext cx="384" cy="384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3" name="Text Box 8"/>
            <p:cNvSpPr txBox="1">
              <a:spLocks noChangeArrowheads="1"/>
            </p:cNvSpPr>
            <p:nvPr/>
          </p:nvSpPr>
          <p:spPr bwMode="auto">
            <a:xfrm>
              <a:off x="2960" y="184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latin typeface="Arial" pitchFamily="34" charset="0"/>
                </a:rPr>
                <a:t>1</a:t>
              </a:r>
            </a:p>
          </p:txBody>
        </p:sp>
      </p:grpSp>
      <p:grpSp>
        <p:nvGrpSpPr>
          <p:cNvPr id="14" name="Group 9"/>
          <p:cNvGrpSpPr>
            <a:grpSpLocks/>
          </p:cNvGrpSpPr>
          <p:nvPr/>
        </p:nvGrpSpPr>
        <p:grpSpPr bwMode="auto">
          <a:xfrm>
            <a:off x="3352800" y="1352550"/>
            <a:ext cx="1423988" cy="1401763"/>
            <a:chOff x="2010" y="1298"/>
            <a:chExt cx="897" cy="883"/>
          </a:xfrm>
        </p:grpSpPr>
        <p:sp>
          <p:nvSpPr>
            <p:cNvPr id="15" name="Arc 10"/>
            <p:cNvSpPr>
              <a:spLocks/>
            </p:cNvSpPr>
            <p:nvPr/>
          </p:nvSpPr>
          <p:spPr bwMode="auto">
            <a:xfrm rot="13927233" flipV="1">
              <a:off x="2078" y="1352"/>
              <a:ext cx="761" cy="897"/>
            </a:xfrm>
            <a:custGeom>
              <a:avLst/>
              <a:gdLst>
                <a:gd name="T0" fmla="*/ 0 w 21600"/>
                <a:gd name="T1" fmla="*/ 0 h 25215"/>
                <a:gd name="T2" fmla="*/ 0 w 21600"/>
                <a:gd name="T3" fmla="*/ 0 h 25215"/>
                <a:gd name="T4" fmla="*/ 0 w 21600"/>
                <a:gd name="T5" fmla="*/ 0 h 2521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215"/>
                <a:gd name="T11" fmla="*/ 21600 w 21600"/>
                <a:gd name="T12" fmla="*/ 25215 h 252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215" fill="none" extrusionOk="0">
                  <a:moveTo>
                    <a:pt x="2034" y="0"/>
                  </a:moveTo>
                  <a:cubicBezTo>
                    <a:pt x="13126" y="1049"/>
                    <a:pt x="21600" y="10362"/>
                    <a:pt x="21600" y="21504"/>
                  </a:cubicBezTo>
                  <a:cubicBezTo>
                    <a:pt x="21600" y="22747"/>
                    <a:pt x="21492" y="23989"/>
                    <a:pt x="21278" y="25214"/>
                  </a:cubicBezTo>
                </a:path>
                <a:path w="21600" h="25215" stroke="0" extrusionOk="0">
                  <a:moveTo>
                    <a:pt x="2034" y="0"/>
                  </a:moveTo>
                  <a:cubicBezTo>
                    <a:pt x="13126" y="1049"/>
                    <a:pt x="21600" y="10362"/>
                    <a:pt x="21600" y="21504"/>
                  </a:cubicBezTo>
                  <a:cubicBezTo>
                    <a:pt x="21600" y="22747"/>
                    <a:pt x="21492" y="23989"/>
                    <a:pt x="21278" y="25214"/>
                  </a:cubicBezTo>
                  <a:lnTo>
                    <a:pt x="0" y="21504"/>
                  </a:lnTo>
                  <a:lnTo>
                    <a:pt x="2034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Text Box 11"/>
            <p:cNvSpPr txBox="1">
              <a:spLocks noChangeArrowheads="1"/>
            </p:cNvSpPr>
            <p:nvPr/>
          </p:nvSpPr>
          <p:spPr bwMode="auto">
            <a:xfrm>
              <a:off x="2090" y="1298"/>
              <a:ext cx="81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solidFill>
                    <a:srgbClr val="FF3300"/>
                  </a:solidFill>
                  <a:latin typeface="Arial" pitchFamily="34" charset="0"/>
                </a:rPr>
                <a:t>JK=1</a:t>
              </a:r>
              <a:r>
                <a:rPr lang="en-US" altLang="zh-CN" b="1" i="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</a:rPr>
                <a:t>×</a:t>
              </a:r>
            </a:p>
          </p:txBody>
        </p:sp>
      </p:grpSp>
      <p:grpSp>
        <p:nvGrpSpPr>
          <p:cNvPr id="17" name="Group 12"/>
          <p:cNvGrpSpPr>
            <a:grpSpLocks/>
          </p:cNvGrpSpPr>
          <p:nvPr/>
        </p:nvGrpSpPr>
        <p:grpSpPr bwMode="auto">
          <a:xfrm>
            <a:off x="1208088" y="2192338"/>
            <a:ext cx="1689100" cy="519112"/>
            <a:chOff x="659" y="1827"/>
            <a:chExt cx="1064" cy="327"/>
          </a:xfrm>
        </p:grpSpPr>
        <p:sp>
          <p:nvSpPr>
            <p:cNvPr id="18" name="Arc 13"/>
            <p:cNvSpPr>
              <a:spLocks/>
            </p:cNvSpPr>
            <p:nvPr/>
          </p:nvSpPr>
          <p:spPr bwMode="auto">
            <a:xfrm>
              <a:off x="1432" y="1827"/>
              <a:ext cx="291" cy="327"/>
            </a:xfrm>
            <a:custGeom>
              <a:avLst/>
              <a:gdLst>
                <a:gd name="T0" fmla="*/ 0 w 37363"/>
                <a:gd name="T1" fmla="*/ 0 h 43200"/>
                <a:gd name="T2" fmla="*/ 0 w 37363"/>
                <a:gd name="T3" fmla="*/ 0 h 43200"/>
                <a:gd name="T4" fmla="*/ 0 w 37363"/>
                <a:gd name="T5" fmla="*/ 0 h 43200"/>
                <a:gd name="T6" fmla="*/ 0 60000 65536"/>
                <a:gd name="T7" fmla="*/ 0 60000 65536"/>
                <a:gd name="T8" fmla="*/ 0 60000 65536"/>
                <a:gd name="T9" fmla="*/ 0 w 37363"/>
                <a:gd name="T10" fmla="*/ 0 h 43200"/>
                <a:gd name="T11" fmla="*/ 37363 w 3736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63" h="43200" fill="none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</a:path>
                <a:path w="37363" h="43200" stroke="0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  <a:lnTo>
                    <a:pt x="21600" y="21600"/>
                  </a:lnTo>
                  <a:lnTo>
                    <a:pt x="37362" y="36367"/>
                  </a:lnTo>
                  <a:close/>
                </a:path>
              </a:pathLst>
            </a:custGeom>
            <a:noFill/>
            <a:ln w="28575">
              <a:solidFill>
                <a:srgbClr val="00CC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659" y="1864"/>
              <a:ext cx="9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solidFill>
                    <a:srgbClr val="00CC00"/>
                  </a:solidFill>
                  <a:latin typeface="Arial" pitchFamily="34" charset="0"/>
                </a:rPr>
                <a:t>JK=0 ×</a:t>
              </a:r>
            </a:p>
          </p:txBody>
        </p:sp>
      </p:grpSp>
      <p:grpSp>
        <p:nvGrpSpPr>
          <p:cNvPr id="20" name="Group 15"/>
          <p:cNvGrpSpPr>
            <a:grpSpLocks/>
          </p:cNvGrpSpPr>
          <p:nvPr/>
        </p:nvGrpSpPr>
        <p:grpSpPr bwMode="auto">
          <a:xfrm>
            <a:off x="3443288" y="2085975"/>
            <a:ext cx="1697037" cy="1476375"/>
            <a:chOff x="2067" y="1760"/>
            <a:chExt cx="1069" cy="930"/>
          </a:xfrm>
        </p:grpSpPr>
        <p:sp>
          <p:nvSpPr>
            <p:cNvPr id="21" name="Arc 16"/>
            <p:cNvSpPr>
              <a:spLocks/>
            </p:cNvSpPr>
            <p:nvPr/>
          </p:nvSpPr>
          <p:spPr bwMode="auto">
            <a:xfrm rot="2964061" flipV="1">
              <a:off x="2120" y="1707"/>
              <a:ext cx="760" cy="865"/>
            </a:xfrm>
            <a:custGeom>
              <a:avLst/>
              <a:gdLst>
                <a:gd name="T0" fmla="*/ 0 w 21584"/>
                <a:gd name="T1" fmla="*/ 0 h 21574"/>
                <a:gd name="T2" fmla="*/ 0 w 21584"/>
                <a:gd name="T3" fmla="*/ 0 h 21574"/>
                <a:gd name="T4" fmla="*/ 0 w 21584"/>
                <a:gd name="T5" fmla="*/ 0 h 21574"/>
                <a:gd name="T6" fmla="*/ 0 60000 65536"/>
                <a:gd name="T7" fmla="*/ 0 60000 65536"/>
                <a:gd name="T8" fmla="*/ 0 60000 65536"/>
                <a:gd name="T9" fmla="*/ 0 w 21584"/>
                <a:gd name="T10" fmla="*/ 0 h 21574"/>
                <a:gd name="T11" fmla="*/ 21584 w 21584"/>
                <a:gd name="T12" fmla="*/ 21574 h 215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84" h="21574" fill="none" extrusionOk="0">
                  <a:moveTo>
                    <a:pt x="1054" y="-1"/>
                  </a:moveTo>
                  <a:cubicBezTo>
                    <a:pt x="12239" y="546"/>
                    <a:pt x="21152" y="9550"/>
                    <a:pt x="21583" y="20741"/>
                  </a:cubicBezTo>
                </a:path>
                <a:path w="21584" h="21574" stroke="0" extrusionOk="0">
                  <a:moveTo>
                    <a:pt x="1054" y="-1"/>
                  </a:moveTo>
                  <a:cubicBezTo>
                    <a:pt x="12239" y="546"/>
                    <a:pt x="21152" y="9550"/>
                    <a:pt x="21583" y="20741"/>
                  </a:cubicBezTo>
                  <a:lnTo>
                    <a:pt x="0" y="21574"/>
                  </a:lnTo>
                  <a:lnTo>
                    <a:pt x="1054" y="-1"/>
                  </a:lnTo>
                  <a:close/>
                </a:path>
              </a:pathLst>
            </a:custGeom>
            <a:noFill/>
            <a:ln w="28575">
              <a:solidFill>
                <a:srgbClr val="00CC00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Text Box 17"/>
            <p:cNvSpPr txBox="1">
              <a:spLocks noChangeArrowheads="1"/>
            </p:cNvSpPr>
            <p:nvPr/>
          </p:nvSpPr>
          <p:spPr bwMode="auto">
            <a:xfrm>
              <a:off x="2113" y="2402"/>
              <a:ext cx="10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solidFill>
                    <a:srgbClr val="00CC00"/>
                  </a:solidFill>
                  <a:latin typeface="Arial" pitchFamily="34" charset="0"/>
                </a:rPr>
                <a:t>JK= ×1</a:t>
              </a:r>
            </a:p>
          </p:txBody>
        </p:sp>
      </p:grpSp>
      <p:grpSp>
        <p:nvGrpSpPr>
          <p:cNvPr id="23" name="Group 18"/>
          <p:cNvGrpSpPr>
            <a:grpSpLocks/>
          </p:cNvGrpSpPr>
          <p:nvPr/>
        </p:nvGrpSpPr>
        <p:grpSpPr bwMode="auto">
          <a:xfrm>
            <a:off x="5254625" y="2128838"/>
            <a:ext cx="2155825" cy="519112"/>
            <a:chOff x="3208" y="1787"/>
            <a:chExt cx="1358" cy="327"/>
          </a:xfrm>
        </p:grpSpPr>
        <p:sp>
          <p:nvSpPr>
            <p:cNvPr id="24" name="Arc 19"/>
            <p:cNvSpPr>
              <a:spLocks/>
            </p:cNvSpPr>
            <p:nvPr/>
          </p:nvSpPr>
          <p:spPr bwMode="auto">
            <a:xfrm rot="-10578293">
              <a:off x="3208" y="1787"/>
              <a:ext cx="291" cy="327"/>
            </a:xfrm>
            <a:custGeom>
              <a:avLst/>
              <a:gdLst>
                <a:gd name="T0" fmla="*/ 0 w 37363"/>
                <a:gd name="T1" fmla="*/ 0 h 43200"/>
                <a:gd name="T2" fmla="*/ 0 w 37363"/>
                <a:gd name="T3" fmla="*/ 0 h 43200"/>
                <a:gd name="T4" fmla="*/ 0 w 37363"/>
                <a:gd name="T5" fmla="*/ 0 h 43200"/>
                <a:gd name="T6" fmla="*/ 0 60000 65536"/>
                <a:gd name="T7" fmla="*/ 0 60000 65536"/>
                <a:gd name="T8" fmla="*/ 0 60000 65536"/>
                <a:gd name="T9" fmla="*/ 0 w 37363"/>
                <a:gd name="T10" fmla="*/ 0 h 43200"/>
                <a:gd name="T11" fmla="*/ 37363 w 3736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63" h="43200" fill="none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</a:path>
                <a:path w="37363" h="43200" stroke="0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  <a:lnTo>
                    <a:pt x="21600" y="21600"/>
                  </a:lnTo>
                  <a:lnTo>
                    <a:pt x="37362" y="36367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Text Box 20"/>
            <p:cNvSpPr txBox="1">
              <a:spLocks noChangeArrowheads="1"/>
            </p:cNvSpPr>
            <p:nvPr/>
          </p:nvSpPr>
          <p:spPr bwMode="auto">
            <a:xfrm>
              <a:off x="3496" y="1826"/>
              <a:ext cx="107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solidFill>
                    <a:srgbClr val="FF3300"/>
                  </a:solidFill>
                  <a:latin typeface="Arial" pitchFamily="34" charset="0"/>
                </a:rPr>
                <a:t>JK= ×0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3276600" y="3714750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smtClean="0">
                <a:latin typeface="微软雅黑" pitchFamily="34" charset="-122"/>
                <a:ea typeface="微软雅黑" pitchFamily="34" charset="-122"/>
              </a:rPr>
              <a:t>10 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锁存器状态图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6902</TotalTime>
  <Words>427</Words>
  <Application>Microsoft Office PowerPoint</Application>
  <PresentationFormat>全屏显示(16:9)</PresentationFormat>
  <Paragraphs>268</Paragraphs>
  <Slides>16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默认设计模板</vt:lpstr>
      <vt:lpstr>公式</vt:lpstr>
      <vt:lpstr>Equation</vt:lpstr>
      <vt:lpstr>MathType 6.0 Equation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764</cp:revision>
  <cp:lastPrinted>2113-01-01T00:00:00Z</cp:lastPrinted>
  <dcterms:created xsi:type="dcterms:W3CDTF">2113-01-01T00:00:00Z</dcterms:created>
  <dcterms:modified xsi:type="dcterms:W3CDTF">2021-03-09T09:18:54Z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