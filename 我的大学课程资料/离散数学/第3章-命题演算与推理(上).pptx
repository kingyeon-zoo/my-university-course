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650" r:id="rId2"/>
  </p:sldMasterIdLst>
  <p:notesMasterIdLst>
    <p:notesMasterId r:id="rId171"/>
  </p:notesMasterIdLst>
  <p:sldIdLst>
    <p:sldId id="499" r:id="rId3"/>
    <p:sldId id="636" r:id="rId4"/>
    <p:sldId id="823" r:id="rId5"/>
    <p:sldId id="701" r:id="rId6"/>
    <p:sldId id="826" r:id="rId7"/>
    <p:sldId id="642" r:id="rId8"/>
    <p:sldId id="718" r:id="rId9"/>
    <p:sldId id="703" r:id="rId10"/>
    <p:sldId id="845" r:id="rId11"/>
    <p:sldId id="958" r:id="rId12"/>
    <p:sldId id="719" r:id="rId13"/>
    <p:sldId id="721" r:id="rId14"/>
    <p:sldId id="722" r:id="rId15"/>
    <p:sldId id="723" r:id="rId16"/>
    <p:sldId id="724" r:id="rId17"/>
    <p:sldId id="706" r:id="rId18"/>
    <p:sldId id="707" r:id="rId19"/>
    <p:sldId id="647" r:id="rId20"/>
    <p:sldId id="812" r:id="rId21"/>
    <p:sldId id="838" r:id="rId22"/>
    <p:sldId id="649" r:id="rId23"/>
    <p:sldId id="896" r:id="rId24"/>
    <p:sldId id="713" r:id="rId25"/>
    <p:sldId id="846" r:id="rId26"/>
    <p:sldId id="895" r:id="rId27"/>
    <p:sldId id="714" r:id="rId28"/>
    <p:sldId id="654" r:id="rId29"/>
    <p:sldId id="840" r:id="rId30"/>
    <p:sldId id="664" r:id="rId31"/>
    <p:sldId id="715" r:id="rId32"/>
    <p:sldId id="666" r:id="rId33"/>
    <p:sldId id="667" r:id="rId34"/>
    <p:sldId id="668" r:id="rId35"/>
    <p:sldId id="670" r:id="rId36"/>
    <p:sldId id="671" r:id="rId37"/>
    <p:sldId id="901" r:id="rId38"/>
    <p:sldId id="902" r:id="rId39"/>
    <p:sldId id="903" r:id="rId40"/>
    <p:sldId id="674" r:id="rId41"/>
    <p:sldId id="675" r:id="rId42"/>
    <p:sldId id="907" r:id="rId43"/>
    <p:sldId id="682" r:id="rId44"/>
    <p:sldId id="908" r:id="rId45"/>
    <p:sldId id="683" r:id="rId46"/>
    <p:sldId id="684" r:id="rId47"/>
    <p:sldId id="909" r:id="rId48"/>
    <p:sldId id="691" r:id="rId49"/>
    <p:sldId id="725" r:id="rId50"/>
    <p:sldId id="726" r:id="rId51"/>
    <p:sldId id="697" r:id="rId52"/>
    <p:sldId id="734" r:id="rId53"/>
    <p:sldId id="698" r:id="rId54"/>
    <p:sldId id="727" r:id="rId55"/>
    <p:sldId id="728" r:id="rId56"/>
    <p:sldId id="729" r:id="rId57"/>
    <p:sldId id="730" r:id="rId58"/>
    <p:sldId id="733" r:id="rId59"/>
    <p:sldId id="875" r:id="rId60"/>
    <p:sldId id="872" r:id="rId61"/>
    <p:sldId id="873" r:id="rId62"/>
    <p:sldId id="700" r:id="rId63"/>
    <p:sldId id="841" r:id="rId64"/>
    <p:sldId id="745" r:id="rId65"/>
    <p:sldId id="832" r:id="rId66"/>
    <p:sldId id="746" r:id="rId67"/>
    <p:sldId id="747" r:id="rId68"/>
    <p:sldId id="748" r:id="rId69"/>
    <p:sldId id="749" r:id="rId70"/>
    <p:sldId id="750" r:id="rId71"/>
    <p:sldId id="751" r:id="rId72"/>
    <p:sldId id="752" r:id="rId73"/>
    <p:sldId id="850" r:id="rId74"/>
    <p:sldId id="876" r:id="rId75"/>
    <p:sldId id="754" r:id="rId76"/>
    <p:sldId id="755" r:id="rId77"/>
    <p:sldId id="756" r:id="rId78"/>
    <p:sldId id="757" r:id="rId79"/>
    <p:sldId id="758" r:id="rId80"/>
    <p:sldId id="879" r:id="rId81"/>
    <p:sldId id="851" r:id="rId82"/>
    <p:sldId id="853" r:id="rId83"/>
    <p:sldId id="880" r:id="rId84"/>
    <p:sldId id="881" r:id="rId85"/>
    <p:sldId id="759" r:id="rId86"/>
    <p:sldId id="822" r:id="rId87"/>
    <p:sldId id="760" r:id="rId88"/>
    <p:sldId id="761" r:id="rId89"/>
    <p:sldId id="763" r:id="rId90"/>
    <p:sldId id="764" r:id="rId91"/>
    <p:sldId id="765" r:id="rId92"/>
    <p:sldId id="766" r:id="rId93"/>
    <p:sldId id="767" r:id="rId94"/>
    <p:sldId id="768" r:id="rId95"/>
    <p:sldId id="769" r:id="rId96"/>
    <p:sldId id="770" r:id="rId97"/>
    <p:sldId id="771" r:id="rId98"/>
    <p:sldId id="843" r:id="rId99"/>
    <p:sldId id="942" r:id="rId100"/>
    <p:sldId id="773" r:id="rId101"/>
    <p:sldId id="854" r:id="rId102"/>
    <p:sldId id="886" r:id="rId103"/>
    <p:sldId id="855" r:id="rId104"/>
    <p:sldId id="856" r:id="rId105"/>
    <p:sldId id="890" r:id="rId106"/>
    <p:sldId id="778" r:id="rId107"/>
    <p:sldId id="888" r:id="rId108"/>
    <p:sldId id="889" r:id="rId109"/>
    <p:sldId id="774" r:id="rId110"/>
    <p:sldId id="948" r:id="rId111"/>
    <p:sldId id="959" r:id="rId112"/>
    <p:sldId id="781" r:id="rId113"/>
    <p:sldId id="782" r:id="rId114"/>
    <p:sldId id="784" r:id="rId115"/>
    <p:sldId id="943" r:id="rId116"/>
    <p:sldId id="944" r:id="rId117"/>
    <p:sldId id="793" r:id="rId118"/>
    <p:sldId id="794" r:id="rId119"/>
    <p:sldId id="795" r:id="rId120"/>
    <p:sldId id="787" r:id="rId121"/>
    <p:sldId id="788" r:id="rId122"/>
    <p:sldId id="789" r:id="rId123"/>
    <p:sldId id="945" r:id="rId124"/>
    <p:sldId id="946" r:id="rId125"/>
    <p:sldId id="947" r:id="rId126"/>
    <p:sldId id="790" r:id="rId127"/>
    <p:sldId id="859" r:id="rId128"/>
    <p:sldId id="860" r:id="rId129"/>
    <p:sldId id="892" r:id="rId130"/>
    <p:sldId id="893" r:id="rId131"/>
    <p:sldId id="861" r:id="rId132"/>
    <p:sldId id="862" r:id="rId133"/>
    <p:sldId id="960" r:id="rId134"/>
    <p:sldId id="961" r:id="rId135"/>
    <p:sldId id="962" r:id="rId136"/>
    <p:sldId id="963" r:id="rId137"/>
    <p:sldId id="964" r:id="rId138"/>
    <p:sldId id="965" r:id="rId139"/>
    <p:sldId id="966" r:id="rId140"/>
    <p:sldId id="968" r:id="rId141"/>
    <p:sldId id="969" r:id="rId142"/>
    <p:sldId id="970" r:id="rId143"/>
    <p:sldId id="971" r:id="rId144"/>
    <p:sldId id="972" r:id="rId145"/>
    <p:sldId id="973" r:id="rId146"/>
    <p:sldId id="974" r:id="rId147"/>
    <p:sldId id="975" r:id="rId148"/>
    <p:sldId id="976" r:id="rId149"/>
    <p:sldId id="977" r:id="rId150"/>
    <p:sldId id="978" r:id="rId151"/>
    <p:sldId id="979" r:id="rId152"/>
    <p:sldId id="980" r:id="rId153"/>
    <p:sldId id="981" r:id="rId154"/>
    <p:sldId id="982" r:id="rId155"/>
    <p:sldId id="983" r:id="rId156"/>
    <p:sldId id="984" r:id="rId157"/>
    <p:sldId id="985" r:id="rId158"/>
    <p:sldId id="986" r:id="rId159"/>
    <p:sldId id="987" r:id="rId160"/>
    <p:sldId id="988" r:id="rId161"/>
    <p:sldId id="989" r:id="rId162"/>
    <p:sldId id="990" r:id="rId163"/>
    <p:sldId id="991" r:id="rId164"/>
    <p:sldId id="992" r:id="rId165"/>
    <p:sldId id="993" r:id="rId166"/>
    <p:sldId id="994" r:id="rId167"/>
    <p:sldId id="995" r:id="rId168"/>
    <p:sldId id="996" r:id="rId169"/>
    <p:sldId id="940" r:id="rId170"/>
  </p:sldIdLst>
  <p:sldSz cx="9144000" cy="6858000" type="screen4x3"/>
  <p:notesSz cx="6858000" cy="9144000"/>
  <p:defaultTextStyle>
    <a:defPPr>
      <a:defRPr lang="zh-CN"/>
    </a:defPPr>
    <a:lvl1pPr algn="l" rtl="0" eaLnBrk="0" fontAlgn="base" hangingPunct="0">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66"/>
    <a:srgbClr val="006600"/>
    <a:srgbClr val="C0C0C0"/>
    <a:srgbClr val="33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autoAdjust="0"/>
    <p:restoredTop sz="95479" autoAdjust="0"/>
  </p:normalViewPr>
  <p:slideViewPr>
    <p:cSldViewPr>
      <p:cViewPr varScale="1">
        <p:scale>
          <a:sx n="87" d="100"/>
          <a:sy n="87" d="100"/>
        </p:scale>
        <p:origin x="1330" y="77"/>
      </p:cViewPr>
      <p:guideLst>
        <p:guide orient="horz" pos="2160"/>
        <p:guide pos="2880"/>
      </p:guideLst>
    </p:cSldViewPr>
  </p:slideViewPr>
  <p:notesTextViewPr>
    <p:cViewPr>
      <p:scale>
        <a:sx n="100" d="100"/>
        <a:sy n="100" d="100"/>
      </p:scale>
      <p:origin x="0" y="0"/>
    </p:cViewPr>
  </p:notesTextViewPr>
  <p:sorterViewPr>
    <p:cViewPr varScale="1">
      <p:scale>
        <a:sx n="100" d="100"/>
        <a:sy n="100" d="100"/>
      </p:scale>
      <p:origin x="0" y="-37476"/>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59" Type="http://schemas.openxmlformats.org/officeDocument/2006/relationships/slide" Target="slides/slide157.xml"/><Relationship Id="rId170" Type="http://schemas.openxmlformats.org/officeDocument/2006/relationships/slide" Target="slides/slide168.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149" Type="http://schemas.openxmlformats.org/officeDocument/2006/relationships/slide" Target="slides/slide147.xml"/><Relationship Id="rId5" Type="http://schemas.openxmlformats.org/officeDocument/2006/relationships/slide" Target="slides/slide3.xml"/><Relationship Id="rId95" Type="http://schemas.openxmlformats.org/officeDocument/2006/relationships/slide" Target="slides/slide93.xml"/><Relationship Id="rId160" Type="http://schemas.openxmlformats.org/officeDocument/2006/relationships/slide" Target="slides/slide158.xml"/><Relationship Id="rId22" Type="http://schemas.openxmlformats.org/officeDocument/2006/relationships/slide" Target="slides/slide20.xml"/><Relationship Id="rId43" Type="http://schemas.openxmlformats.org/officeDocument/2006/relationships/slide" Target="slides/slide41.xml"/><Relationship Id="rId64" Type="http://schemas.openxmlformats.org/officeDocument/2006/relationships/slide" Target="slides/slide62.xml"/><Relationship Id="rId118" Type="http://schemas.openxmlformats.org/officeDocument/2006/relationships/slide" Target="slides/slide116.xml"/><Relationship Id="rId139" Type="http://schemas.openxmlformats.org/officeDocument/2006/relationships/slide" Target="slides/slide137.xml"/><Relationship Id="rId85" Type="http://schemas.openxmlformats.org/officeDocument/2006/relationships/slide" Target="slides/slide83.xml"/><Relationship Id="rId150" Type="http://schemas.openxmlformats.org/officeDocument/2006/relationships/slide" Target="slides/slide148.xml"/><Relationship Id="rId171" Type="http://schemas.openxmlformats.org/officeDocument/2006/relationships/notesMaster" Target="notesMasters/notesMaster1.xml"/><Relationship Id="rId12" Type="http://schemas.openxmlformats.org/officeDocument/2006/relationships/slide" Target="slides/slide10.xml"/><Relationship Id="rId33" Type="http://schemas.openxmlformats.org/officeDocument/2006/relationships/slide" Target="slides/slide31.xml"/><Relationship Id="rId108" Type="http://schemas.openxmlformats.org/officeDocument/2006/relationships/slide" Target="slides/slide106.xml"/><Relationship Id="rId129" Type="http://schemas.openxmlformats.org/officeDocument/2006/relationships/slide" Target="slides/slide127.xml"/><Relationship Id="rId54" Type="http://schemas.openxmlformats.org/officeDocument/2006/relationships/slide" Target="slides/slide52.xml"/><Relationship Id="rId75" Type="http://schemas.openxmlformats.org/officeDocument/2006/relationships/slide" Target="slides/slide73.xml"/><Relationship Id="rId96" Type="http://schemas.openxmlformats.org/officeDocument/2006/relationships/slide" Target="slides/slide94.xml"/><Relationship Id="rId140" Type="http://schemas.openxmlformats.org/officeDocument/2006/relationships/slide" Target="slides/slide138.xml"/><Relationship Id="rId161" Type="http://schemas.openxmlformats.org/officeDocument/2006/relationships/slide" Target="slides/slide159.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slide" Target="slides/slide133.xml"/><Relationship Id="rId151" Type="http://schemas.openxmlformats.org/officeDocument/2006/relationships/slide" Target="slides/slide149.xml"/><Relationship Id="rId156" Type="http://schemas.openxmlformats.org/officeDocument/2006/relationships/slide" Target="slides/slide154.xml"/><Relationship Id="rId172" Type="http://schemas.openxmlformats.org/officeDocument/2006/relationships/presProps" Target="presProps.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slide" Target="slides/slide144.xml"/><Relationship Id="rId167" Type="http://schemas.openxmlformats.org/officeDocument/2006/relationships/slide" Target="slides/slide165.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162" Type="http://schemas.openxmlformats.org/officeDocument/2006/relationships/slide" Target="slides/slide16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157" Type="http://schemas.openxmlformats.org/officeDocument/2006/relationships/slide" Target="slides/slide155.xml"/><Relationship Id="rId61" Type="http://schemas.openxmlformats.org/officeDocument/2006/relationships/slide" Target="slides/slide59.xml"/><Relationship Id="rId82" Type="http://schemas.openxmlformats.org/officeDocument/2006/relationships/slide" Target="slides/slide80.xml"/><Relationship Id="rId152" Type="http://schemas.openxmlformats.org/officeDocument/2006/relationships/slide" Target="slides/slide150.xml"/><Relationship Id="rId173" Type="http://schemas.openxmlformats.org/officeDocument/2006/relationships/viewProps" Target="viewProps.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168" Type="http://schemas.openxmlformats.org/officeDocument/2006/relationships/slide" Target="slides/slide166.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163" Type="http://schemas.openxmlformats.org/officeDocument/2006/relationships/slide" Target="slides/slide161.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158" Type="http://schemas.openxmlformats.org/officeDocument/2006/relationships/slide" Target="slides/slide156.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slide" Target="slides/slide151.xml"/><Relationship Id="rId174" Type="http://schemas.openxmlformats.org/officeDocument/2006/relationships/theme" Target="theme/theme1.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48" Type="http://schemas.openxmlformats.org/officeDocument/2006/relationships/slide" Target="slides/slide146.xml"/><Relationship Id="rId164" Type="http://schemas.openxmlformats.org/officeDocument/2006/relationships/slide" Target="slides/slide162.xml"/><Relationship Id="rId169" Type="http://schemas.openxmlformats.org/officeDocument/2006/relationships/slide" Target="slides/slide167.xml"/><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54" Type="http://schemas.openxmlformats.org/officeDocument/2006/relationships/slide" Target="slides/slide152.xml"/><Relationship Id="rId175" Type="http://schemas.openxmlformats.org/officeDocument/2006/relationships/tableStyles" Target="tableStyles.xml"/><Relationship Id="rId16" Type="http://schemas.openxmlformats.org/officeDocument/2006/relationships/slide" Target="slides/slide14.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90" Type="http://schemas.openxmlformats.org/officeDocument/2006/relationships/slide" Target="slides/slide88.xml"/><Relationship Id="rId165" Type="http://schemas.openxmlformats.org/officeDocument/2006/relationships/slide" Target="slides/slide163.xml"/><Relationship Id="rId27" Type="http://schemas.openxmlformats.org/officeDocument/2006/relationships/slide" Target="slides/slide25.xml"/><Relationship Id="rId48" Type="http://schemas.openxmlformats.org/officeDocument/2006/relationships/slide" Target="slides/slide46.xml"/><Relationship Id="rId69" Type="http://schemas.openxmlformats.org/officeDocument/2006/relationships/slide" Target="slides/slide67.xml"/><Relationship Id="rId113" Type="http://schemas.openxmlformats.org/officeDocument/2006/relationships/slide" Target="slides/slide111.xml"/><Relationship Id="rId134" Type="http://schemas.openxmlformats.org/officeDocument/2006/relationships/slide" Target="slides/slide132.xml"/><Relationship Id="rId80" Type="http://schemas.openxmlformats.org/officeDocument/2006/relationships/slide" Target="slides/slide78.xml"/><Relationship Id="rId155" Type="http://schemas.openxmlformats.org/officeDocument/2006/relationships/slide" Target="slides/slide153.xml"/><Relationship Id="rId17" Type="http://schemas.openxmlformats.org/officeDocument/2006/relationships/slide" Target="slides/slide15.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24" Type="http://schemas.openxmlformats.org/officeDocument/2006/relationships/slide" Target="slides/slide122.xml"/><Relationship Id="rId70" Type="http://schemas.openxmlformats.org/officeDocument/2006/relationships/slide" Target="slides/slide68.xml"/><Relationship Id="rId91" Type="http://schemas.openxmlformats.org/officeDocument/2006/relationships/slide" Target="slides/slide89.xml"/><Relationship Id="rId145" Type="http://schemas.openxmlformats.org/officeDocument/2006/relationships/slide" Target="slides/slide143.xml"/><Relationship Id="rId166" Type="http://schemas.openxmlformats.org/officeDocument/2006/relationships/slide" Target="slides/slide164.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image" Target="../media/image25.wmf"/><Relationship Id="rId1" Type="http://schemas.openxmlformats.org/officeDocument/2006/relationships/image" Target="../media/image24.wmf"/><Relationship Id="rId4" Type="http://schemas.openxmlformats.org/officeDocument/2006/relationships/image" Target="../media/image2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F245AF85-9B0D-4617-B565-BB448FF7F000}"/>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spcBef>
                <a:spcPct val="0"/>
              </a:spcBef>
              <a:defRPr kumimoji="0" sz="1200">
                <a:latin typeface="Arial" panose="020B0604020202020204" pitchFamily="34" charset="0"/>
              </a:defRPr>
            </a:lvl1pPr>
          </a:lstStyle>
          <a:p>
            <a:pPr>
              <a:defRPr/>
            </a:pPr>
            <a:endParaRPr lang="en-US" altLang="zh-CN"/>
          </a:p>
        </p:txBody>
      </p:sp>
      <p:sp>
        <p:nvSpPr>
          <p:cNvPr id="23555" name="Rectangle 3">
            <a:extLst>
              <a:ext uri="{FF2B5EF4-FFF2-40B4-BE49-F238E27FC236}">
                <a16:creationId xmlns:a16="http://schemas.microsoft.com/office/drawing/2014/main" id="{DC3DB744-B671-461A-B488-5FEC3133D1D1}"/>
              </a:ext>
            </a:extLst>
          </p:cNvPr>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spcBef>
                <a:spcPct val="0"/>
              </a:spcBef>
              <a:defRPr kumimoji="0" sz="1200">
                <a:latin typeface="Arial" panose="020B0604020202020204" pitchFamily="34" charset="0"/>
              </a:defRPr>
            </a:lvl1pPr>
          </a:lstStyle>
          <a:p>
            <a:pPr>
              <a:defRPr/>
            </a:pPr>
            <a:endParaRPr lang="en-US" altLang="zh-CN"/>
          </a:p>
        </p:txBody>
      </p:sp>
      <p:sp>
        <p:nvSpPr>
          <p:cNvPr id="3076" name="Rectangle 4">
            <a:extLst>
              <a:ext uri="{FF2B5EF4-FFF2-40B4-BE49-F238E27FC236}">
                <a16:creationId xmlns:a16="http://schemas.microsoft.com/office/drawing/2014/main" id="{D1934FEF-F286-4A2B-BE07-E0F37186E927}"/>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3557" name="Rectangle 5">
            <a:extLst>
              <a:ext uri="{FF2B5EF4-FFF2-40B4-BE49-F238E27FC236}">
                <a16:creationId xmlns:a16="http://schemas.microsoft.com/office/drawing/2014/main" id="{296FF116-9917-44B1-84A5-4610413393C8}"/>
              </a:ext>
            </a:extLst>
          </p:cNvPr>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3558" name="Rectangle 6">
            <a:extLst>
              <a:ext uri="{FF2B5EF4-FFF2-40B4-BE49-F238E27FC236}">
                <a16:creationId xmlns:a16="http://schemas.microsoft.com/office/drawing/2014/main" id="{BD5B0681-F039-4286-B598-4C8FDCFAB9A3}"/>
              </a:ext>
            </a:extLst>
          </p:cNvPr>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spcBef>
                <a:spcPct val="0"/>
              </a:spcBef>
              <a:defRPr kumimoji="0" sz="1200">
                <a:latin typeface="Arial" panose="020B0604020202020204" pitchFamily="34" charset="0"/>
              </a:defRPr>
            </a:lvl1pPr>
          </a:lstStyle>
          <a:p>
            <a:pPr>
              <a:defRPr/>
            </a:pPr>
            <a:endParaRPr lang="en-US" altLang="zh-CN"/>
          </a:p>
        </p:txBody>
      </p:sp>
      <p:sp>
        <p:nvSpPr>
          <p:cNvPr id="23559" name="Rectangle 7">
            <a:extLst>
              <a:ext uri="{FF2B5EF4-FFF2-40B4-BE49-F238E27FC236}">
                <a16:creationId xmlns:a16="http://schemas.microsoft.com/office/drawing/2014/main" id="{0E1C89FA-D0D6-46DC-B6F3-E6B7BED53E3E}"/>
              </a:ext>
            </a:extLst>
          </p:cNvPr>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kumimoji="0" sz="1200">
                <a:latin typeface="Arial" panose="020B0604020202020204" pitchFamily="34" charset="0"/>
              </a:defRPr>
            </a:lvl1pPr>
          </a:lstStyle>
          <a:p>
            <a:pPr>
              <a:defRPr/>
            </a:pPr>
            <a:fld id="{07581A04-5111-4B26-9FC6-995037987E6F}"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幻灯片图像占位符 1">
            <a:extLst>
              <a:ext uri="{FF2B5EF4-FFF2-40B4-BE49-F238E27FC236}">
                <a16:creationId xmlns:a16="http://schemas.microsoft.com/office/drawing/2014/main" id="{C71312AA-668A-4142-9BC5-7716431E6452}"/>
              </a:ext>
            </a:extLst>
          </p:cNvPr>
          <p:cNvSpPr>
            <a:spLocks noGrp="1" noRot="1" noChangeAspect="1" noChangeArrowheads="1" noTextEdit="1"/>
          </p:cNvSpPr>
          <p:nvPr>
            <p:ph type="sldImg"/>
          </p:nvPr>
        </p:nvSpPr>
        <p:spPr>
          <a:ln/>
        </p:spPr>
      </p:sp>
      <p:sp>
        <p:nvSpPr>
          <p:cNvPr id="25603" name="备注占位符 2">
            <a:extLst>
              <a:ext uri="{FF2B5EF4-FFF2-40B4-BE49-F238E27FC236}">
                <a16:creationId xmlns:a16="http://schemas.microsoft.com/office/drawing/2014/main" id="{4A6A975C-8FDA-4ABE-B3EA-0B6F5E026AA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04" name="灯片编号占位符 3">
            <a:extLst>
              <a:ext uri="{FF2B5EF4-FFF2-40B4-BE49-F238E27FC236}">
                <a16:creationId xmlns:a16="http://schemas.microsoft.com/office/drawing/2014/main" id="{461A8831-39E0-4F18-B71C-C05ED825F736}"/>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3C599EB4-B4BC-4875-9649-CCB38B18E813}" type="slidenum">
              <a:rPr kumimoji="0" lang="en-US" altLang="zh-CN" sz="1200" smtClean="0">
                <a:latin typeface="Arial" panose="020B0604020202020204" pitchFamily="34" charset="0"/>
              </a:rPr>
              <a:pPr/>
              <a:t>21</a:t>
            </a:fld>
            <a:endParaRPr kumimoji="0" lang="en-US" altLang="zh-CN" sz="1200">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幻灯片图像占位符 1">
            <a:extLst>
              <a:ext uri="{FF2B5EF4-FFF2-40B4-BE49-F238E27FC236}">
                <a16:creationId xmlns:a16="http://schemas.microsoft.com/office/drawing/2014/main" id="{C0F0FCA1-9D4E-4C38-BBF3-75E787A1E01A}"/>
              </a:ext>
            </a:extLst>
          </p:cNvPr>
          <p:cNvSpPr>
            <a:spLocks noGrp="1" noRot="1" noChangeAspect="1" noChangeArrowheads="1" noTextEdit="1"/>
          </p:cNvSpPr>
          <p:nvPr>
            <p:ph type="sldImg"/>
          </p:nvPr>
        </p:nvSpPr>
        <p:spPr>
          <a:ln/>
        </p:spPr>
      </p:sp>
      <p:sp>
        <p:nvSpPr>
          <p:cNvPr id="27651" name="备注占位符 2">
            <a:extLst>
              <a:ext uri="{FF2B5EF4-FFF2-40B4-BE49-F238E27FC236}">
                <a16:creationId xmlns:a16="http://schemas.microsoft.com/office/drawing/2014/main" id="{6ED4A485-CBB1-477B-B7B5-75151754FFA5}"/>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652" name="灯片编号占位符 3">
            <a:extLst>
              <a:ext uri="{FF2B5EF4-FFF2-40B4-BE49-F238E27FC236}">
                <a16:creationId xmlns:a16="http://schemas.microsoft.com/office/drawing/2014/main" id="{084EF3A9-1C2A-473A-8A8D-E208A1913BC1}"/>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6B816640-1DE1-4E85-A471-6F098646DC5B}" type="slidenum">
              <a:rPr kumimoji="0" lang="en-US" altLang="zh-CN" sz="1200" smtClean="0">
                <a:latin typeface="Arial" panose="020B0604020202020204" pitchFamily="34" charset="0"/>
              </a:rPr>
              <a:pPr/>
              <a:t>22</a:t>
            </a:fld>
            <a:endParaRPr kumimoji="0" lang="en-US" altLang="zh-CN" sz="1200">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幻灯片图像占位符 1">
            <a:extLst>
              <a:ext uri="{FF2B5EF4-FFF2-40B4-BE49-F238E27FC236}">
                <a16:creationId xmlns:a16="http://schemas.microsoft.com/office/drawing/2014/main" id="{0A3A7EC1-D273-4A97-A435-C6B51905DC57}"/>
              </a:ext>
            </a:extLst>
          </p:cNvPr>
          <p:cNvSpPr>
            <a:spLocks noGrp="1" noRot="1" noChangeAspect="1" noChangeArrowheads="1" noTextEdit="1"/>
          </p:cNvSpPr>
          <p:nvPr>
            <p:ph type="sldImg"/>
          </p:nvPr>
        </p:nvSpPr>
        <p:spPr>
          <a:ln/>
        </p:spPr>
      </p:sp>
      <p:sp>
        <p:nvSpPr>
          <p:cNvPr id="29699" name="备注占位符 2">
            <a:extLst>
              <a:ext uri="{FF2B5EF4-FFF2-40B4-BE49-F238E27FC236}">
                <a16:creationId xmlns:a16="http://schemas.microsoft.com/office/drawing/2014/main" id="{CDE72CD0-8B21-493D-ADC1-4D740EDBCFA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00" name="灯片编号占位符 3">
            <a:extLst>
              <a:ext uri="{FF2B5EF4-FFF2-40B4-BE49-F238E27FC236}">
                <a16:creationId xmlns:a16="http://schemas.microsoft.com/office/drawing/2014/main" id="{66DE0500-B8CE-4D6F-82E3-3942557176C3}"/>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01FEDC30-E17D-4536-B67F-CB178B7C948D}" type="slidenum">
              <a:rPr kumimoji="0" lang="en-US" altLang="zh-CN" sz="1200" smtClean="0">
                <a:latin typeface="Arial" panose="020B0604020202020204" pitchFamily="34" charset="0"/>
              </a:rPr>
              <a:pPr/>
              <a:t>23</a:t>
            </a:fld>
            <a:endParaRPr kumimoji="0" lang="en-US" altLang="zh-CN" sz="1200">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0486866A-8BFA-42B4-A9DE-6AFFC235039A}"/>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E67F429B-17F2-45AF-B1C3-C2538C5F4E0D}" type="slidenum">
              <a:rPr kumimoji="0" lang="en-US" altLang="zh-CN" sz="1200" smtClean="0">
                <a:latin typeface="Arial" panose="020B0604020202020204" pitchFamily="34" charset="0"/>
              </a:rPr>
              <a:pPr/>
              <a:t>32</a:t>
            </a:fld>
            <a:endParaRPr kumimoji="0" lang="en-US" altLang="zh-CN" sz="1200">
              <a:latin typeface="Arial" panose="020B0604020202020204" pitchFamily="34" charset="0"/>
            </a:endParaRPr>
          </a:p>
        </p:txBody>
      </p:sp>
      <p:sp>
        <p:nvSpPr>
          <p:cNvPr id="39939" name="Rectangle 7">
            <a:extLst>
              <a:ext uri="{FF2B5EF4-FFF2-40B4-BE49-F238E27FC236}">
                <a16:creationId xmlns:a16="http://schemas.microsoft.com/office/drawing/2014/main" id="{E3E4BA9D-87A2-48A6-BFA0-8574AF953107}"/>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r" eaLnBrk="1" hangingPunct="1"/>
            <a:fld id="{BFB49207-9AEF-4E68-BC4C-B97D85F44B77}" type="slidenum">
              <a:rPr kumimoji="0" lang="en-US" altLang="zh-CN" sz="1200">
                <a:latin typeface="Arial" panose="020B0604020202020204" pitchFamily="34" charset="0"/>
              </a:rPr>
              <a:pPr algn="r" eaLnBrk="1" hangingPunct="1"/>
              <a:t>32</a:t>
            </a:fld>
            <a:endParaRPr kumimoji="0" lang="en-US" altLang="zh-CN" sz="1200">
              <a:latin typeface="Arial" panose="020B0604020202020204" pitchFamily="34" charset="0"/>
            </a:endParaRPr>
          </a:p>
        </p:txBody>
      </p:sp>
      <p:sp>
        <p:nvSpPr>
          <p:cNvPr id="39940" name="Rectangle 2">
            <a:extLst>
              <a:ext uri="{FF2B5EF4-FFF2-40B4-BE49-F238E27FC236}">
                <a16:creationId xmlns:a16="http://schemas.microsoft.com/office/drawing/2014/main" id="{3CAAB4FE-4F1F-403E-BE4F-4193A2D1EA0C}"/>
              </a:ext>
            </a:extLst>
          </p:cNvPr>
          <p:cNvSpPr>
            <a:spLocks noGrp="1" noRot="1" noChangeAspect="1" noChangeArrowheads="1" noTextEdit="1"/>
          </p:cNvSpPr>
          <p:nvPr>
            <p:ph type="sldImg"/>
          </p:nvPr>
        </p:nvSpPr>
        <p:spPr>
          <a:ln/>
        </p:spPr>
      </p:sp>
      <p:sp>
        <p:nvSpPr>
          <p:cNvPr id="39941" name="Rectangle 3">
            <a:extLst>
              <a:ext uri="{FF2B5EF4-FFF2-40B4-BE49-F238E27FC236}">
                <a16:creationId xmlns:a16="http://schemas.microsoft.com/office/drawing/2014/main" id="{C16D5DD9-E393-4E0B-A64F-28D12B4C0F6B}"/>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15E1E506-D1E4-4831-9BA8-2408805E1247}"/>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FF9E3ADC-4069-445E-9029-CDAF4EF2F5F6}" type="slidenum">
              <a:rPr kumimoji="0" lang="en-US" altLang="zh-CN" sz="1200" smtClean="0">
                <a:latin typeface="Arial" panose="020B0604020202020204" pitchFamily="34" charset="0"/>
              </a:rPr>
              <a:pPr/>
              <a:t>33</a:t>
            </a:fld>
            <a:endParaRPr kumimoji="0" lang="en-US" altLang="zh-CN" sz="1200">
              <a:latin typeface="Arial" panose="020B0604020202020204" pitchFamily="34" charset="0"/>
            </a:endParaRPr>
          </a:p>
        </p:txBody>
      </p:sp>
      <p:sp>
        <p:nvSpPr>
          <p:cNvPr id="41987" name="Rectangle 7">
            <a:extLst>
              <a:ext uri="{FF2B5EF4-FFF2-40B4-BE49-F238E27FC236}">
                <a16:creationId xmlns:a16="http://schemas.microsoft.com/office/drawing/2014/main" id="{C3162BBC-E142-4CBD-948E-D07F9FFACA3A}"/>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r" eaLnBrk="1" hangingPunct="1"/>
            <a:fld id="{090C0DE8-669B-4520-AE9E-91540C2F679E}" type="slidenum">
              <a:rPr kumimoji="0" lang="en-US" altLang="zh-CN" sz="1200">
                <a:latin typeface="Arial" panose="020B0604020202020204" pitchFamily="34" charset="0"/>
              </a:rPr>
              <a:pPr algn="r" eaLnBrk="1" hangingPunct="1"/>
              <a:t>33</a:t>
            </a:fld>
            <a:endParaRPr kumimoji="0" lang="en-US" altLang="zh-CN" sz="1200">
              <a:latin typeface="Arial" panose="020B0604020202020204" pitchFamily="34" charset="0"/>
            </a:endParaRPr>
          </a:p>
        </p:txBody>
      </p:sp>
      <p:sp>
        <p:nvSpPr>
          <p:cNvPr id="41988" name="Rectangle 2">
            <a:extLst>
              <a:ext uri="{FF2B5EF4-FFF2-40B4-BE49-F238E27FC236}">
                <a16:creationId xmlns:a16="http://schemas.microsoft.com/office/drawing/2014/main" id="{FBB753AE-E68A-42A8-B397-1ED5F9688BB5}"/>
              </a:ext>
            </a:extLst>
          </p:cNvPr>
          <p:cNvSpPr>
            <a:spLocks noGrp="1" noRot="1" noChangeAspect="1" noChangeArrowheads="1" noTextEdit="1"/>
          </p:cNvSpPr>
          <p:nvPr>
            <p:ph type="sldImg"/>
          </p:nvPr>
        </p:nvSpPr>
        <p:spPr>
          <a:ln/>
        </p:spPr>
      </p:sp>
      <p:sp>
        <p:nvSpPr>
          <p:cNvPr id="41989" name="Rectangle 3">
            <a:extLst>
              <a:ext uri="{FF2B5EF4-FFF2-40B4-BE49-F238E27FC236}">
                <a16:creationId xmlns:a16="http://schemas.microsoft.com/office/drawing/2014/main" id="{35DC478E-6DAE-4553-B5B2-CA294B21FE60}"/>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4149E3B0-F131-4CA3-AE68-57A11E6957F9}"/>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81587C36-4AEA-4D4C-B4A6-5B2FE6D9F5DD}" type="slidenum">
              <a:rPr kumimoji="0" lang="en-US" altLang="zh-CN" sz="1200" smtClean="0">
                <a:latin typeface="Arial" panose="020B0604020202020204" pitchFamily="34" charset="0"/>
              </a:rPr>
              <a:pPr/>
              <a:t>34</a:t>
            </a:fld>
            <a:endParaRPr kumimoji="0" lang="en-US" altLang="zh-CN" sz="1200">
              <a:latin typeface="Arial" panose="020B0604020202020204" pitchFamily="34" charset="0"/>
            </a:endParaRPr>
          </a:p>
        </p:txBody>
      </p:sp>
      <p:sp>
        <p:nvSpPr>
          <p:cNvPr id="44035" name="Rectangle 7">
            <a:extLst>
              <a:ext uri="{FF2B5EF4-FFF2-40B4-BE49-F238E27FC236}">
                <a16:creationId xmlns:a16="http://schemas.microsoft.com/office/drawing/2014/main" id="{1325A5BA-0ED8-46D4-B846-93FB021AEAF5}"/>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r" eaLnBrk="1" hangingPunct="1"/>
            <a:fld id="{E0A8E3EA-922B-48B2-8618-655AEB17AD7D}" type="slidenum">
              <a:rPr kumimoji="0" lang="en-US" altLang="zh-CN" sz="1200">
                <a:latin typeface="Arial" panose="020B0604020202020204" pitchFamily="34" charset="0"/>
              </a:rPr>
              <a:pPr algn="r" eaLnBrk="1" hangingPunct="1"/>
              <a:t>34</a:t>
            </a:fld>
            <a:endParaRPr kumimoji="0" lang="en-US" altLang="zh-CN" sz="1200">
              <a:latin typeface="Arial" panose="020B0604020202020204" pitchFamily="34" charset="0"/>
            </a:endParaRPr>
          </a:p>
        </p:txBody>
      </p:sp>
      <p:sp>
        <p:nvSpPr>
          <p:cNvPr id="44036" name="Rectangle 2">
            <a:extLst>
              <a:ext uri="{FF2B5EF4-FFF2-40B4-BE49-F238E27FC236}">
                <a16:creationId xmlns:a16="http://schemas.microsoft.com/office/drawing/2014/main" id="{218497D5-C764-421B-85A7-DAF2BCC4049F}"/>
              </a:ext>
            </a:extLst>
          </p:cNvPr>
          <p:cNvSpPr>
            <a:spLocks noGrp="1" noRot="1" noChangeAspect="1" noChangeArrowheads="1" noTextEdit="1"/>
          </p:cNvSpPr>
          <p:nvPr>
            <p:ph type="sldImg"/>
          </p:nvPr>
        </p:nvSpPr>
        <p:spPr>
          <a:ln/>
        </p:spPr>
      </p:sp>
      <p:sp>
        <p:nvSpPr>
          <p:cNvPr id="44037" name="Rectangle 3">
            <a:extLst>
              <a:ext uri="{FF2B5EF4-FFF2-40B4-BE49-F238E27FC236}">
                <a16:creationId xmlns:a16="http://schemas.microsoft.com/office/drawing/2014/main" id="{6DC742AA-4950-4E2F-A2F0-1AA572502154}"/>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a:extLst>
              <a:ext uri="{FF2B5EF4-FFF2-40B4-BE49-F238E27FC236}">
                <a16:creationId xmlns:a16="http://schemas.microsoft.com/office/drawing/2014/main" id="{3244DD1C-AE09-4420-96A8-EB91D38061E7}"/>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77AC4BD5-C218-459C-B6B3-69B979C557FF}" type="slidenum">
              <a:rPr kumimoji="0" lang="en-US" altLang="zh-CN" sz="1200" smtClean="0">
                <a:latin typeface="Arial" panose="020B0604020202020204" pitchFamily="34" charset="0"/>
              </a:rPr>
              <a:pPr/>
              <a:t>35</a:t>
            </a:fld>
            <a:endParaRPr kumimoji="0" lang="en-US" altLang="zh-CN" sz="1200">
              <a:latin typeface="Arial" panose="020B0604020202020204" pitchFamily="34" charset="0"/>
            </a:endParaRPr>
          </a:p>
        </p:txBody>
      </p:sp>
      <p:sp>
        <p:nvSpPr>
          <p:cNvPr id="46083" name="Rectangle 7">
            <a:extLst>
              <a:ext uri="{FF2B5EF4-FFF2-40B4-BE49-F238E27FC236}">
                <a16:creationId xmlns:a16="http://schemas.microsoft.com/office/drawing/2014/main" id="{1289E04C-C66B-43AC-9661-E1680F526D53}"/>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r" eaLnBrk="1" hangingPunct="1"/>
            <a:fld id="{BBB3FD59-9E6F-443D-9AED-6B6E78B4EFB0}" type="slidenum">
              <a:rPr kumimoji="0" lang="en-US" altLang="zh-CN" sz="1200">
                <a:latin typeface="Arial" panose="020B0604020202020204" pitchFamily="34" charset="0"/>
              </a:rPr>
              <a:pPr algn="r" eaLnBrk="1" hangingPunct="1"/>
              <a:t>35</a:t>
            </a:fld>
            <a:endParaRPr kumimoji="0" lang="en-US" altLang="zh-CN" sz="1200">
              <a:latin typeface="Arial" panose="020B0604020202020204" pitchFamily="34" charset="0"/>
            </a:endParaRPr>
          </a:p>
        </p:txBody>
      </p:sp>
      <p:sp>
        <p:nvSpPr>
          <p:cNvPr id="46084" name="Rectangle 2">
            <a:extLst>
              <a:ext uri="{FF2B5EF4-FFF2-40B4-BE49-F238E27FC236}">
                <a16:creationId xmlns:a16="http://schemas.microsoft.com/office/drawing/2014/main" id="{158F1B0F-E38C-4628-8569-335FC0859A77}"/>
              </a:ext>
            </a:extLst>
          </p:cNvPr>
          <p:cNvSpPr>
            <a:spLocks noGrp="1" noRot="1" noChangeAspect="1" noChangeArrowheads="1" noTextEdit="1"/>
          </p:cNvSpPr>
          <p:nvPr>
            <p:ph type="sldImg"/>
          </p:nvPr>
        </p:nvSpPr>
        <p:spPr>
          <a:ln/>
        </p:spPr>
      </p:sp>
      <p:sp>
        <p:nvSpPr>
          <p:cNvPr id="46085" name="Rectangle 3">
            <a:extLst>
              <a:ext uri="{FF2B5EF4-FFF2-40B4-BE49-F238E27FC236}">
                <a16:creationId xmlns:a16="http://schemas.microsoft.com/office/drawing/2014/main" id="{730A907B-4B97-40B2-BCCD-BA747E50A37C}"/>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a:extLst>
              <a:ext uri="{FF2B5EF4-FFF2-40B4-BE49-F238E27FC236}">
                <a16:creationId xmlns:a16="http://schemas.microsoft.com/office/drawing/2014/main" id="{EBBE1360-22CE-46F0-B3EF-14EB63AD0F8B}"/>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C8F20CDE-B6B1-4A17-9247-A032C90ED03E}" type="slidenum">
              <a:rPr kumimoji="0" lang="en-US" altLang="zh-CN" sz="1200" smtClean="0">
                <a:latin typeface="Arial" panose="020B0604020202020204" pitchFamily="34" charset="0"/>
              </a:rPr>
              <a:pPr/>
              <a:t>36</a:t>
            </a:fld>
            <a:endParaRPr kumimoji="0" lang="en-US" altLang="zh-CN" sz="1200">
              <a:latin typeface="Arial" panose="020B0604020202020204" pitchFamily="34" charset="0"/>
            </a:endParaRPr>
          </a:p>
        </p:txBody>
      </p:sp>
      <p:sp>
        <p:nvSpPr>
          <p:cNvPr id="48131" name="Rectangle 7">
            <a:extLst>
              <a:ext uri="{FF2B5EF4-FFF2-40B4-BE49-F238E27FC236}">
                <a16:creationId xmlns:a16="http://schemas.microsoft.com/office/drawing/2014/main" id="{FE1F1853-8FC0-4915-9FFB-A2F1AB97A980}"/>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r" eaLnBrk="1" hangingPunct="1"/>
            <a:fld id="{1596D94C-54A4-40E5-AE05-83C384F9B0D3}" type="slidenum">
              <a:rPr kumimoji="0" lang="en-US" altLang="zh-CN" sz="1200">
                <a:latin typeface="Arial" panose="020B0604020202020204" pitchFamily="34" charset="0"/>
              </a:rPr>
              <a:pPr algn="r" eaLnBrk="1" hangingPunct="1"/>
              <a:t>36</a:t>
            </a:fld>
            <a:endParaRPr kumimoji="0" lang="en-US" altLang="zh-CN" sz="1200">
              <a:latin typeface="Arial" panose="020B0604020202020204" pitchFamily="34" charset="0"/>
            </a:endParaRPr>
          </a:p>
        </p:txBody>
      </p:sp>
      <p:sp>
        <p:nvSpPr>
          <p:cNvPr id="48132" name="Rectangle 2">
            <a:extLst>
              <a:ext uri="{FF2B5EF4-FFF2-40B4-BE49-F238E27FC236}">
                <a16:creationId xmlns:a16="http://schemas.microsoft.com/office/drawing/2014/main" id="{7CB7FF8A-6451-4B0D-9B17-EB9E45434859}"/>
              </a:ext>
            </a:extLst>
          </p:cNvPr>
          <p:cNvSpPr>
            <a:spLocks noGrp="1" noRot="1" noChangeAspect="1" noChangeArrowheads="1" noTextEdit="1"/>
          </p:cNvSpPr>
          <p:nvPr>
            <p:ph type="sldImg"/>
          </p:nvPr>
        </p:nvSpPr>
        <p:spPr>
          <a:ln/>
        </p:spPr>
      </p:sp>
      <p:sp>
        <p:nvSpPr>
          <p:cNvPr id="48133" name="Rectangle 3">
            <a:extLst>
              <a:ext uri="{FF2B5EF4-FFF2-40B4-BE49-F238E27FC236}">
                <a16:creationId xmlns:a16="http://schemas.microsoft.com/office/drawing/2014/main" id="{A279FE09-B00A-446F-9FD1-66DB36B43074}"/>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84392930-C7DE-44F8-A29F-43AF9A62B7FE}"/>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776E832F-E8C0-40C7-B103-C83692B1381B}" type="slidenum">
              <a:rPr kumimoji="0" lang="en-US" altLang="zh-CN" sz="1200" smtClean="0">
                <a:latin typeface="Arial" panose="020B0604020202020204" pitchFamily="34" charset="0"/>
              </a:rPr>
              <a:pPr/>
              <a:t>37</a:t>
            </a:fld>
            <a:endParaRPr kumimoji="0" lang="en-US" altLang="zh-CN" sz="1200">
              <a:latin typeface="Arial" panose="020B0604020202020204" pitchFamily="34" charset="0"/>
            </a:endParaRPr>
          </a:p>
        </p:txBody>
      </p:sp>
      <p:sp>
        <p:nvSpPr>
          <p:cNvPr id="50179" name="Rectangle 7">
            <a:extLst>
              <a:ext uri="{FF2B5EF4-FFF2-40B4-BE49-F238E27FC236}">
                <a16:creationId xmlns:a16="http://schemas.microsoft.com/office/drawing/2014/main" id="{BB90E88F-2FC0-4A60-8792-9A2BF9FAFBF5}"/>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r" eaLnBrk="1" hangingPunct="1"/>
            <a:fld id="{D23CC0C6-B4DE-41B6-A032-9FA0FDC7C5B9}" type="slidenum">
              <a:rPr kumimoji="0" lang="en-US" altLang="zh-CN" sz="1200">
                <a:latin typeface="Arial" panose="020B0604020202020204" pitchFamily="34" charset="0"/>
              </a:rPr>
              <a:pPr algn="r" eaLnBrk="1" hangingPunct="1"/>
              <a:t>37</a:t>
            </a:fld>
            <a:endParaRPr kumimoji="0" lang="en-US" altLang="zh-CN" sz="1200">
              <a:latin typeface="Arial" panose="020B0604020202020204" pitchFamily="34" charset="0"/>
            </a:endParaRPr>
          </a:p>
        </p:txBody>
      </p:sp>
      <p:sp>
        <p:nvSpPr>
          <p:cNvPr id="50180" name="Rectangle 2">
            <a:extLst>
              <a:ext uri="{FF2B5EF4-FFF2-40B4-BE49-F238E27FC236}">
                <a16:creationId xmlns:a16="http://schemas.microsoft.com/office/drawing/2014/main" id="{5B5CCA88-6832-4CF7-9A9D-F194CE519EBB}"/>
              </a:ext>
            </a:extLst>
          </p:cNvPr>
          <p:cNvSpPr>
            <a:spLocks noGrp="1" noRot="1" noChangeAspect="1" noChangeArrowheads="1" noTextEdit="1"/>
          </p:cNvSpPr>
          <p:nvPr>
            <p:ph type="sldImg"/>
          </p:nvPr>
        </p:nvSpPr>
        <p:spPr>
          <a:ln/>
        </p:spPr>
      </p:sp>
      <p:sp>
        <p:nvSpPr>
          <p:cNvPr id="50181" name="Rectangle 3">
            <a:extLst>
              <a:ext uri="{FF2B5EF4-FFF2-40B4-BE49-F238E27FC236}">
                <a16:creationId xmlns:a16="http://schemas.microsoft.com/office/drawing/2014/main" id="{B511CA51-2F55-4A9A-9C55-F72C3E73139E}"/>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a:extLst>
              <a:ext uri="{FF2B5EF4-FFF2-40B4-BE49-F238E27FC236}">
                <a16:creationId xmlns:a16="http://schemas.microsoft.com/office/drawing/2014/main" id="{18E5A6B5-745E-45B0-9D00-4A7B6AFEDE04}"/>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13FB5E49-EDA8-49D4-B310-8863C24A7C6F}" type="slidenum">
              <a:rPr kumimoji="0" lang="en-US" altLang="zh-CN" sz="1200" smtClean="0">
                <a:latin typeface="Arial" panose="020B0604020202020204" pitchFamily="34" charset="0"/>
              </a:rPr>
              <a:pPr/>
              <a:t>38</a:t>
            </a:fld>
            <a:endParaRPr kumimoji="0" lang="en-US" altLang="zh-CN" sz="1200">
              <a:latin typeface="Arial" panose="020B0604020202020204" pitchFamily="34" charset="0"/>
            </a:endParaRPr>
          </a:p>
        </p:txBody>
      </p:sp>
      <p:sp>
        <p:nvSpPr>
          <p:cNvPr id="52227" name="Rectangle 7">
            <a:extLst>
              <a:ext uri="{FF2B5EF4-FFF2-40B4-BE49-F238E27FC236}">
                <a16:creationId xmlns:a16="http://schemas.microsoft.com/office/drawing/2014/main" id="{D3AC3EC3-B919-4CCC-A086-FB009F941FA0}"/>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r" eaLnBrk="1" hangingPunct="1"/>
            <a:fld id="{072CB6B0-5AA2-4AC6-80D8-785E036F77BC}" type="slidenum">
              <a:rPr kumimoji="0" lang="en-US" altLang="zh-CN" sz="1200">
                <a:latin typeface="Arial" panose="020B0604020202020204" pitchFamily="34" charset="0"/>
              </a:rPr>
              <a:pPr algn="r" eaLnBrk="1" hangingPunct="1"/>
              <a:t>38</a:t>
            </a:fld>
            <a:endParaRPr kumimoji="0" lang="en-US" altLang="zh-CN" sz="1200">
              <a:latin typeface="Arial" panose="020B0604020202020204" pitchFamily="34" charset="0"/>
            </a:endParaRPr>
          </a:p>
        </p:txBody>
      </p:sp>
      <p:sp>
        <p:nvSpPr>
          <p:cNvPr id="52228" name="Rectangle 2">
            <a:extLst>
              <a:ext uri="{FF2B5EF4-FFF2-40B4-BE49-F238E27FC236}">
                <a16:creationId xmlns:a16="http://schemas.microsoft.com/office/drawing/2014/main" id="{97EFAEBC-743E-4154-BAA8-ABFCF72FCD82}"/>
              </a:ext>
            </a:extLst>
          </p:cNvPr>
          <p:cNvSpPr>
            <a:spLocks noGrp="1" noRot="1" noChangeAspect="1" noChangeArrowheads="1" noTextEdit="1"/>
          </p:cNvSpPr>
          <p:nvPr>
            <p:ph type="sldImg"/>
          </p:nvPr>
        </p:nvSpPr>
        <p:spPr>
          <a:ln/>
        </p:spPr>
      </p:sp>
      <p:sp>
        <p:nvSpPr>
          <p:cNvPr id="52229" name="Rectangle 3">
            <a:extLst>
              <a:ext uri="{FF2B5EF4-FFF2-40B4-BE49-F238E27FC236}">
                <a16:creationId xmlns:a16="http://schemas.microsoft.com/office/drawing/2014/main" id="{78EE43A1-924D-4B1A-AA6B-4F87CFC2ABB3}"/>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a:extLst>
              <a:ext uri="{FF2B5EF4-FFF2-40B4-BE49-F238E27FC236}">
                <a16:creationId xmlns:a16="http://schemas.microsoft.com/office/drawing/2014/main" id="{04A580FE-A17C-4866-954E-20DF6B8B0F13}"/>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F3B794D6-39DB-4975-BB71-B58A8540437E}" type="slidenum">
              <a:rPr kumimoji="0" lang="en-US" altLang="zh-CN" sz="1200" smtClean="0">
                <a:latin typeface="Arial" panose="020B0604020202020204" pitchFamily="34" charset="0"/>
              </a:rPr>
              <a:pPr/>
              <a:t>39</a:t>
            </a:fld>
            <a:endParaRPr kumimoji="0" lang="en-US" altLang="zh-CN" sz="1200">
              <a:latin typeface="Arial" panose="020B0604020202020204" pitchFamily="34" charset="0"/>
            </a:endParaRPr>
          </a:p>
        </p:txBody>
      </p:sp>
      <p:sp>
        <p:nvSpPr>
          <p:cNvPr id="54275" name="Rectangle 7">
            <a:extLst>
              <a:ext uri="{FF2B5EF4-FFF2-40B4-BE49-F238E27FC236}">
                <a16:creationId xmlns:a16="http://schemas.microsoft.com/office/drawing/2014/main" id="{F11B8DBE-67F9-497C-A8BA-889A36174B03}"/>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r" eaLnBrk="1" hangingPunct="1"/>
            <a:fld id="{0837C13B-0BF7-4D00-B6B9-D6439F9004E0}" type="slidenum">
              <a:rPr kumimoji="0" lang="en-US" altLang="zh-CN" sz="1200">
                <a:latin typeface="Arial" panose="020B0604020202020204" pitchFamily="34" charset="0"/>
              </a:rPr>
              <a:pPr algn="r" eaLnBrk="1" hangingPunct="1"/>
              <a:t>39</a:t>
            </a:fld>
            <a:endParaRPr kumimoji="0" lang="en-US" altLang="zh-CN" sz="1200">
              <a:latin typeface="Arial" panose="020B0604020202020204" pitchFamily="34" charset="0"/>
            </a:endParaRPr>
          </a:p>
        </p:txBody>
      </p:sp>
      <p:sp>
        <p:nvSpPr>
          <p:cNvPr id="54276" name="Rectangle 2">
            <a:extLst>
              <a:ext uri="{FF2B5EF4-FFF2-40B4-BE49-F238E27FC236}">
                <a16:creationId xmlns:a16="http://schemas.microsoft.com/office/drawing/2014/main" id="{2D77E02B-4A39-4FE9-B67C-DBA75BEC3429}"/>
              </a:ext>
            </a:extLst>
          </p:cNvPr>
          <p:cNvSpPr>
            <a:spLocks noGrp="1" noRot="1" noChangeAspect="1" noChangeArrowheads="1" noTextEdit="1"/>
          </p:cNvSpPr>
          <p:nvPr>
            <p:ph type="sldImg"/>
          </p:nvPr>
        </p:nvSpPr>
        <p:spPr>
          <a:ln/>
        </p:spPr>
      </p:sp>
      <p:sp>
        <p:nvSpPr>
          <p:cNvPr id="54277" name="Rectangle 3">
            <a:extLst>
              <a:ext uri="{FF2B5EF4-FFF2-40B4-BE49-F238E27FC236}">
                <a16:creationId xmlns:a16="http://schemas.microsoft.com/office/drawing/2014/main" id="{8868F4B6-A022-4EC3-A4CA-F541FBDFFD0E}"/>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DCAA3049-01B3-4B47-BD98-0F22AAA29691}"/>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0E690CA9-7BF1-40DB-A886-FB1CA1D9B90D}" type="slidenum">
              <a:rPr kumimoji="0" lang="en-US" altLang="zh-CN" sz="1200" smtClean="0">
                <a:latin typeface="Arial" panose="020B0604020202020204" pitchFamily="34" charset="0"/>
              </a:rPr>
              <a:pPr/>
              <a:t>40</a:t>
            </a:fld>
            <a:endParaRPr kumimoji="0" lang="en-US" altLang="zh-CN" sz="1200">
              <a:latin typeface="Arial" panose="020B0604020202020204" pitchFamily="34" charset="0"/>
            </a:endParaRPr>
          </a:p>
        </p:txBody>
      </p:sp>
      <p:sp>
        <p:nvSpPr>
          <p:cNvPr id="56323" name="Rectangle 7">
            <a:extLst>
              <a:ext uri="{FF2B5EF4-FFF2-40B4-BE49-F238E27FC236}">
                <a16:creationId xmlns:a16="http://schemas.microsoft.com/office/drawing/2014/main" id="{2AF3E5A2-A242-4A78-9BAA-342BEFD0A6AD}"/>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r" eaLnBrk="1" hangingPunct="1"/>
            <a:fld id="{59368683-6160-4424-8CCC-89B1F80C5785}" type="slidenum">
              <a:rPr kumimoji="0" lang="en-US" altLang="zh-CN" sz="1200">
                <a:latin typeface="Arial" panose="020B0604020202020204" pitchFamily="34" charset="0"/>
              </a:rPr>
              <a:pPr algn="r" eaLnBrk="1" hangingPunct="1"/>
              <a:t>40</a:t>
            </a:fld>
            <a:endParaRPr kumimoji="0" lang="en-US" altLang="zh-CN" sz="1200">
              <a:latin typeface="Arial" panose="020B0604020202020204" pitchFamily="34" charset="0"/>
            </a:endParaRPr>
          </a:p>
        </p:txBody>
      </p:sp>
      <p:sp>
        <p:nvSpPr>
          <p:cNvPr id="56324" name="Rectangle 2">
            <a:extLst>
              <a:ext uri="{FF2B5EF4-FFF2-40B4-BE49-F238E27FC236}">
                <a16:creationId xmlns:a16="http://schemas.microsoft.com/office/drawing/2014/main" id="{39BE9195-ED5F-41A3-9055-1CF34C47253E}"/>
              </a:ext>
            </a:extLst>
          </p:cNvPr>
          <p:cNvSpPr>
            <a:spLocks noGrp="1" noRot="1" noChangeAspect="1" noChangeArrowheads="1" noTextEdit="1"/>
          </p:cNvSpPr>
          <p:nvPr>
            <p:ph type="sldImg"/>
          </p:nvPr>
        </p:nvSpPr>
        <p:spPr>
          <a:ln/>
        </p:spPr>
      </p:sp>
      <p:sp>
        <p:nvSpPr>
          <p:cNvPr id="56325" name="Rectangle 3">
            <a:extLst>
              <a:ext uri="{FF2B5EF4-FFF2-40B4-BE49-F238E27FC236}">
                <a16:creationId xmlns:a16="http://schemas.microsoft.com/office/drawing/2014/main" id="{280E7F9C-0E87-4108-A673-DBF57DED5567}"/>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id="{CB1D3D95-A77D-4337-8A3A-07A3868598EF}"/>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31D808F1-00B6-4305-96A0-80130937594B}" type="slidenum">
              <a:rPr kumimoji="0" lang="en-US" altLang="zh-CN" sz="1200" smtClean="0">
                <a:latin typeface="Arial" panose="020B0604020202020204" pitchFamily="34" charset="0"/>
              </a:rPr>
              <a:pPr/>
              <a:t>41</a:t>
            </a:fld>
            <a:endParaRPr kumimoji="0" lang="en-US" altLang="zh-CN" sz="1200">
              <a:latin typeface="Arial" panose="020B0604020202020204" pitchFamily="34" charset="0"/>
            </a:endParaRPr>
          </a:p>
        </p:txBody>
      </p:sp>
      <p:sp>
        <p:nvSpPr>
          <p:cNvPr id="58371" name="Rectangle 7">
            <a:extLst>
              <a:ext uri="{FF2B5EF4-FFF2-40B4-BE49-F238E27FC236}">
                <a16:creationId xmlns:a16="http://schemas.microsoft.com/office/drawing/2014/main" id="{C76F769C-29E1-46BA-89F5-D663D1A6E0E5}"/>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r" eaLnBrk="1" hangingPunct="1"/>
            <a:fld id="{C3439A50-5554-472A-AD89-6990DA606EB9}" type="slidenum">
              <a:rPr kumimoji="0" lang="en-US" altLang="zh-CN" sz="1200">
                <a:latin typeface="Arial" panose="020B0604020202020204" pitchFamily="34" charset="0"/>
              </a:rPr>
              <a:pPr algn="r" eaLnBrk="1" hangingPunct="1"/>
              <a:t>41</a:t>
            </a:fld>
            <a:endParaRPr kumimoji="0" lang="en-US" altLang="zh-CN" sz="1200">
              <a:latin typeface="Arial" panose="020B0604020202020204" pitchFamily="34" charset="0"/>
            </a:endParaRPr>
          </a:p>
        </p:txBody>
      </p:sp>
      <p:sp>
        <p:nvSpPr>
          <p:cNvPr id="58372" name="Rectangle 2">
            <a:extLst>
              <a:ext uri="{FF2B5EF4-FFF2-40B4-BE49-F238E27FC236}">
                <a16:creationId xmlns:a16="http://schemas.microsoft.com/office/drawing/2014/main" id="{E6778B92-31BD-4FD2-B029-8815F28C5A2C}"/>
              </a:ext>
            </a:extLst>
          </p:cNvPr>
          <p:cNvSpPr>
            <a:spLocks noGrp="1" noRot="1" noChangeAspect="1" noChangeArrowheads="1" noTextEdit="1"/>
          </p:cNvSpPr>
          <p:nvPr>
            <p:ph type="sldImg"/>
          </p:nvPr>
        </p:nvSpPr>
        <p:spPr>
          <a:ln/>
        </p:spPr>
      </p:sp>
      <p:sp>
        <p:nvSpPr>
          <p:cNvPr id="58373" name="Rectangle 3">
            <a:extLst>
              <a:ext uri="{FF2B5EF4-FFF2-40B4-BE49-F238E27FC236}">
                <a16:creationId xmlns:a16="http://schemas.microsoft.com/office/drawing/2014/main" id="{D6F0448C-EFFC-4F87-B0D6-822ED78ED4EA}"/>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id="{28B715F6-4438-4F87-ADB2-CFCEB5314741}"/>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9E026D14-9259-411F-BFB1-1D4AEF1CE9D3}" type="slidenum">
              <a:rPr kumimoji="0" lang="en-US" altLang="zh-CN" sz="1200" smtClean="0">
                <a:latin typeface="Arial" panose="020B0604020202020204" pitchFamily="34" charset="0"/>
              </a:rPr>
              <a:pPr/>
              <a:t>46</a:t>
            </a:fld>
            <a:endParaRPr kumimoji="0" lang="en-US" altLang="zh-CN" sz="1200">
              <a:latin typeface="Arial" panose="020B0604020202020204" pitchFamily="34" charset="0"/>
            </a:endParaRPr>
          </a:p>
        </p:txBody>
      </p:sp>
      <p:sp>
        <p:nvSpPr>
          <p:cNvPr id="64515" name="Rectangle 7">
            <a:extLst>
              <a:ext uri="{FF2B5EF4-FFF2-40B4-BE49-F238E27FC236}">
                <a16:creationId xmlns:a16="http://schemas.microsoft.com/office/drawing/2014/main" id="{7AFB1017-656C-4B19-B86E-DC2AF5F9EA5E}"/>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r" eaLnBrk="1" hangingPunct="1"/>
            <a:fld id="{6CBD62B9-068B-42C4-B816-0844036CD9C6}" type="slidenum">
              <a:rPr kumimoji="0" lang="en-US" altLang="zh-CN" sz="1200">
                <a:latin typeface="Arial" panose="020B0604020202020204" pitchFamily="34" charset="0"/>
              </a:rPr>
              <a:pPr algn="r" eaLnBrk="1" hangingPunct="1"/>
              <a:t>46</a:t>
            </a:fld>
            <a:endParaRPr kumimoji="0" lang="en-US" altLang="zh-CN" sz="1200">
              <a:latin typeface="Arial" panose="020B0604020202020204" pitchFamily="34" charset="0"/>
            </a:endParaRPr>
          </a:p>
        </p:txBody>
      </p:sp>
      <p:sp>
        <p:nvSpPr>
          <p:cNvPr id="64516" name="Rectangle 2">
            <a:extLst>
              <a:ext uri="{FF2B5EF4-FFF2-40B4-BE49-F238E27FC236}">
                <a16:creationId xmlns:a16="http://schemas.microsoft.com/office/drawing/2014/main" id="{BD60C6E3-EFBA-4B64-8841-DFC5106094B7}"/>
              </a:ext>
            </a:extLst>
          </p:cNvPr>
          <p:cNvSpPr>
            <a:spLocks noGrp="1" noRot="1" noChangeAspect="1" noChangeArrowheads="1" noTextEdit="1"/>
          </p:cNvSpPr>
          <p:nvPr>
            <p:ph type="sldImg"/>
          </p:nvPr>
        </p:nvSpPr>
        <p:spPr>
          <a:ln/>
        </p:spPr>
      </p:sp>
      <p:sp>
        <p:nvSpPr>
          <p:cNvPr id="64517" name="Rectangle 3">
            <a:extLst>
              <a:ext uri="{FF2B5EF4-FFF2-40B4-BE49-F238E27FC236}">
                <a16:creationId xmlns:a16="http://schemas.microsoft.com/office/drawing/2014/main" id="{BEF2292A-F02F-4046-8549-D03F569ECB06}"/>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a:extLst>
              <a:ext uri="{FF2B5EF4-FFF2-40B4-BE49-F238E27FC236}">
                <a16:creationId xmlns:a16="http://schemas.microsoft.com/office/drawing/2014/main" id="{455C5448-4FB2-4756-ACC2-80B9EF945EB7}"/>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CEE27606-E357-479A-8815-8D5F321E6F9A}" type="slidenum">
              <a:rPr kumimoji="0" lang="en-US" altLang="zh-CN" sz="1200" smtClean="0">
                <a:latin typeface="Arial" panose="020B0604020202020204" pitchFamily="34" charset="0"/>
              </a:rPr>
              <a:pPr/>
              <a:t>47</a:t>
            </a:fld>
            <a:endParaRPr kumimoji="0" lang="en-US" altLang="zh-CN" sz="1200">
              <a:latin typeface="Arial" panose="020B0604020202020204" pitchFamily="34" charset="0"/>
            </a:endParaRPr>
          </a:p>
        </p:txBody>
      </p:sp>
      <p:sp>
        <p:nvSpPr>
          <p:cNvPr id="66563" name="Rectangle 7">
            <a:extLst>
              <a:ext uri="{FF2B5EF4-FFF2-40B4-BE49-F238E27FC236}">
                <a16:creationId xmlns:a16="http://schemas.microsoft.com/office/drawing/2014/main" id="{356A27C4-C1F0-451B-B11A-0F0B0642A197}"/>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r" eaLnBrk="1" hangingPunct="1"/>
            <a:fld id="{6ABEBF4E-C062-460D-A478-6A5DDD48FA5F}" type="slidenum">
              <a:rPr kumimoji="0" lang="en-US" altLang="zh-CN" sz="1200">
                <a:latin typeface="Arial" panose="020B0604020202020204" pitchFamily="34" charset="0"/>
              </a:rPr>
              <a:pPr algn="r" eaLnBrk="1" hangingPunct="1"/>
              <a:t>47</a:t>
            </a:fld>
            <a:endParaRPr kumimoji="0" lang="en-US" altLang="zh-CN" sz="1200">
              <a:latin typeface="Arial" panose="020B0604020202020204" pitchFamily="34" charset="0"/>
            </a:endParaRPr>
          </a:p>
        </p:txBody>
      </p:sp>
      <p:sp>
        <p:nvSpPr>
          <p:cNvPr id="66564" name="Rectangle 2">
            <a:extLst>
              <a:ext uri="{FF2B5EF4-FFF2-40B4-BE49-F238E27FC236}">
                <a16:creationId xmlns:a16="http://schemas.microsoft.com/office/drawing/2014/main" id="{9A4E3E8C-9945-4EB2-8C20-141C9C0FF202}"/>
              </a:ext>
            </a:extLst>
          </p:cNvPr>
          <p:cNvSpPr>
            <a:spLocks noGrp="1" noRot="1" noChangeAspect="1" noChangeArrowheads="1" noTextEdit="1"/>
          </p:cNvSpPr>
          <p:nvPr>
            <p:ph type="sldImg"/>
          </p:nvPr>
        </p:nvSpPr>
        <p:spPr>
          <a:ln/>
        </p:spPr>
      </p:sp>
      <p:sp>
        <p:nvSpPr>
          <p:cNvPr id="66565" name="Rectangle 3">
            <a:extLst>
              <a:ext uri="{FF2B5EF4-FFF2-40B4-BE49-F238E27FC236}">
                <a16:creationId xmlns:a16="http://schemas.microsoft.com/office/drawing/2014/main" id="{750CADAA-0C0E-4CC8-8844-339A54267CCC}"/>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a:extLst>
              <a:ext uri="{FF2B5EF4-FFF2-40B4-BE49-F238E27FC236}">
                <a16:creationId xmlns:a16="http://schemas.microsoft.com/office/drawing/2014/main" id="{1E2A53E1-22FD-4BB7-9819-CFA0850657F5}"/>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BF609807-DA68-43E2-8685-5045BF531476}" type="slidenum">
              <a:rPr kumimoji="0" lang="en-US" altLang="zh-CN" sz="1200" smtClean="0">
                <a:latin typeface="Arial" panose="020B0604020202020204" pitchFamily="34" charset="0"/>
              </a:rPr>
              <a:pPr/>
              <a:t>48</a:t>
            </a:fld>
            <a:endParaRPr kumimoji="0" lang="en-US" altLang="zh-CN" sz="1200">
              <a:latin typeface="Arial" panose="020B0604020202020204" pitchFamily="34" charset="0"/>
            </a:endParaRPr>
          </a:p>
        </p:txBody>
      </p:sp>
      <p:sp>
        <p:nvSpPr>
          <p:cNvPr id="68611" name="Rectangle 7">
            <a:extLst>
              <a:ext uri="{FF2B5EF4-FFF2-40B4-BE49-F238E27FC236}">
                <a16:creationId xmlns:a16="http://schemas.microsoft.com/office/drawing/2014/main" id="{3CEC02BE-F467-4223-8C88-C715BB243FE1}"/>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r" eaLnBrk="1" hangingPunct="1"/>
            <a:fld id="{0E9D7F15-DE6F-4D5E-8FA8-86087A3D69F7}" type="slidenum">
              <a:rPr kumimoji="0" lang="en-US" altLang="zh-CN" sz="1200">
                <a:latin typeface="Arial" panose="020B0604020202020204" pitchFamily="34" charset="0"/>
              </a:rPr>
              <a:pPr algn="r" eaLnBrk="1" hangingPunct="1"/>
              <a:t>48</a:t>
            </a:fld>
            <a:endParaRPr kumimoji="0" lang="en-US" altLang="zh-CN" sz="1200">
              <a:latin typeface="Arial" panose="020B0604020202020204" pitchFamily="34" charset="0"/>
            </a:endParaRPr>
          </a:p>
        </p:txBody>
      </p:sp>
      <p:sp>
        <p:nvSpPr>
          <p:cNvPr id="68612" name="Rectangle 2">
            <a:extLst>
              <a:ext uri="{FF2B5EF4-FFF2-40B4-BE49-F238E27FC236}">
                <a16:creationId xmlns:a16="http://schemas.microsoft.com/office/drawing/2014/main" id="{D34834CB-BFD0-4576-BD29-F52E498ECFA2}"/>
              </a:ext>
            </a:extLst>
          </p:cNvPr>
          <p:cNvSpPr>
            <a:spLocks noGrp="1" noRot="1" noChangeAspect="1" noChangeArrowheads="1" noTextEdit="1"/>
          </p:cNvSpPr>
          <p:nvPr>
            <p:ph type="sldImg"/>
          </p:nvPr>
        </p:nvSpPr>
        <p:spPr>
          <a:ln/>
        </p:spPr>
      </p:sp>
      <p:sp>
        <p:nvSpPr>
          <p:cNvPr id="68613" name="Rectangle 3">
            <a:extLst>
              <a:ext uri="{FF2B5EF4-FFF2-40B4-BE49-F238E27FC236}">
                <a16:creationId xmlns:a16="http://schemas.microsoft.com/office/drawing/2014/main" id="{AC7C82B0-8A2F-4412-B512-3DD005C78163}"/>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a:extLst>
              <a:ext uri="{FF2B5EF4-FFF2-40B4-BE49-F238E27FC236}">
                <a16:creationId xmlns:a16="http://schemas.microsoft.com/office/drawing/2014/main" id="{A93A671C-6676-42EA-ABC3-651EFCE8648A}"/>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82368E9C-7B69-4E0C-A900-39409E97AA90}" type="slidenum">
              <a:rPr kumimoji="0" lang="en-US" altLang="zh-CN" sz="1200" smtClean="0">
                <a:latin typeface="Arial" panose="020B0604020202020204" pitchFamily="34" charset="0"/>
              </a:rPr>
              <a:pPr/>
              <a:t>49</a:t>
            </a:fld>
            <a:endParaRPr kumimoji="0" lang="en-US" altLang="zh-CN" sz="1200">
              <a:latin typeface="Arial" panose="020B0604020202020204" pitchFamily="34" charset="0"/>
            </a:endParaRPr>
          </a:p>
        </p:txBody>
      </p:sp>
      <p:sp>
        <p:nvSpPr>
          <p:cNvPr id="70659" name="Rectangle 7">
            <a:extLst>
              <a:ext uri="{FF2B5EF4-FFF2-40B4-BE49-F238E27FC236}">
                <a16:creationId xmlns:a16="http://schemas.microsoft.com/office/drawing/2014/main" id="{998F44DB-D76F-4436-AAA8-9FAA61C38A00}"/>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r" eaLnBrk="1" hangingPunct="1"/>
            <a:fld id="{C7196088-690B-4FAF-BF2A-D5681D3E9287}" type="slidenum">
              <a:rPr kumimoji="0" lang="en-US" altLang="zh-CN" sz="1200">
                <a:latin typeface="Arial" panose="020B0604020202020204" pitchFamily="34" charset="0"/>
              </a:rPr>
              <a:pPr algn="r" eaLnBrk="1" hangingPunct="1"/>
              <a:t>49</a:t>
            </a:fld>
            <a:endParaRPr kumimoji="0" lang="en-US" altLang="zh-CN" sz="1200">
              <a:latin typeface="Arial" panose="020B0604020202020204" pitchFamily="34" charset="0"/>
            </a:endParaRPr>
          </a:p>
        </p:txBody>
      </p:sp>
      <p:sp>
        <p:nvSpPr>
          <p:cNvPr id="70660" name="Rectangle 2">
            <a:extLst>
              <a:ext uri="{FF2B5EF4-FFF2-40B4-BE49-F238E27FC236}">
                <a16:creationId xmlns:a16="http://schemas.microsoft.com/office/drawing/2014/main" id="{8D1D95D1-0B7F-4B02-AA25-B7299CE9669A}"/>
              </a:ext>
            </a:extLst>
          </p:cNvPr>
          <p:cNvSpPr>
            <a:spLocks noGrp="1" noRot="1" noChangeAspect="1" noChangeArrowheads="1" noTextEdit="1"/>
          </p:cNvSpPr>
          <p:nvPr>
            <p:ph type="sldImg"/>
          </p:nvPr>
        </p:nvSpPr>
        <p:spPr>
          <a:ln/>
        </p:spPr>
      </p:sp>
      <p:sp>
        <p:nvSpPr>
          <p:cNvPr id="70661" name="Rectangle 3">
            <a:extLst>
              <a:ext uri="{FF2B5EF4-FFF2-40B4-BE49-F238E27FC236}">
                <a16:creationId xmlns:a16="http://schemas.microsoft.com/office/drawing/2014/main" id="{1F4CF450-DEC1-4326-99D7-6C70A871B58E}"/>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a:extLst>
              <a:ext uri="{FF2B5EF4-FFF2-40B4-BE49-F238E27FC236}">
                <a16:creationId xmlns:a16="http://schemas.microsoft.com/office/drawing/2014/main" id="{C9E111BF-0660-4D8E-B8A2-0CE83D9347A0}"/>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D424518A-5E82-47A5-A23E-A63550A691BB}" type="slidenum">
              <a:rPr kumimoji="0" lang="en-US" altLang="zh-CN" sz="1200" smtClean="0">
                <a:latin typeface="Arial" panose="020B0604020202020204" pitchFamily="34" charset="0"/>
              </a:rPr>
              <a:pPr/>
              <a:t>53</a:t>
            </a:fld>
            <a:endParaRPr kumimoji="0" lang="en-US" altLang="zh-CN" sz="1200">
              <a:latin typeface="Arial" panose="020B0604020202020204" pitchFamily="34" charset="0"/>
            </a:endParaRPr>
          </a:p>
        </p:txBody>
      </p:sp>
      <p:sp>
        <p:nvSpPr>
          <p:cNvPr id="75779" name="Rectangle 7">
            <a:extLst>
              <a:ext uri="{FF2B5EF4-FFF2-40B4-BE49-F238E27FC236}">
                <a16:creationId xmlns:a16="http://schemas.microsoft.com/office/drawing/2014/main" id="{199C7EF6-3281-4874-B123-274ED8313637}"/>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r" eaLnBrk="1" hangingPunct="1"/>
            <a:fld id="{1E4CAD9B-DA46-44BA-8FC4-0A5A6EB5D134}" type="slidenum">
              <a:rPr kumimoji="0" lang="en-US" altLang="zh-CN" sz="1200">
                <a:latin typeface="Arial" panose="020B0604020202020204" pitchFamily="34" charset="0"/>
              </a:rPr>
              <a:pPr algn="r" eaLnBrk="1" hangingPunct="1"/>
              <a:t>53</a:t>
            </a:fld>
            <a:endParaRPr kumimoji="0" lang="en-US" altLang="zh-CN" sz="1200">
              <a:latin typeface="Arial" panose="020B0604020202020204" pitchFamily="34" charset="0"/>
            </a:endParaRPr>
          </a:p>
        </p:txBody>
      </p:sp>
      <p:sp>
        <p:nvSpPr>
          <p:cNvPr id="75780" name="Rectangle 2">
            <a:extLst>
              <a:ext uri="{FF2B5EF4-FFF2-40B4-BE49-F238E27FC236}">
                <a16:creationId xmlns:a16="http://schemas.microsoft.com/office/drawing/2014/main" id="{57E91D0F-1ED0-491E-853A-08CF90CE6426}"/>
              </a:ext>
            </a:extLst>
          </p:cNvPr>
          <p:cNvSpPr>
            <a:spLocks noGrp="1" noRot="1" noChangeAspect="1" noChangeArrowheads="1" noTextEdit="1"/>
          </p:cNvSpPr>
          <p:nvPr>
            <p:ph type="sldImg"/>
          </p:nvPr>
        </p:nvSpPr>
        <p:spPr>
          <a:ln/>
        </p:spPr>
      </p:sp>
      <p:sp>
        <p:nvSpPr>
          <p:cNvPr id="75781" name="Rectangle 3">
            <a:extLst>
              <a:ext uri="{FF2B5EF4-FFF2-40B4-BE49-F238E27FC236}">
                <a16:creationId xmlns:a16="http://schemas.microsoft.com/office/drawing/2014/main" id="{B565EB5C-0C44-4472-AF24-DF55DECA37A0}"/>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a:extLst>
              <a:ext uri="{FF2B5EF4-FFF2-40B4-BE49-F238E27FC236}">
                <a16:creationId xmlns:a16="http://schemas.microsoft.com/office/drawing/2014/main" id="{AABC56FB-371D-4F11-87C0-C78DF549EFCA}"/>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4696013D-83C3-489E-AB86-5A44DEAE7E39}" type="slidenum">
              <a:rPr kumimoji="0" lang="en-US" altLang="zh-CN" sz="1200" smtClean="0">
                <a:latin typeface="Arial" panose="020B0604020202020204" pitchFamily="34" charset="0"/>
              </a:rPr>
              <a:pPr/>
              <a:t>54</a:t>
            </a:fld>
            <a:endParaRPr kumimoji="0" lang="en-US" altLang="zh-CN" sz="1200">
              <a:latin typeface="Arial" panose="020B0604020202020204" pitchFamily="34" charset="0"/>
            </a:endParaRPr>
          </a:p>
        </p:txBody>
      </p:sp>
      <p:sp>
        <p:nvSpPr>
          <p:cNvPr id="77827" name="Rectangle 7">
            <a:extLst>
              <a:ext uri="{FF2B5EF4-FFF2-40B4-BE49-F238E27FC236}">
                <a16:creationId xmlns:a16="http://schemas.microsoft.com/office/drawing/2014/main" id="{44A5351B-625F-4864-AE66-4B786F6F3453}"/>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r" eaLnBrk="1" hangingPunct="1"/>
            <a:fld id="{8C73028E-9CB2-4039-85DE-B3BFCA2AAC69}" type="slidenum">
              <a:rPr kumimoji="0" lang="en-US" altLang="zh-CN" sz="1200">
                <a:latin typeface="Arial" panose="020B0604020202020204" pitchFamily="34" charset="0"/>
              </a:rPr>
              <a:pPr algn="r" eaLnBrk="1" hangingPunct="1"/>
              <a:t>54</a:t>
            </a:fld>
            <a:endParaRPr kumimoji="0" lang="en-US" altLang="zh-CN" sz="1200">
              <a:latin typeface="Arial" panose="020B0604020202020204" pitchFamily="34" charset="0"/>
            </a:endParaRPr>
          </a:p>
        </p:txBody>
      </p:sp>
      <p:sp>
        <p:nvSpPr>
          <p:cNvPr id="77828" name="Rectangle 2">
            <a:extLst>
              <a:ext uri="{FF2B5EF4-FFF2-40B4-BE49-F238E27FC236}">
                <a16:creationId xmlns:a16="http://schemas.microsoft.com/office/drawing/2014/main" id="{54F1EF99-C3B7-4E77-A71A-057228C26287}"/>
              </a:ext>
            </a:extLst>
          </p:cNvPr>
          <p:cNvSpPr>
            <a:spLocks noGrp="1" noRot="1" noChangeAspect="1" noChangeArrowheads="1" noTextEdit="1"/>
          </p:cNvSpPr>
          <p:nvPr>
            <p:ph type="sldImg"/>
          </p:nvPr>
        </p:nvSpPr>
        <p:spPr>
          <a:ln/>
        </p:spPr>
      </p:sp>
      <p:sp>
        <p:nvSpPr>
          <p:cNvPr id="77829" name="Rectangle 3">
            <a:extLst>
              <a:ext uri="{FF2B5EF4-FFF2-40B4-BE49-F238E27FC236}">
                <a16:creationId xmlns:a16="http://schemas.microsoft.com/office/drawing/2014/main" id="{F641EFE6-F65A-4025-9DE5-FEAFA14D81C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090730BA-F220-4A6A-B477-5CA9AAF0ACEB}"/>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8D933D4A-DD75-41F5-AB1E-C62EF096FF15}" type="slidenum">
              <a:rPr kumimoji="0" lang="en-US" altLang="zh-CN" sz="1200" smtClean="0">
                <a:latin typeface="Arial" panose="020B0604020202020204" pitchFamily="34" charset="0"/>
              </a:rPr>
              <a:pPr/>
              <a:t>55</a:t>
            </a:fld>
            <a:endParaRPr kumimoji="0" lang="en-US" altLang="zh-CN" sz="1200">
              <a:latin typeface="Arial" panose="020B0604020202020204" pitchFamily="34" charset="0"/>
            </a:endParaRPr>
          </a:p>
        </p:txBody>
      </p:sp>
      <p:sp>
        <p:nvSpPr>
          <p:cNvPr id="79875" name="Rectangle 7">
            <a:extLst>
              <a:ext uri="{FF2B5EF4-FFF2-40B4-BE49-F238E27FC236}">
                <a16:creationId xmlns:a16="http://schemas.microsoft.com/office/drawing/2014/main" id="{91D5B0B3-8325-47FF-9391-D9BE267E6A64}"/>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r" eaLnBrk="1" hangingPunct="1"/>
            <a:fld id="{CF0B20BC-C8CC-492F-B0FB-8F96987AB120}" type="slidenum">
              <a:rPr kumimoji="0" lang="en-US" altLang="zh-CN" sz="1200">
                <a:latin typeface="Arial" panose="020B0604020202020204" pitchFamily="34" charset="0"/>
              </a:rPr>
              <a:pPr algn="r" eaLnBrk="1" hangingPunct="1"/>
              <a:t>55</a:t>
            </a:fld>
            <a:endParaRPr kumimoji="0" lang="en-US" altLang="zh-CN" sz="1200">
              <a:latin typeface="Arial" panose="020B0604020202020204" pitchFamily="34" charset="0"/>
            </a:endParaRPr>
          </a:p>
        </p:txBody>
      </p:sp>
      <p:sp>
        <p:nvSpPr>
          <p:cNvPr id="79876" name="Rectangle 2">
            <a:extLst>
              <a:ext uri="{FF2B5EF4-FFF2-40B4-BE49-F238E27FC236}">
                <a16:creationId xmlns:a16="http://schemas.microsoft.com/office/drawing/2014/main" id="{64A44A8E-95F9-43DA-9702-04B6ECB57DD3}"/>
              </a:ext>
            </a:extLst>
          </p:cNvPr>
          <p:cNvSpPr>
            <a:spLocks noGrp="1" noRot="1" noChangeAspect="1" noChangeArrowheads="1" noTextEdit="1"/>
          </p:cNvSpPr>
          <p:nvPr>
            <p:ph type="sldImg"/>
          </p:nvPr>
        </p:nvSpPr>
        <p:spPr>
          <a:ln/>
        </p:spPr>
      </p:sp>
      <p:sp>
        <p:nvSpPr>
          <p:cNvPr id="79877" name="Rectangle 3">
            <a:extLst>
              <a:ext uri="{FF2B5EF4-FFF2-40B4-BE49-F238E27FC236}">
                <a16:creationId xmlns:a16="http://schemas.microsoft.com/office/drawing/2014/main" id="{B6467B02-8DCC-4447-A44C-02370617B607}"/>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a:extLst>
              <a:ext uri="{FF2B5EF4-FFF2-40B4-BE49-F238E27FC236}">
                <a16:creationId xmlns:a16="http://schemas.microsoft.com/office/drawing/2014/main" id="{9F01ED59-A10C-4B8B-9B37-624430343977}"/>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3455256C-A01E-4A82-90FE-A00CA2E1DD0B}" type="slidenum">
              <a:rPr kumimoji="0" lang="en-US" altLang="zh-CN" sz="1200" smtClean="0">
                <a:latin typeface="Arial" panose="020B0604020202020204" pitchFamily="34" charset="0"/>
              </a:rPr>
              <a:pPr/>
              <a:t>56</a:t>
            </a:fld>
            <a:endParaRPr kumimoji="0" lang="en-US" altLang="zh-CN" sz="1200">
              <a:latin typeface="Arial" panose="020B0604020202020204" pitchFamily="34" charset="0"/>
            </a:endParaRPr>
          </a:p>
        </p:txBody>
      </p:sp>
      <p:sp>
        <p:nvSpPr>
          <p:cNvPr id="81923" name="Rectangle 7">
            <a:extLst>
              <a:ext uri="{FF2B5EF4-FFF2-40B4-BE49-F238E27FC236}">
                <a16:creationId xmlns:a16="http://schemas.microsoft.com/office/drawing/2014/main" id="{21DFFF90-8469-4B31-A95A-F757B4D317A4}"/>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r" eaLnBrk="1" hangingPunct="1"/>
            <a:fld id="{C1986A8B-ED6A-4402-8190-54AA461F41E6}" type="slidenum">
              <a:rPr kumimoji="0" lang="en-US" altLang="zh-CN" sz="1200">
                <a:latin typeface="Arial" panose="020B0604020202020204" pitchFamily="34" charset="0"/>
              </a:rPr>
              <a:pPr algn="r" eaLnBrk="1" hangingPunct="1"/>
              <a:t>56</a:t>
            </a:fld>
            <a:endParaRPr kumimoji="0" lang="en-US" altLang="zh-CN" sz="1200">
              <a:latin typeface="Arial" panose="020B0604020202020204" pitchFamily="34" charset="0"/>
            </a:endParaRPr>
          </a:p>
        </p:txBody>
      </p:sp>
      <p:sp>
        <p:nvSpPr>
          <p:cNvPr id="81924" name="Rectangle 2">
            <a:extLst>
              <a:ext uri="{FF2B5EF4-FFF2-40B4-BE49-F238E27FC236}">
                <a16:creationId xmlns:a16="http://schemas.microsoft.com/office/drawing/2014/main" id="{724CEA78-77F3-43C7-A910-1C116ADBA7B1}"/>
              </a:ext>
            </a:extLst>
          </p:cNvPr>
          <p:cNvSpPr>
            <a:spLocks noGrp="1" noRot="1" noChangeAspect="1" noChangeArrowheads="1" noTextEdit="1"/>
          </p:cNvSpPr>
          <p:nvPr>
            <p:ph type="sldImg"/>
          </p:nvPr>
        </p:nvSpPr>
        <p:spPr>
          <a:ln/>
        </p:spPr>
      </p:sp>
      <p:sp>
        <p:nvSpPr>
          <p:cNvPr id="81925" name="Rectangle 3">
            <a:extLst>
              <a:ext uri="{FF2B5EF4-FFF2-40B4-BE49-F238E27FC236}">
                <a16:creationId xmlns:a16="http://schemas.microsoft.com/office/drawing/2014/main" id="{66DDA65D-1E5E-4807-BBEE-46522E7D96F0}"/>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幻灯片图像占位符 1">
            <a:extLst>
              <a:ext uri="{FF2B5EF4-FFF2-40B4-BE49-F238E27FC236}">
                <a16:creationId xmlns:a16="http://schemas.microsoft.com/office/drawing/2014/main" id="{006D8DC4-BFFA-4BE7-A1C3-FC876FF552F0}"/>
              </a:ext>
            </a:extLst>
          </p:cNvPr>
          <p:cNvSpPr>
            <a:spLocks noGrp="1" noRot="1" noChangeAspect="1" noChangeArrowheads="1" noTextEdit="1"/>
          </p:cNvSpPr>
          <p:nvPr>
            <p:ph type="sldImg"/>
          </p:nvPr>
        </p:nvSpPr>
        <p:spPr>
          <a:ln/>
        </p:spPr>
      </p:sp>
      <p:sp>
        <p:nvSpPr>
          <p:cNvPr id="164867" name="备注占位符 2">
            <a:extLst>
              <a:ext uri="{FF2B5EF4-FFF2-40B4-BE49-F238E27FC236}">
                <a16:creationId xmlns:a16="http://schemas.microsoft.com/office/drawing/2014/main" id="{DE1B12AE-8B8D-4DB9-9220-D4B09E8379F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64868" name="灯片编号占位符 3">
            <a:extLst>
              <a:ext uri="{FF2B5EF4-FFF2-40B4-BE49-F238E27FC236}">
                <a16:creationId xmlns:a16="http://schemas.microsoft.com/office/drawing/2014/main" id="{795014B2-6961-486B-9869-0B12B372C6F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33195377-D699-4973-A507-91A2BC820D09}" type="slidenum">
              <a:rPr kumimoji="0" lang="en-US" altLang="zh-CN" sz="1200" smtClean="0">
                <a:latin typeface="Arial" panose="020B0604020202020204" pitchFamily="34" charset="0"/>
              </a:rPr>
              <a:pPr/>
              <a:t>136</a:t>
            </a:fld>
            <a:endParaRPr kumimoji="0" lang="en-US" altLang="zh-CN" sz="1200">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Rectangle 5">
            <a:extLst>
              <a:ext uri="{FF2B5EF4-FFF2-40B4-BE49-F238E27FC236}">
                <a16:creationId xmlns:a16="http://schemas.microsoft.com/office/drawing/2014/main" id="{1BAD9BF8-01D5-40B3-827B-F99D7D3F609C}"/>
              </a:ext>
            </a:extLst>
          </p:cNvPr>
          <p:cNvSpPr>
            <a:spLocks noGrp="1" noChangeArrowheads="1"/>
          </p:cNvSpPr>
          <p:nvPr>
            <p:ph type="dt" sz="half" idx="10"/>
          </p:nvPr>
        </p:nvSpPr>
        <p:spPr>
          <a:ln/>
        </p:spPr>
        <p:txBody>
          <a:bodyPr/>
          <a:lstStyle>
            <a:lvl1pPr>
              <a:defRPr/>
            </a:lvl1pPr>
          </a:lstStyle>
          <a:p>
            <a:pPr>
              <a:defRPr/>
            </a:pPr>
            <a:fld id="{83C34AD2-0549-4C5C-B787-52F4AB6619A1}" type="datetime1">
              <a:rPr lang="zh-CN" altLang="en-US"/>
              <a:pPr>
                <a:defRPr/>
              </a:pPr>
              <a:t>2020/9/7</a:t>
            </a:fld>
            <a:endParaRPr lang="en-US" altLang="zh-CN"/>
          </a:p>
        </p:txBody>
      </p:sp>
      <p:sp>
        <p:nvSpPr>
          <p:cNvPr id="5" name="Rectangle 6">
            <a:extLst>
              <a:ext uri="{FF2B5EF4-FFF2-40B4-BE49-F238E27FC236}">
                <a16:creationId xmlns:a16="http://schemas.microsoft.com/office/drawing/2014/main" id="{ED1DB730-B392-45AD-AB3F-BC5D6437E436}"/>
              </a:ext>
            </a:extLst>
          </p:cNvPr>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6" name="Rectangle 7">
            <a:extLst>
              <a:ext uri="{FF2B5EF4-FFF2-40B4-BE49-F238E27FC236}">
                <a16:creationId xmlns:a16="http://schemas.microsoft.com/office/drawing/2014/main" id="{2C3D8B0A-2E0F-4870-85BC-F563EE3B78AD}"/>
              </a:ext>
            </a:extLst>
          </p:cNvPr>
          <p:cNvSpPr>
            <a:spLocks noGrp="1" noChangeArrowheads="1"/>
          </p:cNvSpPr>
          <p:nvPr>
            <p:ph type="sldNum" sz="quarter" idx="12"/>
          </p:nvPr>
        </p:nvSpPr>
        <p:spPr>
          <a:ln/>
        </p:spPr>
        <p:txBody>
          <a:bodyPr/>
          <a:lstStyle>
            <a:lvl1pPr>
              <a:defRPr/>
            </a:lvl1pPr>
          </a:lstStyle>
          <a:p>
            <a:pPr>
              <a:defRPr/>
            </a:pPr>
            <a:fld id="{9F8AD476-A832-4D5E-A3EC-9E009321ECBC}" type="slidenum">
              <a:rPr lang="en-US" altLang="zh-CN"/>
              <a:pPr>
                <a:defRPr/>
              </a:pPr>
              <a:t>‹#›</a:t>
            </a:fld>
            <a:endParaRPr lang="en-US" altLang="zh-CN"/>
          </a:p>
        </p:txBody>
      </p:sp>
    </p:spTree>
    <p:extLst>
      <p:ext uri="{BB962C8B-B14F-4D97-AF65-F5344CB8AC3E}">
        <p14:creationId xmlns:p14="http://schemas.microsoft.com/office/powerpoint/2010/main" val="2899505685"/>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a:extLst>
              <a:ext uri="{FF2B5EF4-FFF2-40B4-BE49-F238E27FC236}">
                <a16:creationId xmlns:a16="http://schemas.microsoft.com/office/drawing/2014/main" id="{3B2CA475-CD99-424B-B676-DDA9AFCE6780}"/>
              </a:ext>
            </a:extLst>
          </p:cNvPr>
          <p:cNvSpPr>
            <a:spLocks noGrp="1" noChangeArrowheads="1"/>
          </p:cNvSpPr>
          <p:nvPr>
            <p:ph type="dt" sz="half" idx="10"/>
          </p:nvPr>
        </p:nvSpPr>
        <p:spPr>
          <a:ln/>
        </p:spPr>
        <p:txBody>
          <a:bodyPr/>
          <a:lstStyle>
            <a:lvl1pPr>
              <a:defRPr/>
            </a:lvl1pPr>
          </a:lstStyle>
          <a:p>
            <a:pPr>
              <a:defRPr/>
            </a:pPr>
            <a:fld id="{A37C3C6F-22EA-42CB-83B2-A4D0C0759CE2}" type="datetime1">
              <a:rPr lang="zh-CN" altLang="en-US"/>
              <a:pPr>
                <a:defRPr/>
              </a:pPr>
              <a:t>2020/9/7</a:t>
            </a:fld>
            <a:endParaRPr lang="en-US" altLang="zh-CN"/>
          </a:p>
        </p:txBody>
      </p:sp>
      <p:sp>
        <p:nvSpPr>
          <p:cNvPr id="5" name="Rectangle 6">
            <a:extLst>
              <a:ext uri="{FF2B5EF4-FFF2-40B4-BE49-F238E27FC236}">
                <a16:creationId xmlns:a16="http://schemas.microsoft.com/office/drawing/2014/main" id="{F4528A39-5558-4668-924A-D5A761F8E980}"/>
              </a:ext>
            </a:extLst>
          </p:cNvPr>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6" name="Rectangle 7">
            <a:extLst>
              <a:ext uri="{FF2B5EF4-FFF2-40B4-BE49-F238E27FC236}">
                <a16:creationId xmlns:a16="http://schemas.microsoft.com/office/drawing/2014/main" id="{DA2766CC-DA6A-4CB2-81A0-1AD3FB9D6688}"/>
              </a:ext>
            </a:extLst>
          </p:cNvPr>
          <p:cNvSpPr>
            <a:spLocks noGrp="1" noChangeArrowheads="1"/>
          </p:cNvSpPr>
          <p:nvPr>
            <p:ph type="sldNum" sz="quarter" idx="12"/>
          </p:nvPr>
        </p:nvSpPr>
        <p:spPr>
          <a:ln/>
        </p:spPr>
        <p:txBody>
          <a:bodyPr/>
          <a:lstStyle>
            <a:lvl1pPr>
              <a:defRPr/>
            </a:lvl1pPr>
          </a:lstStyle>
          <a:p>
            <a:pPr>
              <a:defRPr/>
            </a:pPr>
            <a:fld id="{2BA311BC-9A9D-4E18-AAF0-631F70FCCEE2}" type="slidenum">
              <a:rPr lang="en-US" altLang="zh-CN"/>
              <a:pPr>
                <a:defRPr/>
              </a:pPr>
              <a:t>‹#›</a:t>
            </a:fld>
            <a:endParaRPr lang="en-US" altLang="zh-CN"/>
          </a:p>
        </p:txBody>
      </p:sp>
    </p:spTree>
    <p:extLst>
      <p:ext uri="{BB962C8B-B14F-4D97-AF65-F5344CB8AC3E}">
        <p14:creationId xmlns:p14="http://schemas.microsoft.com/office/powerpoint/2010/main" val="2439245241"/>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Rectangle 5">
            <a:extLst>
              <a:ext uri="{FF2B5EF4-FFF2-40B4-BE49-F238E27FC236}">
                <a16:creationId xmlns:a16="http://schemas.microsoft.com/office/drawing/2014/main" id="{A87300E8-325B-4C5C-AE86-7A2B213DC79C}"/>
              </a:ext>
            </a:extLst>
          </p:cNvPr>
          <p:cNvSpPr>
            <a:spLocks noGrp="1" noChangeArrowheads="1"/>
          </p:cNvSpPr>
          <p:nvPr>
            <p:ph type="dt" sz="half" idx="10"/>
          </p:nvPr>
        </p:nvSpPr>
        <p:spPr>
          <a:ln/>
        </p:spPr>
        <p:txBody>
          <a:bodyPr/>
          <a:lstStyle>
            <a:lvl1pPr>
              <a:defRPr/>
            </a:lvl1pPr>
          </a:lstStyle>
          <a:p>
            <a:pPr>
              <a:defRPr/>
            </a:pPr>
            <a:fld id="{9E971682-4FD8-40B9-84FB-F66D3405AA98}" type="datetime1">
              <a:rPr lang="zh-CN" altLang="en-US"/>
              <a:pPr>
                <a:defRPr/>
              </a:pPr>
              <a:t>2020/9/7</a:t>
            </a:fld>
            <a:endParaRPr lang="en-US" altLang="zh-CN"/>
          </a:p>
        </p:txBody>
      </p:sp>
      <p:sp>
        <p:nvSpPr>
          <p:cNvPr id="5" name="Rectangle 6">
            <a:extLst>
              <a:ext uri="{FF2B5EF4-FFF2-40B4-BE49-F238E27FC236}">
                <a16:creationId xmlns:a16="http://schemas.microsoft.com/office/drawing/2014/main" id="{88C0612A-09D1-4F91-90D1-F231C1E54585}"/>
              </a:ext>
            </a:extLst>
          </p:cNvPr>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6" name="Rectangle 7">
            <a:extLst>
              <a:ext uri="{FF2B5EF4-FFF2-40B4-BE49-F238E27FC236}">
                <a16:creationId xmlns:a16="http://schemas.microsoft.com/office/drawing/2014/main" id="{F70F2ED0-98CD-463A-BE48-AE491C9E4623}"/>
              </a:ext>
            </a:extLst>
          </p:cNvPr>
          <p:cNvSpPr>
            <a:spLocks noGrp="1" noChangeArrowheads="1"/>
          </p:cNvSpPr>
          <p:nvPr>
            <p:ph type="sldNum" sz="quarter" idx="12"/>
          </p:nvPr>
        </p:nvSpPr>
        <p:spPr>
          <a:ln/>
        </p:spPr>
        <p:txBody>
          <a:bodyPr/>
          <a:lstStyle>
            <a:lvl1pPr>
              <a:defRPr/>
            </a:lvl1pPr>
          </a:lstStyle>
          <a:p>
            <a:pPr>
              <a:defRPr/>
            </a:pPr>
            <a:fld id="{B5504E7D-E9F8-4171-8F6D-F31A6437115B}" type="slidenum">
              <a:rPr lang="en-US" altLang="zh-CN"/>
              <a:pPr>
                <a:defRPr/>
              </a:pPr>
              <a:t>‹#›</a:t>
            </a:fld>
            <a:endParaRPr lang="en-US" altLang="zh-CN"/>
          </a:p>
        </p:txBody>
      </p:sp>
    </p:spTree>
    <p:extLst>
      <p:ext uri="{BB962C8B-B14F-4D97-AF65-F5344CB8AC3E}">
        <p14:creationId xmlns:p14="http://schemas.microsoft.com/office/powerpoint/2010/main" val="1443816036"/>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4213" y="1989138"/>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6613" y="1989138"/>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a:extLst>
              <a:ext uri="{FF2B5EF4-FFF2-40B4-BE49-F238E27FC236}">
                <a16:creationId xmlns:a16="http://schemas.microsoft.com/office/drawing/2014/main" id="{87282AEE-D56D-471E-A566-879C5B31DAD7}"/>
              </a:ext>
            </a:extLst>
          </p:cNvPr>
          <p:cNvSpPr>
            <a:spLocks noGrp="1" noChangeArrowheads="1"/>
          </p:cNvSpPr>
          <p:nvPr>
            <p:ph type="dt" sz="half" idx="10"/>
          </p:nvPr>
        </p:nvSpPr>
        <p:spPr>
          <a:ln/>
        </p:spPr>
        <p:txBody>
          <a:bodyPr/>
          <a:lstStyle>
            <a:lvl1pPr>
              <a:defRPr/>
            </a:lvl1pPr>
          </a:lstStyle>
          <a:p>
            <a:pPr>
              <a:defRPr/>
            </a:pPr>
            <a:fld id="{ADE189D3-9FF0-43EA-B731-2E509D5B0732}" type="datetime1">
              <a:rPr lang="zh-CN" altLang="en-US"/>
              <a:pPr>
                <a:defRPr/>
              </a:pPr>
              <a:t>2020/9/7</a:t>
            </a:fld>
            <a:endParaRPr lang="en-US" altLang="zh-CN"/>
          </a:p>
        </p:txBody>
      </p:sp>
      <p:sp>
        <p:nvSpPr>
          <p:cNvPr id="6" name="Rectangle 6">
            <a:extLst>
              <a:ext uri="{FF2B5EF4-FFF2-40B4-BE49-F238E27FC236}">
                <a16:creationId xmlns:a16="http://schemas.microsoft.com/office/drawing/2014/main" id="{CDFA5ABA-7865-48B0-94E8-1F9E9B8CA92F}"/>
              </a:ext>
            </a:extLst>
          </p:cNvPr>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7" name="Rectangle 7">
            <a:extLst>
              <a:ext uri="{FF2B5EF4-FFF2-40B4-BE49-F238E27FC236}">
                <a16:creationId xmlns:a16="http://schemas.microsoft.com/office/drawing/2014/main" id="{97A90B32-7E96-4FA9-B860-EE463FEDF355}"/>
              </a:ext>
            </a:extLst>
          </p:cNvPr>
          <p:cNvSpPr>
            <a:spLocks noGrp="1" noChangeArrowheads="1"/>
          </p:cNvSpPr>
          <p:nvPr>
            <p:ph type="sldNum" sz="quarter" idx="12"/>
          </p:nvPr>
        </p:nvSpPr>
        <p:spPr>
          <a:ln/>
        </p:spPr>
        <p:txBody>
          <a:bodyPr/>
          <a:lstStyle>
            <a:lvl1pPr>
              <a:defRPr/>
            </a:lvl1pPr>
          </a:lstStyle>
          <a:p>
            <a:pPr>
              <a:defRPr/>
            </a:pPr>
            <a:fld id="{07C2179F-DA75-442B-949C-345C2376825F}" type="slidenum">
              <a:rPr lang="en-US" altLang="zh-CN"/>
              <a:pPr>
                <a:defRPr/>
              </a:pPr>
              <a:t>‹#›</a:t>
            </a:fld>
            <a:endParaRPr lang="en-US" altLang="zh-CN"/>
          </a:p>
        </p:txBody>
      </p:sp>
    </p:spTree>
    <p:extLst>
      <p:ext uri="{BB962C8B-B14F-4D97-AF65-F5344CB8AC3E}">
        <p14:creationId xmlns:p14="http://schemas.microsoft.com/office/powerpoint/2010/main" val="635746415"/>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5">
            <a:extLst>
              <a:ext uri="{FF2B5EF4-FFF2-40B4-BE49-F238E27FC236}">
                <a16:creationId xmlns:a16="http://schemas.microsoft.com/office/drawing/2014/main" id="{B5865649-4710-4107-9522-3D066B8F1ACC}"/>
              </a:ext>
            </a:extLst>
          </p:cNvPr>
          <p:cNvSpPr>
            <a:spLocks noGrp="1" noChangeArrowheads="1"/>
          </p:cNvSpPr>
          <p:nvPr>
            <p:ph type="dt" sz="half" idx="10"/>
          </p:nvPr>
        </p:nvSpPr>
        <p:spPr>
          <a:ln/>
        </p:spPr>
        <p:txBody>
          <a:bodyPr/>
          <a:lstStyle>
            <a:lvl1pPr>
              <a:defRPr/>
            </a:lvl1pPr>
          </a:lstStyle>
          <a:p>
            <a:pPr>
              <a:defRPr/>
            </a:pPr>
            <a:fld id="{D9C7F8D2-ACA3-4FFF-85F6-6A43BFA22E78}" type="datetime1">
              <a:rPr lang="zh-CN" altLang="en-US"/>
              <a:pPr>
                <a:defRPr/>
              </a:pPr>
              <a:t>2020/9/7</a:t>
            </a:fld>
            <a:endParaRPr lang="en-US" altLang="zh-CN"/>
          </a:p>
        </p:txBody>
      </p:sp>
      <p:sp>
        <p:nvSpPr>
          <p:cNvPr id="8" name="Rectangle 6">
            <a:extLst>
              <a:ext uri="{FF2B5EF4-FFF2-40B4-BE49-F238E27FC236}">
                <a16:creationId xmlns:a16="http://schemas.microsoft.com/office/drawing/2014/main" id="{317FE05F-26EF-4298-9990-F23432CC1B8A}"/>
              </a:ext>
            </a:extLst>
          </p:cNvPr>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9" name="Rectangle 7">
            <a:extLst>
              <a:ext uri="{FF2B5EF4-FFF2-40B4-BE49-F238E27FC236}">
                <a16:creationId xmlns:a16="http://schemas.microsoft.com/office/drawing/2014/main" id="{0A84F611-6918-4AA3-A39B-4E78CC8E096B}"/>
              </a:ext>
            </a:extLst>
          </p:cNvPr>
          <p:cNvSpPr>
            <a:spLocks noGrp="1" noChangeArrowheads="1"/>
          </p:cNvSpPr>
          <p:nvPr>
            <p:ph type="sldNum" sz="quarter" idx="12"/>
          </p:nvPr>
        </p:nvSpPr>
        <p:spPr>
          <a:ln/>
        </p:spPr>
        <p:txBody>
          <a:bodyPr/>
          <a:lstStyle>
            <a:lvl1pPr>
              <a:defRPr/>
            </a:lvl1pPr>
          </a:lstStyle>
          <a:p>
            <a:pPr>
              <a:defRPr/>
            </a:pPr>
            <a:fld id="{176FFA58-52E0-481A-B209-7B52D7FCD4BC}" type="slidenum">
              <a:rPr lang="en-US" altLang="zh-CN"/>
              <a:pPr>
                <a:defRPr/>
              </a:pPr>
              <a:t>‹#›</a:t>
            </a:fld>
            <a:endParaRPr lang="en-US" altLang="zh-CN"/>
          </a:p>
        </p:txBody>
      </p:sp>
    </p:spTree>
    <p:extLst>
      <p:ext uri="{BB962C8B-B14F-4D97-AF65-F5344CB8AC3E}">
        <p14:creationId xmlns:p14="http://schemas.microsoft.com/office/powerpoint/2010/main" val="3163787037"/>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5">
            <a:extLst>
              <a:ext uri="{FF2B5EF4-FFF2-40B4-BE49-F238E27FC236}">
                <a16:creationId xmlns:a16="http://schemas.microsoft.com/office/drawing/2014/main" id="{3CF55909-73C1-45EF-95E9-003F80D33B5D}"/>
              </a:ext>
            </a:extLst>
          </p:cNvPr>
          <p:cNvSpPr>
            <a:spLocks noGrp="1" noChangeArrowheads="1"/>
          </p:cNvSpPr>
          <p:nvPr>
            <p:ph type="dt" sz="half" idx="10"/>
          </p:nvPr>
        </p:nvSpPr>
        <p:spPr>
          <a:ln/>
        </p:spPr>
        <p:txBody>
          <a:bodyPr/>
          <a:lstStyle>
            <a:lvl1pPr>
              <a:defRPr/>
            </a:lvl1pPr>
          </a:lstStyle>
          <a:p>
            <a:pPr>
              <a:defRPr/>
            </a:pPr>
            <a:fld id="{FBB827DC-8AC8-4C9F-B935-B507C58EB913}" type="datetime1">
              <a:rPr lang="zh-CN" altLang="en-US"/>
              <a:pPr>
                <a:defRPr/>
              </a:pPr>
              <a:t>2020/9/7</a:t>
            </a:fld>
            <a:endParaRPr lang="en-US" altLang="zh-CN"/>
          </a:p>
        </p:txBody>
      </p:sp>
      <p:sp>
        <p:nvSpPr>
          <p:cNvPr id="4" name="Rectangle 6">
            <a:extLst>
              <a:ext uri="{FF2B5EF4-FFF2-40B4-BE49-F238E27FC236}">
                <a16:creationId xmlns:a16="http://schemas.microsoft.com/office/drawing/2014/main" id="{E4A74D01-17EF-43A8-96C2-4690B55D8A45}"/>
              </a:ext>
            </a:extLst>
          </p:cNvPr>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5" name="Rectangle 7">
            <a:extLst>
              <a:ext uri="{FF2B5EF4-FFF2-40B4-BE49-F238E27FC236}">
                <a16:creationId xmlns:a16="http://schemas.microsoft.com/office/drawing/2014/main" id="{1755FEB2-5F76-4061-8129-D42F05F22FD5}"/>
              </a:ext>
            </a:extLst>
          </p:cNvPr>
          <p:cNvSpPr>
            <a:spLocks noGrp="1" noChangeArrowheads="1"/>
          </p:cNvSpPr>
          <p:nvPr>
            <p:ph type="sldNum" sz="quarter" idx="12"/>
          </p:nvPr>
        </p:nvSpPr>
        <p:spPr>
          <a:ln/>
        </p:spPr>
        <p:txBody>
          <a:bodyPr/>
          <a:lstStyle>
            <a:lvl1pPr>
              <a:defRPr/>
            </a:lvl1pPr>
          </a:lstStyle>
          <a:p>
            <a:pPr>
              <a:defRPr/>
            </a:pPr>
            <a:fld id="{2AB0B209-D4A1-42A9-89A9-B7AE513857E7}" type="slidenum">
              <a:rPr lang="en-US" altLang="zh-CN"/>
              <a:pPr>
                <a:defRPr/>
              </a:pPr>
              <a:t>‹#›</a:t>
            </a:fld>
            <a:endParaRPr lang="en-US" altLang="zh-CN"/>
          </a:p>
        </p:txBody>
      </p:sp>
    </p:spTree>
    <p:extLst>
      <p:ext uri="{BB962C8B-B14F-4D97-AF65-F5344CB8AC3E}">
        <p14:creationId xmlns:p14="http://schemas.microsoft.com/office/powerpoint/2010/main" val="1471636979"/>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5FCB85A1-FE72-4600-B1AF-88956709A6C3}"/>
              </a:ext>
            </a:extLst>
          </p:cNvPr>
          <p:cNvSpPr>
            <a:spLocks noGrp="1" noChangeArrowheads="1"/>
          </p:cNvSpPr>
          <p:nvPr>
            <p:ph type="dt" sz="half" idx="10"/>
          </p:nvPr>
        </p:nvSpPr>
        <p:spPr>
          <a:ln/>
        </p:spPr>
        <p:txBody>
          <a:bodyPr/>
          <a:lstStyle>
            <a:lvl1pPr>
              <a:defRPr/>
            </a:lvl1pPr>
          </a:lstStyle>
          <a:p>
            <a:pPr>
              <a:defRPr/>
            </a:pPr>
            <a:fld id="{4DA77415-F793-425E-BA7F-1F8D752429C5}" type="datetime1">
              <a:rPr lang="zh-CN" altLang="en-US"/>
              <a:pPr>
                <a:defRPr/>
              </a:pPr>
              <a:t>2020/9/7</a:t>
            </a:fld>
            <a:endParaRPr lang="en-US" altLang="zh-CN"/>
          </a:p>
        </p:txBody>
      </p:sp>
      <p:sp>
        <p:nvSpPr>
          <p:cNvPr id="3" name="Rectangle 6">
            <a:extLst>
              <a:ext uri="{FF2B5EF4-FFF2-40B4-BE49-F238E27FC236}">
                <a16:creationId xmlns:a16="http://schemas.microsoft.com/office/drawing/2014/main" id="{1453A52D-952D-4C51-93FA-A34F1F283C9A}"/>
              </a:ext>
            </a:extLst>
          </p:cNvPr>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4" name="Rectangle 7">
            <a:extLst>
              <a:ext uri="{FF2B5EF4-FFF2-40B4-BE49-F238E27FC236}">
                <a16:creationId xmlns:a16="http://schemas.microsoft.com/office/drawing/2014/main" id="{F402E5A2-11B3-41BB-B311-ACF4B7096A9F}"/>
              </a:ext>
            </a:extLst>
          </p:cNvPr>
          <p:cNvSpPr>
            <a:spLocks noGrp="1" noChangeArrowheads="1"/>
          </p:cNvSpPr>
          <p:nvPr>
            <p:ph type="sldNum" sz="quarter" idx="12"/>
          </p:nvPr>
        </p:nvSpPr>
        <p:spPr>
          <a:ln/>
        </p:spPr>
        <p:txBody>
          <a:bodyPr/>
          <a:lstStyle>
            <a:lvl1pPr>
              <a:defRPr/>
            </a:lvl1pPr>
          </a:lstStyle>
          <a:p>
            <a:pPr>
              <a:defRPr/>
            </a:pPr>
            <a:fld id="{C54C3C8F-A397-410E-AE84-7F6AAAAB27B2}" type="slidenum">
              <a:rPr lang="en-US" altLang="zh-CN"/>
              <a:pPr>
                <a:defRPr/>
              </a:pPr>
              <a:t>‹#›</a:t>
            </a:fld>
            <a:endParaRPr lang="en-US" altLang="zh-CN"/>
          </a:p>
        </p:txBody>
      </p:sp>
    </p:spTree>
    <p:extLst>
      <p:ext uri="{BB962C8B-B14F-4D97-AF65-F5344CB8AC3E}">
        <p14:creationId xmlns:p14="http://schemas.microsoft.com/office/powerpoint/2010/main" val="616160070"/>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5">
            <a:extLst>
              <a:ext uri="{FF2B5EF4-FFF2-40B4-BE49-F238E27FC236}">
                <a16:creationId xmlns:a16="http://schemas.microsoft.com/office/drawing/2014/main" id="{97856F0C-A6BD-4382-BA3D-CAEE3769BA4F}"/>
              </a:ext>
            </a:extLst>
          </p:cNvPr>
          <p:cNvSpPr>
            <a:spLocks noGrp="1" noChangeArrowheads="1"/>
          </p:cNvSpPr>
          <p:nvPr>
            <p:ph type="dt" sz="half" idx="10"/>
          </p:nvPr>
        </p:nvSpPr>
        <p:spPr>
          <a:ln/>
        </p:spPr>
        <p:txBody>
          <a:bodyPr/>
          <a:lstStyle>
            <a:lvl1pPr>
              <a:defRPr/>
            </a:lvl1pPr>
          </a:lstStyle>
          <a:p>
            <a:pPr>
              <a:defRPr/>
            </a:pPr>
            <a:fld id="{1FC2EC04-895B-4B21-A4BC-53F187FD2398}" type="datetime1">
              <a:rPr lang="zh-CN" altLang="en-US"/>
              <a:pPr>
                <a:defRPr/>
              </a:pPr>
              <a:t>2020/9/7</a:t>
            </a:fld>
            <a:endParaRPr lang="en-US" altLang="zh-CN"/>
          </a:p>
        </p:txBody>
      </p:sp>
      <p:sp>
        <p:nvSpPr>
          <p:cNvPr id="6" name="Rectangle 6">
            <a:extLst>
              <a:ext uri="{FF2B5EF4-FFF2-40B4-BE49-F238E27FC236}">
                <a16:creationId xmlns:a16="http://schemas.microsoft.com/office/drawing/2014/main" id="{59EFD733-3E00-494E-B7F2-647C0852F170}"/>
              </a:ext>
            </a:extLst>
          </p:cNvPr>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7" name="Rectangle 7">
            <a:extLst>
              <a:ext uri="{FF2B5EF4-FFF2-40B4-BE49-F238E27FC236}">
                <a16:creationId xmlns:a16="http://schemas.microsoft.com/office/drawing/2014/main" id="{87B36F98-BD08-43EA-ADCF-D3904155167E}"/>
              </a:ext>
            </a:extLst>
          </p:cNvPr>
          <p:cNvSpPr>
            <a:spLocks noGrp="1" noChangeArrowheads="1"/>
          </p:cNvSpPr>
          <p:nvPr>
            <p:ph type="sldNum" sz="quarter" idx="12"/>
          </p:nvPr>
        </p:nvSpPr>
        <p:spPr>
          <a:ln/>
        </p:spPr>
        <p:txBody>
          <a:bodyPr/>
          <a:lstStyle>
            <a:lvl1pPr>
              <a:defRPr/>
            </a:lvl1pPr>
          </a:lstStyle>
          <a:p>
            <a:pPr>
              <a:defRPr/>
            </a:pPr>
            <a:fld id="{366DF35E-95B4-4D77-8A49-F3ADE0F3AF99}" type="slidenum">
              <a:rPr lang="en-US" altLang="zh-CN"/>
              <a:pPr>
                <a:defRPr/>
              </a:pPr>
              <a:t>‹#›</a:t>
            </a:fld>
            <a:endParaRPr lang="en-US" altLang="zh-CN"/>
          </a:p>
        </p:txBody>
      </p:sp>
    </p:spTree>
    <p:extLst>
      <p:ext uri="{BB962C8B-B14F-4D97-AF65-F5344CB8AC3E}">
        <p14:creationId xmlns:p14="http://schemas.microsoft.com/office/powerpoint/2010/main" val="1732332374"/>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5">
            <a:extLst>
              <a:ext uri="{FF2B5EF4-FFF2-40B4-BE49-F238E27FC236}">
                <a16:creationId xmlns:a16="http://schemas.microsoft.com/office/drawing/2014/main" id="{E94B1F8A-E039-4EC8-9461-3B525CA4C4BB}"/>
              </a:ext>
            </a:extLst>
          </p:cNvPr>
          <p:cNvSpPr>
            <a:spLocks noGrp="1" noChangeArrowheads="1"/>
          </p:cNvSpPr>
          <p:nvPr>
            <p:ph type="dt" sz="half" idx="10"/>
          </p:nvPr>
        </p:nvSpPr>
        <p:spPr>
          <a:ln/>
        </p:spPr>
        <p:txBody>
          <a:bodyPr/>
          <a:lstStyle>
            <a:lvl1pPr>
              <a:defRPr/>
            </a:lvl1pPr>
          </a:lstStyle>
          <a:p>
            <a:pPr>
              <a:defRPr/>
            </a:pPr>
            <a:fld id="{FC1CBADA-BDC0-487D-986A-EFCCC02C0A80}" type="datetime1">
              <a:rPr lang="zh-CN" altLang="en-US"/>
              <a:pPr>
                <a:defRPr/>
              </a:pPr>
              <a:t>2020/9/7</a:t>
            </a:fld>
            <a:endParaRPr lang="en-US" altLang="zh-CN"/>
          </a:p>
        </p:txBody>
      </p:sp>
      <p:sp>
        <p:nvSpPr>
          <p:cNvPr id="6" name="Rectangle 6">
            <a:extLst>
              <a:ext uri="{FF2B5EF4-FFF2-40B4-BE49-F238E27FC236}">
                <a16:creationId xmlns:a16="http://schemas.microsoft.com/office/drawing/2014/main" id="{6A2E6207-2C9F-4C1B-BF07-EED4CBA1CACD}"/>
              </a:ext>
            </a:extLst>
          </p:cNvPr>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7" name="Rectangle 7">
            <a:extLst>
              <a:ext uri="{FF2B5EF4-FFF2-40B4-BE49-F238E27FC236}">
                <a16:creationId xmlns:a16="http://schemas.microsoft.com/office/drawing/2014/main" id="{E084762C-FEEB-4CA1-8158-DBE2B9CA2A8F}"/>
              </a:ext>
            </a:extLst>
          </p:cNvPr>
          <p:cNvSpPr>
            <a:spLocks noGrp="1" noChangeArrowheads="1"/>
          </p:cNvSpPr>
          <p:nvPr>
            <p:ph type="sldNum" sz="quarter" idx="12"/>
          </p:nvPr>
        </p:nvSpPr>
        <p:spPr>
          <a:ln/>
        </p:spPr>
        <p:txBody>
          <a:bodyPr/>
          <a:lstStyle>
            <a:lvl1pPr>
              <a:defRPr/>
            </a:lvl1pPr>
          </a:lstStyle>
          <a:p>
            <a:pPr>
              <a:defRPr/>
            </a:pPr>
            <a:fld id="{4C105A70-8A27-4066-A0A8-D8A22D084CA6}" type="slidenum">
              <a:rPr lang="en-US" altLang="zh-CN"/>
              <a:pPr>
                <a:defRPr/>
              </a:pPr>
              <a:t>‹#›</a:t>
            </a:fld>
            <a:endParaRPr lang="en-US" altLang="zh-CN"/>
          </a:p>
        </p:txBody>
      </p:sp>
    </p:spTree>
    <p:extLst>
      <p:ext uri="{BB962C8B-B14F-4D97-AF65-F5344CB8AC3E}">
        <p14:creationId xmlns:p14="http://schemas.microsoft.com/office/powerpoint/2010/main" val="2212411984"/>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a:extLst>
              <a:ext uri="{FF2B5EF4-FFF2-40B4-BE49-F238E27FC236}">
                <a16:creationId xmlns:a16="http://schemas.microsoft.com/office/drawing/2014/main" id="{D966C775-DE26-440E-82B5-D2DD8EF75C51}"/>
              </a:ext>
            </a:extLst>
          </p:cNvPr>
          <p:cNvSpPr>
            <a:spLocks noGrp="1" noChangeArrowheads="1"/>
          </p:cNvSpPr>
          <p:nvPr>
            <p:ph type="dt" sz="half" idx="10"/>
          </p:nvPr>
        </p:nvSpPr>
        <p:spPr>
          <a:ln/>
        </p:spPr>
        <p:txBody>
          <a:bodyPr/>
          <a:lstStyle>
            <a:lvl1pPr>
              <a:defRPr/>
            </a:lvl1pPr>
          </a:lstStyle>
          <a:p>
            <a:pPr>
              <a:defRPr/>
            </a:pPr>
            <a:fld id="{632E0247-74BD-444C-ABEF-5C1AA09F8BB7}" type="datetime1">
              <a:rPr lang="zh-CN" altLang="en-US"/>
              <a:pPr>
                <a:defRPr/>
              </a:pPr>
              <a:t>2020/9/7</a:t>
            </a:fld>
            <a:endParaRPr lang="en-US" altLang="zh-CN"/>
          </a:p>
        </p:txBody>
      </p:sp>
      <p:sp>
        <p:nvSpPr>
          <p:cNvPr id="5" name="Rectangle 6">
            <a:extLst>
              <a:ext uri="{FF2B5EF4-FFF2-40B4-BE49-F238E27FC236}">
                <a16:creationId xmlns:a16="http://schemas.microsoft.com/office/drawing/2014/main" id="{D499A6C4-18B6-473B-9B04-2A890616D085}"/>
              </a:ext>
            </a:extLst>
          </p:cNvPr>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6" name="Rectangle 7">
            <a:extLst>
              <a:ext uri="{FF2B5EF4-FFF2-40B4-BE49-F238E27FC236}">
                <a16:creationId xmlns:a16="http://schemas.microsoft.com/office/drawing/2014/main" id="{0BE9E25C-883A-42BB-92E3-5102B6DC3E95}"/>
              </a:ext>
            </a:extLst>
          </p:cNvPr>
          <p:cNvSpPr>
            <a:spLocks noGrp="1" noChangeArrowheads="1"/>
          </p:cNvSpPr>
          <p:nvPr>
            <p:ph type="sldNum" sz="quarter" idx="12"/>
          </p:nvPr>
        </p:nvSpPr>
        <p:spPr>
          <a:ln/>
        </p:spPr>
        <p:txBody>
          <a:bodyPr/>
          <a:lstStyle>
            <a:lvl1pPr>
              <a:defRPr/>
            </a:lvl1pPr>
          </a:lstStyle>
          <a:p>
            <a:pPr>
              <a:defRPr/>
            </a:pPr>
            <a:fld id="{B9C879BE-63E6-4724-988F-641FA8842F64}" type="slidenum">
              <a:rPr lang="en-US" altLang="zh-CN"/>
              <a:pPr>
                <a:defRPr/>
              </a:pPr>
              <a:t>‹#›</a:t>
            </a:fld>
            <a:endParaRPr lang="en-US" altLang="zh-CN"/>
          </a:p>
        </p:txBody>
      </p:sp>
    </p:spTree>
    <p:extLst>
      <p:ext uri="{BB962C8B-B14F-4D97-AF65-F5344CB8AC3E}">
        <p14:creationId xmlns:p14="http://schemas.microsoft.com/office/powerpoint/2010/main" val="935575691"/>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943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4213" y="609600"/>
            <a:ext cx="5678487" cy="54943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a:extLst>
              <a:ext uri="{FF2B5EF4-FFF2-40B4-BE49-F238E27FC236}">
                <a16:creationId xmlns:a16="http://schemas.microsoft.com/office/drawing/2014/main" id="{6968FF90-0EAA-463A-B545-9EE890E7200C}"/>
              </a:ext>
            </a:extLst>
          </p:cNvPr>
          <p:cNvSpPr>
            <a:spLocks noGrp="1" noChangeArrowheads="1"/>
          </p:cNvSpPr>
          <p:nvPr>
            <p:ph type="dt" sz="half" idx="10"/>
          </p:nvPr>
        </p:nvSpPr>
        <p:spPr>
          <a:ln/>
        </p:spPr>
        <p:txBody>
          <a:bodyPr/>
          <a:lstStyle>
            <a:lvl1pPr>
              <a:defRPr/>
            </a:lvl1pPr>
          </a:lstStyle>
          <a:p>
            <a:pPr>
              <a:defRPr/>
            </a:pPr>
            <a:fld id="{19EB888E-AC5C-4FB6-A17D-A70E360B964B}" type="datetime1">
              <a:rPr lang="zh-CN" altLang="en-US"/>
              <a:pPr>
                <a:defRPr/>
              </a:pPr>
              <a:t>2020/9/7</a:t>
            </a:fld>
            <a:endParaRPr lang="en-US" altLang="zh-CN"/>
          </a:p>
        </p:txBody>
      </p:sp>
      <p:sp>
        <p:nvSpPr>
          <p:cNvPr id="5" name="Rectangle 6">
            <a:extLst>
              <a:ext uri="{FF2B5EF4-FFF2-40B4-BE49-F238E27FC236}">
                <a16:creationId xmlns:a16="http://schemas.microsoft.com/office/drawing/2014/main" id="{1F97B058-9D22-4CAE-950A-2A10571D6359}"/>
              </a:ext>
            </a:extLst>
          </p:cNvPr>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6" name="Rectangle 7">
            <a:extLst>
              <a:ext uri="{FF2B5EF4-FFF2-40B4-BE49-F238E27FC236}">
                <a16:creationId xmlns:a16="http://schemas.microsoft.com/office/drawing/2014/main" id="{D24080DE-A640-47E2-BDC3-94EB649FADFA}"/>
              </a:ext>
            </a:extLst>
          </p:cNvPr>
          <p:cNvSpPr>
            <a:spLocks noGrp="1" noChangeArrowheads="1"/>
          </p:cNvSpPr>
          <p:nvPr>
            <p:ph type="sldNum" sz="quarter" idx="12"/>
          </p:nvPr>
        </p:nvSpPr>
        <p:spPr>
          <a:ln/>
        </p:spPr>
        <p:txBody>
          <a:bodyPr/>
          <a:lstStyle>
            <a:lvl1pPr>
              <a:defRPr/>
            </a:lvl1pPr>
          </a:lstStyle>
          <a:p>
            <a:pPr>
              <a:defRPr/>
            </a:pPr>
            <a:fld id="{096B4F15-23E0-415A-B9BB-1B943C05309B}" type="slidenum">
              <a:rPr lang="en-US" altLang="zh-CN"/>
              <a:pPr>
                <a:defRPr/>
              </a:pPr>
              <a:t>‹#›</a:t>
            </a:fld>
            <a:endParaRPr lang="en-US" altLang="zh-CN"/>
          </a:p>
        </p:txBody>
      </p:sp>
    </p:spTree>
    <p:extLst>
      <p:ext uri="{BB962C8B-B14F-4D97-AF65-F5344CB8AC3E}">
        <p14:creationId xmlns:p14="http://schemas.microsoft.com/office/powerpoint/2010/main" val="199816915"/>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4213" y="609600"/>
            <a:ext cx="7773987" cy="5494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5">
            <a:extLst>
              <a:ext uri="{FF2B5EF4-FFF2-40B4-BE49-F238E27FC236}">
                <a16:creationId xmlns:a16="http://schemas.microsoft.com/office/drawing/2014/main" id="{A2B8E41E-FA23-472C-B53E-8F70B089B7B9}"/>
              </a:ext>
            </a:extLst>
          </p:cNvPr>
          <p:cNvSpPr>
            <a:spLocks noGrp="1" noChangeArrowheads="1"/>
          </p:cNvSpPr>
          <p:nvPr>
            <p:ph type="dt" sz="half" idx="10"/>
          </p:nvPr>
        </p:nvSpPr>
        <p:spPr>
          <a:ln/>
        </p:spPr>
        <p:txBody>
          <a:bodyPr/>
          <a:lstStyle>
            <a:lvl1pPr>
              <a:defRPr/>
            </a:lvl1pPr>
          </a:lstStyle>
          <a:p>
            <a:pPr>
              <a:defRPr/>
            </a:pPr>
            <a:fld id="{C91D437D-BE2F-4EE3-8BF7-3D1EFA77195E}" type="datetime1">
              <a:rPr lang="zh-CN" altLang="en-US"/>
              <a:pPr>
                <a:defRPr/>
              </a:pPr>
              <a:t>2020/9/7</a:t>
            </a:fld>
            <a:endParaRPr lang="en-US" altLang="zh-CN"/>
          </a:p>
        </p:txBody>
      </p:sp>
      <p:sp>
        <p:nvSpPr>
          <p:cNvPr id="4" name="Rectangle 6">
            <a:extLst>
              <a:ext uri="{FF2B5EF4-FFF2-40B4-BE49-F238E27FC236}">
                <a16:creationId xmlns:a16="http://schemas.microsoft.com/office/drawing/2014/main" id="{03E1C14B-9CEF-465F-BC28-391436620AC6}"/>
              </a:ext>
            </a:extLst>
          </p:cNvPr>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5" name="Rectangle 7">
            <a:extLst>
              <a:ext uri="{FF2B5EF4-FFF2-40B4-BE49-F238E27FC236}">
                <a16:creationId xmlns:a16="http://schemas.microsoft.com/office/drawing/2014/main" id="{5CEB5CC7-E8CE-4F09-BFE5-7F7997CE7F9D}"/>
              </a:ext>
            </a:extLst>
          </p:cNvPr>
          <p:cNvSpPr>
            <a:spLocks noGrp="1" noChangeArrowheads="1"/>
          </p:cNvSpPr>
          <p:nvPr>
            <p:ph type="sldNum" sz="quarter" idx="12"/>
          </p:nvPr>
        </p:nvSpPr>
        <p:spPr>
          <a:ln/>
        </p:spPr>
        <p:txBody>
          <a:bodyPr/>
          <a:lstStyle>
            <a:lvl1pPr>
              <a:defRPr/>
            </a:lvl1pPr>
          </a:lstStyle>
          <a:p>
            <a:pPr>
              <a:defRPr/>
            </a:pPr>
            <a:fld id="{6E6E90C8-7642-4F09-8540-5139591BD6DD}" type="slidenum">
              <a:rPr lang="en-US" altLang="zh-CN"/>
              <a:pPr>
                <a:defRPr/>
              </a:pPr>
              <a:t>‹#›</a:t>
            </a:fld>
            <a:endParaRPr lang="en-US" altLang="zh-CN"/>
          </a:p>
        </p:txBody>
      </p:sp>
    </p:spTree>
    <p:extLst>
      <p:ext uri="{BB962C8B-B14F-4D97-AF65-F5344CB8AC3E}">
        <p14:creationId xmlns:p14="http://schemas.microsoft.com/office/powerpoint/2010/main" val="3617213171"/>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684213" y="1989138"/>
            <a:ext cx="3810000" cy="41148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6613" y="1989138"/>
            <a:ext cx="3810000" cy="41148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a:extLst>
              <a:ext uri="{FF2B5EF4-FFF2-40B4-BE49-F238E27FC236}">
                <a16:creationId xmlns:a16="http://schemas.microsoft.com/office/drawing/2014/main" id="{CDDB0E91-1FA5-4167-AF25-FEB9C06BDD8F}"/>
              </a:ext>
            </a:extLst>
          </p:cNvPr>
          <p:cNvSpPr>
            <a:spLocks noGrp="1" noChangeArrowheads="1"/>
          </p:cNvSpPr>
          <p:nvPr>
            <p:ph type="dt" sz="half" idx="10"/>
          </p:nvPr>
        </p:nvSpPr>
        <p:spPr>
          <a:ln/>
        </p:spPr>
        <p:txBody>
          <a:bodyPr/>
          <a:lstStyle>
            <a:lvl1pPr>
              <a:defRPr/>
            </a:lvl1pPr>
          </a:lstStyle>
          <a:p>
            <a:pPr>
              <a:defRPr/>
            </a:pPr>
            <a:fld id="{C883BCBD-687D-4DC5-8976-83FD690E37BD}" type="datetime1">
              <a:rPr lang="zh-CN" altLang="en-US"/>
              <a:pPr>
                <a:defRPr/>
              </a:pPr>
              <a:t>2020/9/7</a:t>
            </a:fld>
            <a:endParaRPr lang="en-US" altLang="zh-CN"/>
          </a:p>
        </p:txBody>
      </p:sp>
      <p:sp>
        <p:nvSpPr>
          <p:cNvPr id="6" name="Rectangle 6">
            <a:extLst>
              <a:ext uri="{FF2B5EF4-FFF2-40B4-BE49-F238E27FC236}">
                <a16:creationId xmlns:a16="http://schemas.microsoft.com/office/drawing/2014/main" id="{8B2BE2B4-1A98-49E1-8A5A-CE2F85A48787}"/>
              </a:ext>
            </a:extLst>
          </p:cNvPr>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7" name="Rectangle 7">
            <a:extLst>
              <a:ext uri="{FF2B5EF4-FFF2-40B4-BE49-F238E27FC236}">
                <a16:creationId xmlns:a16="http://schemas.microsoft.com/office/drawing/2014/main" id="{082910F8-94E9-40E2-8908-75D024048908}"/>
              </a:ext>
            </a:extLst>
          </p:cNvPr>
          <p:cNvSpPr>
            <a:spLocks noGrp="1" noChangeArrowheads="1"/>
          </p:cNvSpPr>
          <p:nvPr>
            <p:ph type="sldNum" sz="quarter" idx="12"/>
          </p:nvPr>
        </p:nvSpPr>
        <p:spPr>
          <a:ln/>
        </p:spPr>
        <p:txBody>
          <a:bodyPr/>
          <a:lstStyle>
            <a:lvl1pPr>
              <a:defRPr/>
            </a:lvl1pPr>
          </a:lstStyle>
          <a:p>
            <a:pPr>
              <a:defRPr/>
            </a:pPr>
            <a:fld id="{7A550B90-2B0B-418B-AF26-767C7320D46F}" type="slidenum">
              <a:rPr lang="en-US" altLang="zh-CN"/>
              <a:pPr>
                <a:defRPr/>
              </a:pPr>
              <a:t>‹#›</a:t>
            </a:fld>
            <a:endParaRPr lang="en-US" altLang="zh-CN"/>
          </a:p>
        </p:txBody>
      </p:sp>
    </p:spTree>
    <p:extLst>
      <p:ext uri="{BB962C8B-B14F-4D97-AF65-F5344CB8AC3E}">
        <p14:creationId xmlns:p14="http://schemas.microsoft.com/office/powerpoint/2010/main" val="193749636"/>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Rectangle 4">
            <a:extLst>
              <a:ext uri="{FF2B5EF4-FFF2-40B4-BE49-F238E27FC236}">
                <a16:creationId xmlns:a16="http://schemas.microsoft.com/office/drawing/2014/main" id="{A1B128C4-6467-4D7D-BCCB-DAEEF798EF55}"/>
              </a:ext>
            </a:extLst>
          </p:cNvPr>
          <p:cNvSpPr>
            <a:spLocks noGrp="1" noChangeArrowheads="1"/>
          </p:cNvSpPr>
          <p:nvPr>
            <p:ph type="dt" sz="half" idx="10"/>
          </p:nvPr>
        </p:nvSpPr>
        <p:spPr>
          <a:ln/>
        </p:spPr>
        <p:txBody>
          <a:bodyPr/>
          <a:lstStyle>
            <a:lvl1pPr>
              <a:defRPr/>
            </a:lvl1pPr>
          </a:lstStyle>
          <a:p>
            <a:pPr>
              <a:defRPr/>
            </a:pPr>
            <a:fld id="{4BF4CA03-9325-49EB-A88C-DA5517D382DB}" type="datetime1">
              <a:rPr lang="zh-CN" altLang="en-US"/>
              <a:pPr>
                <a:defRPr/>
              </a:pPr>
              <a:t>2020/9/7</a:t>
            </a:fld>
            <a:endParaRPr lang="en-US" altLang="zh-CN"/>
          </a:p>
        </p:txBody>
      </p:sp>
      <p:sp>
        <p:nvSpPr>
          <p:cNvPr id="5" name="Rectangle 5">
            <a:extLst>
              <a:ext uri="{FF2B5EF4-FFF2-40B4-BE49-F238E27FC236}">
                <a16:creationId xmlns:a16="http://schemas.microsoft.com/office/drawing/2014/main" id="{FEEF4E1D-808A-449E-B086-89F5A344998D}"/>
              </a:ext>
            </a:extLst>
          </p:cNvPr>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6" name="Rectangle 6">
            <a:extLst>
              <a:ext uri="{FF2B5EF4-FFF2-40B4-BE49-F238E27FC236}">
                <a16:creationId xmlns:a16="http://schemas.microsoft.com/office/drawing/2014/main" id="{5259006B-0CA7-45A4-AC63-53C61E1A2FD2}"/>
              </a:ext>
            </a:extLst>
          </p:cNvPr>
          <p:cNvSpPr>
            <a:spLocks noGrp="1" noChangeArrowheads="1"/>
          </p:cNvSpPr>
          <p:nvPr>
            <p:ph type="sldNum" sz="quarter" idx="12"/>
          </p:nvPr>
        </p:nvSpPr>
        <p:spPr>
          <a:ln/>
        </p:spPr>
        <p:txBody>
          <a:bodyPr/>
          <a:lstStyle>
            <a:lvl1pPr>
              <a:defRPr/>
            </a:lvl1pPr>
          </a:lstStyle>
          <a:p>
            <a:pPr>
              <a:defRPr/>
            </a:pPr>
            <a:fld id="{55BD2A0E-E795-43A1-90F9-458B64AEC260}" type="slidenum">
              <a:rPr lang="en-US" altLang="zh-CN"/>
              <a:pPr>
                <a:defRPr/>
              </a:pPr>
              <a:t>‹#›</a:t>
            </a:fld>
            <a:endParaRPr lang="en-US" altLang="zh-CN"/>
          </a:p>
        </p:txBody>
      </p:sp>
    </p:spTree>
    <p:extLst>
      <p:ext uri="{BB962C8B-B14F-4D97-AF65-F5344CB8AC3E}">
        <p14:creationId xmlns:p14="http://schemas.microsoft.com/office/powerpoint/2010/main" val="3477282128"/>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DA2C87CA-1D86-49E3-85ED-D1B79877D14C}"/>
              </a:ext>
            </a:extLst>
          </p:cNvPr>
          <p:cNvSpPr>
            <a:spLocks noGrp="1" noChangeArrowheads="1"/>
          </p:cNvSpPr>
          <p:nvPr>
            <p:ph type="dt" sz="half" idx="10"/>
          </p:nvPr>
        </p:nvSpPr>
        <p:spPr>
          <a:ln/>
        </p:spPr>
        <p:txBody>
          <a:bodyPr/>
          <a:lstStyle>
            <a:lvl1pPr>
              <a:defRPr/>
            </a:lvl1pPr>
          </a:lstStyle>
          <a:p>
            <a:pPr>
              <a:defRPr/>
            </a:pPr>
            <a:fld id="{253B7656-25C9-42D7-80F1-FF398284F1E8}" type="datetime1">
              <a:rPr lang="zh-CN" altLang="en-US"/>
              <a:pPr>
                <a:defRPr/>
              </a:pPr>
              <a:t>2020/9/7</a:t>
            </a:fld>
            <a:endParaRPr lang="en-US" altLang="zh-CN"/>
          </a:p>
        </p:txBody>
      </p:sp>
      <p:sp>
        <p:nvSpPr>
          <p:cNvPr id="5" name="Rectangle 5">
            <a:extLst>
              <a:ext uri="{FF2B5EF4-FFF2-40B4-BE49-F238E27FC236}">
                <a16:creationId xmlns:a16="http://schemas.microsoft.com/office/drawing/2014/main" id="{DBD58A02-92FC-4C85-9BC1-CF6ABDB1F2EF}"/>
              </a:ext>
            </a:extLst>
          </p:cNvPr>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6" name="Rectangle 6">
            <a:extLst>
              <a:ext uri="{FF2B5EF4-FFF2-40B4-BE49-F238E27FC236}">
                <a16:creationId xmlns:a16="http://schemas.microsoft.com/office/drawing/2014/main" id="{F0A9844C-CFE5-49E0-A8EA-CC24CD0C1925}"/>
              </a:ext>
            </a:extLst>
          </p:cNvPr>
          <p:cNvSpPr>
            <a:spLocks noGrp="1" noChangeArrowheads="1"/>
          </p:cNvSpPr>
          <p:nvPr>
            <p:ph type="sldNum" sz="quarter" idx="12"/>
          </p:nvPr>
        </p:nvSpPr>
        <p:spPr>
          <a:ln/>
        </p:spPr>
        <p:txBody>
          <a:bodyPr/>
          <a:lstStyle>
            <a:lvl1pPr>
              <a:defRPr/>
            </a:lvl1pPr>
          </a:lstStyle>
          <a:p>
            <a:pPr>
              <a:defRPr/>
            </a:pPr>
            <a:fld id="{EE9C792F-3BF2-48C1-BDF4-D50B45EACE30}" type="slidenum">
              <a:rPr lang="en-US" altLang="zh-CN"/>
              <a:pPr>
                <a:defRPr/>
              </a:pPr>
              <a:t>‹#›</a:t>
            </a:fld>
            <a:endParaRPr lang="en-US" altLang="zh-CN"/>
          </a:p>
        </p:txBody>
      </p:sp>
    </p:spTree>
    <p:extLst>
      <p:ext uri="{BB962C8B-B14F-4D97-AF65-F5344CB8AC3E}">
        <p14:creationId xmlns:p14="http://schemas.microsoft.com/office/powerpoint/2010/main" val="3189135857"/>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A91DE44B-A159-42AB-A3E9-9F29E9AA0362}"/>
              </a:ext>
            </a:extLst>
          </p:cNvPr>
          <p:cNvSpPr>
            <a:spLocks noGrp="1" noChangeArrowheads="1"/>
          </p:cNvSpPr>
          <p:nvPr>
            <p:ph type="dt" sz="half" idx="10"/>
          </p:nvPr>
        </p:nvSpPr>
        <p:spPr>
          <a:ln/>
        </p:spPr>
        <p:txBody>
          <a:bodyPr/>
          <a:lstStyle>
            <a:lvl1pPr>
              <a:defRPr/>
            </a:lvl1pPr>
          </a:lstStyle>
          <a:p>
            <a:pPr>
              <a:defRPr/>
            </a:pPr>
            <a:fld id="{E68B19EE-9F86-40A8-AA37-18B54175C67C}" type="datetime1">
              <a:rPr lang="zh-CN" altLang="en-US"/>
              <a:pPr>
                <a:defRPr/>
              </a:pPr>
              <a:t>2020/9/7</a:t>
            </a:fld>
            <a:endParaRPr lang="en-US" altLang="zh-CN"/>
          </a:p>
        </p:txBody>
      </p:sp>
      <p:sp>
        <p:nvSpPr>
          <p:cNvPr id="5" name="Rectangle 5">
            <a:extLst>
              <a:ext uri="{FF2B5EF4-FFF2-40B4-BE49-F238E27FC236}">
                <a16:creationId xmlns:a16="http://schemas.microsoft.com/office/drawing/2014/main" id="{4B567015-E6C2-4106-933B-D1619E74EF36}"/>
              </a:ext>
            </a:extLst>
          </p:cNvPr>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6" name="Rectangle 6">
            <a:extLst>
              <a:ext uri="{FF2B5EF4-FFF2-40B4-BE49-F238E27FC236}">
                <a16:creationId xmlns:a16="http://schemas.microsoft.com/office/drawing/2014/main" id="{C614A4A5-3E5F-4F74-943D-C2A042322294}"/>
              </a:ext>
            </a:extLst>
          </p:cNvPr>
          <p:cNvSpPr>
            <a:spLocks noGrp="1" noChangeArrowheads="1"/>
          </p:cNvSpPr>
          <p:nvPr>
            <p:ph type="sldNum" sz="quarter" idx="12"/>
          </p:nvPr>
        </p:nvSpPr>
        <p:spPr>
          <a:ln/>
        </p:spPr>
        <p:txBody>
          <a:bodyPr/>
          <a:lstStyle>
            <a:lvl1pPr>
              <a:defRPr/>
            </a:lvl1pPr>
          </a:lstStyle>
          <a:p>
            <a:pPr>
              <a:defRPr/>
            </a:pPr>
            <a:fld id="{F2B2E858-5321-44E1-AA13-50C5167C2866}" type="slidenum">
              <a:rPr lang="en-US" altLang="zh-CN"/>
              <a:pPr>
                <a:defRPr/>
              </a:pPr>
              <a:t>‹#›</a:t>
            </a:fld>
            <a:endParaRPr lang="en-US" altLang="zh-CN"/>
          </a:p>
        </p:txBody>
      </p:sp>
    </p:spTree>
    <p:extLst>
      <p:ext uri="{BB962C8B-B14F-4D97-AF65-F5344CB8AC3E}">
        <p14:creationId xmlns:p14="http://schemas.microsoft.com/office/powerpoint/2010/main" val="3885193829"/>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4213" y="1989138"/>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6613" y="1989138"/>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2CCD5C9F-6F95-4B3F-BC50-A7C11BE143C1}"/>
              </a:ext>
            </a:extLst>
          </p:cNvPr>
          <p:cNvSpPr>
            <a:spLocks noGrp="1" noChangeArrowheads="1"/>
          </p:cNvSpPr>
          <p:nvPr>
            <p:ph type="dt" sz="half" idx="10"/>
          </p:nvPr>
        </p:nvSpPr>
        <p:spPr>
          <a:ln/>
        </p:spPr>
        <p:txBody>
          <a:bodyPr/>
          <a:lstStyle>
            <a:lvl1pPr>
              <a:defRPr/>
            </a:lvl1pPr>
          </a:lstStyle>
          <a:p>
            <a:pPr>
              <a:defRPr/>
            </a:pPr>
            <a:fld id="{B739E33F-0989-4D50-850F-84CEA24F3652}" type="datetime1">
              <a:rPr lang="zh-CN" altLang="en-US"/>
              <a:pPr>
                <a:defRPr/>
              </a:pPr>
              <a:t>2020/9/7</a:t>
            </a:fld>
            <a:endParaRPr lang="en-US" altLang="zh-CN"/>
          </a:p>
        </p:txBody>
      </p:sp>
      <p:sp>
        <p:nvSpPr>
          <p:cNvPr id="6" name="Rectangle 5">
            <a:extLst>
              <a:ext uri="{FF2B5EF4-FFF2-40B4-BE49-F238E27FC236}">
                <a16:creationId xmlns:a16="http://schemas.microsoft.com/office/drawing/2014/main" id="{5EE2D6B8-B9EB-4510-A051-3CF44F1FF96E}"/>
              </a:ext>
            </a:extLst>
          </p:cNvPr>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7" name="Rectangle 6">
            <a:extLst>
              <a:ext uri="{FF2B5EF4-FFF2-40B4-BE49-F238E27FC236}">
                <a16:creationId xmlns:a16="http://schemas.microsoft.com/office/drawing/2014/main" id="{CAFDD3AF-4371-4584-A119-B4F20BDD2212}"/>
              </a:ext>
            </a:extLst>
          </p:cNvPr>
          <p:cNvSpPr>
            <a:spLocks noGrp="1" noChangeArrowheads="1"/>
          </p:cNvSpPr>
          <p:nvPr>
            <p:ph type="sldNum" sz="quarter" idx="12"/>
          </p:nvPr>
        </p:nvSpPr>
        <p:spPr>
          <a:ln/>
        </p:spPr>
        <p:txBody>
          <a:bodyPr/>
          <a:lstStyle>
            <a:lvl1pPr>
              <a:defRPr/>
            </a:lvl1pPr>
          </a:lstStyle>
          <a:p>
            <a:pPr>
              <a:defRPr/>
            </a:pPr>
            <a:fld id="{A24BBCC9-BEA7-472B-855D-A0AA5EA896A8}" type="slidenum">
              <a:rPr lang="en-US" altLang="zh-CN"/>
              <a:pPr>
                <a:defRPr/>
              </a:pPr>
              <a:t>‹#›</a:t>
            </a:fld>
            <a:endParaRPr lang="en-US" altLang="zh-CN"/>
          </a:p>
        </p:txBody>
      </p:sp>
    </p:spTree>
    <p:extLst>
      <p:ext uri="{BB962C8B-B14F-4D97-AF65-F5344CB8AC3E}">
        <p14:creationId xmlns:p14="http://schemas.microsoft.com/office/powerpoint/2010/main" val="1865750609"/>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AC3E0B5A-CFC6-4F42-B58A-DB5C7769A240}"/>
              </a:ext>
            </a:extLst>
          </p:cNvPr>
          <p:cNvSpPr>
            <a:spLocks noGrp="1" noChangeArrowheads="1"/>
          </p:cNvSpPr>
          <p:nvPr>
            <p:ph type="dt" sz="half" idx="10"/>
          </p:nvPr>
        </p:nvSpPr>
        <p:spPr>
          <a:ln/>
        </p:spPr>
        <p:txBody>
          <a:bodyPr/>
          <a:lstStyle>
            <a:lvl1pPr>
              <a:defRPr/>
            </a:lvl1pPr>
          </a:lstStyle>
          <a:p>
            <a:pPr>
              <a:defRPr/>
            </a:pPr>
            <a:fld id="{36562282-2910-46A9-A736-59007930FEBA}" type="datetime1">
              <a:rPr lang="zh-CN" altLang="en-US"/>
              <a:pPr>
                <a:defRPr/>
              </a:pPr>
              <a:t>2020/9/7</a:t>
            </a:fld>
            <a:endParaRPr lang="en-US" altLang="zh-CN"/>
          </a:p>
        </p:txBody>
      </p:sp>
      <p:sp>
        <p:nvSpPr>
          <p:cNvPr id="8" name="Rectangle 5">
            <a:extLst>
              <a:ext uri="{FF2B5EF4-FFF2-40B4-BE49-F238E27FC236}">
                <a16:creationId xmlns:a16="http://schemas.microsoft.com/office/drawing/2014/main" id="{AE5D6BF3-74D8-4379-B87F-FD6025F3C093}"/>
              </a:ext>
            </a:extLst>
          </p:cNvPr>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9" name="Rectangle 6">
            <a:extLst>
              <a:ext uri="{FF2B5EF4-FFF2-40B4-BE49-F238E27FC236}">
                <a16:creationId xmlns:a16="http://schemas.microsoft.com/office/drawing/2014/main" id="{856345CB-9358-437B-A958-DF8711194AFE}"/>
              </a:ext>
            </a:extLst>
          </p:cNvPr>
          <p:cNvSpPr>
            <a:spLocks noGrp="1" noChangeArrowheads="1"/>
          </p:cNvSpPr>
          <p:nvPr>
            <p:ph type="sldNum" sz="quarter" idx="12"/>
          </p:nvPr>
        </p:nvSpPr>
        <p:spPr>
          <a:ln/>
        </p:spPr>
        <p:txBody>
          <a:bodyPr/>
          <a:lstStyle>
            <a:lvl1pPr>
              <a:defRPr/>
            </a:lvl1pPr>
          </a:lstStyle>
          <a:p>
            <a:pPr>
              <a:defRPr/>
            </a:pPr>
            <a:fld id="{149C58CF-00C3-43DD-BB7F-8D9A818FB6E2}" type="slidenum">
              <a:rPr lang="en-US" altLang="zh-CN"/>
              <a:pPr>
                <a:defRPr/>
              </a:pPr>
              <a:t>‹#›</a:t>
            </a:fld>
            <a:endParaRPr lang="en-US" altLang="zh-CN"/>
          </a:p>
        </p:txBody>
      </p:sp>
    </p:spTree>
    <p:extLst>
      <p:ext uri="{BB962C8B-B14F-4D97-AF65-F5344CB8AC3E}">
        <p14:creationId xmlns:p14="http://schemas.microsoft.com/office/powerpoint/2010/main" val="2423888433"/>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BB3F3774-837E-497A-B969-667577E8C7D0}"/>
              </a:ext>
            </a:extLst>
          </p:cNvPr>
          <p:cNvSpPr>
            <a:spLocks noGrp="1" noChangeArrowheads="1"/>
          </p:cNvSpPr>
          <p:nvPr>
            <p:ph type="dt" sz="half" idx="10"/>
          </p:nvPr>
        </p:nvSpPr>
        <p:spPr>
          <a:ln/>
        </p:spPr>
        <p:txBody>
          <a:bodyPr/>
          <a:lstStyle>
            <a:lvl1pPr>
              <a:defRPr/>
            </a:lvl1pPr>
          </a:lstStyle>
          <a:p>
            <a:pPr>
              <a:defRPr/>
            </a:pPr>
            <a:fld id="{652CA30A-A0DB-4AF4-B97C-60F8512F9E88}" type="datetime1">
              <a:rPr lang="zh-CN" altLang="en-US"/>
              <a:pPr>
                <a:defRPr/>
              </a:pPr>
              <a:t>2020/9/7</a:t>
            </a:fld>
            <a:endParaRPr lang="en-US" altLang="zh-CN"/>
          </a:p>
        </p:txBody>
      </p:sp>
      <p:sp>
        <p:nvSpPr>
          <p:cNvPr id="4" name="Rectangle 5">
            <a:extLst>
              <a:ext uri="{FF2B5EF4-FFF2-40B4-BE49-F238E27FC236}">
                <a16:creationId xmlns:a16="http://schemas.microsoft.com/office/drawing/2014/main" id="{A0376CC4-9C2F-49D9-9E3E-79540C1FDC8C}"/>
              </a:ext>
            </a:extLst>
          </p:cNvPr>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5" name="Rectangle 6">
            <a:extLst>
              <a:ext uri="{FF2B5EF4-FFF2-40B4-BE49-F238E27FC236}">
                <a16:creationId xmlns:a16="http://schemas.microsoft.com/office/drawing/2014/main" id="{C65AA52F-9617-4705-A84A-6628B4716BAF}"/>
              </a:ext>
            </a:extLst>
          </p:cNvPr>
          <p:cNvSpPr>
            <a:spLocks noGrp="1" noChangeArrowheads="1"/>
          </p:cNvSpPr>
          <p:nvPr>
            <p:ph type="sldNum" sz="quarter" idx="12"/>
          </p:nvPr>
        </p:nvSpPr>
        <p:spPr>
          <a:ln/>
        </p:spPr>
        <p:txBody>
          <a:bodyPr/>
          <a:lstStyle>
            <a:lvl1pPr>
              <a:defRPr/>
            </a:lvl1pPr>
          </a:lstStyle>
          <a:p>
            <a:pPr>
              <a:defRPr/>
            </a:pPr>
            <a:fld id="{20B4C657-58A8-4DAD-A1AF-48ED4592394F}" type="slidenum">
              <a:rPr lang="en-US" altLang="zh-CN"/>
              <a:pPr>
                <a:defRPr/>
              </a:pPr>
              <a:t>‹#›</a:t>
            </a:fld>
            <a:endParaRPr lang="en-US" altLang="zh-CN"/>
          </a:p>
        </p:txBody>
      </p:sp>
    </p:spTree>
    <p:extLst>
      <p:ext uri="{BB962C8B-B14F-4D97-AF65-F5344CB8AC3E}">
        <p14:creationId xmlns:p14="http://schemas.microsoft.com/office/powerpoint/2010/main" val="1228859191"/>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A070920-9084-46DD-94E4-C4777ADE0308}"/>
              </a:ext>
            </a:extLst>
          </p:cNvPr>
          <p:cNvSpPr>
            <a:spLocks noGrp="1" noChangeArrowheads="1"/>
          </p:cNvSpPr>
          <p:nvPr>
            <p:ph type="dt" sz="half" idx="10"/>
          </p:nvPr>
        </p:nvSpPr>
        <p:spPr>
          <a:ln/>
        </p:spPr>
        <p:txBody>
          <a:bodyPr/>
          <a:lstStyle>
            <a:lvl1pPr>
              <a:defRPr/>
            </a:lvl1pPr>
          </a:lstStyle>
          <a:p>
            <a:pPr>
              <a:defRPr/>
            </a:pPr>
            <a:fld id="{C17EDA85-7F29-4F26-B3FF-5E0012A9551C}" type="datetime1">
              <a:rPr lang="zh-CN" altLang="en-US"/>
              <a:pPr>
                <a:defRPr/>
              </a:pPr>
              <a:t>2020/9/7</a:t>
            </a:fld>
            <a:endParaRPr lang="en-US" altLang="zh-CN"/>
          </a:p>
        </p:txBody>
      </p:sp>
      <p:sp>
        <p:nvSpPr>
          <p:cNvPr id="3" name="Rectangle 5">
            <a:extLst>
              <a:ext uri="{FF2B5EF4-FFF2-40B4-BE49-F238E27FC236}">
                <a16:creationId xmlns:a16="http://schemas.microsoft.com/office/drawing/2014/main" id="{04221F64-4D25-4380-9F39-8074C0850C62}"/>
              </a:ext>
            </a:extLst>
          </p:cNvPr>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4" name="Rectangle 6">
            <a:extLst>
              <a:ext uri="{FF2B5EF4-FFF2-40B4-BE49-F238E27FC236}">
                <a16:creationId xmlns:a16="http://schemas.microsoft.com/office/drawing/2014/main" id="{7637C778-1382-4B6B-A8D7-AF64AF2A802E}"/>
              </a:ext>
            </a:extLst>
          </p:cNvPr>
          <p:cNvSpPr>
            <a:spLocks noGrp="1" noChangeArrowheads="1"/>
          </p:cNvSpPr>
          <p:nvPr>
            <p:ph type="sldNum" sz="quarter" idx="12"/>
          </p:nvPr>
        </p:nvSpPr>
        <p:spPr>
          <a:ln/>
        </p:spPr>
        <p:txBody>
          <a:bodyPr/>
          <a:lstStyle>
            <a:lvl1pPr>
              <a:defRPr/>
            </a:lvl1pPr>
          </a:lstStyle>
          <a:p>
            <a:pPr>
              <a:defRPr/>
            </a:pPr>
            <a:fld id="{7BD3F794-A7A7-4CB8-9F7B-313626C75330}" type="slidenum">
              <a:rPr lang="en-US" altLang="zh-CN"/>
              <a:pPr>
                <a:defRPr/>
              </a:pPr>
              <a:t>‹#›</a:t>
            </a:fld>
            <a:endParaRPr lang="en-US" altLang="zh-CN"/>
          </a:p>
        </p:txBody>
      </p:sp>
    </p:spTree>
    <p:extLst>
      <p:ext uri="{BB962C8B-B14F-4D97-AF65-F5344CB8AC3E}">
        <p14:creationId xmlns:p14="http://schemas.microsoft.com/office/powerpoint/2010/main" val="1788313495"/>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02BF7526-992F-4E86-A3EA-83CE65380018}"/>
              </a:ext>
            </a:extLst>
          </p:cNvPr>
          <p:cNvSpPr>
            <a:spLocks noGrp="1" noChangeArrowheads="1"/>
          </p:cNvSpPr>
          <p:nvPr>
            <p:ph type="dt" sz="half" idx="10"/>
          </p:nvPr>
        </p:nvSpPr>
        <p:spPr>
          <a:ln/>
        </p:spPr>
        <p:txBody>
          <a:bodyPr/>
          <a:lstStyle>
            <a:lvl1pPr>
              <a:defRPr/>
            </a:lvl1pPr>
          </a:lstStyle>
          <a:p>
            <a:pPr>
              <a:defRPr/>
            </a:pPr>
            <a:fld id="{1A359AF6-ECFA-4E4F-BBB6-ABD3ED4A2ACB}" type="datetime1">
              <a:rPr lang="zh-CN" altLang="en-US"/>
              <a:pPr>
                <a:defRPr/>
              </a:pPr>
              <a:t>2020/9/7</a:t>
            </a:fld>
            <a:endParaRPr lang="en-US" altLang="zh-CN"/>
          </a:p>
        </p:txBody>
      </p:sp>
      <p:sp>
        <p:nvSpPr>
          <p:cNvPr id="6" name="Rectangle 5">
            <a:extLst>
              <a:ext uri="{FF2B5EF4-FFF2-40B4-BE49-F238E27FC236}">
                <a16:creationId xmlns:a16="http://schemas.microsoft.com/office/drawing/2014/main" id="{F0D13CAE-402B-48A7-8CAA-152C0D6C32B6}"/>
              </a:ext>
            </a:extLst>
          </p:cNvPr>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7" name="Rectangle 6">
            <a:extLst>
              <a:ext uri="{FF2B5EF4-FFF2-40B4-BE49-F238E27FC236}">
                <a16:creationId xmlns:a16="http://schemas.microsoft.com/office/drawing/2014/main" id="{D7318142-7DAC-48A7-B9D7-66F36230608D}"/>
              </a:ext>
            </a:extLst>
          </p:cNvPr>
          <p:cNvSpPr>
            <a:spLocks noGrp="1" noChangeArrowheads="1"/>
          </p:cNvSpPr>
          <p:nvPr>
            <p:ph type="sldNum" sz="quarter" idx="12"/>
          </p:nvPr>
        </p:nvSpPr>
        <p:spPr>
          <a:ln/>
        </p:spPr>
        <p:txBody>
          <a:bodyPr/>
          <a:lstStyle>
            <a:lvl1pPr>
              <a:defRPr/>
            </a:lvl1pPr>
          </a:lstStyle>
          <a:p>
            <a:pPr>
              <a:defRPr/>
            </a:pPr>
            <a:fld id="{F32631B7-83E1-4171-AC1A-CC111A1CBA73}" type="slidenum">
              <a:rPr lang="en-US" altLang="zh-CN"/>
              <a:pPr>
                <a:defRPr/>
              </a:pPr>
              <a:t>‹#›</a:t>
            </a:fld>
            <a:endParaRPr lang="en-US" altLang="zh-CN"/>
          </a:p>
        </p:txBody>
      </p:sp>
    </p:spTree>
    <p:extLst>
      <p:ext uri="{BB962C8B-B14F-4D97-AF65-F5344CB8AC3E}">
        <p14:creationId xmlns:p14="http://schemas.microsoft.com/office/powerpoint/2010/main" val="1003883173"/>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2432310D-BD00-4EC4-A7B8-269A46C42964}"/>
              </a:ext>
            </a:extLst>
          </p:cNvPr>
          <p:cNvSpPr>
            <a:spLocks noGrp="1" noChangeArrowheads="1"/>
          </p:cNvSpPr>
          <p:nvPr>
            <p:ph type="dt" sz="half" idx="10"/>
          </p:nvPr>
        </p:nvSpPr>
        <p:spPr>
          <a:ln/>
        </p:spPr>
        <p:txBody>
          <a:bodyPr/>
          <a:lstStyle>
            <a:lvl1pPr>
              <a:defRPr/>
            </a:lvl1pPr>
          </a:lstStyle>
          <a:p>
            <a:pPr>
              <a:defRPr/>
            </a:pPr>
            <a:fld id="{E3535609-4425-4772-8D86-C8BC31253289}" type="datetime1">
              <a:rPr lang="zh-CN" altLang="en-US"/>
              <a:pPr>
                <a:defRPr/>
              </a:pPr>
              <a:t>2020/9/7</a:t>
            </a:fld>
            <a:endParaRPr lang="en-US" altLang="zh-CN"/>
          </a:p>
        </p:txBody>
      </p:sp>
      <p:sp>
        <p:nvSpPr>
          <p:cNvPr id="6" name="Rectangle 5">
            <a:extLst>
              <a:ext uri="{FF2B5EF4-FFF2-40B4-BE49-F238E27FC236}">
                <a16:creationId xmlns:a16="http://schemas.microsoft.com/office/drawing/2014/main" id="{66E7A0C3-BD77-483A-85C3-3E79CC966212}"/>
              </a:ext>
            </a:extLst>
          </p:cNvPr>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7" name="Rectangle 6">
            <a:extLst>
              <a:ext uri="{FF2B5EF4-FFF2-40B4-BE49-F238E27FC236}">
                <a16:creationId xmlns:a16="http://schemas.microsoft.com/office/drawing/2014/main" id="{033D1629-BCD3-4BB6-9DEA-F1C9A9F8DD99}"/>
              </a:ext>
            </a:extLst>
          </p:cNvPr>
          <p:cNvSpPr>
            <a:spLocks noGrp="1" noChangeArrowheads="1"/>
          </p:cNvSpPr>
          <p:nvPr>
            <p:ph type="sldNum" sz="quarter" idx="12"/>
          </p:nvPr>
        </p:nvSpPr>
        <p:spPr>
          <a:ln/>
        </p:spPr>
        <p:txBody>
          <a:bodyPr/>
          <a:lstStyle>
            <a:lvl1pPr>
              <a:defRPr/>
            </a:lvl1pPr>
          </a:lstStyle>
          <a:p>
            <a:pPr>
              <a:defRPr/>
            </a:pPr>
            <a:fld id="{EDCEC2CF-6CB9-40FD-8018-D3D93427F31F}" type="slidenum">
              <a:rPr lang="en-US" altLang="zh-CN"/>
              <a:pPr>
                <a:defRPr/>
              </a:pPr>
              <a:t>‹#›</a:t>
            </a:fld>
            <a:endParaRPr lang="en-US" altLang="zh-CN"/>
          </a:p>
        </p:txBody>
      </p:sp>
    </p:spTree>
    <p:extLst>
      <p:ext uri="{BB962C8B-B14F-4D97-AF65-F5344CB8AC3E}">
        <p14:creationId xmlns:p14="http://schemas.microsoft.com/office/powerpoint/2010/main" val="2887468738"/>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F7B6F515-A4F5-4BC3-8943-E90B8B802AD5}"/>
              </a:ext>
            </a:extLst>
          </p:cNvPr>
          <p:cNvSpPr>
            <a:spLocks noGrp="1" noChangeArrowheads="1"/>
          </p:cNvSpPr>
          <p:nvPr>
            <p:ph type="dt" sz="half" idx="10"/>
          </p:nvPr>
        </p:nvSpPr>
        <p:spPr>
          <a:ln/>
        </p:spPr>
        <p:txBody>
          <a:bodyPr/>
          <a:lstStyle>
            <a:lvl1pPr>
              <a:defRPr/>
            </a:lvl1pPr>
          </a:lstStyle>
          <a:p>
            <a:pPr>
              <a:defRPr/>
            </a:pPr>
            <a:fld id="{5ADA032E-6D73-4A71-98D7-6B66A51975C4}" type="datetime1">
              <a:rPr lang="zh-CN" altLang="en-US"/>
              <a:pPr>
                <a:defRPr/>
              </a:pPr>
              <a:t>2020/9/7</a:t>
            </a:fld>
            <a:endParaRPr lang="en-US" altLang="zh-CN"/>
          </a:p>
        </p:txBody>
      </p:sp>
      <p:sp>
        <p:nvSpPr>
          <p:cNvPr id="5" name="Rectangle 5">
            <a:extLst>
              <a:ext uri="{FF2B5EF4-FFF2-40B4-BE49-F238E27FC236}">
                <a16:creationId xmlns:a16="http://schemas.microsoft.com/office/drawing/2014/main" id="{E5E171C3-318C-476F-A8A8-D9C28C69D8B3}"/>
              </a:ext>
            </a:extLst>
          </p:cNvPr>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6" name="Rectangle 6">
            <a:extLst>
              <a:ext uri="{FF2B5EF4-FFF2-40B4-BE49-F238E27FC236}">
                <a16:creationId xmlns:a16="http://schemas.microsoft.com/office/drawing/2014/main" id="{70FB965B-CF4C-44C0-80DC-1043F11CF9AC}"/>
              </a:ext>
            </a:extLst>
          </p:cNvPr>
          <p:cNvSpPr>
            <a:spLocks noGrp="1" noChangeArrowheads="1"/>
          </p:cNvSpPr>
          <p:nvPr>
            <p:ph type="sldNum" sz="quarter" idx="12"/>
          </p:nvPr>
        </p:nvSpPr>
        <p:spPr>
          <a:ln/>
        </p:spPr>
        <p:txBody>
          <a:bodyPr/>
          <a:lstStyle>
            <a:lvl1pPr>
              <a:defRPr/>
            </a:lvl1pPr>
          </a:lstStyle>
          <a:p>
            <a:pPr>
              <a:defRPr/>
            </a:pPr>
            <a:fld id="{EE099E68-EB3D-487E-B2EE-1D5BDEEDE617}" type="slidenum">
              <a:rPr lang="en-US" altLang="zh-CN"/>
              <a:pPr>
                <a:defRPr/>
              </a:pPr>
              <a:t>‹#›</a:t>
            </a:fld>
            <a:endParaRPr lang="en-US" altLang="zh-CN"/>
          </a:p>
        </p:txBody>
      </p:sp>
    </p:spTree>
    <p:extLst>
      <p:ext uri="{BB962C8B-B14F-4D97-AF65-F5344CB8AC3E}">
        <p14:creationId xmlns:p14="http://schemas.microsoft.com/office/powerpoint/2010/main" val="1412105751"/>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943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4213" y="609600"/>
            <a:ext cx="5678487" cy="54943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C4B209D3-2E04-45E3-B271-87D5E5FB8C95}"/>
              </a:ext>
            </a:extLst>
          </p:cNvPr>
          <p:cNvSpPr>
            <a:spLocks noGrp="1" noChangeArrowheads="1"/>
          </p:cNvSpPr>
          <p:nvPr>
            <p:ph type="dt" sz="half" idx="10"/>
          </p:nvPr>
        </p:nvSpPr>
        <p:spPr>
          <a:ln/>
        </p:spPr>
        <p:txBody>
          <a:bodyPr/>
          <a:lstStyle>
            <a:lvl1pPr>
              <a:defRPr/>
            </a:lvl1pPr>
          </a:lstStyle>
          <a:p>
            <a:pPr>
              <a:defRPr/>
            </a:pPr>
            <a:fld id="{9B32F949-277F-4E0E-9495-584EF8186B32}" type="datetime1">
              <a:rPr lang="zh-CN" altLang="en-US"/>
              <a:pPr>
                <a:defRPr/>
              </a:pPr>
              <a:t>2020/9/7</a:t>
            </a:fld>
            <a:endParaRPr lang="en-US" altLang="zh-CN"/>
          </a:p>
        </p:txBody>
      </p:sp>
      <p:sp>
        <p:nvSpPr>
          <p:cNvPr id="5" name="Rectangle 5">
            <a:extLst>
              <a:ext uri="{FF2B5EF4-FFF2-40B4-BE49-F238E27FC236}">
                <a16:creationId xmlns:a16="http://schemas.microsoft.com/office/drawing/2014/main" id="{71FBA2B0-ECE4-4B55-AE23-D5C20930B646}"/>
              </a:ext>
            </a:extLst>
          </p:cNvPr>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6" name="Rectangle 6">
            <a:extLst>
              <a:ext uri="{FF2B5EF4-FFF2-40B4-BE49-F238E27FC236}">
                <a16:creationId xmlns:a16="http://schemas.microsoft.com/office/drawing/2014/main" id="{3496BA2C-CCE6-4B11-9AB9-939C18267CAC}"/>
              </a:ext>
            </a:extLst>
          </p:cNvPr>
          <p:cNvSpPr>
            <a:spLocks noGrp="1" noChangeArrowheads="1"/>
          </p:cNvSpPr>
          <p:nvPr>
            <p:ph type="sldNum" sz="quarter" idx="12"/>
          </p:nvPr>
        </p:nvSpPr>
        <p:spPr>
          <a:ln/>
        </p:spPr>
        <p:txBody>
          <a:bodyPr/>
          <a:lstStyle>
            <a:lvl1pPr>
              <a:defRPr/>
            </a:lvl1pPr>
          </a:lstStyle>
          <a:p>
            <a:pPr>
              <a:defRPr/>
            </a:pPr>
            <a:fld id="{70715F8E-1CFA-455B-B3C9-91D0BCC453E7}" type="slidenum">
              <a:rPr lang="en-US" altLang="zh-CN"/>
              <a:pPr>
                <a:defRPr/>
              </a:pPr>
              <a:t>‹#›</a:t>
            </a:fld>
            <a:endParaRPr lang="en-US" altLang="zh-CN"/>
          </a:p>
        </p:txBody>
      </p:sp>
    </p:spTree>
    <p:extLst>
      <p:ext uri="{BB962C8B-B14F-4D97-AF65-F5344CB8AC3E}">
        <p14:creationId xmlns:p14="http://schemas.microsoft.com/office/powerpoint/2010/main" val="2367446393"/>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684213" y="1989138"/>
            <a:ext cx="3810000" cy="41148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6613" y="1989138"/>
            <a:ext cx="3810000" cy="41148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8A12FB5C-9EBC-4D81-87E2-B400F07A8316}"/>
              </a:ext>
            </a:extLst>
          </p:cNvPr>
          <p:cNvSpPr>
            <a:spLocks noGrp="1" noChangeArrowheads="1"/>
          </p:cNvSpPr>
          <p:nvPr>
            <p:ph type="dt" sz="half" idx="10"/>
          </p:nvPr>
        </p:nvSpPr>
        <p:spPr>
          <a:ln/>
        </p:spPr>
        <p:txBody>
          <a:bodyPr/>
          <a:lstStyle>
            <a:lvl1pPr>
              <a:defRPr/>
            </a:lvl1pPr>
          </a:lstStyle>
          <a:p>
            <a:pPr>
              <a:defRPr/>
            </a:pPr>
            <a:fld id="{CE9F2D23-D70E-4E15-B512-EF7866C0725A}" type="datetime1">
              <a:rPr lang="zh-CN" altLang="en-US"/>
              <a:pPr>
                <a:defRPr/>
              </a:pPr>
              <a:t>2020/9/7</a:t>
            </a:fld>
            <a:endParaRPr lang="en-US" altLang="zh-CN"/>
          </a:p>
        </p:txBody>
      </p:sp>
      <p:sp>
        <p:nvSpPr>
          <p:cNvPr id="6" name="Rectangle 5">
            <a:extLst>
              <a:ext uri="{FF2B5EF4-FFF2-40B4-BE49-F238E27FC236}">
                <a16:creationId xmlns:a16="http://schemas.microsoft.com/office/drawing/2014/main" id="{C037C8B3-40D3-49EE-B247-1E994FECF84E}"/>
              </a:ext>
            </a:extLst>
          </p:cNvPr>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7" name="Rectangle 6">
            <a:extLst>
              <a:ext uri="{FF2B5EF4-FFF2-40B4-BE49-F238E27FC236}">
                <a16:creationId xmlns:a16="http://schemas.microsoft.com/office/drawing/2014/main" id="{7A36BE24-A8B7-4267-891E-D9A6931B54FF}"/>
              </a:ext>
            </a:extLst>
          </p:cNvPr>
          <p:cNvSpPr>
            <a:spLocks noGrp="1" noChangeArrowheads="1"/>
          </p:cNvSpPr>
          <p:nvPr>
            <p:ph type="sldNum" sz="quarter" idx="12"/>
          </p:nvPr>
        </p:nvSpPr>
        <p:spPr>
          <a:ln/>
        </p:spPr>
        <p:txBody>
          <a:bodyPr/>
          <a:lstStyle>
            <a:lvl1pPr>
              <a:defRPr/>
            </a:lvl1pPr>
          </a:lstStyle>
          <a:p>
            <a:pPr>
              <a:defRPr/>
            </a:pPr>
            <a:fld id="{FA3E2343-1143-4787-A717-0A2262ED1E35}" type="slidenum">
              <a:rPr lang="en-US" altLang="zh-CN"/>
              <a:pPr>
                <a:defRPr/>
              </a:pPr>
              <a:t>‹#›</a:t>
            </a:fld>
            <a:endParaRPr lang="en-US" altLang="zh-CN"/>
          </a:p>
        </p:txBody>
      </p:sp>
    </p:spTree>
    <p:extLst>
      <p:ext uri="{BB962C8B-B14F-4D97-AF65-F5344CB8AC3E}">
        <p14:creationId xmlns:p14="http://schemas.microsoft.com/office/powerpoint/2010/main" val="3108927853"/>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theme" Target="../theme/theme2.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6" Type="http://schemas.openxmlformats.org/officeDocument/2006/relationships/image" Target="../media/image3.png"/><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image" Target="../media/image2.jpeg"/><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5"/>
          <a:srcRect/>
          <a:stretch>
            <a:fillRect/>
          </a:stretch>
        </a:blipFill>
        <a:effectLst/>
      </p:bgPr>
    </p:bg>
    <p:spTree>
      <p:nvGrpSpPr>
        <p:cNvPr id="1" name=""/>
        <p:cNvGrpSpPr/>
        <p:nvPr/>
      </p:nvGrpSpPr>
      <p:grpSpPr>
        <a:xfrm>
          <a:off x="0" y="0"/>
          <a:ext cx="0" cy="0"/>
          <a:chOff x="0" y="0"/>
          <a:chExt cx="0" cy="0"/>
        </a:xfrm>
      </p:grpSpPr>
      <p:sp>
        <p:nvSpPr>
          <p:cNvPr id="1026" name="Rectangle 3">
            <a:extLst>
              <a:ext uri="{FF2B5EF4-FFF2-40B4-BE49-F238E27FC236}">
                <a16:creationId xmlns:a16="http://schemas.microsoft.com/office/drawing/2014/main" id="{E08B3E99-5195-476F-8103-02ECB11CE30F}"/>
              </a:ext>
            </a:extLst>
          </p:cNvPr>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4100" name="Rectangle 4">
            <a:extLst>
              <a:ext uri="{FF2B5EF4-FFF2-40B4-BE49-F238E27FC236}">
                <a16:creationId xmlns:a16="http://schemas.microsoft.com/office/drawing/2014/main" id="{C38EE2B3-0D3C-4756-AF45-C7BC6C5B4134}"/>
              </a:ext>
            </a:extLst>
          </p:cNvPr>
          <p:cNvSpPr>
            <a:spLocks noGrp="1" noChangeArrowheads="1"/>
          </p:cNvSpPr>
          <p:nvPr>
            <p:ph type="body" idx="1"/>
          </p:nvPr>
        </p:nvSpPr>
        <p:spPr bwMode="auto">
          <a:xfrm>
            <a:off x="684213" y="1989138"/>
            <a:ext cx="77724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101" name="Rectangle 5">
            <a:extLst>
              <a:ext uri="{FF2B5EF4-FFF2-40B4-BE49-F238E27FC236}">
                <a16:creationId xmlns:a16="http://schemas.microsoft.com/office/drawing/2014/main" id="{841AF48E-8307-445C-9B27-6DF073AC9073}"/>
              </a:ext>
            </a:extLst>
          </p:cNvPr>
          <p:cNvSpPr>
            <a:spLocks noGrp="1" noChangeArrowheads="1"/>
          </p:cNvSpPr>
          <p:nvPr>
            <p:ph type="dt" sz="half" idx="2"/>
          </p:nvPr>
        </p:nvSpPr>
        <p:spPr bwMode="auto">
          <a:xfrm>
            <a:off x="684213" y="638175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spcBef>
                <a:spcPct val="0"/>
              </a:spcBef>
              <a:defRPr sz="1400" b="1"/>
            </a:lvl1pPr>
          </a:lstStyle>
          <a:p>
            <a:pPr>
              <a:defRPr/>
            </a:pPr>
            <a:fld id="{4EB483C2-8B48-4532-9904-C386E4BCBBCE}" type="datetime1">
              <a:rPr lang="zh-CN" altLang="en-US"/>
              <a:pPr>
                <a:defRPr/>
              </a:pPr>
              <a:t>2020/9/7</a:t>
            </a:fld>
            <a:endParaRPr lang="en-US" altLang="zh-CN"/>
          </a:p>
        </p:txBody>
      </p:sp>
      <p:sp>
        <p:nvSpPr>
          <p:cNvPr id="4102" name="Rectangle 6">
            <a:extLst>
              <a:ext uri="{FF2B5EF4-FFF2-40B4-BE49-F238E27FC236}">
                <a16:creationId xmlns:a16="http://schemas.microsoft.com/office/drawing/2014/main" id="{EA2C1BC8-345D-4C64-9648-3BF41647DDD2}"/>
              </a:ext>
            </a:extLst>
          </p:cNvPr>
          <p:cNvSpPr>
            <a:spLocks noGrp="1" noChangeArrowheads="1"/>
          </p:cNvSpPr>
          <p:nvPr>
            <p:ph type="ftr" sz="quarter" idx="3"/>
          </p:nvPr>
        </p:nvSpPr>
        <p:spPr bwMode="auto">
          <a:xfrm>
            <a:off x="3124200" y="6356350"/>
            <a:ext cx="28956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ctr" eaLnBrk="1" hangingPunct="1">
              <a:spcBef>
                <a:spcPct val="0"/>
              </a:spcBef>
              <a:defRPr sz="1400" b="1"/>
            </a:lvl1pPr>
          </a:lstStyle>
          <a:p>
            <a:pPr>
              <a:defRPr/>
            </a:pPr>
            <a:r>
              <a:rPr lang="zh-CN" altLang="en-US"/>
              <a:t>计算机应用技术研究所</a:t>
            </a:r>
          </a:p>
        </p:txBody>
      </p:sp>
      <p:sp>
        <p:nvSpPr>
          <p:cNvPr id="4103" name="Rectangle 7">
            <a:extLst>
              <a:ext uri="{FF2B5EF4-FFF2-40B4-BE49-F238E27FC236}">
                <a16:creationId xmlns:a16="http://schemas.microsoft.com/office/drawing/2014/main" id="{6F29037F-2BA9-4448-A5C6-AD09545D4FC5}"/>
              </a:ext>
            </a:extLst>
          </p:cNvPr>
          <p:cNvSpPr>
            <a:spLocks noGrp="1" noChangeArrowheads="1"/>
          </p:cNvSpPr>
          <p:nvPr>
            <p:ph type="sldNum" sz="quarter" idx="4"/>
          </p:nvPr>
        </p:nvSpPr>
        <p:spPr bwMode="auto">
          <a:xfrm>
            <a:off x="6553200" y="635635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400" b="1"/>
            </a:lvl1pPr>
          </a:lstStyle>
          <a:p>
            <a:pPr>
              <a:defRPr/>
            </a:pPr>
            <a:fld id="{C1C60797-6FE2-4F16-9036-8676864E13B3}" type="slidenum">
              <a:rPr lang="en-US" altLang="zh-CN"/>
              <a:pPr>
                <a:defRPr/>
              </a:pPr>
              <a:t>‹#›</a:t>
            </a:fld>
            <a:endParaRPr lang="en-US" altLang="zh-CN"/>
          </a:p>
        </p:txBody>
      </p:sp>
      <p:pic>
        <p:nvPicPr>
          <p:cNvPr id="1031" name="Picture 10" descr="12副本1">
            <a:extLst>
              <a:ext uri="{FF2B5EF4-FFF2-40B4-BE49-F238E27FC236}">
                <a16:creationId xmlns:a16="http://schemas.microsoft.com/office/drawing/2014/main" id="{54D4D0A0-28EA-4B95-9C00-7B27C42152BC}"/>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28588" y="658813"/>
            <a:ext cx="996950" cy="969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Lst>
  <p:transition/>
  <p:hf hdr="0"/>
  <p:txStyles>
    <p:title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Blip>
          <a:blip r:embed="rId17"/>
        </a:buBlip>
        <a:defRPr kumimoji="1" sz="2400" kern="1200">
          <a:solidFill>
            <a:schemeClr val="tx1"/>
          </a:solidFill>
          <a:effectLst>
            <a:outerShdw blurRad="38100" dist="38100" dir="2700000" algn="tl">
              <a:srgbClr val="C0C0C0"/>
            </a:outerShdw>
          </a:effectLst>
          <a:latin typeface="+mn-lt"/>
          <a:ea typeface="+mn-ea"/>
          <a:cs typeface="+mn-cs"/>
        </a:defRPr>
      </a:lvl1pPr>
      <a:lvl2pPr marL="742950" indent="-285750" algn="l" rtl="0" eaLnBrk="0" fontAlgn="base" hangingPunct="0">
        <a:spcBef>
          <a:spcPct val="20000"/>
        </a:spcBef>
        <a:spcAft>
          <a:spcPct val="0"/>
        </a:spcAft>
        <a:buBlip>
          <a:blip r:embed="rId17"/>
        </a:buBlip>
        <a:defRPr kumimoji="1" sz="2000" kern="1200">
          <a:solidFill>
            <a:schemeClr val="tx1"/>
          </a:solidFill>
          <a:latin typeface="+mj-lt"/>
          <a:ea typeface="+mj-ea"/>
          <a:cs typeface="+mn-cs"/>
        </a:defRPr>
      </a:lvl2pPr>
      <a:lvl3pPr marL="1143000" indent="-228600" algn="l" rtl="0" eaLnBrk="0" fontAlgn="base" hangingPunct="0">
        <a:spcBef>
          <a:spcPct val="20000"/>
        </a:spcBef>
        <a:spcAft>
          <a:spcPct val="0"/>
        </a:spcAft>
        <a:buChar char="•"/>
        <a:defRPr kumimoji="1" kern="1200">
          <a:solidFill>
            <a:schemeClr val="tx1"/>
          </a:solidFill>
          <a:latin typeface="+mj-lt"/>
          <a:ea typeface="+mj-ea"/>
          <a:cs typeface="+mn-cs"/>
        </a:defRPr>
      </a:lvl3pPr>
      <a:lvl4pPr marL="1600200" indent="-228600" algn="l" rtl="0" eaLnBrk="0" fontAlgn="base" hangingPunct="0">
        <a:spcBef>
          <a:spcPct val="20000"/>
        </a:spcBef>
        <a:spcAft>
          <a:spcPct val="0"/>
        </a:spcAft>
        <a:buChar char="–"/>
        <a:defRPr kumimoji="1" sz="1600" kern="1200">
          <a:solidFill>
            <a:schemeClr val="tx1"/>
          </a:solidFill>
          <a:latin typeface="+mj-lt"/>
          <a:ea typeface="+mj-ea"/>
          <a:cs typeface="+mn-cs"/>
        </a:defRPr>
      </a:lvl4pPr>
      <a:lvl5pPr marL="2057400" indent="-228600" algn="l" rtl="0" eaLnBrk="0" fontAlgn="base" hangingPunct="0">
        <a:spcBef>
          <a:spcPct val="20000"/>
        </a:spcBef>
        <a:spcAft>
          <a:spcPct val="0"/>
        </a:spcAft>
        <a:buChar char="»"/>
        <a:defRPr kumimoji="1" sz="1600" kern="1200">
          <a:solidFill>
            <a:schemeClr val="tx1"/>
          </a:solidFill>
          <a:latin typeface="+mj-lt"/>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4"/>
          <a:srcRect/>
          <a:stretch>
            <a:fillRect/>
          </a:stretch>
        </a:blip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F9D4A218-11B1-4EBB-B96A-7F3005F1F81E}"/>
              </a:ext>
            </a:extLst>
          </p:cNvPr>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724995" name="Rectangle 3">
            <a:extLst>
              <a:ext uri="{FF2B5EF4-FFF2-40B4-BE49-F238E27FC236}">
                <a16:creationId xmlns:a16="http://schemas.microsoft.com/office/drawing/2014/main" id="{9273C409-811A-4A36-978F-D4A49268EEF7}"/>
              </a:ext>
            </a:extLst>
          </p:cNvPr>
          <p:cNvSpPr>
            <a:spLocks noGrp="1" noChangeArrowheads="1"/>
          </p:cNvSpPr>
          <p:nvPr>
            <p:ph type="body" idx="1"/>
          </p:nvPr>
        </p:nvSpPr>
        <p:spPr bwMode="auto">
          <a:xfrm>
            <a:off x="684213" y="1989138"/>
            <a:ext cx="77724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24996" name="Rectangle 4">
            <a:extLst>
              <a:ext uri="{FF2B5EF4-FFF2-40B4-BE49-F238E27FC236}">
                <a16:creationId xmlns:a16="http://schemas.microsoft.com/office/drawing/2014/main" id="{3D663ACC-CF01-4971-9436-BC195A227509}"/>
              </a:ext>
            </a:extLst>
          </p:cNvPr>
          <p:cNvSpPr>
            <a:spLocks noGrp="1" noChangeArrowheads="1"/>
          </p:cNvSpPr>
          <p:nvPr>
            <p:ph type="dt" sz="half" idx="2"/>
          </p:nvPr>
        </p:nvSpPr>
        <p:spPr bwMode="auto">
          <a:xfrm>
            <a:off x="684213" y="638175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spcBef>
                <a:spcPct val="0"/>
              </a:spcBef>
              <a:defRPr sz="1400" b="1"/>
            </a:lvl1pPr>
          </a:lstStyle>
          <a:p>
            <a:pPr>
              <a:defRPr/>
            </a:pPr>
            <a:fld id="{92337DD9-EB9C-4B16-8B0F-2993B1270038}" type="datetime1">
              <a:rPr lang="zh-CN" altLang="en-US"/>
              <a:pPr>
                <a:defRPr/>
              </a:pPr>
              <a:t>2020/9/7</a:t>
            </a:fld>
            <a:endParaRPr lang="en-US" altLang="zh-CN"/>
          </a:p>
        </p:txBody>
      </p:sp>
      <p:sp>
        <p:nvSpPr>
          <p:cNvPr id="724997" name="Rectangle 5">
            <a:extLst>
              <a:ext uri="{FF2B5EF4-FFF2-40B4-BE49-F238E27FC236}">
                <a16:creationId xmlns:a16="http://schemas.microsoft.com/office/drawing/2014/main" id="{8814AE71-9421-4DAB-988B-F4575663514E}"/>
              </a:ext>
            </a:extLst>
          </p:cNvPr>
          <p:cNvSpPr>
            <a:spLocks noGrp="1" noChangeArrowheads="1"/>
          </p:cNvSpPr>
          <p:nvPr>
            <p:ph type="ftr" sz="quarter" idx="3"/>
          </p:nvPr>
        </p:nvSpPr>
        <p:spPr bwMode="auto">
          <a:xfrm>
            <a:off x="3124200" y="6356350"/>
            <a:ext cx="28956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ctr" eaLnBrk="1" hangingPunct="1">
              <a:spcBef>
                <a:spcPct val="0"/>
              </a:spcBef>
              <a:defRPr sz="1400" b="1"/>
            </a:lvl1pPr>
          </a:lstStyle>
          <a:p>
            <a:pPr>
              <a:defRPr/>
            </a:pPr>
            <a:r>
              <a:rPr lang="zh-CN" altLang="en-US"/>
              <a:t>计算机应用技术研究所</a:t>
            </a:r>
          </a:p>
        </p:txBody>
      </p:sp>
      <p:sp>
        <p:nvSpPr>
          <p:cNvPr id="724998" name="Rectangle 6">
            <a:extLst>
              <a:ext uri="{FF2B5EF4-FFF2-40B4-BE49-F238E27FC236}">
                <a16:creationId xmlns:a16="http://schemas.microsoft.com/office/drawing/2014/main" id="{CEC6C2DC-C0A4-4171-B1CF-397F42D60FD3}"/>
              </a:ext>
            </a:extLst>
          </p:cNvPr>
          <p:cNvSpPr>
            <a:spLocks noGrp="1" noChangeArrowheads="1"/>
          </p:cNvSpPr>
          <p:nvPr>
            <p:ph type="sldNum" sz="quarter" idx="4"/>
          </p:nvPr>
        </p:nvSpPr>
        <p:spPr bwMode="auto">
          <a:xfrm>
            <a:off x="6553200" y="635635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400" b="1"/>
            </a:lvl1pPr>
          </a:lstStyle>
          <a:p>
            <a:pPr>
              <a:defRPr/>
            </a:pPr>
            <a:fld id="{C66ADCD4-578D-4A70-97D1-DF93E7D39C7A}" type="slidenum">
              <a:rPr lang="en-US" altLang="zh-CN"/>
              <a:pPr>
                <a:defRPr/>
              </a:pPr>
              <a:t>‹#›</a:t>
            </a:fld>
            <a:endParaRPr lang="en-US" altLang="zh-CN"/>
          </a:p>
        </p:txBody>
      </p:sp>
      <p:pic>
        <p:nvPicPr>
          <p:cNvPr id="2055" name="Picture 7" descr="12副本1">
            <a:extLst>
              <a:ext uri="{FF2B5EF4-FFF2-40B4-BE49-F238E27FC236}">
                <a16:creationId xmlns:a16="http://schemas.microsoft.com/office/drawing/2014/main" id="{56567796-E1D2-4472-ADB4-EABD28F3BFF3}"/>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28588" y="658813"/>
            <a:ext cx="996950" cy="969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Lst>
  <p:transition/>
  <p:hf hdr="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Blip>
          <a:blip r:embed="rId16"/>
        </a:buBlip>
        <a:defRPr sz="2400" kern="1200">
          <a:solidFill>
            <a:schemeClr val="tx1"/>
          </a:solidFill>
          <a:effectLst>
            <a:outerShdw blurRad="38100" dist="38100" dir="2700000" algn="tl">
              <a:srgbClr val="C0C0C0"/>
            </a:outerShdw>
          </a:effectLst>
          <a:latin typeface="+mn-lt"/>
          <a:ea typeface="+mn-ea"/>
          <a:cs typeface="+mn-cs"/>
        </a:defRPr>
      </a:lvl1pPr>
      <a:lvl2pPr marL="742950" indent="-285750" algn="l" rtl="0" eaLnBrk="0" fontAlgn="base" hangingPunct="0">
        <a:spcBef>
          <a:spcPct val="20000"/>
        </a:spcBef>
        <a:spcAft>
          <a:spcPct val="0"/>
        </a:spcAft>
        <a:buBlip>
          <a:blip r:embed="rId16"/>
        </a:buBlip>
        <a:defRPr sz="2000" kern="1200">
          <a:solidFill>
            <a:schemeClr val="tx1"/>
          </a:solidFill>
          <a:latin typeface="+mj-lt"/>
          <a:ea typeface="+mn-ea"/>
          <a:cs typeface="+mn-cs"/>
        </a:defRPr>
      </a:lvl2pPr>
      <a:lvl3pPr marL="1143000" indent="-228600" algn="l" rtl="0" eaLnBrk="0" fontAlgn="base" hangingPunct="0">
        <a:spcBef>
          <a:spcPct val="20000"/>
        </a:spcBef>
        <a:spcAft>
          <a:spcPct val="0"/>
        </a:spcAft>
        <a:buChar char="•"/>
        <a:defRPr kern="1200">
          <a:solidFill>
            <a:schemeClr val="tx1"/>
          </a:solidFill>
          <a:latin typeface="+mj-lt"/>
          <a:ea typeface="+mn-ea"/>
          <a:cs typeface="+mn-cs"/>
        </a:defRPr>
      </a:lvl3pPr>
      <a:lvl4pPr marL="1600200" indent="-228600" algn="l" rtl="0" eaLnBrk="0" fontAlgn="base" hangingPunct="0">
        <a:spcBef>
          <a:spcPct val="20000"/>
        </a:spcBef>
        <a:spcAft>
          <a:spcPct val="0"/>
        </a:spcAft>
        <a:buChar char="–"/>
        <a:defRPr sz="1600" kern="1200">
          <a:solidFill>
            <a:schemeClr val="tx1"/>
          </a:solidFill>
          <a:latin typeface="+mj-lt"/>
          <a:ea typeface="+mn-ea"/>
          <a:cs typeface="+mn-cs"/>
        </a:defRPr>
      </a:lvl4pPr>
      <a:lvl5pPr marL="2057400" indent="-228600" algn="l" rtl="0" eaLnBrk="0" fontAlgn="base" hangingPunct="0">
        <a:spcBef>
          <a:spcPct val="20000"/>
        </a:spcBef>
        <a:spcAft>
          <a:spcPct val="0"/>
        </a:spcAft>
        <a:buChar char="»"/>
        <a:defRPr sz="16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wmf"/></Relationships>
</file>

<file path=ppt/slides/_rels/slide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1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jpeg"/></Relationships>
</file>

<file path=ppt/slides/_rels/slide13.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25.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wmf"/></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wmf"/></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wmf"/></Relationships>
</file>

<file path=ppt/slides/_rels/slide2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8.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4.wmf"/></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4.wmf"/></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4.wmf"/></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4.wmf"/></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4.wmf"/></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4.wmf"/></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4.wmf"/></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4.wmf"/></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4.wmf"/></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4.wmf"/></Relationships>
</file>

<file path=ppt/slides/_rels/slide4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43.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4.wmf"/></Relationships>
</file>

<file path=ppt/slides/_rels/slide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4.wmf"/></Relationships>
</file>

<file path=ppt/slides/_rels/slide4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4.wmf"/></Relationships>
</file>

<file path=ppt/slides/_rels/slide4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4.wmf"/></Relationships>
</file>

<file path=ppt/slides/_rels/slide50.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 Id="rId4" Type="http://schemas.openxmlformats.org/officeDocument/2006/relationships/image" Target="../media/image23.jpeg"/></Relationships>
</file>

<file path=ppt/slides/_rels/slide5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4.wmf"/></Relationships>
</file>

<file path=ppt/slides/_rels/slide5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4.wmf"/></Relationships>
</file>

<file path=ppt/slides/_rels/slide5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4.wmf"/></Relationships>
</file>

<file path=ppt/slides/_rels/slide5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4.wmf"/></Relationships>
</file>

<file path=ppt/slides/_rels/slide57.xml.rels><?xml version="1.0" encoding="UTF-8" standalone="yes"?>
<Relationships xmlns="http://schemas.openxmlformats.org/package/2006/relationships"><Relationship Id="rId8" Type="http://schemas.openxmlformats.org/officeDocument/2006/relationships/image" Target="../media/image25.wmf"/><Relationship Id="rId13" Type="http://schemas.openxmlformats.org/officeDocument/2006/relationships/oleObject" Target="../embeddings/oleObject7.bin"/><Relationship Id="rId18" Type="http://schemas.openxmlformats.org/officeDocument/2006/relationships/image" Target="../media/image4.wmf"/><Relationship Id="rId3" Type="http://schemas.openxmlformats.org/officeDocument/2006/relationships/image" Target="../media/image3.png"/><Relationship Id="rId7" Type="http://schemas.openxmlformats.org/officeDocument/2006/relationships/oleObject" Target="../embeddings/oleObject2.bin"/><Relationship Id="rId12" Type="http://schemas.openxmlformats.org/officeDocument/2006/relationships/oleObject" Target="../embeddings/oleObject6.bin"/><Relationship Id="rId17" Type="http://schemas.openxmlformats.org/officeDocument/2006/relationships/image" Target="../media/image27.wmf"/><Relationship Id="rId2" Type="http://schemas.openxmlformats.org/officeDocument/2006/relationships/slideLayout" Target="../slideLayouts/slideLayout7.xml"/><Relationship Id="rId16" Type="http://schemas.openxmlformats.org/officeDocument/2006/relationships/oleObject" Target="../embeddings/oleObject9.bin"/><Relationship Id="rId1" Type="http://schemas.openxmlformats.org/officeDocument/2006/relationships/vmlDrawing" Target="../drawings/vmlDrawing1.vml"/><Relationship Id="rId6" Type="http://schemas.openxmlformats.org/officeDocument/2006/relationships/image" Target="../media/image24.wmf"/><Relationship Id="rId11" Type="http://schemas.openxmlformats.org/officeDocument/2006/relationships/oleObject" Target="../embeddings/oleObject5.bin"/><Relationship Id="rId5" Type="http://schemas.openxmlformats.org/officeDocument/2006/relationships/oleObject" Target="../embeddings/oleObject1.bin"/><Relationship Id="rId15" Type="http://schemas.openxmlformats.org/officeDocument/2006/relationships/image" Target="../media/image26.wmf"/><Relationship Id="rId10" Type="http://schemas.openxmlformats.org/officeDocument/2006/relationships/oleObject" Target="../embeddings/oleObject4.bin"/><Relationship Id="rId4" Type="http://schemas.openxmlformats.org/officeDocument/2006/relationships/image" Target="../media/image28.png"/><Relationship Id="rId9" Type="http://schemas.openxmlformats.org/officeDocument/2006/relationships/oleObject" Target="../embeddings/oleObject3.bin"/><Relationship Id="rId14" Type="http://schemas.openxmlformats.org/officeDocument/2006/relationships/oleObject" Target="../embeddings/oleObject8.bin"/></Relationships>
</file>

<file path=ppt/slides/_rels/slide58.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59.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80.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81.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8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33.jpeg"/></Relationships>
</file>

<file path=ppt/slides/_rels/slide90.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34.png"/></Relationships>
</file>

<file path=ppt/slides/_rels/slide9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35.jpeg"/></Relationships>
</file>

<file path=ppt/slides/_rels/slide97.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13.xml"/></Relationships>
</file>

<file path=ppt/slides/_rels/slide98.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101.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3.xml"/><Relationship Id="rId4" Type="http://schemas.openxmlformats.org/officeDocument/2006/relationships/image" Target="../media/image36.png"/></Relationships>
</file>

<file path=ppt/slides/_rels/slide10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10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10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10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3.xml"/><Relationship Id="rId4" Type="http://schemas.openxmlformats.org/officeDocument/2006/relationships/image" Target="../media/image39.png"/></Relationships>
</file>

<file path=ppt/slides/_rels/slide10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3.xml"/><Relationship Id="rId5" Type="http://schemas.openxmlformats.org/officeDocument/2006/relationships/image" Target="../media/image41.png"/><Relationship Id="rId4" Type="http://schemas.openxmlformats.org/officeDocument/2006/relationships/image" Target="../media/image40.png"/></Relationships>
</file>

<file path=ppt/slides/_rels/slide108.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11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113.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4.jpeg"/></Relationships>
</file>

<file path=ppt/slides/_rels/slide11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5.jpeg"/></Relationships>
</file>

<file path=ppt/slides/_rels/slide11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6.jpeg"/></Relationships>
</file>

<file path=ppt/slides/_rels/slide120.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7.jpeg"/></Relationships>
</file>

<file path=ppt/slides/_rels/slide123.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8.jpeg"/></Relationships>
</file>

<file path=ppt/slides/_rels/slide12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9.jpeg"/></Relationships>
</file>

<file path=ppt/slides/_rels/slide12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12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128.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129.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54.png"/><Relationship Id="rId4" Type="http://schemas.openxmlformats.org/officeDocument/2006/relationships/image" Target="../media/image53.png"/></Relationships>
</file>

<file path=ppt/slides/_rels/slide130.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13.xml"/></Relationships>
</file>

<file path=ppt/slides/_rels/slide1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wmf"/><Relationship Id="rId1" Type="http://schemas.openxmlformats.org/officeDocument/2006/relationships/slideLayout" Target="../slideLayouts/slideLayout13.xml"/><Relationship Id="rId4" Type="http://schemas.openxmlformats.org/officeDocument/2006/relationships/image" Target="../media/image55.png"/></Relationships>
</file>

<file path=ppt/slides/_rels/slide13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4.wmf"/><Relationship Id="rId1" Type="http://schemas.openxmlformats.org/officeDocument/2006/relationships/slideLayout" Target="../slideLayouts/slideLayout13.xml"/></Relationships>
</file>

<file path=ppt/slides/_rels/slide13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4.wmf"/><Relationship Id="rId1" Type="http://schemas.openxmlformats.org/officeDocument/2006/relationships/slideLayout" Target="../slideLayouts/slideLayout13.xml"/></Relationships>
</file>

<file path=ppt/slides/_rels/slide13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4.wmf"/><Relationship Id="rId1" Type="http://schemas.openxmlformats.org/officeDocument/2006/relationships/slideLayout" Target="../slideLayouts/slideLayout13.xml"/><Relationship Id="rId4" Type="http://schemas.openxmlformats.org/officeDocument/2006/relationships/image" Target="../media/image59.png"/></Relationships>
</file>

<file path=ppt/slides/_rels/slide13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4.wmf"/><Relationship Id="rId1" Type="http://schemas.openxmlformats.org/officeDocument/2006/relationships/slideLayout" Target="../slideLayouts/slideLayout13.xml"/></Relationships>
</file>

<file path=ppt/slides/_rels/slide13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22.xml"/><Relationship Id="rId1" Type="http://schemas.openxmlformats.org/officeDocument/2006/relationships/slideLayout" Target="../slideLayouts/slideLayout13.xml"/><Relationship Id="rId5" Type="http://schemas.openxmlformats.org/officeDocument/2006/relationships/image" Target="../media/image62.png"/><Relationship Id="rId4" Type="http://schemas.openxmlformats.org/officeDocument/2006/relationships/image" Target="../media/image61.png"/></Relationships>
</file>

<file path=ppt/slides/_rels/slide137.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4.wmf"/><Relationship Id="rId1" Type="http://schemas.openxmlformats.org/officeDocument/2006/relationships/slideLayout" Target="../slideLayouts/slideLayout13.xml"/></Relationships>
</file>

<file path=ppt/slides/_rels/slide138.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5.jpeg"/><Relationship Id="rId4" Type="http://schemas.openxmlformats.org/officeDocument/2006/relationships/image" Target="../media/image64.jpeg"/></Relationships>
</file>

<file path=ppt/slides/_rels/slide1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14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4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 Id="rId4" Type="http://schemas.openxmlformats.org/officeDocument/2006/relationships/image" Target="../media/image66.png"/></Relationships>
</file>

<file path=ppt/slides/_rels/slide14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4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 Id="rId4" Type="http://schemas.openxmlformats.org/officeDocument/2006/relationships/image" Target="../media/image67.png"/></Relationships>
</file>

<file path=ppt/slides/_rels/slide148.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 Id="rId4" Type="http://schemas.openxmlformats.org/officeDocument/2006/relationships/image" Target="../media/image68.png"/></Relationships>
</file>

<file path=ppt/slides/_rels/slide149.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 Id="rId4" Type="http://schemas.openxmlformats.org/officeDocument/2006/relationships/image" Target="../media/image69.jpeg"/></Relationships>
</file>

<file path=ppt/slides/_rels/slide150.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 Id="rId4" Type="http://schemas.openxmlformats.org/officeDocument/2006/relationships/image" Target="../media/image70.jpeg"/></Relationships>
</file>

<file path=ppt/slides/_rels/slide151.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 Id="rId4" Type="http://schemas.openxmlformats.org/officeDocument/2006/relationships/image" Target="../media/image71.jpeg"/></Relationships>
</file>

<file path=ppt/slides/_rels/slide15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 Id="rId4" Type="http://schemas.openxmlformats.org/officeDocument/2006/relationships/image" Target="../media/image72.jpeg"/></Relationships>
</file>

<file path=ppt/slides/_rels/slide153.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 Id="rId4" Type="http://schemas.openxmlformats.org/officeDocument/2006/relationships/image" Target="../media/image73.jpeg"/></Relationships>
</file>

<file path=ppt/slides/_rels/slide15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 Id="rId4" Type="http://schemas.openxmlformats.org/officeDocument/2006/relationships/image" Target="../media/image74.jpeg"/></Relationships>
</file>

<file path=ppt/slides/_rels/slide15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15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5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 Id="rId4" Type="http://schemas.openxmlformats.org/officeDocument/2006/relationships/image" Target="../media/image75.jpeg"/></Relationships>
</file>

<file path=ppt/slides/_rels/slide158.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 Id="rId4" Type="http://schemas.openxmlformats.org/officeDocument/2006/relationships/image" Target="../media/image76.jpeg"/></Relationships>
</file>

<file path=ppt/slides/_rels/slide159.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 Id="rId4" Type="http://schemas.openxmlformats.org/officeDocument/2006/relationships/image" Target="../media/image77.jpeg"/></Relationships>
</file>

<file path=ppt/slides/_rels/slide160.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 Id="rId5" Type="http://schemas.openxmlformats.org/officeDocument/2006/relationships/image" Target="../media/image79.png"/><Relationship Id="rId4" Type="http://schemas.openxmlformats.org/officeDocument/2006/relationships/image" Target="../media/image78.png"/></Relationships>
</file>

<file path=ppt/slides/_rels/slide161.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6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163.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 Id="rId4" Type="http://schemas.openxmlformats.org/officeDocument/2006/relationships/image" Target="../media/image80.png"/></Relationships>
</file>

<file path=ppt/slides/_rels/slide16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6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 Id="rId4" Type="http://schemas.openxmlformats.org/officeDocument/2006/relationships/image" Target="../media/image81.png"/></Relationships>
</file>

<file path=ppt/slides/_rels/slide16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6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 Id="rId4" Type="http://schemas.openxmlformats.org/officeDocument/2006/relationships/image" Target="../media/image82.png"/></Relationships>
</file>

<file path=ppt/slides/_rels/slide16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日期占位符 1">
            <a:extLst>
              <a:ext uri="{FF2B5EF4-FFF2-40B4-BE49-F238E27FC236}">
                <a16:creationId xmlns:a16="http://schemas.microsoft.com/office/drawing/2014/main" id="{A6CDDBC6-4047-4E29-80E0-08936815C5BE}"/>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AFAABF63-23EB-41E4-A344-E126BE7B2280}"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4099" name="页脚占位符 2">
            <a:extLst>
              <a:ext uri="{FF2B5EF4-FFF2-40B4-BE49-F238E27FC236}">
                <a16:creationId xmlns:a16="http://schemas.microsoft.com/office/drawing/2014/main" id="{D430F99E-B650-4B75-9439-4D1E8D13406C}"/>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4100" name="灯片编号占位符 3">
            <a:extLst>
              <a:ext uri="{FF2B5EF4-FFF2-40B4-BE49-F238E27FC236}">
                <a16:creationId xmlns:a16="http://schemas.microsoft.com/office/drawing/2014/main" id="{AFECE8DA-CC7C-47E7-8B65-1F016F24A12B}"/>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1846AD8E-DEC7-4BCF-B36A-79A0474FF187}" type="slidenum">
              <a:rPr lang="en-US" altLang="zh-CN" sz="1400" smtClean="0">
                <a:latin typeface="Times New Roman" panose="02020603050405020304" pitchFamily="18" charset="0"/>
                <a:ea typeface="宋体" panose="02010600030101010101" pitchFamily="2" charset="-122"/>
              </a:rPr>
              <a:pPr>
                <a:spcBef>
                  <a:spcPct val="0"/>
                </a:spcBef>
                <a:buFontTx/>
                <a:buNone/>
              </a:pPr>
              <a:t>1</a:t>
            </a:fld>
            <a:endParaRPr lang="en-US" altLang="zh-CN" sz="1400">
              <a:latin typeface="Times New Roman" panose="02020603050405020304" pitchFamily="18" charset="0"/>
              <a:ea typeface="宋体" panose="02010600030101010101" pitchFamily="2" charset="-122"/>
            </a:endParaRPr>
          </a:p>
        </p:txBody>
      </p:sp>
      <p:sp>
        <p:nvSpPr>
          <p:cNvPr id="4101" name="页脚占位符 3">
            <a:extLst>
              <a:ext uri="{FF2B5EF4-FFF2-40B4-BE49-F238E27FC236}">
                <a16:creationId xmlns:a16="http://schemas.microsoft.com/office/drawing/2014/main" id="{85D193FD-4649-49D8-9E1A-7B382E9A7A74}"/>
              </a:ext>
            </a:extLst>
          </p:cNvPr>
          <p:cNvSpPr txBox="1">
            <a:spLocks noGrp="1"/>
          </p:cNvSpPr>
          <p:nvPr/>
        </p:nvSpPr>
        <p:spPr bwMode="black">
          <a:xfrm>
            <a:off x="609600" y="6470650"/>
            <a:ext cx="538163"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r">
              <a:spcBef>
                <a:spcPct val="0"/>
              </a:spcBef>
              <a:buFontTx/>
              <a:buNone/>
            </a:pPr>
            <a:fld id="{FD0A65FC-083B-4B6A-86C4-34BA97B2443E}" type="slidenum">
              <a:rPr kumimoji="0" lang="en-US" altLang="zh-CN" sz="1000">
                <a:solidFill>
                  <a:schemeClr val="bg1"/>
                </a:solidFill>
                <a:latin typeface="Arial" panose="020B0604020202020204" pitchFamily="34" charset="0"/>
                <a:ea typeface="宋体" panose="02010600030101010101" pitchFamily="2" charset="-122"/>
              </a:rPr>
              <a:pPr algn="r">
                <a:spcBef>
                  <a:spcPct val="0"/>
                </a:spcBef>
                <a:buFontTx/>
                <a:buNone/>
              </a:pPr>
              <a:t>1</a:t>
            </a:fld>
            <a:endParaRPr kumimoji="0" lang="en-US" altLang="zh-CN" sz="1000">
              <a:solidFill>
                <a:schemeClr val="bg1"/>
              </a:solidFill>
              <a:latin typeface="Arial" panose="020B0604020202020204" pitchFamily="34" charset="0"/>
              <a:ea typeface="宋体" panose="02010600030101010101" pitchFamily="2" charset="-122"/>
            </a:endParaRPr>
          </a:p>
        </p:txBody>
      </p:sp>
      <p:sp>
        <p:nvSpPr>
          <p:cNvPr id="423939" name="Rectangle 3">
            <a:extLst>
              <a:ext uri="{FF2B5EF4-FFF2-40B4-BE49-F238E27FC236}">
                <a16:creationId xmlns:a16="http://schemas.microsoft.com/office/drawing/2014/main" id="{41580C74-A4A8-45A8-8728-7C2D77262B41}"/>
              </a:ext>
            </a:extLst>
          </p:cNvPr>
          <p:cNvSpPr>
            <a:spLocks noGrp="1" noChangeArrowheads="1"/>
          </p:cNvSpPr>
          <p:nvPr>
            <p:ph type="body" idx="4294967295"/>
          </p:nvPr>
        </p:nvSpPr>
        <p:spPr>
          <a:xfrm>
            <a:off x="706438" y="1412875"/>
            <a:ext cx="7826375" cy="2514600"/>
          </a:xfrm>
        </p:spPr>
        <p:txBody>
          <a:bodyPr/>
          <a:lstStyle/>
          <a:p>
            <a:pPr marL="400050" indent="-400050" algn="ctr" eaLnBrk="1" hangingPunct="1">
              <a:buFontTx/>
              <a:buNone/>
              <a:defRPr/>
            </a:pPr>
            <a:r>
              <a:rPr lang="zh-CN" altLang="en-US" sz="8000" b="1">
                <a:solidFill>
                  <a:schemeClr val="accent2"/>
                </a:solidFill>
                <a:effectLst/>
                <a:ea typeface="隶书" panose="02010509060101010101" pitchFamily="49" charset="-122"/>
              </a:rPr>
              <a:t>离散数学</a:t>
            </a:r>
            <a:endParaRPr lang="zh-CN" altLang="en-US" sz="6600" b="1">
              <a:solidFill>
                <a:schemeClr val="accent2"/>
              </a:solidFill>
              <a:effectLst/>
              <a:ea typeface="隶书" panose="02010509060101010101" pitchFamily="49" charset="-122"/>
            </a:endParaRPr>
          </a:p>
          <a:p>
            <a:pPr marL="400050" indent="-400050" algn="ctr" eaLnBrk="1" hangingPunct="1">
              <a:buFontTx/>
              <a:buNone/>
              <a:defRPr/>
            </a:pPr>
            <a:r>
              <a:rPr lang="en-US" altLang="zh-CN" sz="6600">
                <a:solidFill>
                  <a:schemeClr val="accent2"/>
                </a:solidFill>
                <a:effectLst/>
                <a:latin typeface="Times New Roman" panose="02020603050405020304" pitchFamily="18" charset="0"/>
                <a:ea typeface="华文行楷" panose="02010800040101010101" pitchFamily="2" charset="-122"/>
              </a:rPr>
              <a:t>Discrete Mathematics</a:t>
            </a:r>
            <a:r>
              <a:rPr lang="en-US" altLang="zh-CN" sz="3600" b="1">
                <a:solidFill>
                  <a:schemeClr val="accent2"/>
                </a:solidFill>
                <a:ea typeface="宋体" panose="02010600030101010101" pitchFamily="2" charset="-122"/>
              </a:rPr>
              <a:t> </a:t>
            </a:r>
          </a:p>
        </p:txBody>
      </p:sp>
      <p:sp>
        <p:nvSpPr>
          <p:cNvPr id="4103" name="Text Box 4">
            <a:extLst>
              <a:ext uri="{FF2B5EF4-FFF2-40B4-BE49-F238E27FC236}">
                <a16:creationId xmlns:a16="http://schemas.microsoft.com/office/drawing/2014/main" id="{3F3820D9-2D3F-4E7E-841C-BB7466FD31A9}"/>
              </a:ext>
            </a:extLst>
          </p:cNvPr>
          <p:cNvSpPr txBox="1">
            <a:spLocks noChangeArrowheads="1"/>
          </p:cNvSpPr>
          <p:nvPr/>
        </p:nvSpPr>
        <p:spPr bwMode="auto">
          <a:xfrm>
            <a:off x="1169988" y="4343400"/>
            <a:ext cx="6858000" cy="1317625"/>
          </a:xfrm>
          <a:prstGeom prst="rect">
            <a:avLst/>
          </a:prstGeom>
          <a:noFill/>
          <a:ln>
            <a:noFill/>
          </a:ln>
          <a:effectLst/>
          <a:extLst>
            <a:ext uri="{909E8E84-426E-40DD-AFC4-6F175D3DCCD1}">
              <a14:hiddenFill xmlns:a14="http://schemas.microsoft.com/office/drawing/2010/main">
                <a:gradFill rotWithShape="0">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spAutoFit/>
          </a:bodyPr>
          <a:lstStyle>
            <a:lvl1pPr marL="400050" indent="-400050">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spcAft>
                <a:spcPct val="20000"/>
              </a:spcAft>
              <a:buClr>
                <a:srgbClr val="228A88"/>
              </a:buClr>
              <a:buFont typeface="Wingdings 2" panose="05020102010507070707" pitchFamily="18" charset="2"/>
              <a:buNone/>
            </a:pPr>
            <a:r>
              <a:rPr kumimoji="0" lang="zh-CN" altLang="en-US" sz="3200" b="1" dirty="0">
                <a:latin typeface="黑体" panose="02010609060101010101" pitchFamily="49" charset="-122"/>
                <a:ea typeface="黑体" panose="02010609060101010101" pitchFamily="49" charset="-122"/>
                <a:cs typeface="Arial" panose="020B0604020202020204" pitchFamily="34" charset="0"/>
              </a:rPr>
              <a:t>杨娟</a:t>
            </a:r>
            <a:r>
              <a:rPr kumimoji="0" lang="zh-CN" altLang="en-US" sz="3200" b="1" dirty="0" smtClean="0">
                <a:latin typeface="黑体" panose="02010609060101010101" pitchFamily="49" charset="-122"/>
                <a:ea typeface="黑体" panose="02010609060101010101" pitchFamily="49" charset="-122"/>
                <a:cs typeface="Arial" panose="020B0604020202020204" pitchFamily="34" charset="0"/>
              </a:rPr>
              <a:t> 博士</a:t>
            </a:r>
            <a:endParaRPr kumimoji="0" lang="zh-CN" altLang="en-US" sz="3200" b="1" dirty="0">
              <a:latin typeface="黑体" panose="02010609060101010101" pitchFamily="49" charset="-122"/>
              <a:ea typeface="黑体" panose="02010609060101010101" pitchFamily="49" charset="-122"/>
              <a:cs typeface="Arial" panose="020B0604020202020204" pitchFamily="34" charset="0"/>
            </a:endParaRPr>
          </a:p>
          <a:p>
            <a:pPr algn="ctr" eaLnBrk="1" hangingPunct="1">
              <a:spcBef>
                <a:spcPct val="50000"/>
              </a:spcBef>
              <a:spcAft>
                <a:spcPct val="20000"/>
              </a:spcAft>
              <a:buClr>
                <a:srgbClr val="228A88"/>
              </a:buClr>
              <a:buFont typeface="Wingdings 2" panose="05020102010507070707" pitchFamily="18" charset="2"/>
              <a:buNone/>
            </a:pPr>
            <a:r>
              <a:rPr kumimoji="0" lang="zh-CN" altLang="en-US" sz="2800" b="1" dirty="0">
                <a:latin typeface="黑体" panose="02010609060101010101" pitchFamily="49" charset="-122"/>
                <a:ea typeface="黑体" panose="02010609060101010101" pitchFamily="49" charset="-122"/>
                <a:cs typeface="Arial" panose="020B0604020202020204" pitchFamily="34" charset="0"/>
              </a:rPr>
              <a:t>合肥工业大学计算机与信息学院</a:t>
            </a:r>
          </a:p>
        </p:txBody>
      </p:sp>
      <p:pic>
        <p:nvPicPr>
          <p:cNvPr id="4104" name="Picture 6" descr="C:\Program Files\Microsoft Office\MEDIA\CAGCAT10\j0293844.wmf">
            <a:extLst>
              <a:ext uri="{FF2B5EF4-FFF2-40B4-BE49-F238E27FC236}">
                <a16:creationId xmlns:a16="http://schemas.microsoft.com/office/drawing/2014/main" id="{AFE933D1-D361-438C-B574-4B40F445A9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62850" y="549275"/>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日期占位符 3">
            <a:extLst>
              <a:ext uri="{FF2B5EF4-FFF2-40B4-BE49-F238E27FC236}">
                <a16:creationId xmlns:a16="http://schemas.microsoft.com/office/drawing/2014/main" id="{B328965F-FDF7-4AFF-B4EB-A82204638227}"/>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0FD98054-3726-46D4-BBC5-F00EAE5763D2}"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5123" name="页脚占位符 4">
            <a:extLst>
              <a:ext uri="{FF2B5EF4-FFF2-40B4-BE49-F238E27FC236}">
                <a16:creationId xmlns:a16="http://schemas.microsoft.com/office/drawing/2014/main" id="{F9DE1661-C45B-4D68-AD61-486685FE4C10}"/>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5124" name="灯片编号占位符 5">
            <a:extLst>
              <a:ext uri="{FF2B5EF4-FFF2-40B4-BE49-F238E27FC236}">
                <a16:creationId xmlns:a16="http://schemas.microsoft.com/office/drawing/2014/main" id="{F910FEF5-2B30-49C6-AEB1-5410C3330B09}"/>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17C31422-4AD9-4339-80B8-F8E7AA2070C8}" type="slidenum">
              <a:rPr lang="en-US" altLang="zh-CN" sz="1400" smtClean="0">
                <a:latin typeface="Times New Roman" panose="02020603050405020304" pitchFamily="18" charset="0"/>
                <a:ea typeface="宋体" panose="02010600030101010101" pitchFamily="2" charset="-122"/>
              </a:rPr>
              <a:pPr>
                <a:spcBef>
                  <a:spcPct val="0"/>
                </a:spcBef>
                <a:buFontTx/>
                <a:buNone/>
              </a:pPr>
              <a:t>2</a:t>
            </a:fld>
            <a:endParaRPr lang="en-US" altLang="zh-CN" sz="1400">
              <a:latin typeface="Times New Roman" panose="02020603050405020304" pitchFamily="18" charset="0"/>
              <a:ea typeface="宋体" panose="02010600030101010101" pitchFamily="2" charset="-122"/>
            </a:endParaRPr>
          </a:p>
        </p:txBody>
      </p:sp>
      <p:sp>
        <p:nvSpPr>
          <p:cNvPr id="5125" name="Rectangle 2">
            <a:extLst>
              <a:ext uri="{FF2B5EF4-FFF2-40B4-BE49-F238E27FC236}">
                <a16:creationId xmlns:a16="http://schemas.microsoft.com/office/drawing/2014/main" id="{F0B43E26-8A27-4F54-8AC9-2A12B5180B92}"/>
              </a:ext>
            </a:extLst>
          </p:cNvPr>
          <p:cNvSpPr>
            <a:spLocks noGrp="1" noChangeArrowheads="1"/>
          </p:cNvSpPr>
          <p:nvPr>
            <p:ph type="ctrTitle"/>
          </p:nvPr>
        </p:nvSpPr>
        <p:spPr>
          <a:xfrm>
            <a:off x="684213" y="2276475"/>
            <a:ext cx="8137525" cy="2159000"/>
          </a:xfrm>
        </p:spPr>
        <p:txBody>
          <a:bodyPr anchor="ctr"/>
          <a:lstStyle/>
          <a:p>
            <a:pPr eaLnBrk="1" hangingPunct="1">
              <a:lnSpc>
                <a:spcPct val="150000"/>
              </a:lnSpc>
            </a:pPr>
            <a:r>
              <a:rPr lang="zh-CN" altLang="en-US" sz="5400" b="1">
                <a:solidFill>
                  <a:schemeClr val="accent2"/>
                </a:solidFill>
                <a:latin typeface="黑体" panose="02010609060101010101" pitchFamily="49" charset="-122"/>
                <a:ea typeface="黑体" panose="02010609060101010101" pitchFamily="49" charset="-122"/>
              </a:rPr>
              <a:t>第</a:t>
            </a:r>
            <a:r>
              <a:rPr lang="en-US" altLang="zh-CN" sz="5400" b="1">
                <a:solidFill>
                  <a:schemeClr val="accent2"/>
                </a:solidFill>
                <a:latin typeface="黑体" panose="02010609060101010101" pitchFamily="49" charset="-122"/>
                <a:ea typeface="黑体" panose="02010609060101010101" pitchFamily="49" charset="-122"/>
              </a:rPr>
              <a:t>3</a:t>
            </a:r>
            <a:r>
              <a:rPr lang="zh-CN" altLang="en-US" sz="5400" b="1">
                <a:solidFill>
                  <a:schemeClr val="accent2"/>
                </a:solidFill>
                <a:latin typeface="黑体" panose="02010609060101010101" pitchFamily="49" charset="-122"/>
                <a:ea typeface="黑体" panose="02010609060101010101" pitchFamily="49" charset="-122"/>
              </a:rPr>
              <a:t>章 命题演算与推理</a:t>
            </a:r>
            <a:br>
              <a:rPr lang="zh-CN" altLang="en-US" sz="5400" b="1">
                <a:solidFill>
                  <a:schemeClr val="accent2"/>
                </a:solidFill>
                <a:latin typeface="黑体" panose="02010609060101010101" pitchFamily="49" charset="-122"/>
                <a:ea typeface="黑体" panose="02010609060101010101" pitchFamily="49" charset="-122"/>
              </a:rPr>
            </a:br>
            <a:r>
              <a:rPr lang="zh-CN" altLang="en-US" sz="5400" b="1">
                <a:solidFill>
                  <a:schemeClr val="accent2"/>
                </a:solidFill>
                <a:latin typeface="黑体" panose="02010609060101010101" pitchFamily="49" charset="-122"/>
                <a:ea typeface="黑体" panose="02010609060101010101" pitchFamily="49" charset="-122"/>
              </a:rPr>
              <a:t>（上）</a:t>
            </a:r>
          </a:p>
        </p:txBody>
      </p:sp>
      <p:pic>
        <p:nvPicPr>
          <p:cNvPr id="5126" name="Picture 7" descr="C:\Program Files\Microsoft Office\MEDIA\CAGCAT10\j0292982.wmf">
            <a:extLst>
              <a:ext uri="{FF2B5EF4-FFF2-40B4-BE49-F238E27FC236}">
                <a16:creationId xmlns:a16="http://schemas.microsoft.com/office/drawing/2014/main" id="{F4EA90E1-F1B5-4645-A245-123320CCBE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21575" y="4738688"/>
            <a:ext cx="1371600" cy="135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日期占位符 3">
            <a:extLst>
              <a:ext uri="{FF2B5EF4-FFF2-40B4-BE49-F238E27FC236}">
                <a16:creationId xmlns:a16="http://schemas.microsoft.com/office/drawing/2014/main" id="{0005AC76-2002-4257-A22B-83A5410D6F73}"/>
              </a:ext>
            </a:extLst>
          </p:cNvPr>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fld id="{BFE3FCE9-ED40-4A75-8B75-0CAE78CB1544}" type="datetime1">
              <a:rPr kumimoji="0" lang="zh-CN" altLang="en-US" sz="1400" b="1">
                <a:solidFill>
                  <a:srgbClr val="FF0000"/>
                </a:solidFill>
                <a:latin typeface="黑体" panose="02010609060101010101" pitchFamily="49" charset="-122"/>
              </a:rPr>
              <a:pPr eaLnBrk="1" hangingPunct="1">
                <a:spcBef>
                  <a:spcPct val="0"/>
                </a:spcBef>
                <a:buFontTx/>
                <a:buNone/>
              </a:pPr>
              <a:t>2020/9/7</a:t>
            </a:fld>
            <a:endParaRPr kumimoji="0" lang="en-US" altLang="zh-CN" sz="1400" b="1">
              <a:solidFill>
                <a:srgbClr val="FF0000"/>
              </a:solidFill>
              <a:latin typeface="黑体" panose="02010609060101010101" pitchFamily="49" charset="-122"/>
            </a:endParaRPr>
          </a:p>
        </p:txBody>
      </p:sp>
      <p:grpSp>
        <p:nvGrpSpPr>
          <p:cNvPr id="6147" name="Group 17">
            <a:extLst>
              <a:ext uri="{FF2B5EF4-FFF2-40B4-BE49-F238E27FC236}">
                <a16:creationId xmlns:a16="http://schemas.microsoft.com/office/drawing/2014/main" id="{FF3A9F44-18D7-4969-9D10-46A9BA3754B7}"/>
              </a:ext>
            </a:extLst>
          </p:cNvPr>
          <p:cNvGrpSpPr>
            <a:grpSpLocks/>
          </p:cNvGrpSpPr>
          <p:nvPr/>
        </p:nvGrpSpPr>
        <p:grpSpPr bwMode="auto">
          <a:xfrm>
            <a:off x="2339975" y="2667000"/>
            <a:ext cx="4724400" cy="2789238"/>
            <a:chOff x="1480" y="1570"/>
            <a:chExt cx="2976" cy="1757"/>
          </a:xfrm>
        </p:grpSpPr>
        <p:sp>
          <p:nvSpPr>
            <p:cNvPr id="1170441" name="AutoShape 9">
              <a:extLst>
                <a:ext uri="{FF2B5EF4-FFF2-40B4-BE49-F238E27FC236}">
                  <a16:creationId xmlns:a16="http://schemas.microsoft.com/office/drawing/2014/main" id="{B65341DE-5B1E-4BD7-B3BD-FB7FF5C502D9}"/>
                </a:ext>
              </a:extLst>
            </p:cNvPr>
            <p:cNvSpPr>
              <a:spLocks noChangeArrowheads="1"/>
            </p:cNvSpPr>
            <p:nvPr/>
          </p:nvSpPr>
          <p:spPr bwMode="gray">
            <a:xfrm>
              <a:off x="1720" y="2343"/>
              <a:ext cx="2736" cy="379"/>
            </a:xfrm>
            <a:prstGeom prst="roundRect">
              <a:avLst>
                <a:gd name="adj" fmla="val 16667"/>
              </a:avLst>
            </a:prstGeom>
            <a:gradFill rotWithShape="1">
              <a:gsLst>
                <a:gs pos="0">
                  <a:schemeClr val="hlink"/>
                </a:gs>
                <a:gs pos="50000">
                  <a:schemeClr val="hlink">
                    <a:gamma/>
                    <a:tint val="21176"/>
                    <a:invGamma/>
                  </a:schemeClr>
                </a:gs>
                <a:gs pos="100000">
                  <a:schemeClr val="hlink"/>
                </a:gs>
              </a:gsLst>
              <a:lin ang="5400000" scaled="1"/>
            </a:gradFill>
            <a:ln w="12700" algn="ctr">
              <a:solidFill>
                <a:schemeClr val="bg1"/>
              </a:solidFill>
              <a:round/>
              <a:headEnd/>
              <a:tailEnd/>
            </a:ln>
            <a:effectLst/>
          </p:spPr>
          <p:txBody>
            <a:bodyPr wrap="none" anchor="ctr"/>
            <a:lstStyle/>
            <a:p>
              <a:pPr eaLnBrk="1" hangingPunct="1">
                <a:defRPr/>
              </a:pPr>
              <a:endParaRPr kumimoji="0" lang="zh-CN" altLang="en-US" sz="3200">
                <a:solidFill>
                  <a:srgbClr val="FF0000"/>
                </a:solidFill>
                <a:latin typeface="黑体" pitchFamily="2" charset="-122"/>
                <a:ea typeface="黑体" pitchFamily="2" charset="-122"/>
              </a:endParaRPr>
            </a:p>
          </p:txBody>
        </p:sp>
        <p:sp>
          <p:nvSpPr>
            <p:cNvPr id="6154" name="AutoShape 10">
              <a:extLst>
                <a:ext uri="{FF2B5EF4-FFF2-40B4-BE49-F238E27FC236}">
                  <a16:creationId xmlns:a16="http://schemas.microsoft.com/office/drawing/2014/main" id="{2FFE7916-8E28-44D7-B151-4BA2B7E28259}"/>
                </a:ext>
              </a:extLst>
            </p:cNvPr>
            <p:cNvSpPr>
              <a:spLocks noChangeArrowheads="1"/>
            </p:cNvSpPr>
            <p:nvPr/>
          </p:nvSpPr>
          <p:spPr bwMode="gray">
            <a:xfrm>
              <a:off x="1480" y="2245"/>
              <a:ext cx="432" cy="568"/>
            </a:xfrm>
            <a:prstGeom prst="diamond">
              <a:avLst/>
            </a:prstGeom>
            <a:solidFill>
              <a:schemeClr val="hlink"/>
            </a:solidFill>
            <a:ln w="25400" algn="ctr">
              <a:solidFill>
                <a:schemeClr val="bg1"/>
              </a:solidFill>
              <a:miter lim="800000"/>
              <a:headEnd/>
              <a:tailEnd/>
            </a:ln>
            <a:effectLst/>
            <a:extLst>
              <a:ext uri="{AF507438-7753-43E0-B8FC-AC1667EBCBE1}">
                <a14:hiddenEffects xmlns:a14="http://schemas.microsoft.com/office/drawing/2010/main">
                  <a:effectLst>
                    <a:outerShdw dist="63500" dir="2212194" algn="ctr" rotWithShape="0">
                      <a:srgbClr val="333333">
                        <a:alpha val="50000"/>
                      </a:srgbClr>
                    </a:outerShdw>
                  </a:effectLst>
                </a14:hiddenEffects>
              </a:ext>
            </a:extLst>
          </p:spPr>
          <p:txBody>
            <a:bodyPr wrap="none"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6155" name="Text Box 11">
              <a:extLst>
                <a:ext uri="{FF2B5EF4-FFF2-40B4-BE49-F238E27FC236}">
                  <a16:creationId xmlns:a16="http://schemas.microsoft.com/office/drawing/2014/main" id="{EA5D3B30-6D26-47F7-A4A0-4ED564EEDBA3}"/>
                </a:ext>
              </a:extLst>
            </p:cNvPr>
            <p:cNvSpPr txBox="1">
              <a:spLocks noChangeArrowheads="1"/>
            </p:cNvSpPr>
            <p:nvPr/>
          </p:nvSpPr>
          <p:spPr bwMode="gray">
            <a:xfrm>
              <a:off x="1864" y="2390"/>
              <a:ext cx="2586"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zh-CN" altLang="en-US" sz="2800" b="1">
                  <a:latin typeface="黑体" panose="02010609060101010101" pitchFamily="49" charset="-122"/>
                </a:rPr>
                <a:t>  </a:t>
              </a:r>
              <a:r>
                <a:rPr kumimoji="0" lang="zh-CN" altLang="en-US" sz="2800" b="1">
                  <a:latin typeface="黑体" panose="02010609060101010101" pitchFamily="49" charset="-122"/>
                  <a:ea typeface="黑体" panose="02010609060101010101" pitchFamily="49" charset="-122"/>
                </a:rPr>
                <a:t>命题公式与等值演算</a:t>
              </a:r>
            </a:p>
          </p:txBody>
        </p:sp>
        <p:sp>
          <p:nvSpPr>
            <p:cNvPr id="6156" name="Text Box 12">
              <a:extLst>
                <a:ext uri="{FF2B5EF4-FFF2-40B4-BE49-F238E27FC236}">
                  <a16:creationId xmlns:a16="http://schemas.microsoft.com/office/drawing/2014/main" id="{02610306-4D0F-4797-B22E-A85A69E972EA}"/>
                </a:ext>
              </a:extLst>
            </p:cNvPr>
            <p:cNvSpPr txBox="1">
              <a:spLocks noChangeArrowheads="1"/>
            </p:cNvSpPr>
            <p:nvPr/>
          </p:nvSpPr>
          <p:spPr bwMode="gray">
            <a:xfrm>
              <a:off x="1574" y="2326"/>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92457" dir="9843276" algn="ctr" rotWithShape="0">
                      <a:schemeClr val="bg2"/>
                    </a:outerShdw>
                  </a:effectLst>
                </a14:hiddenEffects>
              </a:ext>
            </a:extLst>
          </p:spPr>
          <p:txBody>
            <a:bodyPr wrap="none">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en-US" altLang="zh-CN" sz="2800" b="1">
                  <a:solidFill>
                    <a:schemeClr val="bg1"/>
                  </a:solidFill>
                  <a:latin typeface="黑体" panose="02010609060101010101" pitchFamily="49" charset="-122"/>
                </a:rPr>
                <a:t>2</a:t>
              </a:r>
            </a:p>
          </p:txBody>
        </p:sp>
        <p:sp>
          <p:nvSpPr>
            <p:cNvPr id="6157" name="Text Box 17">
              <a:extLst>
                <a:ext uri="{FF2B5EF4-FFF2-40B4-BE49-F238E27FC236}">
                  <a16:creationId xmlns:a16="http://schemas.microsoft.com/office/drawing/2014/main" id="{64334A8C-943E-4FD7-9081-004263416F8F}"/>
                </a:ext>
              </a:extLst>
            </p:cNvPr>
            <p:cNvSpPr txBox="1">
              <a:spLocks noChangeArrowheads="1"/>
            </p:cNvSpPr>
            <p:nvPr/>
          </p:nvSpPr>
          <p:spPr bwMode="gray">
            <a:xfrm>
              <a:off x="1568" y="3000"/>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92457" dir="9843276" algn="ctr" rotWithShape="0">
                      <a:schemeClr val="bg2"/>
                    </a:outerShdw>
                  </a:effectLst>
                </a14:hiddenEffects>
              </a:ext>
            </a:extLst>
          </p:spPr>
          <p:txBody>
            <a:bodyPr wrap="none">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en-US" altLang="zh-CN" sz="2800" b="1">
                  <a:solidFill>
                    <a:schemeClr val="bg1"/>
                  </a:solidFill>
                  <a:latin typeface="黑体" panose="02010609060101010101" pitchFamily="49" charset="-122"/>
                </a:rPr>
                <a:t>3</a:t>
              </a:r>
            </a:p>
          </p:txBody>
        </p:sp>
        <p:sp>
          <p:nvSpPr>
            <p:cNvPr id="6158" name="AutoShape 19">
              <a:extLst>
                <a:ext uri="{FF2B5EF4-FFF2-40B4-BE49-F238E27FC236}">
                  <a16:creationId xmlns:a16="http://schemas.microsoft.com/office/drawing/2014/main" id="{A15CB29D-20D4-4974-A50C-63D46AA580C9}"/>
                </a:ext>
              </a:extLst>
            </p:cNvPr>
            <p:cNvSpPr>
              <a:spLocks noChangeArrowheads="1"/>
            </p:cNvSpPr>
            <p:nvPr/>
          </p:nvSpPr>
          <p:spPr bwMode="gray">
            <a:xfrm>
              <a:off x="1720" y="1666"/>
              <a:ext cx="2736" cy="371"/>
            </a:xfrm>
            <a:prstGeom prst="roundRect">
              <a:avLst>
                <a:gd name="adj" fmla="val 16667"/>
              </a:avLst>
            </a:prstGeom>
            <a:gradFill rotWithShape="1">
              <a:gsLst>
                <a:gs pos="0">
                  <a:srgbClr val="765E00"/>
                </a:gs>
                <a:gs pos="50000">
                  <a:srgbClr val="FFCC00"/>
                </a:gs>
                <a:gs pos="100000">
                  <a:srgbClr val="765E00"/>
                </a:gs>
              </a:gsLst>
              <a:lin ang="5400000" scaled="1"/>
            </a:gradFill>
            <a:ln w="12700" algn="ctr">
              <a:solidFill>
                <a:schemeClr val="bg1"/>
              </a:solidFill>
              <a:round/>
              <a:headEnd/>
              <a:tailEnd/>
            </a:ln>
            <a:effectLst/>
            <a:extLst>
              <a:ext uri="{AF507438-7753-43E0-B8FC-AC1667EBCBE1}">
                <a14:hiddenEffects xmlns:a14="http://schemas.microsoft.com/office/drawing/2010/main">
                  <a:effectLst>
                    <a:outerShdw dist="99190" dir="2388334" algn="ctr" rotWithShape="0">
                      <a:srgbClr val="333333">
                        <a:alpha val="50000"/>
                      </a:srgbClr>
                    </a:outerShdw>
                  </a:effectLst>
                </a14:hiddenEffects>
              </a:ext>
            </a:extLst>
          </p:spPr>
          <p:txBody>
            <a:bodyPr wrap="none"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6159" name="AutoShape 20">
              <a:extLst>
                <a:ext uri="{FF2B5EF4-FFF2-40B4-BE49-F238E27FC236}">
                  <a16:creationId xmlns:a16="http://schemas.microsoft.com/office/drawing/2014/main" id="{1ABADD0D-AC1A-4966-A22A-14C55A85EEB0}"/>
                </a:ext>
              </a:extLst>
            </p:cNvPr>
            <p:cNvSpPr>
              <a:spLocks noChangeArrowheads="1"/>
            </p:cNvSpPr>
            <p:nvPr/>
          </p:nvSpPr>
          <p:spPr bwMode="gray">
            <a:xfrm>
              <a:off x="1480" y="1570"/>
              <a:ext cx="432" cy="556"/>
            </a:xfrm>
            <a:prstGeom prst="diamond">
              <a:avLst/>
            </a:prstGeom>
            <a:solidFill>
              <a:srgbClr val="CC9900"/>
            </a:solidFill>
            <a:ln w="25400" algn="ctr">
              <a:solidFill>
                <a:schemeClr val="bg1"/>
              </a:solidFill>
              <a:miter lim="800000"/>
              <a:headEnd/>
              <a:tailEnd/>
            </a:ln>
            <a:effectLst/>
            <a:extLst>
              <a:ext uri="{AF507438-7753-43E0-B8FC-AC1667EBCBE1}">
                <a14:hiddenEffects xmlns:a14="http://schemas.microsoft.com/office/drawing/2010/main">
                  <a:effectLst>
                    <a:outerShdw dist="63500" dir="2212194" algn="ctr" rotWithShape="0">
                      <a:srgbClr val="333333">
                        <a:alpha val="50000"/>
                      </a:srgbClr>
                    </a:outerShdw>
                  </a:effectLst>
                </a14:hiddenEffects>
              </a:ext>
            </a:extLst>
          </p:spPr>
          <p:txBody>
            <a:bodyPr wrap="none"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6160" name="Text Box 21">
              <a:extLst>
                <a:ext uri="{FF2B5EF4-FFF2-40B4-BE49-F238E27FC236}">
                  <a16:creationId xmlns:a16="http://schemas.microsoft.com/office/drawing/2014/main" id="{DFB31B02-2532-42C7-B02C-6C1F13E3D34C}"/>
                </a:ext>
              </a:extLst>
            </p:cNvPr>
            <p:cNvSpPr txBox="1">
              <a:spLocks noChangeArrowheads="1"/>
            </p:cNvSpPr>
            <p:nvPr/>
          </p:nvSpPr>
          <p:spPr bwMode="gray">
            <a:xfrm>
              <a:off x="1973" y="1712"/>
              <a:ext cx="216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zh-CN" altLang="en-US" sz="2800" b="1">
                  <a:latin typeface="黑体" panose="02010609060101010101" pitchFamily="49" charset="-122"/>
                  <a:ea typeface="黑体" panose="02010609060101010101" pitchFamily="49" charset="-122"/>
                </a:rPr>
                <a:t>  命题的概念与运算</a:t>
              </a:r>
            </a:p>
          </p:txBody>
        </p:sp>
        <p:sp>
          <p:nvSpPr>
            <p:cNvPr id="6161" name="Text Box 22">
              <a:extLst>
                <a:ext uri="{FF2B5EF4-FFF2-40B4-BE49-F238E27FC236}">
                  <a16:creationId xmlns:a16="http://schemas.microsoft.com/office/drawing/2014/main" id="{2CD45A84-2C40-4E34-A766-A6DA014CF3F5}"/>
                </a:ext>
              </a:extLst>
            </p:cNvPr>
            <p:cNvSpPr txBox="1">
              <a:spLocks noChangeArrowheads="1"/>
            </p:cNvSpPr>
            <p:nvPr/>
          </p:nvSpPr>
          <p:spPr bwMode="gray">
            <a:xfrm>
              <a:off x="1574" y="1682"/>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92457" dir="9843276" algn="ctr" rotWithShape="0">
                      <a:schemeClr val="bg2"/>
                    </a:outerShdw>
                  </a:effectLst>
                </a14:hiddenEffects>
              </a:ext>
            </a:extLst>
          </p:spPr>
          <p:txBody>
            <a:bodyPr wrap="none">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en-US" altLang="zh-CN" sz="2800" b="1">
                  <a:solidFill>
                    <a:schemeClr val="bg1"/>
                  </a:solidFill>
                  <a:latin typeface="黑体" panose="02010609060101010101" pitchFamily="49" charset="-122"/>
                </a:rPr>
                <a:t>1</a:t>
              </a:r>
            </a:p>
          </p:txBody>
        </p:sp>
      </p:grpSp>
      <p:sp>
        <p:nvSpPr>
          <p:cNvPr id="6148" name="Text Box 2">
            <a:extLst>
              <a:ext uri="{FF2B5EF4-FFF2-40B4-BE49-F238E27FC236}">
                <a16:creationId xmlns:a16="http://schemas.microsoft.com/office/drawing/2014/main" id="{92AC2BBC-E89E-4BF5-B815-A01765527C75}"/>
              </a:ext>
            </a:extLst>
          </p:cNvPr>
          <p:cNvSpPr txBox="1">
            <a:spLocks noChangeArrowheads="1"/>
          </p:cNvSpPr>
          <p:nvPr/>
        </p:nvSpPr>
        <p:spPr bwMode="auto">
          <a:xfrm>
            <a:off x="1403350" y="908050"/>
            <a:ext cx="7086600" cy="83185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Clr>
                <a:schemeClr val="bg1"/>
              </a:buClr>
              <a:buSzPts val="5400"/>
              <a:buFont typeface="Wingdings" panose="05000000000000000000" pitchFamily="2" charset="2"/>
              <a:buChar char="&amp;"/>
            </a:pPr>
            <a:r>
              <a:rPr lang="zh-CN" altLang="en-US" sz="4800" b="1">
                <a:solidFill>
                  <a:schemeClr val="bg1"/>
                </a:solidFill>
                <a:latin typeface="宋体" panose="02010600030101010101" pitchFamily="2" charset="-122"/>
                <a:ea typeface="宋体" panose="02010600030101010101" pitchFamily="2" charset="-122"/>
              </a:rPr>
              <a:t> 命题演算与推理</a:t>
            </a:r>
            <a:r>
              <a:rPr lang="en-US" altLang="zh-CN" sz="4800" b="1">
                <a:solidFill>
                  <a:schemeClr val="bg1"/>
                </a:solidFill>
                <a:latin typeface="宋体" panose="02010600030101010101" pitchFamily="2" charset="-122"/>
                <a:ea typeface="宋体" panose="02010600030101010101" pitchFamily="2" charset="-122"/>
              </a:rPr>
              <a:t>(</a:t>
            </a:r>
            <a:r>
              <a:rPr lang="zh-CN" altLang="en-US" sz="4800" b="1">
                <a:solidFill>
                  <a:schemeClr val="bg1"/>
                </a:solidFill>
                <a:latin typeface="宋体" panose="02010600030101010101" pitchFamily="2" charset="-122"/>
                <a:ea typeface="宋体" panose="02010600030101010101" pitchFamily="2" charset="-122"/>
              </a:rPr>
              <a:t>上</a:t>
            </a:r>
            <a:r>
              <a:rPr lang="en-US" altLang="zh-CN" sz="4800" b="1">
                <a:solidFill>
                  <a:schemeClr val="bg1"/>
                </a:solidFill>
                <a:latin typeface="宋体" panose="02010600030101010101" pitchFamily="2" charset="-122"/>
                <a:ea typeface="宋体" panose="02010600030101010101" pitchFamily="2" charset="-122"/>
              </a:rPr>
              <a:t>)</a:t>
            </a:r>
            <a:endParaRPr lang="en-US" altLang="zh-CN" sz="4800">
              <a:latin typeface="Times New Roman" panose="02020603050405020304" pitchFamily="18" charset="0"/>
              <a:ea typeface="宋体" panose="02010600030101010101" pitchFamily="2" charset="-122"/>
            </a:endParaRPr>
          </a:p>
        </p:txBody>
      </p:sp>
      <p:sp>
        <p:nvSpPr>
          <p:cNvPr id="14" name="AutoShape 14">
            <a:extLst>
              <a:ext uri="{FF2B5EF4-FFF2-40B4-BE49-F238E27FC236}">
                <a16:creationId xmlns:a16="http://schemas.microsoft.com/office/drawing/2014/main" id="{2F11E6C6-405E-498F-B54C-CEC41B933EE5}"/>
              </a:ext>
            </a:extLst>
          </p:cNvPr>
          <p:cNvSpPr>
            <a:spLocks noChangeArrowheads="1"/>
          </p:cNvSpPr>
          <p:nvPr/>
        </p:nvSpPr>
        <p:spPr bwMode="gray">
          <a:xfrm>
            <a:off x="2770188" y="5057775"/>
            <a:ext cx="4343400" cy="590550"/>
          </a:xfrm>
          <a:prstGeom prst="roundRect">
            <a:avLst>
              <a:gd name="adj" fmla="val 16667"/>
            </a:avLst>
          </a:prstGeom>
          <a:gradFill rotWithShape="1">
            <a:gsLst>
              <a:gs pos="0">
                <a:schemeClr val="folHlink"/>
              </a:gs>
              <a:gs pos="50000">
                <a:schemeClr val="folHlink">
                  <a:gamma/>
                  <a:tint val="21176"/>
                  <a:invGamma/>
                </a:schemeClr>
              </a:gs>
              <a:gs pos="100000">
                <a:schemeClr val="folHlink"/>
              </a:gs>
            </a:gsLst>
            <a:lin ang="5400000" scaled="1"/>
          </a:gradFill>
          <a:ln w="12700" algn="ctr">
            <a:solidFill>
              <a:schemeClr val="bg1"/>
            </a:solidFill>
            <a:round/>
            <a:headEnd/>
            <a:tailEnd/>
          </a:ln>
          <a:effectLst/>
        </p:spPr>
        <p:txBody>
          <a:bodyPr wrap="none" anchor="ctr"/>
          <a:lstStyle/>
          <a:p>
            <a:pPr eaLnBrk="1" hangingPunct="1">
              <a:defRPr/>
            </a:pPr>
            <a:endParaRPr kumimoji="0" lang="zh-CN" altLang="en-US" sz="3200">
              <a:solidFill>
                <a:srgbClr val="FF0000"/>
              </a:solidFill>
              <a:latin typeface="黑体" pitchFamily="2" charset="-122"/>
              <a:ea typeface="黑体" pitchFamily="2" charset="-122"/>
            </a:endParaRPr>
          </a:p>
        </p:txBody>
      </p:sp>
      <p:sp>
        <p:nvSpPr>
          <p:cNvPr id="6150" name="AutoShape 15">
            <a:extLst>
              <a:ext uri="{FF2B5EF4-FFF2-40B4-BE49-F238E27FC236}">
                <a16:creationId xmlns:a16="http://schemas.microsoft.com/office/drawing/2014/main" id="{5A23A7FD-9D74-482E-A34D-479DFB3A0A67}"/>
              </a:ext>
            </a:extLst>
          </p:cNvPr>
          <p:cNvSpPr>
            <a:spLocks noChangeArrowheads="1"/>
          </p:cNvSpPr>
          <p:nvPr/>
        </p:nvSpPr>
        <p:spPr bwMode="gray">
          <a:xfrm>
            <a:off x="2414588" y="4922838"/>
            <a:ext cx="685800" cy="881062"/>
          </a:xfrm>
          <a:prstGeom prst="diamond">
            <a:avLst/>
          </a:prstGeom>
          <a:solidFill>
            <a:schemeClr val="folHlink"/>
          </a:solidFill>
          <a:ln w="25400" algn="ctr">
            <a:solidFill>
              <a:schemeClr val="bg1"/>
            </a:solidFill>
            <a:miter lim="800000"/>
            <a:headEnd/>
            <a:tailEnd/>
          </a:ln>
          <a:effectLst/>
          <a:extLst>
            <a:ext uri="{AF507438-7753-43E0-B8FC-AC1667EBCBE1}">
              <a14:hiddenEffects xmlns:a14="http://schemas.microsoft.com/office/drawing/2010/main">
                <a:effectLst>
                  <a:outerShdw dist="63500" dir="2212194" algn="ctr" rotWithShape="0">
                    <a:srgbClr val="333333">
                      <a:alpha val="50000"/>
                    </a:srgbClr>
                  </a:outerShdw>
                </a:effectLst>
              </a14:hiddenEffects>
            </a:ext>
          </a:extLst>
        </p:spPr>
        <p:txBody>
          <a:bodyPr wrap="none"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6151" name="Text Box 17">
            <a:extLst>
              <a:ext uri="{FF2B5EF4-FFF2-40B4-BE49-F238E27FC236}">
                <a16:creationId xmlns:a16="http://schemas.microsoft.com/office/drawing/2014/main" id="{FFB75C92-D4F4-418D-82A6-DC59A51E30B5}"/>
              </a:ext>
            </a:extLst>
          </p:cNvPr>
          <p:cNvSpPr txBox="1">
            <a:spLocks noChangeArrowheads="1"/>
          </p:cNvSpPr>
          <p:nvPr/>
        </p:nvSpPr>
        <p:spPr bwMode="gray">
          <a:xfrm>
            <a:off x="2589213" y="5040313"/>
            <a:ext cx="3619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92457" dir="9843276" algn="ctr" rotWithShape="0">
                    <a:schemeClr val="bg2"/>
                  </a:outerShdw>
                </a:effectLst>
              </a14:hiddenEffects>
            </a:ext>
          </a:extLst>
        </p:spPr>
        <p:txBody>
          <a:bodyPr wrap="none">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en-US" altLang="zh-CN" sz="2800">
                <a:solidFill>
                  <a:schemeClr val="bg1"/>
                </a:solidFill>
                <a:latin typeface="黑体" panose="02010609060101010101" pitchFamily="49" charset="-122"/>
              </a:rPr>
              <a:t>3</a:t>
            </a:r>
          </a:p>
        </p:txBody>
      </p:sp>
      <p:sp>
        <p:nvSpPr>
          <p:cNvPr id="6152" name="Text Box 21">
            <a:extLst>
              <a:ext uri="{FF2B5EF4-FFF2-40B4-BE49-F238E27FC236}">
                <a16:creationId xmlns:a16="http://schemas.microsoft.com/office/drawing/2014/main" id="{4CF25861-ED96-44A3-A306-0563F9BA6C14}"/>
              </a:ext>
            </a:extLst>
          </p:cNvPr>
          <p:cNvSpPr txBox="1">
            <a:spLocks noChangeArrowheads="1"/>
          </p:cNvSpPr>
          <p:nvPr/>
        </p:nvSpPr>
        <p:spPr bwMode="gray">
          <a:xfrm>
            <a:off x="3232150" y="5092700"/>
            <a:ext cx="3429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zh-CN" altLang="en-US" sz="2800">
                <a:latin typeface="黑体" panose="02010609060101010101" pitchFamily="49" charset="-122"/>
                <a:ea typeface="黑体" panose="02010609060101010101" pitchFamily="49" charset="-122"/>
              </a:rPr>
              <a:t> 联结词的完备集</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日期占位符 3">
            <a:extLst>
              <a:ext uri="{FF2B5EF4-FFF2-40B4-BE49-F238E27FC236}">
                <a16:creationId xmlns:a16="http://schemas.microsoft.com/office/drawing/2014/main" id="{C827A23C-0836-43B4-84EA-B30982DCC9ED}"/>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D1CED64B-C839-4915-A7AF-F4259013A196}"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7171" name="页脚占位符 4">
            <a:extLst>
              <a:ext uri="{FF2B5EF4-FFF2-40B4-BE49-F238E27FC236}">
                <a16:creationId xmlns:a16="http://schemas.microsoft.com/office/drawing/2014/main" id="{42C6A9B9-9906-48E3-BA96-D115DD7131D3}"/>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7172" name="灯片编号占位符 5">
            <a:extLst>
              <a:ext uri="{FF2B5EF4-FFF2-40B4-BE49-F238E27FC236}">
                <a16:creationId xmlns:a16="http://schemas.microsoft.com/office/drawing/2014/main" id="{3DDB3C84-AA58-4BFE-A7A3-861F48B22586}"/>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D5725FD7-9BD1-4A58-B8A5-17607F2FEDDC}" type="slidenum">
              <a:rPr lang="en-US" altLang="zh-CN" sz="1400" smtClean="0">
                <a:latin typeface="Times New Roman" panose="02020603050405020304" pitchFamily="18" charset="0"/>
                <a:ea typeface="宋体" panose="02010600030101010101" pitchFamily="2" charset="-122"/>
              </a:rPr>
              <a:pPr>
                <a:spcBef>
                  <a:spcPct val="0"/>
                </a:spcBef>
                <a:buFontTx/>
                <a:buNone/>
              </a:pPr>
              <a:t>4</a:t>
            </a:fld>
            <a:endParaRPr lang="en-US" altLang="zh-CN" sz="1400">
              <a:latin typeface="Times New Roman" panose="02020603050405020304" pitchFamily="18" charset="0"/>
              <a:ea typeface="宋体" panose="02010600030101010101" pitchFamily="2" charset="-122"/>
            </a:endParaRPr>
          </a:p>
        </p:txBody>
      </p:sp>
      <p:sp>
        <p:nvSpPr>
          <p:cNvPr id="7173" name="Rectangle 4">
            <a:extLst>
              <a:ext uri="{FF2B5EF4-FFF2-40B4-BE49-F238E27FC236}">
                <a16:creationId xmlns:a16="http://schemas.microsoft.com/office/drawing/2014/main" id="{36C7DAEE-E399-4895-A9D6-1AA1CEE7A0B9}"/>
              </a:ext>
            </a:extLst>
          </p:cNvPr>
          <p:cNvSpPr>
            <a:spLocks noGrp="1" noChangeArrowheads="1"/>
          </p:cNvSpPr>
          <p:nvPr>
            <p:ph type="ctrTitle"/>
          </p:nvPr>
        </p:nvSpPr>
        <p:spPr>
          <a:xfrm>
            <a:off x="1190625" y="2565400"/>
            <a:ext cx="7197725" cy="1439863"/>
          </a:xfrm>
          <a:solidFill>
            <a:srgbClr val="0000FF"/>
          </a:solidFill>
        </p:spPr>
        <p:txBody>
          <a:bodyPr anchor="ctr"/>
          <a:lstStyle/>
          <a:p>
            <a:pPr eaLnBrk="1" hangingPunct="1"/>
            <a:r>
              <a:rPr lang="zh-CN" altLang="en-US" sz="6600" b="1">
                <a:solidFill>
                  <a:schemeClr val="bg1"/>
                </a:solidFill>
              </a:rPr>
              <a:t>命题的概念与运算</a:t>
            </a:r>
          </a:p>
        </p:txBody>
      </p:sp>
      <p:pic>
        <p:nvPicPr>
          <p:cNvPr id="7174" name="Picture 7" descr="C:\Program Files\Microsoft Office\MEDIA\CAGCAT10\j0292982.wmf">
            <a:extLst>
              <a:ext uri="{FF2B5EF4-FFF2-40B4-BE49-F238E27FC236}">
                <a16:creationId xmlns:a16="http://schemas.microsoft.com/office/drawing/2014/main" id="{E94FA15F-3A54-42EF-868E-30E09832E9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21575" y="4738688"/>
            <a:ext cx="1371600" cy="135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2">
            <a:extLst>
              <a:ext uri="{FF2B5EF4-FFF2-40B4-BE49-F238E27FC236}">
                <a16:creationId xmlns:a16="http://schemas.microsoft.com/office/drawing/2014/main" id="{A1C01319-A281-484E-BEC0-B296CE36A619}"/>
              </a:ext>
            </a:extLst>
          </p:cNvPr>
          <p:cNvSpPr txBox="1">
            <a:spLocks noChangeArrowheads="1"/>
          </p:cNvSpPr>
          <p:nvPr/>
        </p:nvSpPr>
        <p:spPr bwMode="auto">
          <a:xfrm>
            <a:off x="1331913" y="941388"/>
            <a:ext cx="6272212" cy="83185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800">
                <a:solidFill>
                  <a:schemeClr val="tx1"/>
                </a:solidFill>
                <a:latin typeface="Times New Roman" panose="02020603050405020304" pitchFamily="18" charset="0"/>
                <a:ea typeface="宋体" panose="02010600030101010101" pitchFamily="2" charset="-122"/>
              </a:defRPr>
            </a:lvl1pPr>
            <a:lvl2pPr marL="838200" indent="-381000">
              <a:defRPr kumimoji="1" sz="2800">
                <a:solidFill>
                  <a:schemeClr val="tx1"/>
                </a:solidFill>
                <a:latin typeface="Times New Roman" panose="02020603050405020304" pitchFamily="18" charset="0"/>
                <a:ea typeface="宋体" panose="02010600030101010101" pitchFamily="2" charset="-122"/>
              </a:defRPr>
            </a:lvl2pPr>
            <a:lvl3pPr marL="1295400" indent="-381000">
              <a:defRPr kumimoji="1" sz="2800">
                <a:solidFill>
                  <a:schemeClr val="tx1"/>
                </a:solidFill>
                <a:latin typeface="Times New Roman" panose="02020603050405020304" pitchFamily="18" charset="0"/>
                <a:ea typeface="宋体" panose="02010600030101010101" pitchFamily="2" charset="-122"/>
              </a:defRPr>
            </a:lvl3pPr>
            <a:lvl4pPr marL="1752600" indent="-381000">
              <a:defRPr kumimoji="1" sz="2800">
                <a:solidFill>
                  <a:schemeClr val="tx1"/>
                </a:solidFill>
                <a:latin typeface="Times New Roman" panose="02020603050405020304" pitchFamily="18" charset="0"/>
                <a:ea typeface="宋体" panose="02010600030101010101" pitchFamily="2" charset="-122"/>
              </a:defRPr>
            </a:lvl4pPr>
            <a:lvl5pPr marL="2209800" indent="-381000">
              <a:defRPr kumimoji="1" sz="28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4800" b="1">
                <a:solidFill>
                  <a:schemeClr val="bg1"/>
                </a:solidFill>
                <a:latin typeface="宋体" panose="02010600030101010101" pitchFamily="2" charset="-122"/>
              </a:rPr>
              <a:t> 命题的概念与运算</a:t>
            </a:r>
          </a:p>
        </p:txBody>
      </p:sp>
      <p:sp>
        <p:nvSpPr>
          <p:cNvPr id="8195" name="Rectangle 3">
            <a:extLst>
              <a:ext uri="{FF2B5EF4-FFF2-40B4-BE49-F238E27FC236}">
                <a16:creationId xmlns:a16="http://schemas.microsoft.com/office/drawing/2014/main" id="{48FDD59B-9532-4541-81B5-30EFAC95F59E}"/>
              </a:ext>
            </a:extLst>
          </p:cNvPr>
          <p:cNvSpPr>
            <a:spLocks noGrp="1" noChangeArrowheads="1"/>
          </p:cNvSpPr>
          <p:nvPr>
            <p:ph type="body" sz="half" idx="1"/>
          </p:nvPr>
        </p:nvSpPr>
        <p:spPr>
          <a:xfrm>
            <a:off x="2124075" y="2565400"/>
            <a:ext cx="4679950" cy="2951163"/>
          </a:xfrm>
          <a:noFill/>
          <a:extLst>
            <a:ext uri="{909E8E84-426E-40DD-AFC4-6F175D3DCCD1}">
              <a14:hiddenFill xmlns:a14="http://schemas.microsoft.com/office/drawing/2010/main">
                <a:solidFill>
                  <a:schemeClr val="accent1"/>
                </a:solidFill>
              </a14:hiddenFill>
            </a:ext>
          </a:extLst>
        </p:spPr>
        <p:txBody>
          <a:bodyPr lIns="92075" tIns="46038" rIns="92075" bIns="46038"/>
          <a:lstStyle/>
          <a:p>
            <a:pPr>
              <a:lnSpc>
                <a:spcPct val="150000"/>
              </a:lnSpc>
              <a:spcBef>
                <a:spcPct val="30000"/>
              </a:spcBef>
              <a:buFont typeface="Wingdings" panose="05000000000000000000" pitchFamily="2" charset="2"/>
              <a:buChar char="J"/>
            </a:pPr>
            <a:r>
              <a:rPr lang="zh-CN" altLang="en-US" sz="3600" b="1">
                <a:solidFill>
                  <a:schemeClr val="accent2"/>
                </a:solidFill>
                <a:effectLst/>
                <a:latin typeface="黑体" panose="02010609060101010101" pitchFamily="49" charset="-122"/>
                <a:ea typeface="黑体" panose="02010609060101010101" pitchFamily="49" charset="-122"/>
              </a:rPr>
              <a:t> 逻辑与命题逻辑</a:t>
            </a:r>
          </a:p>
          <a:p>
            <a:pPr>
              <a:lnSpc>
                <a:spcPct val="150000"/>
              </a:lnSpc>
              <a:spcBef>
                <a:spcPct val="30000"/>
              </a:spcBef>
              <a:buFont typeface="Wingdings" panose="05000000000000000000" pitchFamily="2" charset="2"/>
              <a:buChar char="4"/>
            </a:pPr>
            <a:r>
              <a:rPr lang="zh-CN" altLang="en-US" sz="3600" b="1">
                <a:effectLst/>
                <a:latin typeface="黑体" panose="02010609060101010101" pitchFamily="49" charset="-122"/>
                <a:ea typeface="黑体" panose="02010609060101010101" pitchFamily="49" charset="-122"/>
              </a:rPr>
              <a:t> 命题的基本概念</a:t>
            </a:r>
          </a:p>
          <a:p>
            <a:pPr>
              <a:lnSpc>
                <a:spcPct val="150000"/>
              </a:lnSpc>
              <a:spcBef>
                <a:spcPct val="30000"/>
              </a:spcBef>
              <a:buFont typeface="Wingdings" panose="05000000000000000000" pitchFamily="2" charset="2"/>
              <a:buChar char="4"/>
            </a:pPr>
            <a:r>
              <a:rPr lang="zh-CN" altLang="en-US" sz="3600" b="1">
                <a:effectLst/>
                <a:latin typeface="黑体" panose="02010609060101010101" pitchFamily="49" charset="-122"/>
                <a:ea typeface="黑体" panose="02010609060101010101" pitchFamily="49" charset="-122"/>
              </a:rPr>
              <a:t> 命题的常用联结词</a:t>
            </a:r>
          </a:p>
        </p:txBody>
      </p:sp>
      <p:pic>
        <p:nvPicPr>
          <p:cNvPr id="8196" name="Picture 6" descr="C:\Program Files\Microsoft Office\MEDIA\CAGCAT10\j0293844.wmf">
            <a:extLst>
              <a:ext uri="{FF2B5EF4-FFF2-40B4-BE49-F238E27FC236}">
                <a16:creationId xmlns:a16="http://schemas.microsoft.com/office/drawing/2014/main" id="{7EF45D0F-BF7B-4673-A466-C5E5179B6A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45425" y="54927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日期占位符 3">
            <a:extLst>
              <a:ext uri="{FF2B5EF4-FFF2-40B4-BE49-F238E27FC236}">
                <a16:creationId xmlns:a16="http://schemas.microsoft.com/office/drawing/2014/main" id="{945DF3B1-248A-4034-903E-30567B5A9DC3}"/>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B7345E41-464C-4E44-838A-05112573C28D}"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9219" name="页脚占位符 4">
            <a:extLst>
              <a:ext uri="{FF2B5EF4-FFF2-40B4-BE49-F238E27FC236}">
                <a16:creationId xmlns:a16="http://schemas.microsoft.com/office/drawing/2014/main" id="{A55B727D-3747-447B-916A-20612EFDC58C}"/>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9220" name="灯片编号占位符 5">
            <a:extLst>
              <a:ext uri="{FF2B5EF4-FFF2-40B4-BE49-F238E27FC236}">
                <a16:creationId xmlns:a16="http://schemas.microsoft.com/office/drawing/2014/main" id="{515DD9CE-D772-40C2-BFEF-CFBD43F34621}"/>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DD1401FA-0E3A-4ECB-8257-B8DEF6090983}" type="slidenum">
              <a:rPr lang="en-US" altLang="zh-CN" sz="1400" smtClean="0">
                <a:latin typeface="Times New Roman" panose="02020603050405020304" pitchFamily="18" charset="0"/>
                <a:ea typeface="宋体" panose="02010600030101010101" pitchFamily="2" charset="-122"/>
              </a:rPr>
              <a:pPr>
                <a:spcBef>
                  <a:spcPct val="0"/>
                </a:spcBef>
                <a:buFontTx/>
                <a:buNone/>
              </a:pPr>
              <a:t>6</a:t>
            </a:fld>
            <a:endParaRPr lang="en-US" altLang="zh-CN" sz="1400">
              <a:latin typeface="Times New Roman" panose="02020603050405020304" pitchFamily="18" charset="0"/>
              <a:ea typeface="宋体" panose="02010600030101010101" pitchFamily="2" charset="-122"/>
            </a:endParaRPr>
          </a:p>
        </p:txBody>
      </p:sp>
      <p:sp>
        <p:nvSpPr>
          <p:cNvPr id="9221" name="Text Box 2">
            <a:extLst>
              <a:ext uri="{FF2B5EF4-FFF2-40B4-BE49-F238E27FC236}">
                <a16:creationId xmlns:a16="http://schemas.microsoft.com/office/drawing/2014/main" id="{D6727620-CF74-4BC1-8F01-3E2F4FC64D2D}"/>
              </a:ext>
            </a:extLst>
          </p:cNvPr>
          <p:cNvSpPr txBox="1">
            <a:spLocks noChangeArrowheads="1"/>
          </p:cNvSpPr>
          <p:nvPr/>
        </p:nvSpPr>
        <p:spPr bwMode="auto">
          <a:xfrm>
            <a:off x="1371600" y="838200"/>
            <a:ext cx="5943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逻辑学</a:t>
            </a:r>
          </a:p>
        </p:txBody>
      </p:sp>
      <p:sp>
        <p:nvSpPr>
          <p:cNvPr id="623619" name="Rectangle 3">
            <a:extLst>
              <a:ext uri="{FF2B5EF4-FFF2-40B4-BE49-F238E27FC236}">
                <a16:creationId xmlns:a16="http://schemas.microsoft.com/office/drawing/2014/main" id="{24D6ACCD-0352-44A3-AE9C-157608A33BD6}"/>
              </a:ext>
            </a:extLst>
          </p:cNvPr>
          <p:cNvSpPr>
            <a:spLocks noGrp="1" noChangeArrowheads="1"/>
          </p:cNvSpPr>
          <p:nvPr>
            <p:ph type="body" idx="1"/>
          </p:nvPr>
        </p:nvSpPr>
        <p:spPr>
          <a:xfrm>
            <a:off x="1042988" y="1989138"/>
            <a:ext cx="7773987" cy="3671887"/>
          </a:xfrm>
        </p:spPr>
        <p:txBody>
          <a:bodyPr lIns="92075" tIns="46038" rIns="92075" bIns="46038"/>
          <a:lstStyle/>
          <a:p>
            <a:pPr lvl="1" eaLnBrk="1" hangingPunct="1">
              <a:lnSpc>
                <a:spcPct val="90000"/>
              </a:lnSpc>
              <a:defRPr/>
            </a:pPr>
            <a:endParaRPr lang="en-US" altLang="zh-CN" sz="1000" b="1" dirty="0"/>
          </a:p>
          <a:p>
            <a:pPr eaLnBrk="1" hangingPunct="1">
              <a:lnSpc>
                <a:spcPct val="90000"/>
              </a:lnSpc>
              <a:buFontTx/>
              <a:buNone/>
              <a:defRPr/>
            </a:pPr>
            <a:endParaRPr lang="zh-CN" altLang="en-US" sz="1400" b="1" dirty="0">
              <a:latin typeface="幼圆" panose="02010509060101010101" pitchFamily="49" charset="-122"/>
              <a:ea typeface="幼圆" panose="02010509060101010101" pitchFamily="49" charset="-122"/>
            </a:endParaRPr>
          </a:p>
          <a:p>
            <a:pPr lvl="1" eaLnBrk="1" hangingPunct="1">
              <a:lnSpc>
                <a:spcPct val="150000"/>
              </a:lnSpc>
              <a:buClr>
                <a:srgbClr val="FF0000"/>
              </a:buClr>
              <a:buSzPct val="120000"/>
              <a:buFontTx/>
              <a:buBlip>
                <a:blip r:embed="rId3"/>
              </a:buBlip>
              <a:defRPr/>
            </a:pPr>
            <a:r>
              <a:rPr lang="zh-CN" altLang="en-US" sz="2400" b="1" dirty="0">
                <a:solidFill>
                  <a:srgbClr val="FF0000"/>
                </a:solidFill>
                <a:latin typeface="幼圆" panose="02010509060101010101" pitchFamily="49" charset="-122"/>
                <a:ea typeface="幼圆" panose="02010509060101010101" pitchFamily="49" charset="-122"/>
              </a:rPr>
              <a:t>辩证逻辑</a:t>
            </a:r>
            <a:r>
              <a:rPr lang="zh-CN" altLang="en-US" sz="2400" b="1" dirty="0">
                <a:latin typeface="幼圆" panose="02010509060101010101" pitchFamily="49" charset="-122"/>
                <a:ea typeface="幼圆" panose="02010509060101010101" pitchFamily="49" charset="-122"/>
              </a:rPr>
              <a:t>：研究人的思维中的辩证法。例如：用全面的和发展的观点观察事物；具体问题具体分析；实践是检查事物正误的唯一标准；等等。</a:t>
            </a:r>
          </a:p>
          <a:p>
            <a:pPr lvl="1" eaLnBrk="1" hangingPunct="1">
              <a:lnSpc>
                <a:spcPct val="120000"/>
              </a:lnSpc>
              <a:buClr>
                <a:srgbClr val="FF0000"/>
              </a:buClr>
              <a:buSzPct val="120000"/>
              <a:buFontTx/>
              <a:buBlip>
                <a:blip r:embed="rId3"/>
              </a:buBlip>
              <a:defRPr/>
            </a:pPr>
            <a:endParaRPr lang="zh-CN" altLang="en-US" sz="1200" b="1" dirty="0">
              <a:latin typeface="幼圆" panose="02010509060101010101" pitchFamily="49" charset="-122"/>
              <a:ea typeface="幼圆" panose="02010509060101010101" pitchFamily="49" charset="-122"/>
            </a:endParaRPr>
          </a:p>
          <a:p>
            <a:pPr lvl="1" eaLnBrk="1" hangingPunct="1">
              <a:lnSpc>
                <a:spcPct val="150000"/>
              </a:lnSpc>
              <a:buClr>
                <a:srgbClr val="FF0000"/>
              </a:buClr>
              <a:buSzPct val="120000"/>
              <a:buFontTx/>
              <a:buBlip>
                <a:blip r:embed="rId3"/>
              </a:buBlip>
              <a:defRPr/>
            </a:pPr>
            <a:r>
              <a:rPr lang="zh-CN" altLang="en-US" sz="2400" b="1" dirty="0">
                <a:solidFill>
                  <a:srgbClr val="FF0000"/>
                </a:solidFill>
                <a:latin typeface="幼圆" panose="02010509060101010101" pitchFamily="49" charset="-122"/>
                <a:ea typeface="幼圆" panose="02010509060101010101" pitchFamily="49" charset="-122"/>
              </a:rPr>
              <a:t>形式逻辑</a:t>
            </a:r>
            <a:r>
              <a:rPr lang="zh-CN" altLang="en-US" sz="2400" b="1" dirty="0">
                <a:latin typeface="幼圆" panose="02010509060101010101" pitchFamily="49" charset="-122"/>
                <a:ea typeface="幼圆" panose="02010509060101010101" pitchFamily="49" charset="-122"/>
              </a:rPr>
              <a:t>：研究人的思维的形式和一般规律。本课程只关心形式逻辑。</a:t>
            </a:r>
          </a:p>
          <a:p>
            <a:pPr eaLnBrk="1" hangingPunct="1">
              <a:lnSpc>
                <a:spcPct val="90000"/>
              </a:lnSpc>
              <a:buClr>
                <a:srgbClr val="FF0000"/>
              </a:buClr>
              <a:buSzPct val="120000"/>
              <a:buFontTx/>
              <a:buBlip>
                <a:blip r:embed="rId3"/>
              </a:buBlip>
              <a:defRPr/>
            </a:pPr>
            <a:endParaRPr lang="en-US" altLang="zh-CN" sz="2800" b="1" dirty="0">
              <a:latin typeface="幼圆" panose="02010509060101010101" pitchFamily="49" charset="-122"/>
              <a:ea typeface="幼圆" panose="02010509060101010101" pitchFamily="49" charset="-122"/>
            </a:endParaRPr>
          </a:p>
        </p:txBody>
      </p:sp>
      <p:pic>
        <p:nvPicPr>
          <p:cNvPr id="9223" name="Picture 6" descr="C:\Program Files\Microsoft Office\MEDIA\CAGCAT10\j0293844.wmf">
            <a:extLst>
              <a:ext uri="{FF2B5EF4-FFF2-40B4-BE49-F238E27FC236}">
                <a16:creationId xmlns:a16="http://schemas.microsoft.com/office/drawing/2014/main" id="{43BBA31C-FAEF-45A3-A801-C7B2DB5DBA9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43800" y="53340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日期占位符 3">
            <a:extLst>
              <a:ext uri="{FF2B5EF4-FFF2-40B4-BE49-F238E27FC236}">
                <a16:creationId xmlns:a16="http://schemas.microsoft.com/office/drawing/2014/main" id="{6D974D8C-0A33-43D9-ABA1-D596504A01A8}"/>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2533F07C-7F6D-4B65-B969-36899D9EBC2D}"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0243" name="页脚占位符 4">
            <a:extLst>
              <a:ext uri="{FF2B5EF4-FFF2-40B4-BE49-F238E27FC236}">
                <a16:creationId xmlns:a16="http://schemas.microsoft.com/office/drawing/2014/main" id="{6EA8D52D-1B81-4800-8094-F21D99A2F663}"/>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0244" name="灯片编号占位符 5">
            <a:extLst>
              <a:ext uri="{FF2B5EF4-FFF2-40B4-BE49-F238E27FC236}">
                <a16:creationId xmlns:a16="http://schemas.microsoft.com/office/drawing/2014/main" id="{7932AD53-E5EB-45DE-A38A-D3A9450D0865}"/>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715D7146-022E-468F-90FB-B6563E5F69B2}" type="slidenum">
              <a:rPr lang="en-US" altLang="zh-CN" sz="1400" smtClean="0">
                <a:latin typeface="Times New Roman" panose="02020603050405020304" pitchFamily="18" charset="0"/>
                <a:ea typeface="宋体" panose="02010600030101010101" pitchFamily="2" charset="-122"/>
              </a:rPr>
              <a:pPr>
                <a:spcBef>
                  <a:spcPct val="0"/>
                </a:spcBef>
                <a:buFontTx/>
                <a:buNone/>
              </a:pPr>
              <a:t>7</a:t>
            </a:fld>
            <a:endParaRPr lang="en-US" altLang="zh-CN" sz="1400">
              <a:latin typeface="Times New Roman" panose="02020603050405020304" pitchFamily="18" charset="0"/>
              <a:ea typeface="宋体" panose="02010600030101010101" pitchFamily="2" charset="-122"/>
            </a:endParaRPr>
          </a:p>
        </p:txBody>
      </p:sp>
      <p:sp>
        <p:nvSpPr>
          <p:cNvPr id="10245" name="Text Box 2">
            <a:extLst>
              <a:ext uri="{FF2B5EF4-FFF2-40B4-BE49-F238E27FC236}">
                <a16:creationId xmlns:a16="http://schemas.microsoft.com/office/drawing/2014/main" id="{86E7FE68-F5B8-464C-BAC4-FE5F905C01B5}"/>
              </a:ext>
            </a:extLst>
          </p:cNvPr>
          <p:cNvSpPr txBox="1">
            <a:spLocks noChangeArrowheads="1"/>
          </p:cNvSpPr>
          <p:nvPr/>
        </p:nvSpPr>
        <p:spPr bwMode="auto">
          <a:xfrm>
            <a:off x="1371600" y="838200"/>
            <a:ext cx="5791200" cy="7620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4400" b="1">
                <a:solidFill>
                  <a:schemeClr val="bg1"/>
                </a:solidFill>
                <a:latin typeface="宋体" panose="02010600030101010101" pitchFamily="2" charset="-122"/>
                <a:ea typeface="宋体" panose="02010600030101010101" pitchFamily="2" charset="-122"/>
                <a:cs typeface="Arial" panose="020B0604020202020204" pitchFamily="34" charset="0"/>
              </a:rPr>
              <a:t> 人类的思维规律</a:t>
            </a:r>
          </a:p>
        </p:txBody>
      </p:sp>
      <p:sp>
        <p:nvSpPr>
          <p:cNvPr id="10246" name="Rectangle 3">
            <a:extLst>
              <a:ext uri="{FF2B5EF4-FFF2-40B4-BE49-F238E27FC236}">
                <a16:creationId xmlns:a16="http://schemas.microsoft.com/office/drawing/2014/main" id="{C938FDAC-92C4-4DD5-BB64-5A080FE133AB}"/>
              </a:ext>
            </a:extLst>
          </p:cNvPr>
          <p:cNvSpPr>
            <a:spLocks noGrp="1" noChangeArrowheads="1"/>
          </p:cNvSpPr>
          <p:nvPr>
            <p:ph type="body" idx="1"/>
          </p:nvPr>
        </p:nvSpPr>
        <p:spPr>
          <a:xfrm>
            <a:off x="1143000" y="2054225"/>
            <a:ext cx="7821613" cy="4038600"/>
          </a:xfrm>
          <a:noFill/>
          <a:extLst>
            <a:ext uri="{909E8E84-426E-40DD-AFC4-6F175D3DCCD1}">
              <a14:hiddenFill xmlns:a14="http://schemas.microsoft.com/office/drawing/2010/main">
                <a:solidFill>
                  <a:schemeClr val="accent1"/>
                </a:solidFill>
              </a14:hiddenFill>
            </a:ext>
          </a:extLst>
        </p:spPr>
        <p:txBody>
          <a:bodyPr lIns="92075" tIns="46038" rIns="92075" bIns="46038"/>
          <a:lstStyle/>
          <a:p>
            <a:pPr eaLnBrk="1" hangingPunct="1">
              <a:lnSpc>
                <a:spcPct val="120000"/>
              </a:lnSpc>
              <a:buFontTx/>
              <a:buNone/>
            </a:pPr>
            <a:r>
              <a:rPr lang="zh-CN" altLang="en-US" sz="2800" b="1">
                <a:solidFill>
                  <a:schemeClr val="accent2"/>
                </a:solidFill>
                <a:effectLst/>
                <a:ea typeface="黑体" panose="02010609060101010101" pitchFamily="49" charset="-122"/>
              </a:rPr>
              <a:t>人类的思维过程：</a:t>
            </a:r>
            <a:r>
              <a:rPr lang="zh-CN" altLang="en-US" sz="2800" b="1">
                <a:effectLst/>
                <a:ea typeface="宋体" panose="02010600030101010101" pitchFamily="2" charset="-122"/>
              </a:rPr>
              <a:t>通过学习掌握概念和判断，然后进行推理，即：</a:t>
            </a:r>
          </a:p>
          <a:p>
            <a:pPr eaLnBrk="1" hangingPunct="1">
              <a:lnSpc>
                <a:spcPct val="120000"/>
              </a:lnSpc>
              <a:buFontTx/>
              <a:buNone/>
            </a:pPr>
            <a:r>
              <a:rPr lang="zh-CN" altLang="en-US" sz="2800" b="1">
                <a:effectLst/>
                <a:ea typeface="宋体" panose="02010600030101010101" pitchFamily="2" charset="-122"/>
              </a:rPr>
              <a:t>                 </a:t>
            </a:r>
            <a:r>
              <a:rPr lang="zh-CN" altLang="en-US" sz="2800" b="1">
                <a:solidFill>
                  <a:srgbClr val="006600"/>
                </a:solidFill>
                <a:effectLst/>
                <a:ea typeface="宋体" panose="02010600030101010101" pitchFamily="2" charset="-122"/>
              </a:rPr>
              <a:t>概念 </a:t>
            </a:r>
            <a:r>
              <a:rPr lang="zh-CN" altLang="en-US" sz="2800" b="1">
                <a:solidFill>
                  <a:srgbClr val="006600"/>
                </a:solidFill>
                <a:effectLst/>
                <a:ea typeface="宋体" panose="02010600030101010101" pitchFamily="2" charset="-122"/>
                <a:sym typeface="Symbol" panose="05050102010706020507" pitchFamily="18" charset="2"/>
              </a:rPr>
              <a:t></a:t>
            </a:r>
            <a:r>
              <a:rPr lang="zh-CN" altLang="en-US" sz="2800" b="1">
                <a:solidFill>
                  <a:srgbClr val="006600"/>
                </a:solidFill>
                <a:effectLst/>
                <a:ea typeface="宋体" panose="02010600030101010101" pitchFamily="2" charset="-122"/>
              </a:rPr>
              <a:t> 判断 </a:t>
            </a:r>
            <a:r>
              <a:rPr lang="zh-CN" altLang="en-US" sz="2800" b="1">
                <a:solidFill>
                  <a:srgbClr val="006600"/>
                </a:solidFill>
                <a:effectLst/>
                <a:ea typeface="宋体" panose="02010600030101010101" pitchFamily="2" charset="-122"/>
                <a:sym typeface="Symbol" panose="05050102010706020507" pitchFamily="18" charset="2"/>
              </a:rPr>
              <a:t></a:t>
            </a:r>
            <a:r>
              <a:rPr lang="zh-CN" altLang="en-US" sz="2800" b="1">
                <a:solidFill>
                  <a:srgbClr val="006600"/>
                </a:solidFill>
                <a:effectLst/>
                <a:ea typeface="宋体" panose="02010600030101010101" pitchFamily="2" charset="-122"/>
              </a:rPr>
              <a:t> 推理</a:t>
            </a:r>
            <a:r>
              <a:rPr lang="zh-CN" altLang="en-US" sz="2800" b="1">
                <a:effectLst/>
                <a:ea typeface="宋体" panose="02010600030101010101" pitchFamily="2" charset="-122"/>
              </a:rPr>
              <a:t>    </a:t>
            </a:r>
          </a:p>
          <a:p>
            <a:pPr eaLnBrk="1" hangingPunct="1">
              <a:lnSpc>
                <a:spcPct val="120000"/>
              </a:lnSpc>
              <a:buFontTx/>
              <a:buNone/>
            </a:pPr>
            <a:r>
              <a:rPr lang="zh-CN" altLang="en-US" sz="2800" b="1">
                <a:solidFill>
                  <a:schemeClr val="accent2"/>
                </a:solidFill>
                <a:effectLst/>
                <a:ea typeface="黑体" panose="02010609060101010101" pitchFamily="49" charset="-122"/>
              </a:rPr>
              <a:t>推理：</a:t>
            </a:r>
            <a:r>
              <a:rPr lang="zh-CN" altLang="en-US" sz="2800" b="1">
                <a:effectLst/>
                <a:ea typeface="宋体" panose="02010600030101010101" pitchFamily="2" charset="-122"/>
              </a:rPr>
              <a:t>由若干个已知的判断</a:t>
            </a:r>
            <a:r>
              <a:rPr lang="en-US" altLang="zh-CN" sz="2800" b="1">
                <a:effectLst/>
                <a:ea typeface="宋体" panose="02010600030101010101" pitchFamily="2" charset="-122"/>
              </a:rPr>
              <a:t>(</a:t>
            </a:r>
            <a:r>
              <a:rPr lang="zh-CN" altLang="en-US" sz="2800" b="1">
                <a:effectLst/>
                <a:ea typeface="宋体" panose="02010600030101010101" pitchFamily="2" charset="-122"/>
              </a:rPr>
              <a:t>前提</a:t>
            </a:r>
            <a:r>
              <a:rPr lang="en-US" altLang="zh-CN" sz="2800" b="1">
                <a:effectLst/>
                <a:ea typeface="宋体" panose="02010600030101010101" pitchFamily="2" charset="-122"/>
              </a:rPr>
              <a:t>)</a:t>
            </a:r>
            <a:r>
              <a:rPr lang="zh-CN" altLang="en-US" sz="2800" b="1">
                <a:effectLst/>
                <a:ea typeface="宋体" panose="02010600030101010101" pitchFamily="2" charset="-122"/>
              </a:rPr>
              <a:t>，推出新的判断</a:t>
            </a:r>
            <a:r>
              <a:rPr lang="en-US" altLang="zh-CN" sz="2800" b="1">
                <a:effectLst/>
                <a:ea typeface="宋体" panose="02010600030101010101" pitchFamily="2" charset="-122"/>
              </a:rPr>
              <a:t>(</a:t>
            </a:r>
            <a:r>
              <a:rPr lang="zh-CN" altLang="en-US" sz="2800" b="1">
                <a:effectLst/>
                <a:ea typeface="宋体" panose="02010600030101010101" pitchFamily="2" charset="-122"/>
              </a:rPr>
              <a:t>结论</a:t>
            </a:r>
            <a:r>
              <a:rPr lang="en-US" altLang="zh-CN" sz="2800" b="1">
                <a:effectLst/>
                <a:ea typeface="宋体" panose="02010600030101010101" pitchFamily="2" charset="-122"/>
              </a:rPr>
              <a:t>)</a:t>
            </a:r>
            <a:r>
              <a:rPr lang="zh-CN" altLang="en-US" sz="2800" b="1">
                <a:effectLst/>
                <a:ea typeface="宋体" panose="02010600030101010101" pitchFamily="2" charset="-122"/>
              </a:rPr>
              <a:t>的思维过程。</a:t>
            </a:r>
          </a:p>
          <a:p>
            <a:pPr eaLnBrk="1" hangingPunct="1">
              <a:lnSpc>
                <a:spcPct val="120000"/>
              </a:lnSpc>
              <a:buFontTx/>
              <a:buNone/>
            </a:pPr>
            <a:r>
              <a:rPr lang="zh-CN" altLang="en-US" sz="2800" b="1">
                <a:solidFill>
                  <a:schemeClr val="accent2"/>
                </a:solidFill>
                <a:effectLst/>
                <a:ea typeface="黑体" panose="02010609060101010101" pitchFamily="49" charset="-122"/>
              </a:rPr>
              <a:t>正确的思维：</a:t>
            </a:r>
          </a:p>
          <a:p>
            <a:pPr eaLnBrk="1" hangingPunct="1">
              <a:lnSpc>
                <a:spcPct val="120000"/>
              </a:lnSpc>
              <a:buFontTx/>
              <a:buNone/>
            </a:pPr>
            <a:r>
              <a:rPr lang="zh-CN" altLang="en-US" sz="2800" b="1">
                <a:effectLst/>
                <a:ea typeface="宋体" panose="02010600030101010101" pitchFamily="2" charset="-122"/>
              </a:rPr>
              <a:t>   概念清楚，判断正确，推理合乎逻辑</a:t>
            </a:r>
            <a:endParaRPr lang="zh-CN" altLang="en-US" sz="2800" b="1">
              <a:solidFill>
                <a:srgbClr val="0000FF"/>
              </a:solidFill>
              <a:effectLst/>
              <a:latin typeface="幼圆" panose="02010509060101010101" pitchFamily="49" charset="-122"/>
              <a:ea typeface="幼圆" panose="02010509060101010101" pitchFamily="49" charset="-122"/>
            </a:endParaRPr>
          </a:p>
        </p:txBody>
      </p:sp>
      <p:pic>
        <p:nvPicPr>
          <p:cNvPr id="10247" name="Picture 6" descr="C:\Program Files\Microsoft Office\MEDIA\CAGCAT10\j0293844.wmf">
            <a:extLst>
              <a:ext uri="{FF2B5EF4-FFF2-40B4-BE49-F238E27FC236}">
                <a16:creationId xmlns:a16="http://schemas.microsoft.com/office/drawing/2014/main" id="{A4DE3840-44C2-4219-94B0-63490FA5FE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43800" y="53340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日期占位符 3">
            <a:extLst>
              <a:ext uri="{FF2B5EF4-FFF2-40B4-BE49-F238E27FC236}">
                <a16:creationId xmlns:a16="http://schemas.microsoft.com/office/drawing/2014/main" id="{473F0A1F-8F28-4F77-98B5-2766C40BC06D}"/>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557AAF8B-E546-4A86-AC41-FE8B9F89F574}"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1267" name="页脚占位符 4">
            <a:extLst>
              <a:ext uri="{FF2B5EF4-FFF2-40B4-BE49-F238E27FC236}">
                <a16:creationId xmlns:a16="http://schemas.microsoft.com/office/drawing/2014/main" id="{E5AC207A-99C8-4513-BE0B-57481459FA01}"/>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1268" name="灯片编号占位符 5">
            <a:extLst>
              <a:ext uri="{FF2B5EF4-FFF2-40B4-BE49-F238E27FC236}">
                <a16:creationId xmlns:a16="http://schemas.microsoft.com/office/drawing/2014/main" id="{C8126F38-5EB8-4696-B5F6-35ECDF9D4797}"/>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E9F92711-2DC2-4942-8A8D-3AEC67202D08}" type="slidenum">
              <a:rPr lang="en-US" altLang="zh-CN" sz="1400" smtClean="0">
                <a:latin typeface="Times New Roman" panose="02020603050405020304" pitchFamily="18" charset="0"/>
                <a:ea typeface="宋体" panose="02010600030101010101" pitchFamily="2" charset="-122"/>
              </a:rPr>
              <a:pPr>
                <a:spcBef>
                  <a:spcPct val="0"/>
                </a:spcBef>
                <a:buFontTx/>
                <a:buNone/>
              </a:pPr>
              <a:t>8</a:t>
            </a:fld>
            <a:endParaRPr lang="en-US" altLang="zh-CN" sz="1400">
              <a:latin typeface="Times New Roman" panose="02020603050405020304" pitchFamily="18" charset="0"/>
              <a:ea typeface="宋体" panose="02010600030101010101" pitchFamily="2" charset="-122"/>
            </a:endParaRPr>
          </a:p>
        </p:txBody>
      </p:sp>
      <p:sp>
        <p:nvSpPr>
          <p:cNvPr id="11269" name="Text Box 2">
            <a:extLst>
              <a:ext uri="{FF2B5EF4-FFF2-40B4-BE49-F238E27FC236}">
                <a16:creationId xmlns:a16="http://schemas.microsoft.com/office/drawing/2014/main" id="{23D38AB4-81E7-4584-B6E8-BF69D96D45A1}"/>
              </a:ext>
            </a:extLst>
          </p:cNvPr>
          <p:cNvSpPr txBox="1">
            <a:spLocks noChangeArrowheads="1"/>
          </p:cNvSpPr>
          <p:nvPr/>
        </p:nvSpPr>
        <p:spPr bwMode="auto">
          <a:xfrm>
            <a:off x="1524000" y="838200"/>
            <a:ext cx="5562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逻辑推理</a:t>
            </a:r>
          </a:p>
        </p:txBody>
      </p:sp>
      <p:sp>
        <p:nvSpPr>
          <p:cNvPr id="11270" name="Text Box 3">
            <a:extLst>
              <a:ext uri="{FF2B5EF4-FFF2-40B4-BE49-F238E27FC236}">
                <a16:creationId xmlns:a16="http://schemas.microsoft.com/office/drawing/2014/main" id="{4DF65337-F5EF-438A-B564-FBFE9B35710B}"/>
              </a:ext>
            </a:extLst>
          </p:cNvPr>
          <p:cNvSpPr txBox="1">
            <a:spLocks noChangeArrowheads="1"/>
          </p:cNvSpPr>
          <p:nvPr/>
        </p:nvSpPr>
        <p:spPr bwMode="auto">
          <a:xfrm>
            <a:off x="898525" y="1989138"/>
            <a:ext cx="756126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b="1">
                <a:latin typeface="黑体" panose="02010609060101010101" pitchFamily="49" charset="-122"/>
                <a:ea typeface="黑体" panose="02010609060101010101" pitchFamily="49" charset="-122"/>
              </a:rPr>
              <a:t>公安人员审查一件盗窃案，已知的事实如下：</a:t>
            </a:r>
          </a:p>
        </p:txBody>
      </p:sp>
      <p:sp>
        <p:nvSpPr>
          <p:cNvPr id="11271" name="Text Box 4">
            <a:extLst>
              <a:ext uri="{FF2B5EF4-FFF2-40B4-BE49-F238E27FC236}">
                <a16:creationId xmlns:a16="http://schemas.microsoft.com/office/drawing/2014/main" id="{BC81464F-B354-445D-B43E-54A29FA89723}"/>
              </a:ext>
            </a:extLst>
          </p:cNvPr>
          <p:cNvSpPr txBox="1">
            <a:spLocks noChangeArrowheads="1"/>
          </p:cNvSpPr>
          <p:nvPr/>
        </p:nvSpPr>
        <p:spPr bwMode="auto">
          <a:xfrm>
            <a:off x="1403350" y="2708275"/>
            <a:ext cx="6840538" cy="2678113"/>
          </a:xfrm>
          <a:prstGeom prst="rect">
            <a:avLst/>
          </a:prstGeom>
          <a:solidFill>
            <a:srgbClr val="000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b="1">
                <a:solidFill>
                  <a:schemeClr val="bg1"/>
                </a:solidFill>
                <a:latin typeface="宋体" panose="02010600030101010101" pitchFamily="2" charset="-122"/>
                <a:ea typeface="宋体" panose="02010600030101010101" pitchFamily="2" charset="-122"/>
              </a:rPr>
              <a:t>甲或乙盗窃了电脑；</a:t>
            </a:r>
          </a:p>
          <a:p>
            <a:pPr eaLnBrk="1" hangingPunct="1">
              <a:spcBef>
                <a:spcPct val="50000"/>
              </a:spcBef>
              <a:buFontTx/>
              <a:buNone/>
            </a:pPr>
            <a:r>
              <a:rPr lang="zh-CN" altLang="en-US" b="1">
                <a:solidFill>
                  <a:schemeClr val="bg1"/>
                </a:solidFill>
                <a:latin typeface="宋体" panose="02010600030101010101" pitchFamily="2" charset="-122"/>
                <a:ea typeface="宋体" panose="02010600030101010101" pitchFamily="2" charset="-122"/>
              </a:rPr>
              <a:t>若甲盗窃者，则作案时间不会发生在午夜前；</a:t>
            </a:r>
          </a:p>
          <a:p>
            <a:pPr eaLnBrk="1" hangingPunct="1">
              <a:spcBef>
                <a:spcPct val="50000"/>
              </a:spcBef>
              <a:buFontTx/>
              <a:buNone/>
            </a:pPr>
            <a:r>
              <a:rPr lang="zh-CN" altLang="en-US" b="1">
                <a:solidFill>
                  <a:schemeClr val="bg1"/>
                </a:solidFill>
                <a:latin typeface="宋体" panose="02010600030101010101" pitchFamily="2" charset="-122"/>
                <a:ea typeface="宋体" panose="02010600030101010101" pitchFamily="2" charset="-122"/>
              </a:rPr>
              <a:t>若乙的证词正确，则午夜时屋里的灯光未灭；</a:t>
            </a:r>
          </a:p>
          <a:p>
            <a:pPr eaLnBrk="1" hangingPunct="1">
              <a:spcBef>
                <a:spcPct val="50000"/>
              </a:spcBef>
              <a:buFontTx/>
              <a:buNone/>
            </a:pPr>
            <a:r>
              <a:rPr lang="zh-CN" altLang="en-US" b="1">
                <a:solidFill>
                  <a:schemeClr val="bg1"/>
                </a:solidFill>
                <a:latin typeface="宋体" panose="02010600030101010101" pitchFamily="2" charset="-122"/>
                <a:ea typeface="宋体" panose="02010600030101010101" pitchFamily="2" charset="-122"/>
              </a:rPr>
              <a:t>若乙的证词不正确，则作案时间发生在午夜前；</a:t>
            </a:r>
          </a:p>
          <a:p>
            <a:pPr eaLnBrk="1" hangingPunct="1">
              <a:spcBef>
                <a:spcPct val="50000"/>
              </a:spcBef>
              <a:buFontTx/>
              <a:buNone/>
            </a:pPr>
            <a:r>
              <a:rPr lang="zh-CN" altLang="en-US" b="1">
                <a:solidFill>
                  <a:schemeClr val="bg1"/>
                </a:solidFill>
                <a:latin typeface="宋体" panose="02010600030101010101" pitchFamily="2" charset="-122"/>
                <a:ea typeface="宋体" panose="02010600030101010101" pitchFamily="2" charset="-122"/>
              </a:rPr>
              <a:t>午夜时屋里的灯光灭了。</a:t>
            </a:r>
          </a:p>
        </p:txBody>
      </p:sp>
      <p:sp>
        <p:nvSpPr>
          <p:cNvPr id="11272" name="Text Box 5">
            <a:extLst>
              <a:ext uri="{FF2B5EF4-FFF2-40B4-BE49-F238E27FC236}">
                <a16:creationId xmlns:a16="http://schemas.microsoft.com/office/drawing/2014/main" id="{6CECA0CB-EEF6-4958-BEDA-E87FDBD0DC6A}"/>
              </a:ext>
            </a:extLst>
          </p:cNvPr>
          <p:cNvSpPr txBox="1">
            <a:spLocks noChangeArrowheads="1"/>
          </p:cNvSpPr>
          <p:nvPr/>
        </p:nvSpPr>
        <p:spPr bwMode="auto">
          <a:xfrm>
            <a:off x="1476375" y="5445125"/>
            <a:ext cx="43910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FontTx/>
              <a:buNone/>
            </a:pPr>
            <a:r>
              <a:rPr lang="zh-CN" altLang="en-US" sz="3200" b="1">
                <a:solidFill>
                  <a:srgbClr val="006600"/>
                </a:solidFill>
                <a:latin typeface="黑体" panose="02010609060101010101" pitchFamily="49" charset="-122"/>
                <a:ea typeface="黑体" panose="02010609060101010101" pitchFamily="49" charset="-122"/>
              </a:rPr>
              <a:t>问：盗窃者是谁？</a:t>
            </a:r>
          </a:p>
        </p:txBody>
      </p:sp>
      <p:pic>
        <p:nvPicPr>
          <p:cNvPr id="11273" name="Picture 6" descr="C:\Program Files\Microsoft Office\MEDIA\CAGCAT10\j0293844.wmf">
            <a:extLst>
              <a:ext uri="{FF2B5EF4-FFF2-40B4-BE49-F238E27FC236}">
                <a16:creationId xmlns:a16="http://schemas.microsoft.com/office/drawing/2014/main" id="{79C0E211-8D02-4142-83B9-7C3893569E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43800" y="53340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日期占位符 3">
            <a:extLst>
              <a:ext uri="{FF2B5EF4-FFF2-40B4-BE49-F238E27FC236}">
                <a16:creationId xmlns:a16="http://schemas.microsoft.com/office/drawing/2014/main" id="{622C4CB6-7245-48EF-954B-9F5EA725BAB7}"/>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2AC2A6B3-9E1D-4B20-BDA1-E44EB5E83E52}"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2291" name="页脚占位符 4">
            <a:extLst>
              <a:ext uri="{FF2B5EF4-FFF2-40B4-BE49-F238E27FC236}">
                <a16:creationId xmlns:a16="http://schemas.microsoft.com/office/drawing/2014/main" id="{58EA728F-0734-4909-869F-C47E31488286}"/>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2292" name="灯片编号占位符 5">
            <a:extLst>
              <a:ext uri="{FF2B5EF4-FFF2-40B4-BE49-F238E27FC236}">
                <a16:creationId xmlns:a16="http://schemas.microsoft.com/office/drawing/2014/main" id="{4F1C2D4A-C139-43B4-AEDA-C90B3BDDDF98}"/>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08347CD3-7721-4AA9-B7AE-6B77E6EF8D7D}" type="slidenum">
              <a:rPr lang="en-US" altLang="zh-CN" sz="1400" smtClean="0">
                <a:latin typeface="Times New Roman" panose="02020603050405020304" pitchFamily="18" charset="0"/>
                <a:ea typeface="宋体" panose="02010600030101010101" pitchFamily="2" charset="-122"/>
              </a:rPr>
              <a:pPr>
                <a:spcBef>
                  <a:spcPct val="0"/>
                </a:spcBef>
                <a:buFontTx/>
                <a:buNone/>
              </a:pPr>
              <a:t>9</a:t>
            </a:fld>
            <a:endParaRPr lang="en-US" altLang="zh-CN" sz="1400">
              <a:latin typeface="Times New Roman" panose="02020603050405020304" pitchFamily="18" charset="0"/>
              <a:ea typeface="宋体" panose="02010600030101010101" pitchFamily="2" charset="-122"/>
            </a:endParaRPr>
          </a:p>
        </p:txBody>
      </p:sp>
      <p:sp>
        <p:nvSpPr>
          <p:cNvPr id="12293" name="Text Box 2">
            <a:extLst>
              <a:ext uri="{FF2B5EF4-FFF2-40B4-BE49-F238E27FC236}">
                <a16:creationId xmlns:a16="http://schemas.microsoft.com/office/drawing/2014/main" id="{6ED1EE85-E9B2-4E54-A71D-D38E32FA0F57}"/>
              </a:ext>
            </a:extLst>
          </p:cNvPr>
          <p:cNvSpPr>
            <a:spLocks noGrp="1" noChangeArrowheads="1"/>
          </p:cNvSpPr>
          <p:nvPr>
            <p:ph type="title"/>
          </p:nvPr>
        </p:nvSpPr>
        <p:spPr>
          <a:xfrm>
            <a:off x="1403350" y="812800"/>
            <a:ext cx="5867400" cy="922338"/>
          </a:xfrm>
          <a:solidFill>
            <a:srgbClr val="3366FF"/>
          </a:solidFill>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81000" indent="-381000"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cs typeface="Arial" panose="020B0604020202020204" pitchFamily="34" charset="0"/>
              </a:rPr>
              <a:t>逻辑推理</a:t>
            </a:r>
          </a:p>
        </p:txBody>
      </p:sp>
      <p:pic>
        <p:nvPicPr>
          <p:cNvPr id="12294" name="Picture 6" descr="C:\Program Files\Microsoft Office\MEDIA\CAGCAT10\j0293844.wmf">
            <a:extLst>
              <a:ext uri="{FF2B5EF4-FFF2-40B4-BE49-F238E27FC236}">
                <a16:creationId xmlns:a16="http://schemas.microsoft.com/office/drawing/2014/main" id="{DB3C610A-A026-436F-B806-916C826062E9}"/>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7596188" y="549275"/>
            <a:ext cx="1374775" cy="14493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5" name="文本框 8">
            <a:extLst>
              <a:ext uri="{FF2B5EF4-FFF2-40B4-BE49-F238E27FC236}">
                <a16:creationId xmlns:a16="http://schemas.microsoft.com/office/drawing/2014/main" id="{102A3B60-CE75-4ED2-9760-2D77CB7B4849}"/>
              </a:ext>
            </a:extLst>
          </p:cNvPr>
          <p:cNvSpPr txBox="1">
            <a:spLocks noChangeArrowheads="1"/>
          </p:cNvSpPr>
          <p:nvPr/>
        </p:nvSpPr>
        <p:spPr bwMode="auto">
          <a:xfrm>
            <a:off x="2111375" y="1909763"/>
            <a:ext cx="1262063"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a:latin typeface="Times New Roman" panose="02020603050405020304" pitchFamily="18" charset="0"/>
                <a:ea typeface="宋体" panose="02010600030101010101" pitchFamily="2" charset="-122"/>
              </a:rPr>
              <a:t>前提：</a:t>
            </a:r>
          </a:p>
        </p:txBody>
      </p:sp>
      <p:sp>
        <p:nvSpPr>
          <p:cNvPr id="12296" name="文本框 10">
            <a:extLst>
              <a:ext uri="{FF2B5EF4-FFF2-40B4-BE49-F238E27FC236}">
                <a16:creationId xmlns:a16="http://schemas.microsoft.com/office/drawing/2014/main" id="{E5CB338D-6201-4C94-AA9A-D2F283A1EB14}"/>
              </a:ext>
            </a:extLst>
          </p:cNvPr>
          <p:cNvSpPr txBox="1">
            <a:spLocks noChangeArrowheads="1"/>
          </p:cNvSpPr>
          <p:nvPr/>
        </p:nvSpPr>
        <p:spPr bwMode="auto">
          <a:xfrm>
            <a:off x="2111375" y="2555875"/>
            <a:ext cx="6859588" cy="1631950"/>
          </a:xfrm>
          <a:prstGeom prst="rect">
            <a:avLst/>
          </a:pr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514350" indent="-514350">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 typeface="宋体" panose="02010600030101010101" pitchFamily="2" charset="-122"/>
              <a:buAutoNum type="circleNumDbPlain"/>
            </a:pPr>
            <a:r>
              <a:rPr lang="zh-CN" altLang="en-US" sz="2000">
                <a:latin typeface="Times New Roman" panose="02020603050405020304" pitchFamily="18" charset="0"/>
                <a:ea typeface="宋体" panose="02010600030101010101" pitchFamily="2" charset="-122"/>
              </a:rPr>
              <a:t>甲或乙盗窃了电脑；</a:t>
            </a:r>
            <a:endParaRPr lang="en-US" altLang="zh-CN" sz="2000">
              <a:latin typeface="Times New Roman" panose="02020603050405020304" pitchFamily="18" charset="0"/>
              <a:ea typeface="宋体" panose="02010600030101010101" pitchFamily="2" charset="-122"/>
            </a:endParaRPr>
          </a:p>
          <a:p>
            <a:pPr>
              <a:spcBef>
                <a:spcPct val="0"/>
              </a:spcBef>
              <a:buFont typeface="宋体" panose="02010600030101010101" pitchFamily="2" charset="-122"/>
              <a:buAutoNum type="circleNumDbPlain"/>
            </a:pPr>
            <a:r>
              <a:rPr lang="zh-CN" altLang="en-US" sz="2000">
                <a:latin typeface="Times New Roman" panose="02020603050405020304" pitchFamily="18" charset="0"/>
                <a:ea typeface="宋体" panose="02010600030101010101" pitchFamily="2" charset="-122"/>
              </a:rPr>
              <a:t>若甲盗窃了电脑，则作案时间不可能发生在午夜前；</a:t>
            </a:r>
            <a:endParaRPr lang="en-US" altLang="zh-CN" sz="2000">
              <a:latin typeface="Times New Roman" panose="02020603050405020304" pitchFamily="18" charset="0"/>
              <a:ea typeface="宋体" panose="02010600030101010101" pitchFamily="2" charset="-122"/>
            </a:endParaRPr>
          </a:p>
          <a:p>
            <a:pPr>
              <a:spcBef>
                <a:spcPct val="0"/>
              </a:spcBef>
              <a:buFont typeface="宋体" panose="02010600030101010101" pitchFamily="2" charset="-122"/>
              <a:buAutoNum type="circleNumDbPlain"/>
            </a:pPr>
            <a:r>
              <a:rPr lang="zh-CN" altLang="en-US" sz="2000">
                <a:latin typeface="Times New Roman" panose="02020603050405020304" pitchFamily="18" charset="0"/>
                <a:ea typeface="宋体" panose="02010600030101010101" pitchFamily="2" charset="-122"/>
              </a:rPr>
              <a:t>若乙的证词正确，则午夜时屋里的灯光没有灭；</a:t>
            </a:r>
            <a:endParaRPr lang="en-US" altLang="zh-CN" sz="2800">
              <a:latin typeface="Times New Roman" panose="02020603050405020304" pitchFamily="18" charset="0"/>
              <a:ea typeface="宋体" panose="02010600030101010101" pitchFamily="2" charset="-122"/>
            </a:endParaRPr>
          </a:p>
          <a:p>
            <a:pPr>
              <a:spcBef>
                <a:spcPct val="0"/>
              </a:spcBef>
              <a:buFont typeface="宋体" panose="02010600030101010101" pitchFamily="2" charset="-122"/>
              <a:buAutoNum type="circleNumDbPlain"/>
            </a:pPr>
            <a:r>
              <a:rPr lang="zh-CN" altLang="en-US" sz="2000">
                <a:latin typeface="Times New Roman" panose="02020603050405020304" pitchFamily="18" charset="0"/>
                <a:ea typeface="宋体" panose="02010600030101010101" pitchFamily="2" charset="-122"/>
              </a:rPr>
              <a:t>若乙的证词不正确，则作案时间发生在午夜前；</a:t>
            </a:r>
            <a:endParaRPr lang="en-US" altLang="zh-CN" sz="2000">
              <a:latin typeface="Times New Roman" panose="02020603050405020304" pitchFamily="18" charset="0"/>
              <a:ea typeface="宋体" panose="02010600030101010101" pitchFamily="2" charset="-122"/>
            </a:endParaRPr>
          </a:p>
          <a:p>
            <a:pPr>
              <a:spcBef>
                <a:spcPct val="0"/>
              </a:spcBef>
              <a:buFont typeface="宋体" panose="02010600030101010101" pitchFamily="2" charset="-122"/>
              <a:buAutoNum type="circleNumDbPlain"/>
            </a:pPr>
            <a:r>
              <a:rPr lang="zh-CN" altLang="en-US" sz="2000">
                <a:latin typeface="Times New Roman" panose="02020603050405020304" pitchFamily="18" charset="0"/>
                <a:ea typeface="宋体" panose="02010600030101010101" pitchFamily="2" charset="-122"/>
              </a:rPr>
              <a:t>午夜时屋里的灯光熄灭了。</a:t>
            </a:r>
            <a:endParaRPr lang="en-US" altLang="zh-CN" sz="2000">
              <a:latin typeface="Times New Roman" panose="02020603050405020304" pitchFamily="18" charset="0"/>
              <a:ea typeface="宋体" panose="02010600030101010101" pitchFamily="2" charset="-122"/>
            </a:endParaRPr>
          </a:p>
        </p:txBody>
      </p:sp>
      <p:sp>
        <p:nvSpPr>
          <p:cNvPr id="12297" name="文本框 11">
            <a:extLst>
              <a:ext uri="{FF2B5EF4-FFF2-40B4-BE49-F238E27FC236}">
                <a16:creationId xmlns:a16="http://schemas.microsoft.com/office/drawing/2014/main" id="{38051213-E169-4C61-B425-FDD3641466A1}"/>
              </a:ext>
            </a:extLst>
          </p:cNvPr>
          <p:cNvSpPr txBox="1">
            <a:spLocks noChangeArrowheads="1"/>
          </p:cNvSpPr>
          <p:nvPr/>
        </p:nvSpPr>
        <p:spPr bwMode="auto">
          <a:xfrm>
            <a:off x="2162175" y="4441825"/>
            <a:ext cx="12620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a:latin typeface="Times New Roman" panose="02020603050405020304" pitchFamily="18" charset="0"/>
                <a:ea typeface="宋体" panose="02010600030101010101" pitchFamily="2" charset="-122"/>
              </a:rPr>
              <a:t>结论：</a:t>
            </a:r>
            <a:endParaRPr lang="en-US" altLang="zh-CN" sz="2800">
              <a:latin typeface="Times New Roman" panose="02020603050405020304" pitchFamily="18" charset="0"/>
              <a:ea typeface="宋体" panose="02010600030101010101" pitchFamily="2" charset="-122"/>
            </a:endParaRPr>
          </a:p>
        </p:txBody>
      </p:sp>
      <p:sp>
        <p:nvSpPr>
          <p:cNvPr id="12298" name="左弧形箭头 16">
            <a:extLst>
              <a:ext uri="{FF2B5EF4-FFF2-40B4-BE49-F238E27FC236}">
                <a16:creationId xmlns:a16="http://schemas.microsoft.com/office/drawing/2014/main" id="{A239536B-D173-4C27-81D4-884E97E5F8CF}"/>
              </a:ext>
            </a:extLst>
          </p:cNvPr>
          <p:cNvSpPr>
            <a:spLocks noChangeArrowheads="1"/>
          </p:cNvSpPr>
          <p:nvPr/>
        </p:nvSpPr>
        <p:spPr bwMode="auto">
          <a:xfrm>
            <a:off x="1368425" y="3055938"/>
            <a:ext cx="742950" cy="1957387"/>
          </a:xfrm>
          <a:prstGeom prst="curvedRightArrow">
            <a:avLst>
              <a:gd name="adj1" fmla="val 24992"/>
              <a:gd name="adj2" fmla="val 49997"/>
              <a:gd name="adj3" fmla="val 25000"/>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sp>
        <p:nvSpPr>
          <p:cNvPr id="12299" name="文本框 20">
            <a:extLst>
              <a:ext uri="{FF2B5EF4-FFF2-40B4-BE49-F238E27FC236}">
                <a16:creationId xmlns:a16="http://schemas.microsoft.com/office/drawing/2014/main" id="{A39171B9-60AD-4E77-8236-50AB96A011FF}"/>
              </a:ext>
            </a:extLst>
          </p:cNvPr>
          <p:cNvSpPr txBox="1">
            <a:spLocks noChangeArrowheads="1"/>
          </p:cNvSpPr>
          <p:nvPr/>
        </p:nvSpPr>
        <p:spPr bwMode="auto">
          <a:xfrm>
            <a:off x="911225" y="3090863"/>
            <a:ext cx="492125" cy="186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000" b="1">
                <a:latin typeface="Times New Roman" panose="02020603050405020304" pitchFamily="18" charset="0"/>
                <a:ea typeface="宋体" panose="02010600030101010101" pitchFamily="2" charset="-122"/>
              </a:rPr>
              <a:t>后承关系，推理</a:t>
            </a:r>
          </a:p>
        </p:txBody>
      </p:sp>
      <p:sp>
        <p:nvSpPr>
          <p:cNvPr id="12300" name="矩形 1">
            <a:extLst>
              <a:ext uri="{FF2B5EF4-FFF2-40B4-BE49-F238E27FC236}">
                <a16:creationId xmlns:a16="http://schemas.microsoft.com/office/drawing/2014/main" id="{87B937FB-93A9-4748-98DF-DE4FDC56CB6F}"/>
              </a:ext>
            </a:extLst>
          </p:cNvPr>
          <p:cNvSpPr>
            <a:spLocks noChangeArrowheads="1"/>
          </p:cNvSpPr>
          <p:nvPr/>
        </p:nvSpPr>
        <p:spPr bwMode="auto">
          <a:xfrm>
            <a:off x="2111375" y="5087938"/>
            <a:ext cx="2747963" cy="460375"/>
          </a:xfrm>
          <a:prstGeom prst="rect">
            <a:avLst/>
          </a:prstGeom>
          <a:solidFill>
            <a:srgbClr val="00B050"/>
          </a:solidFill>
          <a:ln w="9525">
            <a:solidFill>
              <a:srgbClr val="C00000"/>
            </a:solidFill>
            <a:miter lim="800000"/>
            <a:headEnd/>
            <a:tailEnd/>
          </a:ln>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a:latin typeface="Times New Roman" panose="02020603050405020304" pitchFamily="18" charset="0"/>
                <a:ea typeface="宋体" panose="02010600030101010101" pitchFamily="2" charset="-122"/>
              </a:rPr>
              <a:t>盗窃电脑的是乙</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日期占位符 3">
            <a:extLst>
              <a:ext uri="{FF2B5EF4-FFF2-40B4-BE49-F238E27FC236}">
                <a16:creationId xmlns:a16="http://schemas.microsoft.com/office/drawing/2014/main" id="{61F80C22-B323-4CA2-A74F-E848512D931E}"/>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8CB1E084-58E7-4D4A-B5B1-919A4661A97A}"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3315" name="页脚占位符 4">
            <a:extLst>
              <a:ext uri="{FF2B5EF4-FFF2-40B4-BE49-F238E27FC236}">
                <a16:creationId xmlns:a16="http://schemas.microsoft.com/office/drawing/2014/main" id="{8107E562-A78F-41EA-9F99-305E04FE25F2}"/>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3316" name="灯片编号占位符 5">
            <a:extLst>
              <a:ext uri="{FF2B5EF4-FFF2-40B4-BE49-F238E27FC236}">
                <a16:creationId xmlns:a16="http://schemas.microsoft.com/office/drawing/2014/main" id="{6713DAF6-9846-4908-9BD6-93F54F5108B0}"/>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350DE82E-0138-47BE-9C2B-8479CAECE2CD}" type="slidenum">
              <a:rPr lang="en-US" altLang="zh-CN" sz="1400" smtClean="0">
                <a:latin typeface="Times New Roman" panose="02020603050405020304" pitchFamily="18" charset="0"/>
                <a:ea typeface="宋体" panose="02010600030101010101" pitchFamily="2" charset="-122"/>
              </a:rPr>
              <a:pPr>
                <a:spcBef>
                  <a:spcPct val="0"/>
                </a:spcBef>
                <a:buFontTx/>
                <a:buNone/>
              </a:pPr>
              <a:t>10</a:t>
            </a:fld>
            <a:endParaRPr lang="en-US" altLang="zh-CN" sz="1400">
              <a:latin typeface="Times New Roman" panose="02020603050405020304" pitchFamily="18" charset="0"/>
              <a:ea typeface="宋体" panose="02010600030101010101" pitchFamily="2" charset="-122"/>
            </a:endParaRPr>
          </a:p>
        </p:txBody>
      </p:sp>
      <p:sp>
        <p:nvSpPr>
          <p:cNvPr id="13317" name="Text Box 2">
            <a:extLst>
              <a:ext uri="{FF2B5EF4-FFF2-40B4-BE49-F238E27FC236}">
                <a16:creationId xmlns:a16="http://schemas.microsoft.com/office/drawing/2014/main" id="{F2D4332C-7A70-4648-BB5A-4972A84CA63F}"/>
              </a:ext>
            </a:extLst>
          </p:cNvPr>
          <p:cNvSpPr txBox="1">
            <a:spLocks noChangeArrowheads="1"/>
          </p:cNvSpPr>
          <p:nvPr/>
        </p:nvSpPr>
        <p:spPr bwMode="auto">
          <a:xfrm>
            <a:off x="1219200" y="838200"/>
            <a:ext cx="5945188" cy="92392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a:t>
            </a:r>
            <a:r>
              <a:rPr lang="zh-CN" altLang="en-US" sz="4800" b="1">
                <a:solidFill>
                  <a:schemeClr val="bg1"/>
                </a:solidFill>
                <a:latin typeface="宋体" panose="02010600030101010101" pitchFamily="2" charset="-122"/>
                <a:ea typeface="宋体" panose="02010600030101010101" pitchFamily="2" charset="-122"/>
                <a:cs typeface="Arial" panose="020B0604020202020204" pitchFamily="34" charset="0"/>
              </a:rPr>
              <a:t>逻辑推理</a:t>
            </a:r>
          </a:p>
        </p:txBody>
      </p:sp>
      <p:pic>
        <p:nvPicPr>
          <p:cNvPr id="13318" name="Picture 6" descr="C:\Program Files\Microsoft Office\MEDIA\CAGCAT10\j0293844.wmf">
            <a:extLst>
              <a:ext uri="{FF2B5EF4-FFF2-40B4-BE49-F238E27FC236}">
                <a16:creationId xmlns:a16="http://schemas.microsoft.com/office/drawing/2014/main" id="{9E9254C2-7486-4243-98ED-28CB6D86C4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04150" y="549275"/>
            <a:ext cx="12319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A99BA3BC-4EFD-47F3-8E88-367669BC288A}"/>
              </a:ext>
            </a:extLst>
          </p:cNvPr>
          <p:cNvSpPr/>
          <p:nvPr/>
        </p:nvSpPr>
        <p:spPr>
          <a:xfrm>
            <a:off x="504825" y="2192338"/>
            <a:ext cx="8459788" cy="3540125"/>
          </a:xfrm>
          <a:prstGeom prst="rect">
            <a:avLst/>
          </a:prstGeom>
          <a:solidFill>
            <a:schemeClr val="accent3"/>
          </a:solidFill>
          <a:ln>
            <a:solidFill>
              <a:srgbClr val="C00000"/>
            </a:solidFill>
          </a:ln>
        </p:spPr>
        <p:txBody>
          <a:bodyPr>
            <a:spAutoFit/>
          </a:bodyPr>
          <a:lstStyle/>
          <a:p>
            <a:pPr indent="267335" algn="just">
              <a:spcAft>
                <a:spcPts val="0"/>
              </a:spcAft>
              <a:defRPr/>
            </a:pPr>
            <a:r>
              <a:rPr lang="zh-CN" altLang="zh-CN" kern="100" dirty="0">
                <a:latin typeface="Calibri" panose="020F0502020204030204" pitchFamily="34" charset="0"/>
                <a:cs typeface="Times New Roman" panose="02020603050405020304" pitchFamily="18" charset="0"/>
              </a:rPr>
              <a:t>【例题】两个孩子（一男一女）在后院玩耍</a:t>
            </a:r>
            <a:r>
              <a:rPr lang="zh-CN" altLang="en-US" kern="100" dirty="0">
                <a:latin typeface="Calibri" panose="020F0502020204030204" pitchFamily="34" charset="0"/>
                <a:cs typeface="Times New Roman" panose="02020603050405020304" pitchFamily="18" charset="0"/>
              </a:rPr>
              <a:t>时，</a:t>
            </a:r>
            <a:r>
              <a:rPr lang="zh-CN" altLang="zh-CN" kern="100" dirty="0">
                <a:latin typeface="Calibri" panose="020F0502020204030204" pitchFamily="34" charset="0"/>
                <a:cs typeface="Times New Roman" panose="02020603050405020304" pitchFamily="18" charset="0"/>
              </a:rPr>
              <a:t>额头上沾了泥。当孩子们回来后，父亲说他们当中至少有一个人额头上有泥，</a:t>
            </a:r>
            <a:r>
              <a:rPr lang="zh-CN" altLang="en-US" kern="100" dirty="0">
                <a:latin typeface="Calibri" panose="020F0502020204030204" pitchFamily="34" charset="0"/>
                <a:cs typeface="Times New Roman" panose="02020603050405020304" pitchFamily="18" charset="0"/>
              </a:rPr>
              <a:t>并</a:t>
            </a:r>
            <a:r>
              <a:rPr lang="zh-CN" altLang="zh-CN" kern="100" dirty="0">
                <a:latin typeface="Calibri" panose="020F0502020204030204" pitchFamily="34" charset="0"/>
                <a:cs typeface="Times New Roman" panose="02020603050405020304" pitchFamily="18" charset="0"/>
              </a:rPr>
              <a:t>问</a:t>
            </a:r>
            <a:r>
              <a:rPr lang="zh-CN" altLang="en-US" kern="100" dirty="0">
                <a:latin typeface="Calibri" panose="020F0502020204030204" pitchFamily="34" charset="0"/>
                <a:cs typeface="Times New Roman" panose="02020603050405020304" pitchFamily="18" charset="0"/>
              </a:rPr>
              <a:t>他们</a:t>
            </a:r>
            <a:r>
              <a:rPr lang="zh-CN" altLang="zh-CN" kern="100" dirty="0">
                <a:latin typeface="Calibri" panose="020F0502020204030204" pitchFamily="34" charset="0"/>
                <a:cs typeface="Times New Roman" panose="02020603050405020304" pitchFamily="18" charset="0"/>
              </a:rPr>
              <a:t>能否确定自己额头上是否有泥，两孩子都说不能；可当父亲第二次问同样问题时，两孩子都说可以。假设：（</a:t>
            </a:r>
            <a:r>
              <a:rPr lang="en-US" altLang="zh-CN" kern="100" dirty="0">
                <a:latin typeface="Calibri" panose="020F0502020204030204" pitchFamily="34" charset="0"/>
                <a:cs typeface="Times New Roman" panose="02020603050405020304" pitchFamily="18" charset="0"/>
              </a:rPr>
              <a:t>1</a:t>
            </a:r>
            <a:r>
              <a:rPr lang="zh-CN" altLang="zh-CN" kern="100" dirty="0">
                <a:latin typeface="Calibri" panose="020F0502020204030204" pitchFamily="34" charset="0"/>
                <a:cs typeface="Times New Roman" panose="02020603050405020304" pitchFamily="18" charset="0"/>
              </a:rPr>
              <a:t>）每个孩子都可看到对方额头上是否有泥，但看</a:t>
            </a:r>
            <a:r>
              <a:rPr lang="zh-CN" altLang="en-US" kern="100" dirty="0">
                <a:latin typeface="Calibri" panose="020F0502020204030204" pitchFamily="34" charset="0"/>
                <a:cs typeface="Times New Roman" panose="02020603050405020304" pitchFamily="18" charset="0"/>
              </a:rPr>
              <a:t>不</a:t>
            </a:r>
            <a:r>
              <a:rPr lang="zh-CN" altLang="zh-CN" kern="100" dirty="0">
                <a:latin typeface="Calibri" panose="020F0502020204030204" pitchFamily="34" charset="0"/>
                <a:cs typeface="Times New Roman" panose="02020603050405020304" pitchFamily="18" charset="0"/>
              </a:rPr>
              <a:t>见自己的额头；（</a:t>
            </a:r>
            <a:r>
              <a:rPr lang="en-US" altLang="zh-CN" kern="100" dirty="0">
                <a:latin typeface="Calibri" panose="020F0502020204030204" pitchFamily="34" charset="0"/>
                <a:cs typeface="Times New Roman" panose="02020603050405020304" pitchFamily="18" charset="0"/>
              </a:rPr>
              <a:t>2</a:t>
            </a:r>
            <a:r>
              <a:rPr lang="zh-CN" altLang="zh-CN" kern="100" dirty="0">
                <a:latin typeface="Calibri" panose="020F0502020204030204" pitchFamily="34" charset="0"/>
                <a:cs typeface="Times New Roman" panose="02020603050405020304" pitchFamily="18" charset="0"/>
              </a:rPr>
              <a:t>）两孩子都很诚实且都同时回答每次提问。</a:t>
            </a:r>
            <a:r>
              <a:rPr lang="zh-CN" altLang="zh-CN" b="1" kern="100" dirty="0">
                <a:latin typeface="Calibri" panose="020F0502020204030204" pitchFamily="34" charset="0"/>
                <a:cs typeface="Times New Roman" panose="02020603050405020304" pitchFamily="18" charset="0"/>
              </a:rPr>
              <a:t>分析两孩子能够做出正确判断的原因。</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日期占位符 3">
            <a:extLst>
              <a:ext uri="{FF2B5EF4-FFF2-40B4-BE49-F238E27FC236}">
                <a16:creationId xmlns:a16="http://schemas.microsoft.com/office/drawing/2014/main" id="{1F42AA37-FBDA-43EC-BB93-834C950F8025}"/>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1EAA8C90-744C-4ADD-A826-2C9AA4F3E7D2}"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4339" name="页脚占位符 4">
            <a:extLst>
              <a:ext uri="{FF2B5EF4-FFF2-40B4-BE49-F238E27FC236}">
                <a16:creationId xmlns:a16="http://schemas.microsoft.com/office/drawing/2014/main" id="{F69701FB-DE0C-420D-B880-69EA88763686}"/>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4340" name="灯片编号占位符 5">
            <a:extLst>
              <a:ext uri="{FF2B5EF4-FFF2-40B4-BE49-F238E27FC236}">
                <a16:creationId xmlns:a16="http://schemas.microsoft.com/office/drawing/2014/main" id="{F4ED1C3C-1D1F-473B-9C58-15A11ECDBB81}"/>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738418AA-453F-44BF-8401-3B772EBC7353}" type="slidenum">
              <a:rPr lang="en-US" altLang="zh-CN" sz="1400" smtClean="0">
                <a:latin typeface="Times New Roman" panose="02020603050405020304" pitchFamily="18" charset="0"/>
                <a:ea typeface="宋体" panose="02010600030101010101" pitchFamily="2" charset="-122"/>
              </a:rPr>
              <a:pPr>
                <a:spcBef>
                  <a:spcPct val="0"/>
                </a:spcBef>
                <a:buFontTx/>
                <a:buNone/>
              </a:pPr>
              <a:t>11</a:t>
            </a:fld>
            <a:endParaRPr lang="en-US" altLang="zh-CN" sz="1400">
              <a:latin typeface="Times New Roman" panose="02020603050405020304" pitchFamily="18" charset="0"/>
              <a:ea typeface="宋体" panose="02010600030101010101" pitchFamily="2" charset="-122"/>
            </a:endParaRPr>
          </a:p>
        </p:txBody>
      </p:sp>
      <p:sp>
        <p:nvSpPr>
          <p:cNvPr id="14341" name="Text Box 2">
            <a:extLst>
              <a:ext uri="{FF2B5EF4-FFF2-40B4-BE49-F238E27FC236}">
                <a16:creationId xmlns:a16="http://schemas.microsoft.com/office/drawing/2014/main" id="{1582274D-B095-452F-AD4A-F73528DE605E}"/>
              </a:ext>
            </a:extLst>
          </p:cNvPr>
          <p:cNvSpPr txBox="1">
            <a:spLocks noChangeArrowheads="1"/>
          </p:cNvSpPr>
          <p:nvPr/>
        </p:nvSpPr>
        <p:spPr bwMode="auto">
          <a:xfrm>
            <a:off x="1746250" y="765175"/>
            <a:ext cx="5562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古典逻辑</a:t>
            </a:r>
          </a:p>
        </p:txBody>
      </p:sp>
      <p:pic>
        <p:nvPicPr>
          <p:cNvPr id="14342" name="Picture 6" descr="C:\Program Files\Microsoft Office\MEDIA\CAGCAT10\j0293844.wmf">
            <a:extLst>
              <a:ext uri="{FF2B5EF4-FFF2-40B4-BE49-F238E27FC236}">
                <a16:creationId xmlns:a16="http://schemas.microsoft.com/office/drawing/2014/main" id="{8FD5C013-1466-43E5-9C40-BF71210140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77175" y="549275"/>
            <a:ext cx="12319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3" name="Rectangle 12">
            <a:extLst>
              <a:ext uri="{FF2B5EF4-FFF2-40B4-BE49-F238E27FC236}">
                <a16:creationId xmlns:a16="http://schemas.microsoft.com/office/drawing/2014/main" id="{9D25EE72-A04C-4A33-907E-D0DE903466AD}"/>
              </a:ext>
            </a:extLst>
          </p:cNvPr>
          <p:cNvSpPr>
            <a:spLocks noChangeArrowheads="1"/>
          </p:cNvSpPr>
          <p:nvPr/>
        </p:nvSpPr>
        <p:spPr bwMode="auto">
          <a:xfrm>
            <a:off x="396875" y="2057400"/>
            <a:ext cx="8567738" cy="410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800" b="1">
                <a:latin typeface="黑体" panose="02010609060101010101" pitchFamily="49" charset="-122"/>
                <a:ea typeface="黑体" panose="02010609060101010101" pitchFamily="49" charset="-122"/>
              </a:rPr>
              <a:t>亚里士多德的</a:t>
            </a:r>
            <a:r>
              <a:rPr lang="zh-CN" altLang="en-US" sz="2800" b="1">
                <a:solidFill>
                  <a:srgbClr val="006600"/>
                </a:solidFill>
                <a:latin typeface="黑体" panose="02010609060101010101" pitchFamily="49" charset="-122"/>
                <a:ea typeface="黑体" panose="02010609060101010101" pitchFamily="49" charset="-122"/>
              </a:rPr>
              <a:t>三段论</a:t>
            </a:r>
            <a:r>
              <a:rPr lang="en-US" altLang="zh-CN" sz="2800" b="1">
                <a:solidFill>
                  <a:srgbClr val="006600"/>
                </a:solidFill>
                <a:latin typeface="黑体" panose="02010609060101010101" pitchFamily="49" charset="-122"/>
                <a:ea typeface="黑体" panose="02010609060101010101" pitchFamily="49" charset="-122"/>
              </a:rPr>
              <a:t>(</a:t>
            </a:r>
            <a:r>
              <a:rPr lang="en-US" altLang="zh-CN" sz="2800" b="1" i="1">
                <a:latin typeface="黑体" panose="02010609060101010101" pitchFamily="49" charset="-122"/>
                <a:ea typeface="黑体" panose="02010609060101010101" pitchFamily="49" charset="-122"/>
              </a:rPr>
              <a:t>syllogism</a:t>
            </a:r>
            <a:r>
              <a:rPr lang="en-US" altLang="zh-CN" sz="2800" b="1">
                <a:latin typeface="黑体" panose="02010609060101010101" pitchFamily="49" charset="-122"/>
                <a:ea typeface="黑体" panose="02010609060101010101" pitchFamily="49" charset="-122"/>
              </a:rPr>
              <a:t>)</a:t>
            </a:r>
          </a:p>
          <a:p>
            <a:pPr lvl="1" eaLnBrk="1" hangingPunct="1">
              <a:buFontTx/>
              <a:buNone/>
            </a:pPr>
            <a:r>
              <a:rPr lang="en-US" altLang="zh-CN" sz="2800">
                <a:latin typeface="宋体" panose="02010600030101010101" pitchFamily="2" charset="-122"/>
              </a:rPr>
              <a:t>      </a:t>
            </a:r>
            <a:r>
              <a:rPr lang="zh-CN" altLang="en-US" sz="2800" b="1">
                <a:solidFill>
                  <a:schemeClr val="accent2"/>
                </a:solidFill>
                <a:latin typeface="宋体" panose="02010600030101010101" pitchFamily="2" charset="-122"/>
              </a:rPr>
              <a:t>从两个前提推出一个结论的逻辑论证形式</a:t>
            </a:r>
            <a:r>
              <a:rPr lang="en-US" altLang="zh-CN" sz="2800" b="1">
                <a:solidFill>
                  <a:schemeClr val="accent2"/>
                </a:solidFill>
                <a:latin typeface="宋体" panose="02010600030101010101" pitchFamily="2" charset="-122"/>
              </a:rPr>
              <a:t>:</a:t>
            </a:r>
          </a:p>
          <a:p>
            <a:pPr lvl="2" eaLnBrk="1" hangingPunct="1">
              <a:buFontTx/>
              <a:buNone/>
            </a:pPr>
            <a:r>
              <a:rPr lang="en-US" altLang="zh-CN">
                <a:latin typeface="宋体" panose="02010600030101010101" pitchFamily="2" charset="-122"/>
              </a:rPr>
              <a:t>             </a:t>
            </a:r>
            <a:r>
              <a:rPr lang="en-US" altLang="zh-CN">
                <a:latin typeface="黑体" panose="02010609060101010101" pitchFamily="49" charset="-122"/>
                <a:ea typeface="黑体" panose="02010609060101010101" pitchFamily="49" charset="-122"/>
              </a:rPr>
              <a:t>1.</a:t>
            </a:r>
            <a:r>
              <a:rPr lang="zh-CN" altLang="en-US">
                <a:latin typeface="黑体" panose="02010609060101010101" pitchFamily="49" charset="-122"/>
                <a:ea typeface="黑体" panose="02010609060101010101" pitchFamily="49" charset="-122"/>
              </a:rPr>
              <a:t>大前提</a:t>
            </a:r>
            <a:r>
              <a:rPr lang="en-US" altLang="zh-CN">
                <a:latin typeface="黑体" panose="02010609060101010101" pitchFamily="49" charset="-122"/>
                <a:ea typeface="黑体" panose="02010609060101010101" pitchFamily="49" charset="-122"/>
              </a:rPr>
              <a:t>(</a:t>
            </a:r>
            <a:r>
              <a:rPr lang="en-US" altLang="zh-CN" i="1">
                <a:latin typeface="黑体" panose="02010609060101010101" pitchFamily="49" charset="-122"/>
                <a:ea typeface="黑体" panose="02010609060101010101" pitchFamily="49" charset="-122"/>
              </a:rPr>
              <a:t>major premise</a:t>
            </a:r>
            <a:r>
              <a:rPr lang="en-US" altLang="zh-CN">
                <a:latin typeface="黑体" panose="02010609060101010101" pitchFamily="49" charset="-122"/>
                <a:ea typeface="黑体" panose="02010609060101010101" pitchFamily="49" charset="-122"/>
              </a:rPr>
              <a:t>)   </a:t>
            </a:r>
          </a:p>
          <a:p>
            <a:pPr lvl="2" eaLnBrk="1" hangingPunct="1">
              <a:buFontTx/>
              <a:buNone/>
            </a:pPr>
            <a:r>
              <a:rPr lang="en-US" altLang="zh-CN">
                <a:latin typeface="宋体" panose="02010600030101010101" pitchFamily="2" charset="-122"/>
              </a:rPr>
              <a:t>                      </a:t>
            </a:r>
            <a:r>
              <a:rPr lang="zh-CN" altLang="en-US" b="1">
                <a:solidFill>
                  <a:srgbClr val="006600"/>
                </a:solidFill>
                <a:latin typeface="宋体" panose="02010600030101010101" pitchFamily="2" charset="-122"/>
              </a:rPr>
              <a:t>人都是两足动物</a:t>
            </a:r>
          </a:p>
          <a:p>
            <a:pPr lvl="2" eaLnBrk="1" hangingPunct="1">
              <a:buFontTx/>
              <a:buNone/>
            </a:pPr>
            <a:r>
              <a:rPr lang="zh-CN" altLang="en-US">
                <a:latin typeface="宋体" panose="02010600030101010101" pitchFamily="2" charset="-122"/>
              </a:rPr>
              <a:t>             </a:t>
            </a:r>
            <a:r>
              <a:rPr lang="en-US" altLang="zh-CN">
                <a:latin typeface="黑体" panose="02010609060101010101" pitchFamily="49" charset="-122"/>
                <a:ea typeface="黑体" panose="02010609060101010101" pitchFamily="49" charset="-122"/>
              </a:rPr>
              <a:t>2.</a:t>
            </a:r>
            <a:r>
              <a:rPr lang="zh-CN" altLang="en-US">
                <a:latin typeface="黑体" panose="02010609060101010101" pitchFamily="49" charset="-122"/>
                <a:ea typeface="黑体" panose="02010609060101010101" pitchFamily="49" charset="-122"/>
              </a:rPr>
              <a:t>小前提</a:t>
            </a:r>
            <a:r>
              <a:rPr lang="en-US" altLang="zh-CN">
                <a:latin typeface="黑体" panose="02010609060101010101" pitchFamily="49" charset="-122"/>
                <a:ea typeface="黑体" panose="02010609060101010101" pitchFamily="49" charset="-122"/>
              </a:rPr>
              <a:t>(</a:t>
            </a:r>
            <a:r>
              <a:rPr lang="en-US" altLang="zh-CN" i="1">
                <a:latin typeface="黑体" panose="02010609060101010101" pitchFamily="49" charset="-122"/>
                <a:ea typeface="黑体" panose="02010609060101010101" pitchFamily="49" charset="-122"/>
              </a:rPr>
              <a:t>minor premise</a:t>
            </a:r>
            <a:r>
              <a:rPr lang="en-US" altLang="zh-CN">
                <a:latin typeface="黑体" panose="02010609060101010101" pitchFamily="49" charset="-122"/>
                <a:ea typeface="黑体" panose="02010609060101010101" pitchFamily="49" charset="-122"/>
              </a:rPr>
              <a:t>)</a:t>
            </a:r>
            <a:r>
              <a:rPr lang="en-US" altLang="zh-CN">
                <a:latin typeface="宋体" panose="02010600030101010101" pitchFamily="2" charset="-122"/>
              </a:rPr>
              <a:t>     </a:t>
            </a:r>
          </a:p>
          <a:p>
            <a:pPr lvl="2" eaLnBrk="1" hangingPunct="1">
              <a:buFontTx/>
              <a:buNone/>
            </a:pPr>
            <a:r>
              <a:rPr lang="en-US" altLang="zh-CN">
                <a:latin typeface="宋体" panose="02010600030101010101" pitchFamily="2" charset="-122"/>
              </a:rPr>
              <a:t>                      </a:t>
            </a:r>
            <a:r>
              <a:rPr lang="zh-CN" altLang="en-US" b="1">
                <a:solidFill>
                  <a:srgbClr val="006600"/>
                </a:solidFill>
                <a:latin typeface="宋体" panose="02010600030101010101" pitchFamily="2" charset="-122"/>
              </a:rPr>
              <a:t>希腊人都是人</a:t>
            </a:r>
          </a:p>
          <a:p>
            <a:pPr lvl="2" eaLnBrk="1" hangingPunct="1">
              <a:buFontTx/>
              <a:buNone/>
            </a:pPr>
            <a:r>
              <a:rPr lang="zh-CN" altLang="en-US">
                <a:latin typeface="宋体" panose="02010600030101010101" pitchFamily="2" charset="-122"/>
              </a:rPr>
              <a:t>             </a:t>
            </a:r>
            <a:r>
              <a:rPr lang="en-US" altLang="zh-CN">
                <a:latin typeface="黑体" panose="02010609060101010101" pitchFamily="49" charset="-122"/>
                <a:ea typeface="黑体" panose="02010609060101010101" pitchFamily="49" charset="-122"/>
              </a:rPr>
              <a:t>3.</a:t>
            </a:r>
            <a:r>
              <a:rPr lang="zh-CN" altLang="en-US">
                <a:latin typeface="黑体" panose="02010609060101010101" pitchFamily="49" charset="-122"/>
                <a:ea typeface="黑体" panose="02010609060101010101" pitchFamily="49" charset="-122"/>
              </a:rPr>
              <a:t>结论</a:t>
            </a:r>
            <a:r>
              <a:rPr lang="en-US" altLang="zh-CN">
                <a:latin typeface="黑体" panose="02010609060101010101" pitchFamily="49" charset="-122"/>
                <a:ea typeface="黑体" panose="02010609060101010101" pitchFamily="49" charset="-122"/>
              </a:rPr>
              <a:t>(</a:t>
            </a:r>
            <a:r>
              <a:rPr lang="en-US" altLang="zh-CN" i="1">
                <a:latin typeface="黑体" panose="02010609060101010101" pitchFamily="49" charset="-122"/>
                <a:ea typeface="黑体" panose="02010609060101010101" pitchFamily="49" charset="-122"/>
              </a:rPr>
              <a:t>conclusion</a:t>
            </a:r>
            <a:r>
              <a:rPr lang="en-US" altLang="zh-CN">
                <a:latin typeface="黑体" panose="02010609060101010101" pitchFamily="49" charset="-122"/>
                <a:ea typeface="黑体" panose="02010609060101010101" pitchFamily="49" charset="-122"/>
              </a:rPr>
              <a:t>)</a:t>
            </a:r>
            <a:r>
              <a:rPr lang="en-US" altLang="zh-CN">
                <a:latin typeface="宋体" panose="02010600030101010101" pitchFamily="2" charset="-122"/>
              </a:rPr>
              <a:t>   </a:t>
            </a:r>
          </a:p>
          <a:p>
            <a:pPr lvl="2" eaLnBrk="1" hangingPunct="1">
              <a:buFontTx/>
              <a:buNone/>
            </a:pPr>
            <a:r>
              <a:rPr lang="en-US" altLang="zh-CN">
                <a:latin typeface="宋体" panose="02010600030101010101" pitchFamily="2" charset="-122"/>
              </a:rPr>
              <a:t>                      </a:t>
            </a:r>
            <a:r>
              <a:rPr lang="zh-CN" altLang="en-US" b="1">
                <a:solidFill>
                  <a:srgbClr val="006600"/>
                </a:solidFill>
                <a:latin typeface="宋体" panose="02010600030101010101" pitchFamily="2" charset="-122"/>
              </a:rPr>
              <a:t>希腊人都是两足动物</a:t>
            </a:r>
          </a:p>
        </p:txBody>
      </p:sp>
      <p:pic>
        <p:nvPicPr>
          <p:cNvPr id="14344" name="图片 5" descr="Aristotle.jpg">
            <a:extLst>
              <a:ext uri="{FF2B5EF4-FFF2-40B4-BE49-F238E27FC236}">
                <a16:creationId xmlns:a16="http://schemas.microsoft.com/office/drawing/2014/main" id="{5142C4A2-F4D5-4BE6-B36B-8BE0B07F3CB6}"/>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20713" y="3235325"/>
            <a:ext cx="2079625" cy="278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日期占位符 3">
            <a:extLst>
              <a:ext uri="{FF2B5EF4-FFF2-40B4-BE49-F238E27FC236}">
                <a16:creationId xmlns:a16="http://schemas.microsoft.com/office/drawing/2014/main" id="{4F89D2A7-7F33-4119-91EE-31A2875EC396}"/>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FF5778A3-FD8B-4268-9199-56776D02A8FA}"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5363" name="页脚占位符 4">
            <a:extLst>
              <a:ext uri="{FF2B5EF4-FFF2-40B4-BE49-F238E27FC236}">
                <a16:creationId xmlns:a16="http://schemas.microsoft.com/office/drawing/2014/main" id="{7AAB84B3-E6B8-4F1F-B8E8-717F410FF58D}"/>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5364" name="灯片编号占位符 5">
            <a:extLst>
              <a:ext uri="{FF2B5EF4-FFF2-40B4-BE49-F238E27FC236}">
                <a16:creationId xmlns:a16="http://schemas.microsoft.com/office/drawing/2014/main" id="{CBAA73C2-CB20-45FA-9A99-4E924044017D}"/>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38535901-141E-42D7-BC54-E42F80DB19B5}" type="slidenum">
              <a:rPr lang="en-US" altLang="zh-CN" sz="1400" smtClean="0">
                <a:latin typeface="Times New Roman" panose="02020603050405020304" pitchFamily="18" charset="0"/>
                <a:ea typeface="宋体" panose="02010600030101010101" pitchFamily="2" charset="-122"/>
              </a:rPr>
              <a:pPr>
                <a:spcBef>
                  <a:spcPct val="0"/>
                </a:spcBef>
                <a:buFontTx/>
                <a:buNone/>
              </a:pPr>
              <a:t>12</a:t>
            </a:fld>
            <a:endParaRPr lang="en-US" altLang="zh-CN" sz="1400">
              <a:latin typeface="Times New Roman" panose="02020603050405020304" pitchFamily="18" charset="0"/>
              <a:ea typeface="宋体" panose="02010600030101010101" pitchFamily="2" charset="-122"/>
            </a:endParaRPr>
          </a:p>
        </p:txBody>
      </p:sp>
      <p:sp>
        <p:nvSpPr>
          <p:cNvPr id="15365" name="Text Box 2">
            <a:extLst>
              <a:ext uri="{FF2B5EF4-FFF2-40B4-BE49-F238E27FC236}">
                <a16:creationId xmlns:a16="http://schemas.microsoft.com/office/drawing/2014/main" id="{EFF041CF-3B3D-4578-9A97-A9338B98C195}"/>
              </a:ext>
            </a:extLst>
          </p:cNvPr>
          <p:cNvSpPr txBox="1">
            <a:spLocks noChangeArrowheads="1"/>
          </p:cNvSpPr>
          <p:nvPr/>
        </p:nvSpPr>
        <p:spPr bwMode="auto">
          <a:xfrm>
            <a:off x="1524000" y="838200"/>
            <a:ext cx="5562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数理逻辑</a:t>
            </a:r>
          </a:p>
        </p:txBody>
      </p:sp>
      <p:sp>
        <p:nvSpPr>
          <p:cNvPr id="15366" name="Rectangle 3">
            <a:extLst>
              <a:ext uri="{FF2B5EF4-FFF2-40B4-BE49-F238E27FC236}">
                <a16:creationId xmlns:a16="http://schemas.microsoft.com/office/drawing/2014/main" id="{2132B8CE-1B2B-4590-B67A-D8CD46CE5BE6}"/>
              </a:ext>
            </a:extLst>
          </p:cNvPr>
          <p:cNvSpPr>
            <a:spLocks noGrp="1" noChangeArrowheads="1"/>
          </p:cNvSpPr>
          <p:nvPr>
            <p:ph type="body" idx="1"/>
          </p:nvPr>
        </p:nvSpPr>
        <p:spPr>
          <a:xfrm>
            <a:off x="395288" y="1989138"/>
            <a:ext cx="3600450" cy="719137"/>
          </a:xfrm>
          <a:noFill/>
          <a:extLst>
            <a:ext uri="{909E8E84-426E-40DD-AFC4-6F175D3DCCD1}">
              <a14:hiddenFill xmlns:a14="http://schemas.microsoft.com/office/drawing/2010/main">
                <a:solidFill>
                  <a:schemeClr val="accent1"/>
                </a:solidFill>
              </a14:hiddenFill>
            </a:ext>
          </a:extLst>
        </p:spPr>
        <p:txBody>
          <a:bodyPr lIns="92075" tIns="46038" rIns="92075" bIns="46038"/>
          <a:lstStyle/>
          <a:p>
            <a:pPr eaLnBrk="1" hangingPunct="1">
              <a:buFont typeface="Wingdings" panose="05000000000000000000" pitchFamily="2" charset="2"/>
              <a:buNone/>
            </a:pPr>
            <a:r>
              <a:rPr lang="zh-CN" altLang="en-US" sz="3200" b="1">
                <a:solidFill>
                  <a:srgbClr val="FF0000"/>
                </a:solidFill>
                <a:effectLst/>
                <a:latin typeface="黑体" panose="02010609060101010101" pitchFamily="49" charset="-122"/>
                <a:ea typeface="黑体" panose="02010609060101010101" pitchFamily="49" charset="-122"/>
              </a:rPr>
              <a:t>数理逻辑的创始人</a:t>
            </a:r>
          </a:p>
        </p:txBody>
      </p:sp>
      <p:pic>
        <p:nvPicPr>
          <p:cNvPr id="15367" name="Picture 6" descr="C:\Program Files\Microsoft Office\MEDIA\CAGCAT10\j0293844.wmf">
            <a:extLst>
              <a:ext uri="{FF2B5EF4-FFF2-40B4-BE49-F238E27FC236}">
                <a16:creationId xmlns:a16="http://schemas.microsoft.com/office/drawing/2014/main" id="{D649D960-6E79-4C42-8F9C-553C13AE22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04150" y="549275"/>
            <a:ext cx="12319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8" name="Picture 5" descr="e5b64d38e489cefab311c7d9">
            <a:extLst>
              <a:ext uri="{FF2B5EF4-FFF2-40B4-BE49-F238E27FC236}">
                <a16:creationId xmlns:a16="http://schemas.microsoft.com/office/drawing/2014/main" id="{E95153FC-2E13-4C6F-813F-BF1E7298B29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8888" y="2997200"/>
            <a:ext cx="1476375"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9" name="Text Box 6">
            <a:extLst>
              <a:ext uri="{FF2B5EF4-FFF2-40B4-BE49-F238E27FC236}">
                <a16:creationId xmlns:a16="http://schemas.microsoft.com/office/drawing/2014/main" id="{44A6DB1B-44D4-48A2-B840-A8B8747E543C}"/>
              </a:ext>
            </a:extLst>
          </p:cNvPr>
          <p:cNvSpPr txBox="1">
            <a:spLocks noChangeArrowheads="1"/>
          </p:cNvSpPr>
          <p:nvPr/>
        </p:nvSpPr>
        <p:spPr bwMode="auto">
          <a:xfrm>
            <a:off x="107950" y="5157788"/>
            <a:ext cx="3673475"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b="1">
                <a:latin typeface="宋体" panose="02010600030101010101" pitchFamily="2" charset="-122"/>
                <a:ea typeface="宋体" panose="02010600030101010101" pitchFamily="2" charset="-122"/>
              </a:rPr>
              <a:t>德国数学家莱布尼茨</a:t>
            </a:r>
          </a:p>
          <a:p>
            <a:pPr algn="ctr" eaLnBrk="1" hangingPunct="1">
              <a:spcBef>
                <a:spcPct val="0"/>
              </a:spcBef>
              <a:buFontTx/>
              <a:buNone/>
            </a:pPr>
            <a:r>
              <a:rPr lang="en-US" altLang="zh-CN" b="1">
                <a:latin typeface="宋体" panose="02010600030101010101" pitchFamily="2" charset="-122"/>
                <a:ea typeface="宋体" panose="02010600030101010101" pitchFamily="2" charset="-122"/>
              </a:rPr>
              <a:t>1646-1716</a:t>
            </a:r>
          </a:p>
        </p:txBody>
      </p:sp>
      <p:pic>
        <p:nvPicPr>
          <p:cNvPr id="15370" name="Picture 7" descr="b21c8701a18b87d6934bff84070828381f30fd24">
            <a:extLst>
              <a:ext uri="{FF2B5EF4-FFF2-40B4-BE49-F238E27FC236}">
                <a16:creationId xmlns:a16="http://schemas.microsoft.com/office/drawing/2014/main" id="{A9386377-794F-443F-86B5-7B2818221D8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95738" y="2924175"/>
            <a:ext cx="1589087" cy="194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71" name="Text Box 8">
            <a:extLst>
              <a:ext uri="{FF2B5EF4-FFF2-40B4-BE49-F238E27FC236}">
                <a16:creationId xmlns:a16="http://schemas.microsoft.com/office/drawing/2014/main" id="{80497234-2537-4E37-92DF-30CE68375FCA}"/>
              </a:ext>
            </a:extLst>
          </p:cNvPr>
          <p:cNvSpPr txBox="1">
            <a:spLocks noChangeArrowheads="1"/>
          </p:cNvSpPr>
          <p:nvPr/>
        </p:nvSpPr>
        <p:spPr bwMode="auto">
          <a:xfrm>
            <a:off x="3419475" y="5157788"/>
            <a:ext cx="2881313"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b="1">
                <a:latin typeface="宋体" panose="02010600030101010101" pitchFamily="2" charset="-122"/>
                <a:ea typeface="宋体" panose="02010600030101010101" pitchFamily="2" charset="-122"/>
              </a:rPr>
              <a:t>英国数学家布尔</a:t>
            </a:r>
          </a:p>
          <a:p>
            <a:pPr algn="ctr" eaLnBrk="1" hangingPunct="1">
              <a:spcBef>
                <a:spcPct val="0"/>
              </a:spcBef>
              <a:buFontTx/>
              <a:buNone/>
            </a:pPr>
            <a:r>
              <a:rPr lang="en-US" altLang="zh-CN" b="1">
                <a:latin typeface="宋体" panose="02010600030101010101" pitchFamily="2" charset="-122"/>
                <a:ea typeface="宋体" panose="02010600030101010101" pitchFamily="2" charset="-122"/>
              </a:rPr>
              <a:t>1815-1864</a:t>
            </a:r>
          </a:p>
        </p:txBody>
      </p:sp>
      <p:pic>
        <p:nvPicPr>
          <p:cNvPr id="15372" name="Picture 9" descr="b3119313b07eca80e7d7e894902397dda04483f7">
            <a:extLst>
              <a:ext uri="{FF2B5EF4-FFF2-40B4-BE49-F238E27FC236}">
                <a16:creationId xmlns:a16="http://schemas.microsoft.com/office/drawing/2014/main" id="{E3947BCF-4063-434E-B950-4E3B674265F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77050" y="2924175"/>
            <a:ext cx="1528763" cy="194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73" name="Text Box 10">
            <a:extLst>
              <a:ext uri="{FF2B5EF4-FFF2-40B4-BE49-F238E27FC236}">
                <a16:creationId xmlns:a16="http://schemas.microsoft.com/office/drawing/2014/main" id="{A56E0A0A-63FE-43C8-9BA5-4CE9D36A7541}"/>
              </a:ext>
            </a:extLst>
          </p:cNvPr>
          <p:cNvSpPr txBox="1">
            <a:spLocks noChangeArrowheads="1"/>
          </p:cNvSpPr>
          <p:nvPr/>
        </p:nvSpPr>
        <p:spPr bwMode="auto">
          <a:xfrm>
            <a:off x="5724525" y="5084763"/>
            <a:ext cx="3673475"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b="1">
                <a:latin typeface="宋体" panose="02010600030101010101" pitchFamily="2" charset="-122"/>
                <a:ea typeface="宋体" panose="02010600030101010101" pitchFamily="2" charset="-122"/>
              </a:rPr>
              <a:t>德国数学家弗雷格</a:t>
            </a:r>
          </a:p>
          <a:p>
            <a:pPr algn="ctr" eaLnBrk="1" hangingPunct="1">
              <a:spcBef>
                <a:spcPct val="0"/>
              </a:spcBef>
              <a:buFontTx/>
              <a:buNone/>
            </a:pPr>
            <a:r>
              <a:rPr lang="en-US" altLang="zh-CN" b="1">
                <a:latin typeface="宋体" panose="02010600030101010101" pitchFamily="2" charset="-122"/>
                <a:ea typeface="宋体" panose="02010600030101010101" pitchFamily="2" charset="-122"/>
              </a:rPr>
              <a:t>1848-1925</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日期占位符 3">
            <a:extLst>
              <a:ext uri="{FF2B5EF4-FFF2-40B4-BE49-F238E27FC236}">
                <a16:creationId xmlns:a16="http://schemas.microsoft.com/office/drawing/2014/main" id="{D7DB45D5-39B7-416B-8066-FB5FB2520E92}"/>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4EB5EFFF-DF4B-483F-A09B-7016800E41FF}"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6387" name="页脚占位符 4">
            <a:extLst>
              <a:ext uri="{FF2B5EF4-FFF2-40B4-BE49-F238E27FC236}">
                <a16:creationId xmlns:a16="http://schemas.microsoft.com/office/drawing/2014/main" id="{4F0DD9DF-2A8E-4526-AA2E-E28347906B9E}"/>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6388" name="灯片编号占位符 5">
            <a:extLst>
              <a:ext uri="{FF2B5EF4-FFF2-40B4-BE49-F238E27FC236}">
                <a16:creationId xmlns:a16="http://schemas.microsoft.com/office/drawing/2014/main" id="{58C07E1A-CA61-43DD-8A33-B0E2242080BE}"/>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C66C3BC2-BD76-47B1-AD0F-AD6853AEFA65}" type="slidenum">
              <a:rPr lang="en-US" altLang="zh-CN" sz="1400" smtClean="0">
                <a:latin typeface="Times New Roman" panose="02020603050405020304" pitchFamily="18" charset="0"/>
                <a:ea typeface="宋体" panose="02010600030101010101" pitchFamily="2" charset="-122"/>
              </a:rPr>
              <a:pPr>
                <a:spcBef>
                  <a:spcPct val="0"/>
                </a:spcBef>
                <a:buFontTx/>
                <a:buNone/>
              </a:pPr>
              <a:t>13</a:t>
            </a:fld>
            <a:endParaRPr lang="en-US" altLang="zh-CN" sz="1400">
              <a:latin typeface="Times New Roman" panose="02020603050405020304" pitchFamily="18" charset="0"/>
              <a:ea typeface="宋体" panose="02010600030101010101" pitchFamily="2" charset="-122"/>
            </a:endParaRPr>
          </a:p>
        </p:txBody>
      </p:sp>
      <p:sp>
        <p:nvSpPr>
          <p:cNvPr id="16389" name="Text Box 2">
            <a:extLst>
              <a:ext uri="{FF2B5EF4-FFF2-40B4-BE49-F238E27FC236}">
                <a16:creationId xmlns:a16="http://schemas.microsoft.com/office/drawing/2014/main" id="{DC5FEC9D-F2CD-468D-88A9-AAFEAB7DDF11}"/>
              </a:ext>
            </a:extLst>
          </p:cNvPr>
          <p:cNvSpPr txBox="1">
            <a:spLocks noChangeArrowheads="1"/>
          </p:cNvSpPr>
          <p:nvPr/>
        </p:nvSpPr>
        <p:spPr bwMode="auto">
          <a:xfrm>
            <a:off x="1547813" y="836613"/>
            <a:ext cx="58324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莱布尼茨</a:t>
            </a:r>
          </a:p>
        </p:txBody>
      </p:sp>
      <p:pic>
        <p:nvPicPr>
          <p:cNvPr id="16390" name="Picture 6" descr="C:\Program Files\Microsoft Office\MEDIA\CAGCAT10\j0293844.wmf">
            <a:extLst>
              <a:ext uri="{FF2B5EF4-FFF2-40B4-BE49-F238E27FC236}">
                <a16:creationId xmlns:a16="http://schemas.microsoft.com/office/drawing/2014/main" id="{B4913DF5-04EA-4D30-9015-384450BE4D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10500" y="54927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91" name="Rectangle 12">
            <a:extLst>
              <a:ext uri="{FF2B5EF4-FFF2-40B4-BE49-F238E27FC236}">
                <a16:creationId xmlns:a16="http://schemas.microsoft.com/office/drawing/2014/main" id="{0C3D37E2-5C94-4125-B6E1-35592EAE0C7F}"/>
              </a:ext>
            </a:extLst>
          </p:cNvPr>
          <p:cNvSpPr>
            <a:spLocks noChangeArrowheads="1"/>
          </p:cNvSpPr>
          <p:nvPr/>
        </p:nvSpPr>
        <p:spPr bwMode="auto">
          <a:xfrm>
            <a:off x="1116013" y="2276475"/>
            <a:ext cx="7632700" cy="3511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buFontTx/>
              <a:buNone/>
            </a:pPr>
            <a:r>
              <a:rPr lang="en-US" altLang="zh-CN" sz="2800" b="1">
                <a:latin typeface="宋体" panose="02010600030101010101" pitchFamily="2" charset="-122"/>
                <a:ea typeface="宋体" panose="02010600030101010101" pitchFamily="2" charset="-122"/>
              </a:rPr>
              <a:t>Gottfried Wilhelm Leibniz (1646-1716)</a:t>
            </a:r>
          </a:p>
          <a:p>
            <a:pPr lvl="2" eaLnBrk="1" hangingPunct="1">
              <a:lnSpc>
                <a:spcPct val="120000"/>
              </a:lnSpc>
              <a:buFontTx/>
              <a:buNone/>
            </a:pPr>
            <a:r>
              <a:rPr lang="en-US" altLang="zh-CN" b="1">
                <a:latin typeface="宋体" panose="02010600030101010101" pitchFamily="2" charset="-122"/>
              </a:rPr>
              <a:t>   </a:t>
            </a:r>
            <a:r>
              <a:rPr lang="zh-CN" altLang="en-US" b="1">
                <a:latin typeface="宋体" panose="02010600030101010101" pitchFamily="2" charset="-122"/>
              </a:rPr>
              <a:t>首先使用</a:t>
            </a:r>
            <a:r>
              <a:rPr lang="zh-CN" altLang="en-US" b="1"/>
              <a:t>“</a:t>
            </a:r>
            <a:r>
              <a:rPr lang="zh-CN" altLang="en-US" b="1">
                <a:latin typeface="宋体" panose="02010600030101010101" pitchFamily="2" charset="-122"/>
              </a:rPr>
              <a:t>数理逻辑</a:t>
            </a:r>
            <a:r>
              <a:rPr lang="zh-CN" altLang="en-US" b="1"/>
              <a:t>”</a:t>
            </a:r>
            <a:r>
              <a:rPr lang="zh-CN" altLang="en-US" b="1">
                <a:latin typeface="宋体" panose="02010600030101010101" pitchFamily="2" charset="-122"/>
              </a:rPr>
              <a:t>这个术语</a:t>
            </a:r>
          </a:p>
          <a:p>
            <a:pPr eaLnBrk="1" hangingPunct="1">
              <a:lnSpc>
                <a:spcPct val="120000"/>
              </a:lnSpc>
              <a:buFontTx/>
              <a:buNone/>
            </a:pPr>
            <a:r>
              <a:rPr lang="zh-CN" altLang="en-US" sz="2800" b="1">
                <a:latin typeface="宋体" panose="02010600030101010101" pitchFamily="2" charset="-122"/>
                <a:ea typeface="宋体" panose="02010600030101010101" pitchFamily="2" charset="-122"/>
              </a:rPr>
              <a:t>   </a:t>
            </a:r>
            <a:r>
              <a:rPr lang="en-US" altLang="zh-CN" sz="2800" b="1">
                <a:latin typeface="宋体" panose="02010600030101010101" pitchFamily="2" charset="-122"/>
                <a:ea typeface="宋体" panose="02010600030101010101" pitchFamily="2" charset="-122"/>
              </a:rPr>
              <a:t>Leibniz</a:t>
            </a:r>
            <a:r>
              <a:rPr lang="en-US" altLang="zh-CN" sz="2800" b="1">
                <a:latin typeface="Times New Roman" panose="02020603050405020304" pitchFamily="18" charset="0"/>
                <a:ea typeface="宋体" panose="02010600030101010101" pitchFamily="2" charset="-122"/>
              </a:rPr>
              <a:t>’</a:t>
            </a:r>
            <a:r>
              <a:rPr lang="en-US" altLang="zh-CN" sz="2800" b="1">
                <a:latin typeface="宋体" panose="02010600030101010101" pitchFamily="2" charset="-122"/>
                <a:ea typeface="宋体" panose="02010600030101010101" pitchFamily="2" charset="-122"/>
              </a:rPr>
              <a:t>s Dream:</a:t>
            </a:r>
            <a:r>
              <a:rPr lang="zh-CN" altLang="en-US" sz="2800" b="1">
                <a:solidFill>
                  <a:schemeClr val="accent2"/>
                </a:solidFill>
                <a:latin typeface="宋体" panose="02010600030101010101" pitchFamily="2" charset="-122"/>
                <a:ea typeface="宋体" panose="02010600030101010101" pitchFamily="2" charset="-122"/>
              </a:rPr>
              <a:t>把推理归结为</a:t>
            </a:r>
            <a:r>
              <a:rPr lang="en-US" altLang="zh-CN" sz="2800" b="1">
                <a:solidFill>
                  <a:schemeClr val="accent2"/>
                </a:solidFill>
                <a:latin typeface="宋体" panose="02010600030101010101" pitchFamily="2" charset="-122"/>
                <a:ea typeface="宋体" panose="02010600030101010101" pitchFamily="2" charset="-122"/>
              </a:rPr>
              <a:t>(</a:t>
            </a:r>
            <a:r>
              <a:rPr lang="zh-CN" altLang="en-US" sz="2800" b="1">
                <a:solidFill>
                  <a:schemeClr val="accent2"/>
                </a:solidFill>
                <a:latin typeface="宋体" panose="02010600030101010101" pitchFamily="2" charset="-122"/>
                <a:ea typeface="宋体" panose="02010600030101010101" pitchFamily="2" charset="-122"/>
              </a:rPr>
              <a:t>符号</a:t>
            </a:r>
            <a:r>
              <a:rPr lang="en-US" altLang="zh-CN" sz="2800" b="1">
                <a:solidFill>
                  <a:schemeClr val="accent2"/>
                </a:solidFill>
                <a:latin typeface="宋体" panose="02010600030101010101" pitchFamily="2" charset="-122"/>
                <a:ea typeface="宋体" panose="02010600030101010101" pitchFamily="2" charset="-122"/>
              </a:rPr>
              <a:t>)</a:t>
            </a:r>
            <a:r>
              <a:rPr lang="zh-CN" altLang="en-US" sz="2800" b="1">
                <a:solidFill>
                  <a:schemeClr val="accent2"/>
                </a:solidFill>
                <a:latin typeface="宋体" panose="02010600030101010101" pitchFamily="2" charset="-122"/>
                <a:ea typeface="宋体" panose="02010600030101010101" pitchFamily="2" charset="-122"/>
              </a:rPr>
              <a:t>计算</a:t>
            </a:r>
            <a:r>
              <a:rPr lang="en-US" altLang="zh-CN" sz="2800" b="1">
                <a:solidFill>
                  <a:schemeClr val="accent2"/>
                </a:solidFill>
                <a:latin typeface="宋体" panose="02010600030101010101" pitchFamily="2" charset="-122"/>
                <a:ea typeface="宋体" panose="02010600030101010101" pitchFamily="2" charset="-122"/>
              </a:rPr>
              <a:t>.</a:t>
            </a:r>
          </a:p>
          <a:p>
            <a:pPr lvl="1" eaLnBrk="1" hangingPunct="1">
              <a:lnSpc>
                <a:spcPct val="120000"/>
              </a:lnSpc>
              <a:buFontTx/>
              <a:buNone/>
            </a:pPr>
            <a:r>
              <a:rPr lang="zh-CN" altLang="en-US" sz="2800" b="1">
                <a:latin typeface="宋体" panose="02010600030101010101" pitchFamily="2" charset="-122"/>
              </a:rPr>
              <a:t>提出</a:t>
            </a:r>
            <a:r>
              <a:rPr lang="zh-CN" altLang="en-US" sz="2800" b="1"/>
              <a:t>“</a:t>
            </a:r>
            <a:r>
              <a:rPr lang="zh-CN" altLang="en-US" sz="2800" b="1">
                <a:latin typeface="宋体" panose="02010600030101010101" pitchFamily="2" charset="-122"/>
              </a:rPr>
              <a:t>思维演算</a:t>
            </a:r>
            <a:r>
              <a:rPr lang="zh-CN" altLang="en-US" sz="2800" b="1"/>
              <a:t>”</a:t>
            </a:r>
            <a:r>
              <a:rPr lang="zh-CN" altLang="en-US" sz="2800" b="1">
                <a:latin typeface="宋体" panose="02010600030101010101" pitchFamily="2" charset="-122"/>
              </a:rPr>
              <a:t>的思想：</a:t>
            </a:r>
          </a:p>
          <a:p>
            <a:pPr lvl="1" eaLnBrk="1" hangingPunct="1">
              <a:lnSpc>
                <a:spcPct val="120000"/>
              </a:lnSpc>
              <a:buFontTx/>
              <a:buNone/>
            </a:pPr>
            <a:r>
              <a:rPr lang="zh-CN" altLang="en-US" sz="2800" b="1">
                <a:latin typeface="宋体" panose="02010600030101010101" pitchFamily="2" charset="-122"/>
              </a:rPr>
              <a:t>   </a:t>
            </a:r>
            <a:r>
              <a:rPr lang="en-US" altLang="zh-CN" sz="2800" b="1">
                <a:solidFill>
                  <a:srgbClr val="006600"/>
                </a:solidFill>
              </a:rPr>
              <a:t>“</a:t>
            </a:r>
            <a:r>
              <a:rPr lang="zh-CN" altLang="en-US" sz="2800" b="1">
                <a:solidFill>
                  <a:srgbClr val="006600"/>
                </a:solidFill>
                <a:latin typeface="宋体" panose="02010600030101010101" pitchFamily="2" charset="-122"/>
              </a:rPr>
              <a:t>发生争论时我们可以简单地说</a:t>
            </a:r>
            <a:r>
              <a:rPr lang="en-US" altLang="zh-CN" sz="2800" b="1">
                <a:solidFill>
                  <a:srgbClr val="006600"/>
                </a:solidFill>
                <a:latin typeface="宋体" panose="02010600030101010101" pitchFamily="2" charset="-122"/>
              </a:rPr>
              <a:t>:</a:t>
            </a:r>
            <a:r>
              <a:rPr lang="zh-CN" altLang="en-US" sz="2800" b="1">
                <a:solidFill>
                  <a:srgbClr val="006600"/>
                </a:solidFill>
                <a:latin typeface="宋体" panose="02010600030101010101" pitchFamily="2" charset="-122"/>
              </a:rPr>
              <a:t>让我们计算一下吧</a:t>
            </a:r>
            <a:r>
              <a:rPr lang="en-US" altLang="zh-CN" sz="2800" b="1">
                <a:solidFill>
                  <a:srgbClr val="006600"/>
                </a:solidFill>
                <a:latin typeface="宋体" panose="02010600030101010101" pitchFamily="2" charset="-122"/>
              </a:rPr>
              <a:t>,</a:t>
            </a:r>
            <a:r>
              <a:rPr lang="zh-CN" altLang="en-US" sz="2800" b="1">
                <a:solidFill>
                  <a:srgbClr val="006600"/>
                </a:solidFill>
                <a:latin typeface="宋体" panose="02010600030101010101" pitchFamily="2" charset="-122"/>
              </a:rPr>
              <a:t>看谁正确</a:t>
            </a:r>
            <a:r>
              <a:rPr lang="en-US" altLang="zh-CN" sz="2800" b="1">
                <a:solidFill>
                  <a:srgbClr val="006600"/>
                </a:solidFill>
                <a:latin typeface="宋体" panose="02010600030101010101" pitchFamily="2" charset="-122"/>
              </a:rPr>
              <a:t>.</a:t>
            </a:r>
            <a:r>
              <a:rPr lang="en-US" altLang="zh-CN" sz="2800" b="1">
                <a:solidFill>
                  <a:srgbClr val="006600"/>
                </a:solidFill>
              </a:rPr>
              <a:t>”</a:t>
            </a:r>
            <a:endParaRPr lang="en-US" altLang="zh-CN" sz="2800" b="1">
              <a:solidFill>
                <a:srgbClr val="006600"/>
              </a:solidFill>
              <a:latin typeface="宋体" panose="02010600030101010101" pitchFamily="2" charset="-122"/>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日期占位符 3">
            <a:extLst>
              <a:ext uri="{FF2B5EF4-FFF2-40B4-BE49-F238E27FC236}">
                <a16:creationId xmlns:a16="http://schemas.microsoft.com/office/drawing/2014/main" id="{89FE1602-5F01-4654-B255-B5129B2730DC}"/>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937FAA50-401F-49FC-B327-572C818F1A84}"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7411" name="页脚占位符 4">
            <a:extLst>
              <a:ext uri="{FF2B5EF4-FFF2-40B4-BE49-F238E27FC236}">
                <a16:creationId xmlns:a16="http://schemas.microsoft.com/office/drawing/2014/main" id="{175612A2-508B-484C-92C5-F294F3373128}"/>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7412" name="灯片编号占位符 5">
            <a:extLst>
              <a:ext uri="{FF2B5EF4-FFF2-40B4-BE49-F238E27FC236}">
                <a16:creationId xmlns:a16="http://schemas.microsoft.com/office/drawing/2014/main" id="{8AE603E4-0A9F-4216-AE72-587B270BDE9D}"/>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AAED57F3-0A45-4AB2-A7D5-7AB15822BB5E}" type="slidenum">
              <a:rPr lang="en-US" altLang="zh-CN" sz="1400" smtClean="0">
                <a:latin typeface="Times New Roman" panose="02020603050405020304" pitchFamily="18" charset="0"/>
                <a:ea typeface="宋体" panose="02010600030101010101" pitchFamily="2" charset="-122"/>
              </a:rPr>
              <a:pPr>
                <a:spcBef>
                  <a:spcPct val="0"/>
                </a:spcBef>
                <a:buFontTx/>
                <a:buNone/>
              </a:pPr>
              <a:t>14</a:t>
            </a:fld>
            <a:endParaRPr lang="en-US" altLang="zh-CN" sz="1400">
              <a:latin typeface="Times New Roman" panose="02020603050405020304" pitchFamily="18" charset="0"/>
              <a:ea typeface="宋体" panose="02010600030101010101" pitchFamily="2" charset="-122"/>
            </a:endParaRPr>
          </a:p>
        </p:txBody>
      </p:sp>
      <p:sp>
        <p:nvSpPr>
          <p:cNvPr id="17413" name="Text Box 2">
            <a:extLst>
              <a:ext uri="{FF2B5EF4-FFF2-40B4-BE49-F238E27FC236}">
                <a16:creationId xmlns:a16="http://schemas.microsoft.com/office/drawing/2014/main" id="{EDFA8018-6DB0-42E8-8170-7417BF854ABB}"/>
              </a:ext>
            </a:extLst>
          </p:cNvPr>
          <p:cNvSpPr txBox="1">
            <a:spLocks noChangeArrowheads="1"/>
          </p:cNvSpPr>
          <p:nvPr/>
        </p:nvSpPr>
        <p:spPr bwMode="auto">
          <a:xfrm>
            <a:off x="1547813" y="765175"/>
            <a:ext cx="5976937"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5400">
                <a:solidFill>
                  <a:schemeClr val="bg1"/>
                </a:solidFill>
                <a:latin typeface="宋体" panose="02010600030101010101" pitchFamily="2" charset="-122"/>
                <a:ea typeface="宋体" panose="02010600030101010101" pitchFamily="2" charset="-122"/>
              </a:rPr>
              <a:t> </a:t>
            </a:r>
            <a:r>
              <a:rPr lang="zh-CN" altLang="en-US" sz="5400" b="1">
                <a:solidFill>
                  <a:schemeClr val="bg1"/>
                </a:solidFill>
                <a:latin typeface="宋体" panose="02010600030101010101" pitchFamily="2" charset="-122"/>
                <a:ea typeface="宋体" panose="02010600030101010101" pitchFamily="2" charset="-122"/>
              </a:rPr>
              <a:t>布 尔</a:t>
            </a:r>
          </a:p>
        </p:txBody>
      </p:sp>
      <p:pic>
        <p:nvPicPr>
          <p:cNvPr id="17414" name="Picture 6" descr="C:\Program Files\Microsoft Office\MEDIA\CAGCAT10\j0293844.wmf">
            <a:extLst>
              <a:ext uri="{FF2B5EF4-FFF2-40B4-BE49-F238E27FC236}">
                <a16:creationId xmlns:a16="http://schemas.microsoft.com/office/drawing/2014/main" id="{7FF45430-04C1-480E-BE69-D49A5EF99E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77175" y="549275"/>
            <a:ext cx="12319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5" name="Rectangle 5">
            <a:extLst>
              <a:ext uri="{FF2B5EF4-FFF2-40B4-BE49-F238E27FC236}">
                <a16:creationId xmlns:a16="http://schemas.microsoft.com/office/drawing/2014/main" id="{AA16C0B7-8232-46B8-B3D7-04AD589B7C1C}"/>
              </a:ext>
            </a:extLst>
          </p:cNvPr>
          <p:cNvSpPr>
            <a:spLocks noChangeArrowheads="1"/>
          </p:cNvSpPr>
          <p:nvPr/>
        </p:nvSpPr>
        <p:spPr bwMode="auto">
          <a:xfrm>
            <a:off x="900113" y="1993900"/>
            <a:ext cx="7993062" cy="401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2800" b="1">
                <a:solidFill>
                  <a:srgbClr val="006600"/>
                </a:solidFill>
                <a:latin typeface="Times New Roman" panose="02020603050405020304" pitchFamily="18" charset="0"/>
                <a:ea typeface="黑体" panose="02010609060101010101" pitchFamily="49" charset="-122"/>
              </a:rPr>
              <a:t>George Boole (1815-1864)</a:t>
            </a:r>
          </a:p>
          <a:p>
            <a:pPr lvl="1" eaLnBrk="1" hangingPunct="1">
              <a:buFontTx/>
              <a:buNone/>
            </a:pPr>
            <a:r>
              <a:rPr lang="en-US" altLang="zh-CN" sz="2400" b="1">
                <a:latin typeface="宋体" panose="02010600030101010101" pitchFamily="2" charset="-122"/>
              </a:rPr>
              <a:t>   1847</a:t>
            </a:r>
            <a:r>
              <a:rPr lang="zh-CN" altLang="en-US" sz="2400" b="1">
                <a:latin typeface="宋体" panose="02010600030101010101" pitchFamily="2" charset="-122"/>
              </a:rPr>
              <a:t>年的论文</a:t>
            </a:r>
            <a:r>
              <a:rPr lang="en-US" altLang="zh-CN" sz="2400" b="1">
                <a:latin typeface="宋体" panose="02010600030101010101" pitchFamily="2" charset="-122"/>
              </a:rPr>
              <a:t>:</a:t>
            </a:r>
          </a:p>
          <a:p>
            <a:pPr lvl="1" eaLnBrk="1" hangingPunct="1">
              <a:buFontTx/>
              <a:buNone/>
            </a:pPr>
            <a:r>
              <a:rPr lang="en-US" altLang="zh-CN" sz="2400" b="1">
                <a:latin typeface="宋体" panose="02010600030101010101" pitchFamily="2" charset="-122"/>
              </a:rPr>
              <a:t>       </a:t>
            </a:r>
            <a:r>
              <a:rPr lang="zh-CN" altLang="en-US" sz="2400" b="1">
                <a:solidFill>
                  <a:srgbClr val="006600"/>
                </a:solidFill>
                <a:latin typeface="黑体" panose="02010609060101010101" pitchFamily="49" charset="-122"/>
                <a:ea typeface="黑体" panose="02010609060101010101" pitchFamily="49" charset="-122"/>
              </a:rPr>
              <a:t>逻辑的数学分析</a:t>
            </a:r>
            <a:r>
              <a:rPr lang="en-US" altLang="zh-CN" sz="2400" b="1">
                <a:solidFill>
                  <a:srgbClr val="006600"/>
                </a:solidFill>
                <a:latin typeface="黑体" panose="02010609060101010101" pitchFamily="49" charset="-122"/>
                <a:ea typeface="黑体" panose="02010609060101010101" pitchFamily="49" charset="-122"/>
              </a:rPr>
              <a:t>:</a:t>
            </a:r>
            <a:r>
              <a:rPr lang="zh-CN" altLang="en-US" sz="2400" b="1">
                <a:solidFill>
                  <a:srgbClr val="006600"/>
                </a:solidFill>
                <a:latin typeface="黑体" panose="02010609060101010101" pitchFamily="49" charset="-122"/>
                <a:ea typeface="黑体" panose="02010609060101010101" pitchFamily="49" charset="-122"/>
              </a:rPr>
              <a:t>论演绎推理的演算法</a:t>
            </a:r>
            <a:r>
              <a:rPr lang="en-US" altLang="zh-CN" sz="2400" b="1">
                <a:solidFill>
                  <a:srgbClr val="006600"/>
                </a:solidFill>
                <a:latin typeface="黑体" panose="02010609060101010101" pitchFamily="49" charset="-122"/>
                <a:ea typeface="黑体" panose="02010609060101010101" pitchFamily="49" charset="-122"/>
              </a:rPr>
              <a:t>.</a:t>
            </a:r>
          </a:p>
          <a:p>
            <a:pPr lvl="1" eaLnBrk="1" hangingPunct="1">
              <a:buFontTx/>
              <a:buNone/>
            </a:pPr>
            <a:r>
              <a:rPr lang="en-US" altLang="zh-CN" sz="2400" b="1">
                <a:latin typeface="宋体" panose="02010600030101010101" pitchFamily="2" charset="-122"/>
              </a:rPr>
              <a:t>   </a:t>
            </a:r>
            <a:r>
              <a:rPr lang="zh-CN" altLang="en-US" sz="2400" b="1">
                <a:latin typeface="楷体_GB2312" pitchFamily="49" charset="-122"/>
                <a:ea typeface="楷体_GB2312" pitchFamily="49" charset="-122"/>
              </a:rPr>
              <a:t>发明了布尔代数</a:t>
            </a:r>
            <a:r>
              <a:rPr lang="en-US" altLang="zh-CN" sz="2400" b="1">
                <a:latin typeface="楷体_GB2312" pitchFamily="49" charset="-122"/>
                <a:ea typeface="楷体_GB2312" pitchFamily="49" charset="-122"/>
              </a:rPr>
              <a:t>(</a:t>
            </a:r>
            <a:r>
              <a:rPr lang="zh-CN" altLang="en-US" sz="2400" b="1">
                <a:latin typeface="楷体_GB2312" pitchFamily="49" charset="-122"/>
                <a:ea typeface="楷体_GB2312" pitchFamily="49" charset="-122"/>
              </a:rPr>
              <a:t>逻辑代数</a:t>
            </a:r>
            <a:r>
              <a:rPr lang="en-US" altLang="zh-CN" sz="2400" b="1">
                <a:latin typeface="楷体_GB2312" pitchFamily="49" charset="-122"/>
                <a:ea typeface="楷体_GB2312" pitchFamily="49" charset="-122"/>
              </a:rPr>
              <a:t>,</a:t>
            </a:r>
            <a:r>
              <a:rPr lang="zh-CN" altLang="en-US" sz="2400" b="1">
                <a:latin typeface="楷体_GB2312" pitchFamily="49" charset="-122"/>
                <a:ea typeface="楷体_GB2312" pitchFamily="49" charset="-122"/>
              </a:rPr>
              <a:t>命题代数</a:t>
            </a:r>
            <a:r>
              <a:rPr lang="en-US" altLang="zh-CN" sz="2400" b="1">
                <a:latin typeface="楷体_GB2312" pitchFamily="49" charset="-122"/>
                <a:ea typeface="楷体_GB2312" pitchFamily="49" charset="-122"/>
              </a:rPr>
              <a:t>,</a:t>
            </a:r>
            <a:r>
              <a:rPr lang="zh-CN" altLang="en-US" sz="2400" b="1">
                <a:latin typeface="楷体_GB2312" pitchFamily="49" charset="-122"/>
                <a:ea typeface="楷体_GB2312" pitchFamily="49" charset="-122"/>
              </a:rPr>
              <a:t>布尔逻辑</a:t>
            </a:r>
            <a:r>
              <a:rPr lang="en-US" altLang="zh-CN" sz="2400" b="1">
                <a:latin typeface="楷体_GB2312" pitchFamily="49" charset="-122"/>
                <a:ea typeface="楷体_GB2312" pitchFamily="49" charset="-122"/>
              </a:rPr>
              <a:t>)</a:t>
            </a:r>
            <a:r>
              <a:rPr lang="zh-CN" altLang="en-US" sz="2400" b="1">
                <a:latin typeface="楷体_GB2312" pitchFamily="49" charset="-122"/>
                <a:ea typeface="楷体_GB2312" pitchFamily="49" charset="-122"/>
              </a:rPr>
              <a:t>，初步实现了</a:t>
            </a:r>
            <a:r>
              <a:rPr lang="en-US" altLang="zh-CN" sz="2400" b="1">
                <a:latin typeface="楷体_GB2312" pitchFamily="49" charset="-122"/>
                <a:ea typeface="楷体_GB2312" pitchFamily="49" charset="-122"/>
              </a:rPr>
              <a:t>Leibniz</a:t>
            </a:r>
            <a:r>
              <a:rPr lang="zh-CN" altLang="en-US" sz="2400" b="1">
                <a:latin typeface="楷体_GB2312" pitchFamily="49" charset="-122"/>
                <a:ea typeface="楷体_GB2312" pitchFamily="49" charset="-122"/>
              </a:rPr>
              <a:t>梦想。</a:t>
            </a:r>
          </a:p>
          <a:p>
            <a:pPr lvl="1" eaLnBrk="1" hangingPunct="1">
              <a:buFontTx/>
              <a:buNone/>
            </a:pPr>
            <a:endParaRPr lang="zh-CN" altLang="en-US" sz="900" b="1">
              <a:latin typeface="楷体_GB2312" pitchFamily="49" charset="-122"/>
              <a:ea typeface="楷体_GB2312" pitchFamily="49" charset="-122"/>
            </a:endParaRPr>
          </a:p>
          <a:p>
            <a:pPr lvl="2" eaLnBrk="1" hangingPunct="1">
              <a:buFontTx/>
              <a:buNone/>
            </a:pPr>
            <a:r>
              <a:rPr lang="zh-CN" altLang="en-US" sz="2400" b="1">
                <a:latin typeface="宋体" panose="02010600030101010101" pitchFamily="2" charset="-122"/>
              </a:rPr>
              <a:t>   </a:t>
            </a:r>
            <a:r>
              <a:rPr lang="zh-CN" altLang="en-US" sz="2400" b="1">
                <a:solidFill>
                  <a:schemeClr val="accent2"/>
                </a:solidFill>
                <a:latin typeface="宋体" panose="02010600030101010101" pitchFamily="2" charset="-122"/>
              </a:rPr>
              <a:t>布尔代数亦可解释成集合代数</a:t>
            </a:r>
            <a:r>
              <a:rPr lang="en-US" altLang="zh-CN" sz="2400" b="1">
                <a:solidFill>
                  <a:schemeClr val="accent2"/>
                </a:solidFill>
                <a:latin typeface="宋体" panose="02010600030101010101" pitchFamily="2" charset="-122"/>
              </a:rPr>
              <a:t>,</a:t>
            </a:r>
            <a:r>
              <a:rPr lang="zh-CN" altLang="en-US" sz="2400" b="1">
                <a:solidFill>
                  <a:schemeClr val="accent2"/>
                </a:solidFill>
                <a:latin typeface="宋体" panose="02010600030101010101" pitchFamily="2" charset="-122"/>
              </a:rPr>
              <a:t>开关代数，是计算机数字逻辑的基础。</a:t>
            </a:r>
          </a:p>
          <a:p>
            <a:pPr eaLnBrk="1" hangingPunct="1">
              <a:buFontTx/>
              <a:buNone/>
            </a:pPr>
            <a:r>
              <a:rPr lang="zh-CN" altLang="en-US" b="1">
                <a:solidFill>
                  <a:srgbClr val="006600"/>
                </a:solidFill>
              </a:rPr>
              <a:t>  附注</a:t>
            </a:r>
            <a:r>
              <a:rPr lang="en-US" altLang="zh-CN" b="1">
                <a:solidFill>
                  <a:srgbClr val="006600"/>
                </a:solidFill>
              </a:rPr>
              <a:t>: Augustus de Morgan (1806-1871)</a:t>
            </a:r>
            <a:r>
              <a:rPr lang="zh-CN" altLang="en-US" b="1">
                <a:solidFill>
                  <a:srgbClr val="006600"/>
                </a:solidFill>
              </a:rPr>
              <a:t>几乎同时独立地做出重要贡献</a:t>
            </a:r>
            <a:r>
              <a:rPr lang="en-US" altLang="zh-CN" b="1">
                <a:solidFill>
                  <a:srgbClr val="006600"/>
                </a:solidFill>
              </a:rPr>
              <a:t>.</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日期占位符 3">
            <a:extLst>
              <a:ext uri="{FF2B5EF4-FFF2-40B4-BE49-F238E27FC236}">
                <a16:creationId xmlns:a16="http://schemas.microsoft.com/office/drawing/2014/main" id="{33B26F53-DBDA-4AB0-A162-9315C0B101A7}"/>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8C98F1E9-442F-424A-876D-058856A11113}"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8435" name="页脚占位符 4">
            <a:extLst>
              <a:ext uri="{FF2B5EF4-FFF2-40B4-BE49-F238E27FC236}">
                <a16:creationId xmlns:a16="http://schemas.microsoft.com/office/drawing/2014/main" id="{C1B9B0C9-3A56-4161-A4C0-42E2663079EA}"/>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8436" name="灯片编号占位符 5">
            <a:extLst>
              <a:ext uri="{FF2B5EF4-FFF2-40B4-BE49-F238E27FC236}">
                <a16:creationId xmlns:a16="http://schemas.microsoft.com/office/drawing/2014/main" id="{45815B0B-C23F-4CAF-A0A5-7E0FCD4C3229}"/>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40C3EC63-B234-4F3E-901F-758D572D69A3}" type="slidenum">
              <a:rPr lang="en-US" altLang="zh-CN" sz="1400" smtClean="0">
                <a:latin typeface="Times New Roman" panose="02020603050405020304" pitchFamily="18" charset="0"/>
                <a:ea typeface="宋体" panose="02010600030101010101" pitchFamily="2" charset="-122"/>
              </a:rPr>
              <a:pPr>
                <a:spcBef>
                  <a:spcPct val="0"/>
                </a:spcBef>
                <a:buFontTx/>
                <a:buNone/>
              </a:pPr>
              <a:t>15</a:t>
            </a:fld>
            <a:endParaRPr lang="en-US" altLang="zh-CN" sz="1400">
              <a:latin typeface="Times New Roman" panose="02020603050405020304" pitchFamily="18" charset="0"/>
              <a:ea typeface="宋体" panose="02010600030101010101" pitchFamily="2" charset="-122"/>
            </a:endParaRPr>
          </a:p>
        </p:txBody>
      </p:sp>
      <p:sp>
        <p:nvSpPr>
          <p:cNvPr id="18437" name="Text Box 2">
            <a:extLst>
              <a:ext uri="{FF2B5EF4-FFF2-40B4-BE49-F238E27FC236}">
                <a16:creationId xmlns:a16="http://schemas.microsoft.com/office/drawing/2014/main" id="{890CA088-C872-4484-84D0-2F15C268F0C4}"/>
              </a:ext>
            </a:extLst>
          </p:cNvPr>
          <p:cNvSpPr txBox="1">
            <a:spLocks noChangeArrowheads="1"/>
          </p:cNvSpPr>
          <p:nvPr/>
        </p:nvSpPr>
        <p:spPr bwMode="auto">
          <a:xfrm>
            <a:off x="1524000" y="838200"/>
            <a:ext cx="6072188"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弗雷格</a:t>
            </a:r>
          </a:p>
        </p:txBody>
      </p:sp>
      <p:pic>
        <p:nvPicPr>
          <p:cNvPr id="18438" name="Picture 6" descr="C:\Program Files\Microsoft Office\MEDIA\CAGCAT10\j0293844.wmf">
            <a:extLst>
              <a:ext uri="{FF2B5EF4-FFF2-40B4-BE49-F238E27FC236}">
                <a16:creationId xmlns:a16="http://schemas.microsoft.com/office/drawing/2014/main" id="{E7FAD1D1-32CA-4A7A-8955-C22CD2140B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85113" y="549275"/>
            <a:ext cx="12319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9" name="Rectangle 5">
            <a:extLst>
              <a:ext uri="{FF2B5EF4-FFF2-40B4-BE49-F238E27FC236}">
                <a16:creationId xmlns:a16="http://schemas.microsoft.com/office/drawing/2014/main" id="{4FABBB7E-B5BB-4691-A22B-EC32D7339335}"/>
              </a:ext>
            </a:extLst>
          </p:cNvPr>
          <p:cNvSpPr>
            <a:spLocks noChangeArrowheads="1"/>
          </p:cNvSpPr>
          <p:nvPr/>
        </p:nvSpPr>
        <p:spPr bwMode="auto">
          <a:xfrm>
            <a:off x="827088" y="2533650"/>
            <a:ext cx="7993062" cy="3055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2800" b="1">
                <a:solidFill>
                  <a:srgbClr val="006600"/>
                </a:solidFill>
                <a:latin typeface="Times New Roman" panose="02020603050405020304" pitchFamily="18" charset="0"/>
                <a:ea typeface="宋体" panose="02010600030101010101" pitchFamily="2" charset="-122"/>
              </a:rPr>
              <a:t>Friedrich Ludwig Gottlob Frege (1848-1925)</a:t>
            </a:r>
          </a:p>
          <a:p>
            <a:pPr eaLnBrk="1" hangingPunct="1">
              <a:buFontTx/>
              <a:buNone/>
            </a:pPr>
            <a:r>
              <a:rPr lang="en-US" altLang="zh-CN" b="1">
                <a:latin typeface="宋体" panose="02010600030101010101" pitchFamily="2" charset="-122"/>
                <a:ea typeface="宋体" panose="02010600030101010101" pitchFamily="2" charset="-122"/>
              </a:rPr>
              <a:t>1879</a:t>
            </a:r>
            <a:r>
              <a:rPr lang="zh-CN" altLang="en-US" b="1">
                <a:latin typeface="宋体" panose="02010600030101010101" pitchFamily="2" charset="-122"/>
                <a:ea typeface="宋体" panose="02010600030101010101" pitchFamily="2" charset="-122"/>
              </a:rPr>
              <a:t>年的重要著作：</a:t>
            </a:r>
          </a:p>
          <a:p>
            <a:pPr eaLnBrk="1" hangingPunct="1">
              <a:buFontTx/>
              <a:buNone/>
            </a:pPr>
            <a:endParaRPr lang="zh-CN" altLang="en-US" sz="1000" b="1">
              <a:latin typeface="宋体" panose="02010600030101010101" pitchFamily="2" charset="-122"/>
              <a:ea typeface="宋体" panose="02010600030101010101" pitchFamily="2" charset="-122"/>
            </a:endParaRPr>
          </a:p>
          <a:p>
            <a:pPr eaLnBrk="1" hangingPunct="1">
              <a:buFontTx/>
              <a:buNone/>
            </a:pPr>
            <a:r>
              <a:rPr lang="zh-CN" altLang="en-US" b="1">
                <a:latin typeface="宋体" panose="02010600030101010101" pitchFamily="2" charset="-122"/>
                <a:ea typeface="宋体" panose="02010600030101010101" pitchFamily="2" charset="-122"/>
              </a:rPr>
              <a:t>   </a:t>
            </a:r>
            <a:r>
              <a:rPr lang="zh-CN" altLang="en-US" b="1">
                <a:solidFill>
                  <a:srgbClr val="006600"/>
                </a:solidFill>
                <a:latin typeface="黑体" panose="02010609060101010101" pitchFamily="49" charset="-122"/>
                <a:ea typeface="黑体" panose="02010609060101010101" pitchFamily="49" charset="-122"/>
              </a:rPr>
              <a:t>概念文字</a:t>
            </a:r>
            <a:r>
              <a:rPr lang="en-US" altLang="zh-CN" b="1">
                <a:solidFill>
                  <a:srgbClr val="006600"/>
                </a:solidFill>
                <a:latin typeface="黑体" panose="02010609060101010101" pitchFamily="49" charset="-122"/>
                <a:ea typeface="黑体" panose="02010609060101010101" pitchFamily="49" charset="-122"/>
              </a:rPr>
              <a:t>:</a:t>
            </a:r>
            <a:r>
              <a:rPr lang="zh-CN" altLang="en-US" b="1">
                <a:solidFill>
                  <a:srgbClr val="006600"/>
                </a:solidFill>
                <a:latin typeface="黑体" panose="02010609060101010101" pitchFamily="49" charset="-122"/>
                <a:ea typeface="黑体" panose="02010609060101010101" pitchFamily="49" charset="-122"/>
              </a:rPr>
              <a:t>一种模仿算术语言构造的纯思维的形式语言</a:t>
            </a:r>
          </a:p>
          <a:p>
            <a:pPr lvl="1" eaLnBrk="1" hangingPunct="1">
              <a:buFontTx/>
              <a:buNone/>
            </a:pPr>
            <a:endParaRPr lang="zh-CN" altLang="en-US" sz="900" b="1">
              <a:latin typeface="宋体" panose="02010600030101010101" pitchFamily="2" charset="-122"/>
            </a:endParaRPr>
          </a:p>
          <a:p>
            <a:pPr lvl="1" eaLnBrk="1" hangingPunct="1">
              <a:buFontTx/>
              <a:buNone/>
            </a:pPr>
            <a:r>
              <a:rPr lang="zh-CN" altLang="en-US" sz="2400" b="1">
                <a:latin typeface="宋体" panose="02010600030101010101" pitchFamily="2" charset="-122"/>
              </a:rPr>
              <a:t>   是第一个公理化谓词逻辑系统</a:t>
            </a:r>
          </a:p>
          <a:p>
            <a:pPr lvl="1" eaLnBrk="1" hangingPunct="1">
              <a:buFontTx/>
              <a:buNone/>
            </a:pPr>
            <a:r>
              <a:rPr lang="zh-CN" altLang="en-US" sz="2400" b="1">
                <a:latin typeface="宋体" panose="02010600030101010101" pitchFamily="2" charset="-122"/>
              </a:rPr>
              <a:t>   是自</a:t>
            </a:r>
            <a:r>
              <a:rPr lang="en-US" altLang="zh-CN" sz="2400" b="1">
                <a:latin typeface="宋体" panose="02010600030101010101" pitchFamily="2" charset="-122"/>
              </a:rPr>
              <a:t>Aristotle</a:t>
            </a:r>
            <a:r>
              <a:rPr lang="zh-CN" altLang="en-US" sz="2400" b="1">
                <a:latin typeface="宋体" panose="02010600030101010101" pitchFamily="2" charset="-122"/>
              </a:rPr>
              <a:t>以来逻辑的最重要进展</a:t>
            </a:r>
          </a:p>
          <a:p>
            <a:pPr lvl="1" eaLnBrk="1" hangingPunct="1">
              <a:buFontTx/>
              <a:buNone/>
            </a:pPr>
            <a:r>
              <a:rPr lang="zh-CN" altLang="en-US" sz="2400" b="1">
                <a:latin typeface="宋体" panose="02010600030101010101" pitchFamily="2" charset="-122"/>
              </a:rPr>
              <a:t>   基本实现了</a:t>
            </a:r>
            <a:r>
              <a:rPr lang="en-US" altLang="zh-CN" sz="2400" b="1">
                <a:latin typeface="宋体" panose="02010600030101010101" pitchFamily="2" charset="-122"/>
              </a:rPr>
              <a:t>Leibniz</a:t>
            </a:r>
            <a:r>
              <a:rPr lang="zh-CN" altLang="en-US" sz="2400" b="1">
                <a:latin typeface="宋体" panose="02010600030101010101" pitchFamily="2" charset="-122"/>
              </a:rPr>
              <a:t>梦想</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日期占位符 3">
            <a:extLst>
              <a:ext uri="{FF2B5EF4-FFF2-40B4-BE49-F238E27FC236}">
                <a16:creationId xmlns:a16="http://schemas.microsoft.com/office/drawing/2014/main" id="{01FAED4B-478B-4CAB-A382-B12DEC03B258}"/>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E8ADC4BC-6400-4C5B-9C1F-07746F7349F5}"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9459" name="页脚占位符 4">
            <a:extLst>
              <a:ext uri="{FF2B5EF4-FFF2-40B4-BE49-F238E27FC236}">
                <a16:creationId xmlns:a16="http://schemas.microsoft.com/office/drawing/2014/main" id="{5ABDA213-8A8E-43E6-80A0-3FE0DF93B39D}"/>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9460" name="灯片编号占位符 5">
            <a:extLst>
              <a:ext uri="{FF2B5EF4-FFF2-40B4-BE49-F238E27FC236}">
                <a16:creationId xmlns:a16="http://schemas.microsoft.com/office/drawing/2014/main" id="{F35DB1EB-57DD-4BBB-82BA-4BA40937605D}"/>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909D1178-14AF-48BC-912D-BBA074D76B20}" type="slidenum">
              <a:rPr lang="en-US" altLang="zh-CN" sz="1400" smtClean="0">
                <a:latin typeface="Times New Roman" panose="02020603050405020304" pitchFamily="18" charset="0"/>
                <a:ea typeface="宋体" panose="02010600030101010101" pitchFamily="2" charset="-122"/>
              </a:rPr>
              <a:pPr>
                <a:spcBef>
                  <a:spcPct val="0"/>
                </a:spcBef>
                <a:buFontTx/>
                <a:buNone/>
              </a:pPr>
              <a:t>16</a:t>
            </a:fld>
            <a:endParaRPr lang="en-US" altLang="zh-CN" sz="1400">
              <a:latin typeface="Times New Roman" panose="02020603050405020304" pitchFamily="18" charset="0"/>
              <a:ea typeface="宋体" panose="02010600030101010101" pitchFamily="2" charset="-122"/>
            </a:endParaRPr>
          </a:p>
        </p:txBody>
      </p:sp>
      <p:sp>
        <p:nvSpPr>
          <p:cNvPr id="19461" name="Text Box 2">
            <a:extLst>
              <a:ext uri="{FF2B5EF4-FFF2-40B4-BE49-F238E27FC236}">
                <a16:creationId xmlns:a16="http://schemas.microsoft.com/office/drawing/2014/main" id="{71A99FB2-E661-4A13-81AD-1835A5415E46}"/>
              </a:ext>
            </a:extLst>
          </p:cNvPr>
          <p:cNvSpPr txBox="1">
            <a:spLocks noChangeArrowheads="1"/>
          </p:cNvSpPr>
          <p:nvPr/>
        </p:nvSpPr>
        <p:spPr bwMode="auto">
          <a:xfrm>
            <a:off x="1524000" y="838200"/>
            <a:ext cx="621665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数理逻辑的概念</a:t>
            </a:r>
          </a:p>
        </p:txBody>
      </p:sp>
      <p:sp>
        <p:nvSpPr>
          <p:cNvPr id="19462" name="Rectangle 3">
            <a:extLst>
              <a:ext uri="{FF2B5EF4-FFF2-40B4-BE49-F238E27FC236}">
                <a16:creationId xmlns:a16="http://schemas.microsoft.com/office/drawing/2014/main" id="{97C9AD5B-8A58-4B88-BDD9-1807FEA116D2}"/>
              </a:ext>
            </a:extLst>
          </p:cNvPr>
          <p:cNvSpPr>
            <a:spLocks noGrp="1" noChangeArrowheads="1"/>
          </p:cNvSpPr>
          <p:nvPr>
            <p:ph type="body" idx="1"/>
          </p:nvPr>
        </p:nvSpPr>
        <p:spPr>
          <a:xfrm>
            <a:off x="898525" y="2709863"/>
            <a:ext cx="8137525" cy="3311525"/>
          </a:xfrm>
          <a:noFill/>
          <a:extLst>
            <a:ext uri="{909E8E84-426E-40DD-AFC4-6F175D3DCCD1}">
              <a14:hiddenFill xmlns:a14="http://schemas.microsoft.com/office/drawing/2010/main">
                <a:solidFill>
                  <a:schemeClr val="accent1"/>
                </a:solidFill>
              </a14:hiddenFill>
            </a:ext>
          </a:extLst>
        </p:spPr>
        <p:txBody>
          <a:bodyPr lIns="92075" tIns="46038" rIns="92075" bIns="46038"/>
          <a:lstStyle/>
          <a:p>
            <a:pPr eaLnBrk="1" hangingPunct="1">
              <a:spcBef>
                <a:spcPct val="40000"/>
              </a:spcBef>
              <a:spcAft>
                <a:spcPct val="30000"/>
              </a:spcAft>
              <a:buFont typeface="Wingdings" panose="05000000000000000000" pitchFamily="2" charset="2"/>
              <a:buChar char="u"/>
            </a:pPr>
            <a:r>
              <a:rPr lang="zh-CN" altLang="en-US" sz="2800" b="1">
                <a:solidFill>
                  <a:srgbClr val="FF0000"/>
                </a:solidFill>
                <a:effectLst/>
                <a:latin typeface="黑体" panose="02010609060101010101" pitchFamily="49" charset="-122"/>
                <a:ea typeface="黑体" panose="02010609060101010101" pitchFamily="49" charset="-122"/>
              </a:rPr>
              <a:t> 用数学方法研究</a:t>
            </a:r>
            <a:r>
              <a:rPr lang="zh-CN" altLang="en-US" sz="2800" b="1" u="sng">
                <a:solidFill>
                  <a:schemeClr val="accent2"/>
                </a:solidFill>
                <a:effectLst/>
                <a:latin typeface="黑体" panose="02010609060101010101" pitchFamily="49" charset="-122"/>
                <a:ea typeface="黑体" panose="02010609060101010101" pitchFamily="49" charset="-122"/>
              </a:rPr>
              <a:t>演绎推理</a:t>
            </a:r>
            <a:r>
              <a:rPr lang="zh-CN" altLang="en-US" sz="2800" b="1">
                <a:solidFill>
                  <a:srgbClr val="FF0000"/>
                </a:solidFill>
                <a:effectLst/>
                <a:latin typeface="黑体" panose="02010609060101010101" pitchFamily="49" charset="-122"/>
                <a:ea typeface="黑体" panose="02010609060101010101" pitchFamily="49" charset="-122"/>
              </a:rPr>
              <a:t>的一门数学学科</a:t>
            </a:r>
            <a:endParaRPr lang="zh-CN" altLang="en-US" sz="2800">
              <a:solidFill>
                <a:srgbClr val="FF0000"/>
              </a:solidFill>
              <a:effectLst/>
              <a:latin typeface="华文新魏" panose="02010800040101010101" pitchFamily="2" charset="-122"/>
              <a:ea typeface="华文新魏" panose="02010800040101010101" pitchFamily="2" charset="-122"/>
            </a:endParaRPr>
          </a:p>
          <a:p>
            <a:pPr eaLnBrk="1" hangingPunct="1">
              <a:spcBef>
                <a:spcPct val="40000"/>
              </a:spcBef>
              <a:spcAft>
                <a:spcPct val="30000"/>
              </a:spcAft>
              <a:buFont typeface="Wingdings" panose="05000000000000000000" pitchFamily="2" charset="2"/>
              <a:buChar char="u"/>
            </a:pPr>
            <a:r>
              <a:rPr lang="zh-CN" altLang="en-US" sz="2800" b="1">
                <a:solidFill>
                  <a:srgbClr val="FF0000"/>
                </a:solidFill>
                <a:effectLst/>
                <a:latin typeface="黑体" panose="02010609060101010101" pitchFamily="49" charset="-122"/>
                <a:ea typeface="黑体" panose="02010609060101010101" pitchFamily="49" charset="-122"/>
              </a:rPr>
              <a:t> 数学方法</a:t>
            </a:r>
            <a:r>
              <a:rPr lang="en-US" altLang="zh-CN" sz="2800" b="1">
                <a:solidFill>
                  <a:srgbClr val="FF0000"/>
                </a:solidFill>
                <a:effectLst/>
                <a:latin typeface="Times New Roman" panose="02020603050405020304" pitchFamily="18" charset="0"/>
                <a:ea typeface="黑体" panose="02010609060101010101" pitchFamily="49" charset="-122"/>
              </a:rPr>
              <a:t>——</a:t>
            </a:r>
            <a:r>
              <a:rPr lang="zh-CN" altLang="en-US" sz="2800" b="1">
                <a:solidFill>
                  <a:srgbClr val="FF0000"/>
                </a:solidFill>
                <a:effectLst/>
                <a:latin typeface="黑体" panose="02010609060101010101" pitchFamily="49" charset="-122"/>
                <a:ea typeface="黑体" panose="02010609060101010101" pitchFamily="49" charset="-122"/>
              </a:rPr>
              <a:t>通过引进一整套形式化符号系统的方法。因此，数理逻辑有时候也称为</a:t>
            </a:r>
            <a:r>
              <a:rPr lang="zh-CN" altLang="en-US" sz="2800" b="1">
                <a:solidFill>
                  <a:schemeClr val="accent2"/>
                </a:solidFill>
                <a:effectLst/>
                <a:latin typeface="黑体" panose="02010609060101010101" pitchFamily="49" charset="-122"/>
                <a:ea typeface="黑体" panose="02010609060101010101" pitchFamily="49" charset="-122"/>
              </a:rPr>
              <a:t>符号逻辑</a:t>
            </a:r>
          </a:p>
          <a:p>
            <a:pPr eaLnBrk="1" hangingPunct="1">
              <a:spcBef>
                <a:spcPct val="40000"/>
              </a:spcBef>
              <a:spcAft>
                <a:spcPct val="30000"/>
              </a:spcAft>
              <a:buFont typeface="Wingdings" panose="05000000000000000000" pitchFamily="2" charset="2"/>
              <a:buChar char="u"/>
            </a:pPr>
            <a:r>
              <a:rPr lang="zh-CN" altLang="en-US" sz="2800" b="1">
                <a:solidFill>
                  <a:srgbClr val="FF0000"/>
                </a:solidFill>
                <a:effectLst/>
                <a:latin typeface="黑体" panose="02010609060101010101" pitchFamily="49" charset="-122"/>
                <a:ea typeface="黑体" panose="02010609060101010101" pitchFamily="49" charset="-122"/>
              </a:rPr>
              <a:t> 数理逻辑的构成</a:t>
            </a:r>
          </a:p>
          <a:p>
            <a:pPr eaLnBrk="1" hangingPunct="1">
              <a:spcBef>
                <a:spcPct val="5000"/>
              </a:spcBef>
              <a:spcAft>
                <a:spcPct val="25000"/>
              </a:spcAft>
              <a:buFont typeface="Wingdings" panose="05000000000000000000" pitchFamily="2" charset="2"/>
              <a:buNone/>
            </a:pPr>
            <a:r>
              <a:rPr lang="zh-CN" altLang="en-US" sz="2800" b="1">
                <a:solidFill>
                  <a:srgbClr val="FF0000"/>
                </a:solidFill>
                <a:effectLst/>
                <a:latin typeface="黑体" panose="02010609060101010101" pitchFamily="49" charset="-122"/>
                <a:ea typeface="黑体" panose="02010609060101010101" pitchFamily="49" charset="-122"/>
              </a:rPr>
              <a:t>          </a:t>
            </a:r>
            <a:r>
              <a:rPr lang="en-US" altLang="zh-CN" sz="2800" b="1">
                <a:solidFill>
                  <a:srgbClr val="FF0000"/>
                </a:solidFill>
                <a:effectLst/>
                <a:latin typeface="Times New Roman" panose="02020603050405020304" pitchFamily="18" charset="0"/>
                <a:ea typeface="黑体" panose="02010609060101010101" pitchFamily="49" charset="-122"/>
              </a:rPr>
              <a:t>——</a:t>
            </a:r>
            <a:r>
              <a:rPr lang="zh-CN" altLang="en-US" sz="2800" b="1">
                <a:solidFill>
                  <a:srgbClr val="FF0000"/>
                </a:solidFill>
                <a:effectLst/>
                <a:latin typeface="黑体" panose="02010609060101010101" pitchFamily="49" charset="-122"/>
                <a:ea typeface="黑体" panose="02010609060101010101" pitchFamily="49" charset="-122"/>
              </a:rPr>
              <a:t>一套符号体系 </a:t>
            </a:r>
            <a:r>
              <a:rPr lang="en-US" altLang="zh-CN" sz="2800" b="1">
                <a:solidFill>
                  <a:srgbClr val="FF0000"/>
                </a:solidFill>
                <a:effectLst/>
                <a:latin typeface="黑体" panose="02010609060101010101" pitchFamily="49" charset="-122"/>
                <a:ea typeface="黑体" panose="02010609060101010101" pitchFamily="49" charset="-122"/>
              </a:rPr>
              <a:t>+ </a:t>
            </a:r>
            <a:r>
              <a:rPr lang="zh-CN" altLang="en-US" sz="2800" b="1">
                <a:solidFill>
                  <a:srgbClr val="FF0000"/>
                </a:solidFill>
                <a:effectLst/>
                <a:latin typeface="黑体" panose="02010609060101010101" pitchFamily="49" charset="-122"/>
                <a:ea typeface="黑体" panose="02010609060101010101" pitchFamily="49" charset="-122"/>
              </a:rPr>
              <a:t>一组运算规则</a:t>
            </a:r>
          </a:p>
        </p:txBody>
      </p:sp>
      <p:pic>
        <p:nvPicPr>
          <p:cNvPr id="19463" name="Picture 6" descr="C:\Program Files\Microsoft Office\MEDIA\CAGCAT10\j0293844.wmf">
            <a:extLst>
              <a:ext uri="{FF2B5EF4-FFF2-40B4-BE49-F238E27FC236}">
                <a16:creationId xmlns:a16="http://schemas.microsoft.com/office/drawing/2014/main" id="{CC86EFFC-DE65-4823-8640-EE05FF71B6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77175" y="549275"/>
            <a:ext cx="12319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日期占位符 3">
            <a:extLst>
              <a:ext uri="{FF2B5EF4-FFF2-40B4-BE49-F238E27FC236}">
                <a16:creationId xmlns:a16="http://schemas.microsoft.com/office/drawing/2014/main" id="{AA4C21CE-E3F4-41D9-A252-2E0880970D54}"/>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D2CCA16B-29EF-48F8-B869-5973F117F07C}"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20483" name="页脚占位符 4">
            <a:extLst>
              <a:ext uri="{FF2B5EF4-FFF2-40B4-BE49-F238E27FC236}">
                <a16:creationId xmlns:a16="http://schemas.microsoft.com/office/drawing/2014/main" id="{BD2D3337-B2C9-49C4-AEAF-B842A4ABD0F3}"/>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20484" name="灯片编号占位符 5">
            <a:extLst>
              <a:ext uri="{FF2B5EF4-FFF2-40B4-BE49-F238E27FC236}">
                <a16:creationId xmlns:a16="http://schemas.microsoft.com/office/drawing/2014/main" id="{196BA297-7FBE-4F17-B093-BAA395CF7BDD}"/>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57D78974-4516-414F-8FC3-8B5E37C326C4}" type="slidenum">
              <a:rPr lang="en-US" altLang="zh-CN" sz="1400" smtClean="0">
                <a:latin typeface="Times New Roman" panose="02020603050405020304" pitchFamily="18" charset="0"/>
                <a:ea typeface="宋体" panose="02010600030101010101" pitchFamily="2" charset="-122"/>
              </a:rPr>
              <a:pPr>
                <a:spcBef>
                  <a:spcPct val="0"/>
                </a:spcBef>
                <a:buFontTx/>
                <a:buNone/>
              </a:pPr>
              <a:t>17</a:t>
            </a:fld>
            <a:endParaRPr lang="en-US" altLang="zh-CN" sz="1400">
              <a:latin typeface="Times New Roman" panose="02020603050405020304" pitchFamily="18" charset="0"/>
              <a:ea typeface="宋体" panose="02010600030101010101" pitchFamily="2" charset="-122"/>
            </a:endParaRPr>
          </a:p>
        </p:txBody>
      </p:sp>
      <p:sp>
        <p:nvSpPr>
          <p:cNvPr id="20485" name="Text Box 2">
            <a:extLst>
              <a:ext uri="{FF2B5EF4-FFF2-40B4-BE49-F238E27FC236}">
                <a16:creationId xmlns:a16="http://schemas.microsoft.com/office/drawing/2014/main" id="{9F1B0385-B631-40D8-B5AE-F3D06B289433}"/>
              </a:ext>
            </a:extLst>
          </p:cNvPr>
          <p:cNvSpPr txBox="1">
            <a:spLocks noChangeArrowheads="1"/>
          </p:cNvSpPr>
          <p:nvPr/>
        </p:nvSpPr>
        <p:spPr bwMode="auto">
          <a:xfrm>
            <a:off x="1258888" y="838200"/>
            <a:ext cx="626586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数理逻辑的内容</a:t>
            </a:r>
          </a:p>
        </p:txBody>
      </p:sp>
      <p:sp>
        <p:nvSpPr>
          <p:cNvPr id="20486" name="Rectangle 3">
            <a:extLst>
              <a:ext uri="{FF2B5EF4-FFF2-40B4-BE49-F238E27FC236}">
                <a16:creationId xmlns:a16="http://schemas.microsoft.com/office/drawing/2014/main" id="{3A9A1958-AD03-4EBB-8920-A87109C6FA63}"/>
              </a:ext>
            </a:extLst>
          </p:cNvPr>
          <p:cNvSpPr>
            <a:spLocks noGrp="1" noChangeArrowheads="1"/>
          </p:cNvSpPr>
          <p:nvPr>
            <p:ph type="body" idx="1"/>
          </p:nvPr>
        </p:nvSpPr>
        <p:spPr>
          <a:xfrm>
            <a:off x="827088" y="2420938"/>
            <a:ext cx="8066087" cy="3240087"/>
          </a:xfrm>
          <a:noFill/>
          <a:extLst>
            <a:ext uri="{909E8E84-426E-40DD-AFC4-6F175D3DCCD1}">
              <a14:hiddenFill xmlns:a14="http://schemas.microsoft.com/office/drawing/2010/main">
                <a:solidFill>
                  <a:schemeClr val="accent1"/>
                </a:solidFill>
              </a14:hiddenFill>
            </a:ext>
          </a:extLst>
        </p:spPr>
        <p:txBody>
          <a:bodyPr lIns="92075" tIns="46038" rIns="92075" bIns="46038"/>
          <a:lstStyle/>
          <a:p>
            <a:pPr eaLnBrk="1" hangingPunct="1">
              <a:buFont typeface="Wingdings" panose="05000000000000000000" pitchFamily="2" charset="2"/>
              <a:buChar char="u"/>
            </a:pPr>
            <a:r>
              <a:rPr lang="zh-CN" altLang="en-US" sz="3200" b="1">
                <a:solidFill>
                  <a:srgbClr val="FF0000"/>
                </a:solidFill>
                <a:effectLst/>
                <a:latin typeface="黑体" panose="02010609060101010101" pitchFamily="49" charset="-122"/>
                <a:ea typeface="黑体" panose="02010609060101010101" pitchFamily="49" charset="-122"/>
              </a:rPr>
              <a:t> 数理逻辑包括：</a:t>
            </a:r>
          </a:p>
          <a:p>
            <a:pPr eaLnBrk="1" hangingPunct="1">
              <a:lnSpc>
                <a:spcPct val="120000"/>
              </a:lnSpc>
              <a:buFontTx/>
              <a:buNone/>
            </a:pPr>
            <a:r>
              <a:rPr lang="zh-CN" altLang="en-US" sz="3200" b="1">
                <a:effectLst/>
                <a:latin typeface="幼圆" panose="02010509060101010101" pitchFamily="49" charset="-122"/>
                <a:ea typeface="幼圆" panose="02010509060101010101" pitchFamily="49" charset="-122"/>
              </a:rPr>
              <a:t>     命题逻辑、谓词逻辑、公理化集合论、递归论、模型论、证明论</a:t>
            </a:r>
          </a:p>
          <a:p>
            <a:pPr eaLnBrk="1" hangingPunct="1">
              <a:lnSpc>
                <a:spcPct val="120000"/>
              </a:lnSpc>
              <a:buFontTx/>
              <a:buNone/>
            </a:pPr>
            <a:endParaRPr lang="zh-CN" altLang="en-US" sz="3200" b="1">
              <a:effectLst/>
              <a:latin typeface="幼圆" panose="02010509060101010101" pitchFamily="49" charset="-122"/>
              <a:ea typeface="幼圆" panose="02010509060101010101" pitchFamily="49" charset="-122"/>
            </a:endParaRPr>
          </a:p>
          <a:p>
            <a:pPr eaLnBrk="1" hangingPunct="1">
              <a:lnSpc>
                <a:spcPct val="120000"/>
              </a:lnSpc>
              <a:buFont typeface="Wingdings" panose="05000000000000000000" pitchFamily="2" charset="2"/>
              <a:buChar char="u"/>
            </a:pPr>
            <a:r>
              <a:rPr lang="zh-CN" altLang="en-US" sz="3200" b="1">
                <a:solidFill>
                  <a:srgbClr val="FF0000"/>
                </a:solidFill>
                <a:effectLst/>
                <a:latin typeface="黑体" panose="02010609060101010101" pitchFamily="49" charset="-122"/>
                <a:ea typeface="黑体" panose="02010609060101010101" pitchFamily="49" charset="-122"/>
              </a:rPr>
              <a:t> 本课程讨论</a:t>
            </a:r>
            <a:r>
              <a:rPr lang="zh-CN" altLang="en-US" sz="3200" b="1">
                <a:solidFill>
                  <a:srgbClr val="FF0000"/>
                </a:solidFill>
                <a:effectLst/>
                <a:latin typeface="Times New Roman" panose="02020603050405020304" pitchFamily="18" charset="0"/>
                <a:ea typeface="黑体" panose="02010609060101010101" pitchFamily="49" charset="-122"/>
              </a:rPr>
              <a:t>“</a:t>
            </a:r>
            <a:r>
              <a:rPr lang="zh-CN" altLang="en-US" sz="3200" b="1">
                <a:solidFill>
                  <a:srgbClr val="FF0000"/>
                </a:solidFill>
                <a:effectLst/>
                <a:latin typeface="黑体" panose="02010609060101010101" pitchFamily="49" charset="-122"/>
                <a:ea typeface="黑体" panose="02010609060101010101" pitchFamily="49" charset="-122"/>
              </a:rPr>
              <a:t>命题逻辑</a:t>
            </a:r>
            <a:r>
              <a:rPr lang="zh-CN" altLang="en-US" sz="3200" b="1">
                <a:solidFill>
                  <a:srgbClr val="FF0000"/>
                </a:solidFill>
                <a:effectLst/>
                <a:latin typeface="Times New Roman" panose="02020603050405020304" pitchFamily="18" charset="0"/>
                <a:ea typeface="黑体" panose="02010609060101010101" pitchFamily="49" charset="-122"/>
              </a:rPr>
              <a:t>”</a:t>
            </a:r>
            <a:r>
              <a:rPr lang="zh-CN" altLang="en-US" sz="3200" b="1">
                <a:solidFill>
                  <a:srgbClr val="FF0000"/>
                </a:solidFill>
                <a:effectLst/>
                <a:latin typeface="黑体" panose="02010609060101010101" pitchFamily="49" charset="-122"/>
                <a:ea typeface="黑体" panose="02010609060101010101" pitchFamily="49" charset="-122"/>
              </a:rPr>
              <a:t>和</a:t>
            </a:r>
            <a:r>
              <a:rPr lang="zh-CN" altLang="en-US" sz="3200" b="1">
                <a:solidFill>
                  <a:srgbClr val="FF0000"/>
                </a:solidFill>
                <a:effectLst/>
                <a:latin typeface="Times New Roman" panose="02020603050405020304" pitchFamily="18" charset="0"/>
                <a:ea typeface="黑体" panose="02010609060101010101" pitchFamily="49" charset="-122"/>
              </a:rPr>
              <a:t>“</a:t>
            </a:r>
            <a:r>
              <a:rPr lang="zh-CN" altLang="en-US" sz="3200" b="1">
                <a:solidFill>
                  <a:srgbClr val="FF0000"/>
                </a:solidFill>
                <a:effectLst/>
                <a:latin typeface="黑体" panose="02010609060101010101" pitchFamily="49" charset="-122"/>
                <a:ea typeface="黑体" panose="02010609060101010101" pitchFamily="49" charset="-122"/>
              </a:rPr>
              <a:t>谓词逻辑</a:t>
            </a:r>
            <a:r>
              <a:rPr lang="zh-CN" altLang="en-US" sz="3200" b="1">
                <a:solidFill>
                  <a:srgbClr val="FF0000"/>
                </a:solidFill>
                <a:effectLst/>
                <a:latin typeface="Times New Roman" panose="02020603050405020304" pitchFamily="18" charset="0"/>
                <a:ea typeface="黑体" panose="02010609060101010101" pitchFamily="49" charset="-122"/>
              </a:rPr>
              <a:t>”</a:t>
            </a:r>
            <a:endParaRPr lang="zh-CN" altLang="en-US" sz="3200" b="1">
              <a:solidFill>
                <a:srgbClr val="FF0000"/>
              </a:solidFill>
              <a:effectLst/>
              <a:latin typeface="黑体" panose="02010609060101010101" pitchFamily="49" charset="-122"/>
              <a:ea typeface="黑体" panose="02010609060101010101" pitchFamily="49" charset="-122"/>
            </a:endParaRPr>
          </a:p>
        </p:txBody>
      </p:sp>
      <p:pic>
        <p:nvPicPr>
          <p:cNvPr id="20487" name="Picture 6" descr="C:\Program Files\Microsoft Office\MEDIA\CAGCAT10\j0293844.wmf">
            <a:extLst>
              <a:ext uri="{FF2B5EF4-FFF2-40B4-BE49-F238E27FC236}">
                <a16:creationId xmlns:a16="http://schemas.microsoft.com/office/drawing/2014/main" id="{B9C88A09-4815-49EF-A510-BE49A53C88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04150" y="549275"/>
            <a:ext cx="12319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日期占位符 3">
            <a:extLst>
              <a:ext uri="{FF2B5EF4-FFF2-40B4-BE49-F238E27FC236}">
                <a16:creationId xmlns:a16="http://schemas.microsoft.com/office/drawing/2014/main" id="{DA527B05-2E38-4149-AF7C-2E8006195A55}"/>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D01A2A7B-C996-4F7F-8E09-CE279564740D}"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21507" name="页脚占位符 4">
            <a:extLst>
              <a:ext uri="{FF2B5EF4-FFF2-40B4-BE49-F238E27FC236}">
                <a16:creationId xmlns:a16="http://schemas.microsoft.com/office/drawing/2014/main" id="{762C2E22-FC22-4573-9A9A-61AE72979C0D}"/>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21508" name="灯片编号占位符 5">
            <a:extLst>
              <a:ext uri="{FF2B5EF4-FFF2-40B4-BE49-F238E27FC236}">
                <a16:creationId xmlns:a16="http://schemas.microsoft.com/office/drawing/2014/main" id="{FB3F64FE-D58E-40A3-8ACE-4B7CA0A32776}"/>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F457B866-9726-4424-9EA1-A093C05E7620}" type="slidenum">
              <a:rPr lang="en-US" altLang="zh-CN" sz="1400" smtClean="0">
                <a:latin typeface="Times New Roman" panose="02020603050405020304" pitchFamily="18" charset="0"/>
                <a:ea typeface="宋体" panose="02010600030101010101" pitchFamily="2" charset="-122"/>
              </a:rPr>
              <a:pPr>
                <a:spcBef>
                  <a:spcPct val="0"/>
                </a:spcBef>
                <a:buFontTx/>
                <a:buNone/>
              </a:pPr>
              <a:t>18</a:t>
            </a:fld>
            <a:endParaRPr lang="en-US" altLang="zh-CN" sz="1400">
              <a:latin typeface="Times New Roman" panose="02020603050405020304" pitchFamily="18" charset="0"/>
              <a:ea typeface="宋体" panose="02010600030101010101" pitchFamily="2" charset="-122"/>
            </a:endParaRPr>
          </a:p>
        </p:txBody>
      </p:sp>
      <p:sp>
        <p:nvSpPr>
          <p:cNvPr id="21509" name="Text Box 2">
            <a:extLst>
              <a:ext uri="{FF2B5EF4-FFF2-40B4-BE49-F238E27FC236}">
                <a16:creationId xmlns:a16="http://schemas.microsoft.com/office/drawing/2014/main" id="{4B15C6E3-3CA2-47C3-BAF1-7C2908084EE0}"/>
              </a:ext>
            </a:extLst>
          </p:cNvPr>
          <p:cNvSpPr txBox="1">
            <a:spLocks noChangeArrowheads="1"/>
          </p:cNvSpPr>
          <p:nvPr/>
        </p:nvSpPr>
        <p:spPr bwMode="auto">
          <a:xfrm>
            <a:off x="1203325" y="836613"/>
            <a:ext cx="6608763"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数理逻辑与软件</a:t>
            </a:r>
          </a:p>
        </p:txBody>
      </p:sp>
      <p:sp>
        <p:nvSpPr>
          <p:cNvPr id="628740" name="Rectangle 4">
            <a:extLst>
              <a:ext uri="{FF2B5EF4-FFF2-40B4-BE49-F238E27FC236}">
                <a16:creationId xmlns:a16="http://schemas.microsoft.com/office/drawing/2014/main" id="{9A98F5FE-4C48-4826-8EFF-057DA965F8ED}"/>
              </a:ext>
            </a:extLst>
          </p:cNvPr>
          <p:cNvSpPr>
            <a:spLocks noGrp="1" noChangeArrowheads="1"/>
          </p:cNvSpPr>
          <p:nvPr>
            <p:ph type="body" idx="1"/>
          </p:nvPr>
        </p:nvSpPr>
        <p:spPr>
          <a:xfrm>
            <a:off x="1619250" y="2781300"/>
            <a:ext cx="6840538" cy="3025775"/>
          </a:xfrm>
        </p:spPr>
        <p:txBody>
          <a:bodyPr lIns="92075" tIns="46038" rIns="92075" bIns="46038"/>
          <a:lstStyle/>
          <a:p>
            <a:pPr eaLnBrk="1" hangingPunct="1">
              <a:buFontTx/>
              <a:buNone/>
              <a:defRPr/>
            </a:pPr>
            <a:r>
              <a:rPr lang="zh-CN" altLang="en-US" sz="4400" b="1">
                <a:solidFill>
                  <a:srgbClr val="FF3300"/>
                </a:solidFill>
                <a:latin typeface="华文新魏" panose="02010800040101010101" pitchFamily="2" charset="-122"/>
                <a:ea typeface="华文新魏" panose="02010800040101010101" pitchFamily="2" charset="-122"/>
              </a:rPr>
              <a:t>程序＝算法＋数据</a:t>
            </a:r>
          </a:p>
          <a:p>
            <a:pPr eaLnBrk="1" hangingPunct="1">
              <a:buFontTx/>
              <a:buNone/>
              <a:defRPr/>
            </a:pPr>
            <a:endParaRPr lang="zh-CN" altLang="en-US" sz="4400" b="1">
              <a:solidFill>
                <a:srgbClr val="FF3300"/>
              </a:solidFill>
              <a:latin typeface="华文新魏" panose="02010800040101010101" pitchFamily="2" charset="-122"/>
              <a:ea typeface="华文新魏" panose="02010800040101010101" pitchFamily="2" charset="-122"/>
            </a:endParaRPr>
          </a:p>
          <a:p>
            <a:pPr eaLnBrk="1" hangingPunct="1">
              <a:buFontTx/>
              <a:buNone/>
              <a:defRPr/>
            </a:pPr>
            <a:r>
              <a:rPr lang="zh-CN" altLang="en-US" sz="4400" b="1">
                <a:solidFill>
                  <a:srgbClr val="FF3300"/>
                </a:solidFill>
                <a:latin typeface="华文新魏" panose="02010800040101010101" pitchFamily="2" charset="-122"/>
                <a:ea typeface="华文新魏" panose="02010800040101010101" pitchFamily="2" charset="-122"/>
              </a:rPr>
              <a:t>         算法＝逻辑＋控制</a:t>
            </a:r>
            <a:endParaRPr lang="en-US" altLang="zh-CN" sz="4400" b="1">
              <a:solidFill>
                <a:schemeClr val="accent2"/>
              </a:solidFill>
              <a:latin typeface="幼圆" panose="02010509060101010101" pitchFamily="49" charset="-122"/>
              <a:ea typeface="幼圆" panose="02010509060101010101" pitchFamily="49" charset="-122"/>
            </a:endParaRPr>
          </a:p>
        </p:txBody>
      </p:sp>
      <p:pic>
        <p:nvPicPr>
          <p:cNvPr id="21511" name="Picture 6" descr="C:\Program Files\Microsoft Office\MEDIA\CAGCAT10\j0293844.wmf">
            <a:extLst>
              <a:ext uri="{FF2B5EF4-FFF2-40B4-BE49-F238E27FC236}">
                <a16:creationId xmlns:a16="http://schemas.microsoft.com/office/drawing/2014/main" id="{488CADC8-EA44-4F08-BED6-762D20ED8D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80363" y="549275"/>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日期占位符 3">
            <a:extLst>
              <a:ext uri="{FF2B5EF4-FFF2-40B4-BE49-F238E27FC236}">
                <a16:creationId xmlns:a16="http://schemas.microsoft.com/office/drawing/2014/main" id="{23E29FAA-F89C-4250-AD85-78E3F2AE05E7}"/>
              </a:ext>
            </a:extLst>
          </p:cNvPr>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fld id="{F0BCB97D-E7F9-47D3-B982-18DC119C8E2C}" type="datetime1">
              <a:rPr lang="zh-CN" altLang="en-US" sz="1400" b="1">
                <a:latin typeface="Times New Roman" panose="02020603050405020304" pitchFamily="18" charset="0"/>
                <a:ea typeface="宋体" panose="02010600030101010101" pitchFamily="2" charset="-122"/>
              </a:rPr>
              <a:pPr eaLnBrk="1" hangingPunct="1">
                <a:spcBef>
                  <a:spcPct val="0"/>
                </a:spcBef>
                <a:buFontTx/>
                <a:buNone/>
              </a:pPr>
              <a:t>2020/9/7</a:t>
            </a:fld>
            <a:endParaRPr lang="en-US" altLang="zh-CN" sz="1400" b="1">
              <a:latin typeface="Times New Roman" panose="02020603050405020304" pitchFamily="18" charset="0"/>
              <a:ea typeface="宋体" panose="02010600030101010101" pitchFamily="2" charset="-122"/>
            </a:endParaRPr>
          </a:p>
        </p:txBody>
      </p:sp>
      <p:sp>
        <p:nvSpPr>
          <p:cNvPr id="22531" name="页脚占位符 4">
            <a:extLst>
              <a:ext uri="{FF2B5EF4-FFF2-40B4-BE49-F238E27FC236}">
                <a16:creationId xmlns:a16="http://schemas.microsoft.com/office/drawing/2014/main" id="{8933EF63-B9E3-4316-9AE7-86DE8A7F5E8D}"/>
              </a:ext>
            </a:extLst>
          </p:cNvPr>
          <p:cNvSpPr txBox="1">
            <a:spLocks noGrp="1"/>
          </p:cNvSpPr>
          <p:nvPr/>
        </p:nvSpPr>
        <p:spPr bwMode="auto">
          <a:xfrm>
            <a:off x="3124200" y="6356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400" b="1">
                <a:latin typeface="Times New Roman" panose="02020603050405020304" pitchFamily="18" charset="0"/>
                <a:ea typeface="宋体" panose="02010600030101010101" pitchFamily="2" charset="-122"/>
              </a:rPr>
              <a:t>计算机应用技术研究所</a:t>
            </a:r>
          </a:p>
        </p:txBody>
      </p:sp>
      <p:sp>
        <p:nvSpPr>
          <p:cNvPr id="22532" name="灯片编号占位符 5">
            <a:extLst>
              <a:ext uri="{FF2B5EF4-FFF2-40B4-BE49-F238E27FC236}">
                <a16:creationId xmlns:a16="http://schemas.microsoft.com/office/drawing/2014/main" id="{1563779D-50BA-4458-80EC-9AB03E42CDC4}"/>
              </a:ext>
            </a:extLst>
          </p:cNvPr>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FontTx/>
              <a:buNone/>
            </a:pPr>
            <a:fld id="{F14359A6-DB0E-466F-A025-AD9A8843A25E}" type="slidenum">
              <a:rPr lang="en-US" altLang="zh-CN" sz="1400" b="1">
                <a:latin typeface="Times New Roman" panose="02020603050405020304" pitchFamily="18" charset="0"/>
                <a:ea typeface="宋体" panose="02010600030101010101" pitchFamily="2" charset="-122"/>
              </a:rPr>
              <a:pPr algn="r" eaLnBrk="1" hangingPunct="1">
                <a:spcBef>
                  <a:spcPct val="0"/>
                </a:spcBef>
                <a:buFontTx/>
                <a:buNone/>
              </a:pPr>
              <a:t>19</a:t>
            </a:fld>
            <a:endParaRPr lang="en-US" altLang="zh-CN" sz="1400" b="1">
              <a:latin typeface="Times New Roman" panose="02020603050405020304" pitchFamily="18" charset="0"/>
              <a:ea typeface="宋体" panose="02010600030101010101" pitchFamily="2" charset="-122"/>
            </a:endParaRPr>
          </a:p>
        </p:txBody>
      </p:sp>
      <p:sp>
        <p:nvSpPr>
          <p:cNvPr id="22533" name="Text Box 2">
            <a:extLst>
              <a:ext uri="{FF2B5EF4-FFF2-40B4-BE49-F238E27FC236}">
                <a16:creationId xmlns:a16="http://schemas.microsoft.com/office/drawing/2014/main" id="{2D1F1B27-430A-4B1A-8FF2-0FB2EDC113A5}"/>
              </a:ext>
            </a:extLst>
          </p:cNvPr>
          <p:cNvSpPr txBox="1">
            <a:spLocks noChangeArrowheads="1"/>
          </p:cNvSpPr>
          <p:nvPr/>
        </p:nvSpPr>
        <p:spPr bwMode="auto">
          <a:xfrm>
            <a:off x="1347788" y="836613"/>
            <a:ext cx="65373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数理逻辑与硬件</a:t>
            </a:r>
          </a:p>
        </p:txBody>
      </p:sp>
      <p:sp>
        <p:nvSpPr>
          <p:cNvPr id="628740" name="Rectangle 4">
            <a:extLst>
              <a:ext uri="{FF2B5EF4-FFF2-40B4-BE49-F238E27FC236}">
                <a16:creationId xmlns:a16="http://schemas.microsoft.com/office/drawing/2014/main" id="{88A7B372-8134-4C07-87A0-5C8EECCA6138}"/>
              </a:ext>
            </a:extLst>
          </p:cNvPr>
          <p:cNvSpPr>
            <a:spLocks noGrp="1" noChangeArrowheads="1"/>
          </p:cNvSpPr>
          <p:nvPr>
            <p:ph type="body" idx="4294967295"/>
          </p:nvPr>
        </p:nvSpPr>
        <p:spPr>
          <a:xfrm>
            <a:off x="1403350" y="2636838"/>
            <a:ext cx="7416800" cy="3025775"/>
          </a:xfrm>
        </p:spPr>
        <p:txBody>
          <a:bodyPr lIns="92075" tIns="46038" rIns="92075" bIns="46038"/>
          <a:lstStyle/>
          <a:p>
            <a:pPr eaLnBrk="1" hangingPunct="1">
              <a:buFontTx/>
              <a:buNone/>
              <a:defRPr/>
            </a:pPr>
            <a:r>
              <a:rPr lang="zh-CN" altLang="en-US" sz="4400" b="1">
                <a:solidFill>
                  <a:srgbClr val="FF3300"/>
                </a:solidFill>
                <a:latin typeface="华文新魏" panose="02010800040101010101" pitchFamily="2" charset="-122"/>
                <a:ea typeface="华文新魏" panose="02010800040101010101" pitchFamily="2" charset="-122"/>
              </a:rPr>
              <a:t>命题逻辑</a:t>
            </a:r>
          </a:p>
          <a:p>
            <a:pPr eaLnBrk="1" hangingPunct="1">
              <a:buFontTx/>
              <a:buNone/>
              <a:defRPr/>
            </a:pPr>
            <a:r>
              <a:rPr lang="zh-CN" altLang="en-US" sz="4400" b="1">
                <a:solidFill>
                  <a:srgbClr val="FF3300"/>
                </a:solidFill>
                <a:latin typeface="华文新魏" panose="02010800040101010101" pitchFamily="2" charset="-122"/>
                <a:ea typeface="华文新魏" panose="02010800040101010101" pitchFamily="2" charset="-122"/>
              </a:rPr>
              <a:t>         数字逻辑与门电路</a:t>
            </a:r>
          </a:p>
          <a:p>
            <a:pPr eaLnBrk="1" hangingPunct="1">
              <a:buFontTx/>
              <a:buNone/>
              <a:defRPr/>
            </a:pPr>
            <a:r>
              <a:rPr lang="en-US" altLang="zh-CN" sz="4400" b="1">
                <a:solidFill>
                  <a:srgbClr val="FF3300"/>
                </a:solidFill>
                <a:latin typeface="华文新魏" panose="02010800040101010101" pitchFamily="2" charset="-122"/>
                <a:ea typeface="华文新魏" panose="02010800040101010101" pitchFamily="2" charset="-122"/>
              </a:rPr>
              <a:t>                       </a:t>
            </a:r>
            <a:r>
              <a:rPr lang="zh-CN" altLang="en-US" sz="4400" b="1">
                <a:solidFill>
                  <a:srgbClr val="FF3300"/>
                </a:solidFill>
                <a:latin typeface="华文新魏" panose="02010800040101010101" pitchFamily="2" charset="-122"/>
                <a:ea typeface="华文新魏" panose="02010800040101010101" pitchFamily="2" charset="-122"/>
              </a:rPr>
              <a:t>计算机组成原理</a:t>
            </a:r>
            <a:endParaRPr lang="zh-CN" altLang="en-US" sz="4400" b="1">
              <a:solidFill>
                <a:schemeClr val="accent2"/>
              </a:solidFill>
              <a:latin typeface="幼圆" panose="02010509060101010101" pitchFamily="49" charset="-122"/>
              <a:ea typeface="幼圆" panose="02010509060101010101" pitchFamily="49" charset="-122"/>
            </a:endParaRPr>
          </a:p>
        </p:txBody>
      </p:sp>
      <p:pic>
        <p:nvPicPr>
          <p:cNvPr id="22535" name="Picture 6" descr="C:\Program Files\Microsoft Office\MEDIA\CAGCAT10\j0293844.wmf">
            <a:extLst>
              <a:ext uri="{FF2B5EF4-FFF2-40B4-BE49-F238E27FC236}">
                <a16:creationId xmlns:a16="http://schemas.microsoft.com/office/drawing/2014/main" id="{28444505-9C9B-4706-AD9F-55D718CEF0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50213" y="549275"/>
            <a:ext cx="1093787" cy="1150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 Box 2">
            <a:extLst>
              <a:ext uri="{FF2B5EF4-FFF2-40B4-BE49-F238E27FC236}">
                <a16:creationId xmlns:a16="http://schemas.microsoft.com/office/drawing/2014/main" id="{56E29166-7912-4FF4-8B49-6402831D323D}"/>
              </a:ext>
            </a:extLst>
          </p:cNvPr>
          <p:cNvSpPr txBox="1">
            <a:spLocks noChangeArrowheads="1"/>
          </p:cNvSpPr>
          <p:nvPr/>
        </p:nvSpPr>
        <p:spPr bwMode="auto">
          <a:xfrm>
            <a:off x="1331913" y="941388"/>
            <a:ext cx="6272212" cy="83185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800">
                <a:solidFill>
                  <a:schemeClr val="tx1"/>
                </a:solidFill>
                <a:latin typeface="Times New Roman" panose="02020603050405020304" pitchFamily="18" charset="0"/>
                <a:ea typeface="宋体" panose="02010600030101010101" pitchFamily="2" charset="-122"/>
              </a:defRPr>
            </a:lvl1pPr>
            <a:lvl2pPr marL="838200" indent="-381000">
              <a:defRPr kumimoji="1" sz="2800">
                <a:solidFill>
                  <a:schemeClr val="tx1"/>
                </a:solidFill>
                <a:latin typeface="Times New Roman" panose="02020603050405020304" pitchFamily="18" charset="0"/>
                <a:ea typeface="宋体" panose="02010600030101010101" pitchFamily="2" charset="-122"/>
              </a:defRPr>
            </a:lvl2pPr>
            <a:lvl3pPr marL="1295400" indent="-381000">
              <a:defRPr kumimoji="1" sz="2800">
                <a:solidFill>
                  <a:schemeClr val="tx1"/>
                </a:solidFill>
                <a:latin typeface="Times New Roman" panose="02020603050405020304" pitchFamily="18" charset="0"/>
                <a:ea typeface="宋体" panose="02010600030101010101" pitchFamily="2" charset="-122"/>
              </a:defRPr>
            </a:lvl3pPr>
            <a:lvl4pPr marL="1752600" indent="-381000">
              <a:defRPr kumimoji="1" sz="2800">
                <a:solidFill>
                  <a:schemeClr val="tx1"/>
                </a:solidFill>
                <a:latin typeface="Times New Roman" panose="02020603050405020304" pitchFamily="18" charset="0"/>
                <a:ea typeface="宋体" panose="02010600030101010101" pitchFamily="2" charset="-122"/>
              </a:defRPr>
            </a:lvl4pPr>
            <a:lvl5pPr marL="2209800" indent="-381000">
              <a:defRPr kumimoji="1" sz="28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4800" b="1">
                <a:solidFill>
                  <a:schemeClr val="bg1"/>
                </a:solidFill>
                <a:latin typeface="宋体" panose="02010600030101010101" pitchFamily="2" charset="-122"/>
              </a:rPr>
              <a:t> 命题的概念与运算</a:t>
            </a:r>
          </a:p>
        </p:txBody>
      </p:sp>
      <p:sp>
        <p:nvSpPr>
          <p:cNvPr id="23555" name="Rectangle 3">
            <a:extLst>
              <a:ext uri="{FF2B5EF4-FFF2-40B4-BE49-F238E27FC236}">
                <a16:creationId xmlns:a16="http://schemas.microsoft.com/office/drawing/2014/main" id="{9E887C92-5DB3-4F6B-9B23-FDAA55E371FF}"/>
              </a:ext>
            </a:extLst>
          </p:cNvPr>
          <p:cNvSpPr>
            <a:spLocks noGrp="1" noChangeArrowheads="1"/>
          </p:cNvSpPr>
          <p:nvPr>
            <p:ph type="body" sz="half" idx="1"/>
          </p:nvPr>
        </p:nvSpPr>
        <p:spPr>
          <a:xfrm>
            <a:off x="2124075" y="2565400"/>
            <a:ext cx="4679950" cy="2951163"/>
          </a:xfrm>
          <a:noFill/>
          <a:extLst>
            <a:ext uri="{909E8E84-426E-40DD-AFC4-6F175D3DCCD1}">
              <a14:hiddenFill xmlns:a14="http://schemas.microsoft.com/office/drawing/2010/main">
                <a:solidFill>
                  <a:schemeClr val="accent1"/>
                </a:solidFill>
              </a14:hiddenFill>
            </a:ext>
          </a:extLst>
        </p:spPr>
        <p:txBody>
          <a:bodyPr lIns="92075" tIns="46038" rIns="92075" bIns="46038"/>
          <a:lstStyle/>
          <a:p>
            <a:pPr>
              <a:lnSpc>
                <a:spcPct val="150000"/>
              </a:lnSpc>
              <a:spcBef>
                <a:spcPct val="30000"/>
              </a:spcBef>
              <a:buFont typeface="Wingdings" panose="05000000000000000000" pitchFamily="2" charset="2"/>
              <a:buChar char="4"/>
            </a:pPr>
            <a:r>
              <a:rPr lang="zh-CN" altLang="en-US" sz="3600" b="1">
                <a:effectLst/>
                <a:latin typeface="黑体" panose="02010609060101010101" pitchFamily="49" charset="-122"/>
                <a:ea typeface="黑体" panose="02010609060101010101" pitchFamily="49" charset="-122"/>
              </a:rPr>
              <a:t> 逻辑与命题逻辑</a:t>
            </a:r>
          </a:p>
          <a:p>
            <a:pPr>
              <a:lnSpc>
                <a:spcPct val="150000"/>
              </a:lnSpc>
              <a:spcBef>
                <a:spcPct val="30000"/>
              </a:spcBef>
              <a:buFont typeface="Wingdings" panose="05000000000000000000" pitchFamily="2" charset="2"/>
              <a:buChar char="J"/>
            </a:pPr>
            <a:r>
              <a:rPr lang="zh-CN" altLang="en-US" sz="3600" b="1">
                <a:solidFill>
                  <a:schemeClr val="accent2"/>
                </a:solidFill>
                <a:effectLst/>
                <a:latin typeface="黑体" panose="02010609060101010101" pitchFamily="49" charset="-122"/>
                <a:ea typeface="黑体" panose="02010609060101010101" pitchFamily="49" charset="-122"/>
              </a:rPr>
              <a:t> 命题的基本概念</a:t>
            </a:r>
          </a:p>
          <a:p>
            <a:pPr>
              <a:lnSpc>
                <a:spcPct val="150000"/>
              </a:lnSpc>
              <a:spcBef>
                <a:spcPct val="30000"/>
              </a:spcBef>
              <a:buFont typeface="Wingdings" panose="05000000000000000000" pitchFamily="2" charset="2"/>
              <a:buChar char="4"/>
            </a:pPr>
            <a:r>
              <a:rPr lang="zh-CN" altLang="en-US" sz="3600" b="1">
                <a:effectLst/>
                <a:latin typeface="黑体" panose="02010609060101010101" pitchFamily="49" charset="-122"/>
                <a:ea typeface="黑体" panose="02010609060101010101" pitchFamily="49" charset="-122"/>
              </a:rPr>
              <a:t> 命题的常用联结词</a:t>
            </a:r>
          </a:p>
        </p:txBody>
      </p:sp>
      <p:pic>
        <p:nvPicPr>
          <p:cNvPr id="23556" name="Picture 6" descr="C:\Program Files\Microsoft Office\MEDIA\CAGCAT10\j0293844.wmf">
            <a:extLst>
              <a:ext uri="{FF2B5EF4-FFF2-40B4-BE49-F238E27FC236}">
                <a16:creationId xmlns:a16="http://schemas.microsoft.com/office/drawing/2014/main" id="{70D788CC-4456-4F3C-B9C3-003893C894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45425" y="54927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日期占位符 3">
            <a:extLst>
              <a:ext uri="{FF2B5EF4-FFF2-40B4-BE49-F238E27FC236}">
                <a16:creationId xmlns:a16="http://schemas.microsoft.com/office/drawing/2014/main" id="{89098487-3408-435B-AEEC-18FAAB3D4482}"/>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A8F42B1F-3025-4022-8709-8E5B87B98A20}"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24579" name="页脚占位符 4">
            <a:extLst>
              <a:ext uri="{FF2B5EF4-FFF2-40B4-BE49-F238E27FC236}">
                <a16:creationId xmlns:a16="http://schemas.microsoft.com/office/drawing/2014/main" id="{B0CCFE92-0270-44F0-9AFE-415E0A444B29}"/>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24580" name="灯片编号占位符 5">
            <a:extLst>
              <a:ext uri="{FF2B5EF4-FFF2-40B4-BE49-F238E27FC236}">
                <a16:creationId xmlns:a16="http://schemas.microsoft.com/office/drawing/2014/main" id="{F809CD5C-ADCD-4B80-AC2E-78809A207F05}"/>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B33D6AFA-4B50-41BA-BE24-F50DFC2B4708}" type="slidenum">
              <a:rPr lang="en-US" altLang="zh-CN" sz="1400" smtClean="0">
                <a:latin typeface="Times New Roman" panose="02020603050405020304" pitchFamily="18" charset="0"/>
                <a:ea typeface="宋体" panose="02010600030101010101" pitchFamily="2" charset="-122"/>
              </a:rPr>
              <a:pPr>
                <a:spcBef>
                  <a:spcPct val="0"/>
                </a:spcBef>
                <a:buFontTx/>
                <a:buNone/>
              </a:pPr>
              <a:t>21</a:t>
            </a:fld>
            <a:endParaRPr lang="en-US" altLang="zh-CN" sz="1400">
              <a:latin typeface="Times New Roman" panose="02020603050405020304" pitchFamily="18" charset="0"/>
              <a:ea typeface="宋体" panose="02010600030101010101" pitchFamily="2" charset="-122"/>
            </a:endParaRPr>
          </a:p>
        </p:txBody>
      </p:sp>
      <p:sp>
        <p:nvSpPr>
          <p:cNvPr id="24581" name="Text Box 2">
            <a:extLst>
              <a:ext uri="{FF2B5EF4-FFF2-40B4-BE49-F238E27FC236}">
                <a16:creationId xmlns:a16="http://schemas.microsoft.com/office/drawing/2014/main" id="{D98E526F-04B8-4736-9B18-21847B0DEC10}"/>
              </a:ext>
            </a:extLst>
          </p:cNvPr>
          <p:cNvSpPr txBox="1">
            <a:spLocks noChangeArrowheads="1"/>
          </p:cNvSpPr>
          <p:nvPr/>
        </p:nvSpPr>
        <p:spPr bwMode="auto">
          <a:xfrm>
            <a:off x="1219200" y="838200"/>
            <a:ext cx="5945188"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3"/>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命题的概念</a:t>
            </a:r>
          </a:p>
        </p:txBody>
      </p:sp>
      <p:sp>
        <p:nvSpPr>
          <p:cNvPr id="630790" name="Rectangle 6">
            <a:extLst>
              <a:ext uri="{FF2B5EF4-FFF2-40B4-BE49-F238E27FC236}">
                <a16:creationId xmlns:a16="http://schemas.microsoft.com/office/drawing/2014/main" id="{321A329A-CEED-4460-8810-173420F008F0}"/>
              </a:ext>
            </a:extLst>
          </p:cNvPr>
          <p:cNvSpPr>
            <a:spLocks noChangeArrowheads="1"/>
          </p:cNvSpPr>
          <p:nvPr/>
        </p:nvSpPr>
        <p:spPr bwMode="auto">
          <a:xfrm>
            <a:off x="971550" y="2060575"/>
            <a:ext cx="7183438" cy="1435100"/>
          </a:xfrm>
          <a:prstGeom prst="rect">
            <a:avLst/>
          </a:prstGeom>
          <a:solidFill>
            <a:schemeClr val="bg1"/>
          </a:solidFill>
          <a:ln w="28575">
            <a:solidFill>
              <a:srgbClr val="000080"/>
            </a:solidFill>
            <a:miter lim="800000"/>
            <a:headEnd/>
            <a:tailEnd/>
          </a:ln>
          <a:effec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lnSpc>
                <a:spcPct val="135000"/>
              </a:lnSpc>
              <a:spcBef>
                <a:spcPct val="20000"/>
              </a:spcBef>
              <a:defRPr/>
            </a:pPr>
            <a:r>
              <a:rPr lang="zh-CN" altLang="en-US" sz="3200" b="1" dirty="0">
                <a:solidFill>
                  <a:srgbClr val="006600"/>
                </a:solidFill>
                <a:effectLst>
                  <a:outerShdw blurRad="38100" dist="38100" dir="2700000" algn="tl">
                    <a:srgbClr val="C0C0C0"/>
                  </a:outerShdw>
                </a:effectLst>
                <a:latin typeface="黑体" panose="02010609060101010101" pitchFamily="49" charset="-122"/>
                <a:ea typeface="黑体" panose="02010609060101010101" pitchFamily="49" charset="-122"/>
                <a:sym typeface="Symbol" panose="05050102010706020507" pitchFamily="18" charset="2"/>
              </a:rPr>
              <a:t>命题</a:t>
            </a:r>
            <a:r>
              <a:rPr lang="zh-CN" altLang="en-US" sz="3200" b="1" dirty="0">
                <a:solidFill>
                  <a:schemeClr val="hlink"/>
                </a:solidFill>
                <a:effectLst>
                  <a:outerShdw blurRad="38100" dist="38100" dir="2700000" algn="tl">
                    <a:srgbClr val="C0C0C0"/>
                  </a:outerShdw>
                </a:effectLst>
                <a:latin typeface="黑体" panose="02010609060101010101" pitchFamily="49" charset="-122"/>
                <a:ea typeface="黑体" panose="02010609060101010101" pitchFamily="49" charset="-122"/>
                <a:sym typeface="Symbol" panose="05050102010706020507" pitchFamily="18" charset="2"/>
              </a:rPr>
              <a:t>是一个或真或假的陈述句，但不能既真又假。</a:t>
            </a:r>
          </a:p>
        </p:txBody>
      </p:sp>
      <p:pic>
        <p:nvPicPr>
          <p:cNvPr id="24583" name="Picture 6" descr="C:\Program Files\Microsoft Office\MEDIA\CAGCAT10\j0293844.wmf">
            <a:extLst>
              <a:ext uri="{FF2B5EF4-FFF2-40B4-BE49-F238E27FC236}">
                <a16:creationId xmlns:a16="http://schemas.microsoft.com/office/drawing/2014/main" id="{09D29986-C39A-4366-BAB1-6E5B48DCF68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43800" y="53340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0792" name="Rectangle 8">
            <a:extLst>
              <a:ext uri="{FF2B5EF4-FFF2-40B4-BE49-F238E27FC236}">
                <a16:creationId xmlns:a16="http://schemas.microsoft.com/office/drawing/2014/main" id="{02687E16-EC00-4F51-A8CF-5634101DCA94}"/>
              </a:ext>
            </a:extLst>
          </p:cNvPr>
          <p:cNvSpPr>
            <a:spLocks noChangeArrowheads="1"/>
          </p:cNvSpPr>
          <p:nvPr/>
        </p:nvSpPr>
        <p:spPr bwMode="auto">
          <a:xfrm>
            <a:off x="2051050" y="3819525"/>
            <a:ext cx="5741988" cy="2057400"/>
          </a:xfrm>
          <a:prstGeom prst="rect">
            <a:avLst/>
          </a:prstGeom>
          <a:noFill/>
          <a:ln>
            <a:noFill/>
          </a:ln>
          <a:effectLst/>
        </p:spPr>
        <p:txBody>
          <a:bodyPr>
            <a:spAutoFit/>
          </a:bodyPr>
          <a:lstStyle/>
          <a:p>
            <a:pPr eaLnBrk="1" hangingPunct="1">
              <a:spcBef>
                <a:spcPct val="20000"/>
              </a:spcBef>
              <a:defRPr/>
            </a:pPr>
            <a:r>
              <a:rPr lang="zh-CN" altLang="en-US" b="1" dirty="0">
                <a:effectLst>
                  <a:outerShdw blurRad="38100" dist="38100" dir="2700000" algn="tl">
                    <a:srgbClr val="C0C0C0"/>
                  </a:outerShdw>
                </a:effectLst>
                <a:latin typeface="宋体" panose="02010600030101010101" pitchFamily="2" charset="-122"/>
              </a:rPr>
              <a:t>确定命题语句真值的几点说明：</a:t>
            </a:r>
          </a:p>
          <a:p>
            <a:pPr eaLnBrk="1" hangingPunct="1">
              <a:spcBef>
                <a:spcPct val="20000"/>
              </a:spcBef>
              <a:defRPr/>
            </a:pPr>
            <a:r>
              <a:rPr lang="zh-CN" altLang="en-US" b="1" dirty="0">
                <a:effectLst>
                  <a:outerShdw blurRad="38100" dist="38100" dir="2700000" algn="tl">
                    <a:srgbClr val="C0C0C0"/>
                  </a:outerShdw>
                </a:effectLst>
                <a:latin typeface="宋体" panose="02010600030101010101" pitchFamily="2" charset="-122"/>
              </a:rPr>
              <a:t>        </a:t>
            </a:r>
            <a:r>
              <a:rPr lang="en-US" altLang="zh-CN" b="1" dirty="0">
                <a:effectLst>
                  <a:outerShdw blurRad="38100" dist="38100" dir="2700000" algn="tl">
                    <a:srgbClr val="C0C0C0"/>
                  </a:outerShdw>
                </a:effectLst>
                <a:latin typeface="宋体" panose="02010600030101010101" pitchFamily="2" charset="-122"/>
              </a:rPr>
              <a:t>1</a:t>
            </a:r>
            <a:r>
              <a:rPr lang="zh-CN" altLang="en-US" b="1" dirty="0">
                <a:effectLst>
                  <a:outerShdw blurRad="38100" dist="38100" dir="2700000" algn="tl">
                    <a:srgbClr val="C0C0C0"/>
                  </a:outerShdw>
                </a:effectLst>
                <a:latin typeface="宋体" panose="02010600030101010101" pitchFamily="2" charset="-122"/>
              </a:rPr>
              <a:t>、时间性</a:t>
            </a:r>
          </a:p>
          <a:p>
            <a:pPr eaLnBrk="1" hangingPunct="1">
              <a:spcBef>
                <a:spcPct val="20000"/>
              </a:spcBef>
              <a:defRPr/>
            </a:pPr>
            <a:r>
              <a:rPr lang="zh-CN" altLang="en-US" b="1" dirty="0">
                <a:effectLst>
                  <a:outerShdw blurRad="38100" dist="38100" dir="2700000" algn="tl">
                    <a:srgbClr val="C0C0C0"/>
                  </a:outerShdw>
                </a:effectLst>
                <a:latin typeface="宋体" panose="02010600030101010101" pitchFamily="2" charset="-122"/>
              </a:rPr>
              <a:t>        </a:t>
            </a:r>
            <a:r>
              <a:rPr lang="en-US" altLang="zh-CN" b="1" dirty="0">
                <a:effectLst>
                  <a:outerShdw blurRad="38100" dist="38100" dir="2700000" algn="tl">
                    <a:srgbClr val="C0C0C0"/>
                  </a:outerShdw>
                </a:effectLst>
                <a:latin typeface="宋体" panose="02010600030101010101" pitchFamily="2" charset="-122"/>
              </a:rPr>
              <a:t>2</a:t>
            </a:r>
            <a:r>
              <a:rPr lang="zh-CN" altLang="en-US" b="1" dirty="0">
                <a:effectLst>
                  <a:outerShdw blurRad="38100" dist="38100" dir="2700000" algn="tl">
                    <a:srgbClr val="C0C0C0"/>
                  </a:outerShdw>
                </a:effectLst>
                <a:latin typeface="宋体" panose="02010600030101010101" pitchFamily="2" charset="-122"/>
              </a:rPr>
              <a:t>、区域性</a:t>
            </a:r>
          </a:p>
          <a:p>
            <a:pPr eaLnBrk="1" hangingPunct="1">
              <a:spcBef>
                <a:spcPct val="20000"/>
              </a:spcBef>
              <a:defRPr/>
            </a:pPr>
            <a:r>
              <a:rPr lang="zh-CN" altLang="en-US" b="1" dirty="0">
                <a:effectLst>
                  <a:outerShdw blurRad="38100" dist="38100" dir="2700000" algn="tl">
                    <a:srgbClr val="C0C0C0"/>
                  </a:outerShdw>
                </a:effectLst>
                <a:latin typeface="宋体" panose="02010600030101010101" pitchFamily="2" charset="-122"/>
              </a:rPr>
              <a:t>        </a:t>
            </a:r>
            <a:r>
              <a:rPr lang="en-US" altLang="zh-CN" b="1" dirty="0">
                <a:effectLst>
                  <a:outerShdw blurRad="38100" dist="38100" dir="2700000" algn="tl">
                    <a:srgbClr val="C0C0C0"/>
                  </a:outerShdw>
                </a:effectLst>
                <a:latin typeface="宋体" panose="02010600030101010101" pitchFamily="2" charset="-122"/>
              </a:rPr>
              <a:t>3</a:t>
            </a:r>
            <a:r>
              <a:rPr lang="zh-CN" altLang="en-US" b="1" dirty="0">
                <a:effectLst>
                  <a:outerShdw blurRad="38100" dist="38100" dir="2700000" algn="tl">
                    <a:srgbClr val="C0C0C0"/>
                  </a:outerShdw>
                </a:effectLst>
                <a:latin typeface="宋体" panose="02010600030101010101" pitchFamily="2" charset="-122"/>
              </a:rPr>
              <a:t>、标准性</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日期占位符 3">
            <a:extLst>
              <a:ext uri="{FF2B5EF4-FFF2-40B4-BE49-F238E27FC236}">
                <a16:creationId xmlns:a16="http://schemas.microsoft.com/office/drawing/2014/main" id="{F7720127-9FA0-4E40-AFC0-670D2E294C56}"/>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691B3AE6-9F2D-4652-8135-8B33A5D0C04D}"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26627" name="页脚占位符 4">
            <a:extLst>
              <a:ext uri="{FF2B5EF4-FFF2-40B4-BE49-F238E27FC236}">
                <a16:creationId xmlns:a16="http://schemas.microsoft.com/office/drawing/2014/main" id="{2C1761FE-6ADD-41BD-B110-66971F007742}"/>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26628" name="灯片编号占位符 5">
            <a:extLst>
              <a:ext uri="{FF2B5EF4-FFF2-40B4-BE49-F238E27FC236}">
                <a16:creationId xmlns:a16="http://schemas.microsoft.com/office/drawing/2014/main" id="{E23BAB97-737B-4DD0-99E5-6F3BF9E7F25E}"/>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23ACE56B-E421-42D4-9BB5-EFD50CA14730}" type="slidenum">
              <a:rPr lang="en-US" altLang="zh-CN" sz="1400" smtClean="0">
                <a:latin typeface="Times New Roman" panose="02020603050405020304" pitchFamily="18" charset="0"/>
                <a:ea typeface="宋体" panose="02010600030101010101" pitchFamily="2" charset="-122"/>
              </a:rPr>
              <a:pPr>
                <a:spcBef>
                  <a:spcPct val="0"/>
                </a:spcBef>
                <a:buFontTx/>
                <a:buNone/>
              </a:pPr>
              <a:t>22</a:t>
            </a:fld>
            <a:endParaRPr lang="en-US" altLang="zh-CN" sz="1400">
              <a:latin typeface="Times New Roman" panose="02020603050405020304" pitchFamily="18" charset="0"/>
              <a:ea typeface="宋体" panose="02010600030101010101" pitchFamily="2" charset="-122"/>
            </a:endParaRPr>
          </a:p>
        </p:txBody>
      </p:sp>
      <p:sp>
        <p:nvSpPr>
          <p:cNvPr id="26629" name="Text Box 2">
            <a:extLst>
              <a:ext uri="{FF2B5EF4-FFF2-40B4-BE49-F238E27FC236}">
                <a16:creationId xmlns:a16="http://schemas.microsoft.com/office/drawing/2014/main" id="{2F827B26-AFB5-4164-8755-92B182BA4D6C}"/>
              </a:ext>
            </a:extLst>
          </p:cNvPr>
          <p:cNvSpPr txBox="1">
            <a:spLocks noChangeArrowheads="1"/>
          </p:cNvSpPr>
          <p:nvPr/>
        </p:nvSpPr>
        <p:spPr bwMode="auto">
          <a:xfrm>
            <a:off x="1219200" y="838200"/>
            <a:ext cx="5945188"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3"/>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命题的概念</a:t>
            </a:r>
          </a:p>
        </p:txBody>
      </p:sp>
      <p:pic>
        <p:nvPicPr>
          <p:cNvPr id="26630" name="Picture 6" descr="C:\Program Files\Microsoft Office\MEDIA\CAGCAT10\j0293844.wmf">
            <a:extLst>
              <a:ext uri="{FF2B5EF4-FFF2-40B4-BE49-F238E27FC236}">
                <a16:creationId xmlns:a16="http://schemas.microsoft.com/office/drawing/2014/main" id="{62DA4091-4A3C-4873-97F8-2808A8A23A0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43800" y="53340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31" name="矩形 1">
            <a:extLst>
              <a:ext uri="{FF2B5EF4-FFF2-40B4-BE49-F238E27FC236}">
                <a16:creationId xmlns:a16="http://schemas.microsoft.com/office/drawing/2014/main" id="{465B5F0B-E68D-4B82-AAEA-EB20AB50A7D4}"/>
              </a:ext>
            </a:extLst>
          </p:cNvPr>
          <p:cNvSpPr>
            <a:spLocks noChangeArrowheads="1"/>
          </p:cNvSpPr>
          <p:nvPr/>
        </p:nvSpPr>
        <p:spPr bwMode="auto">
          <a:xfrm>
            <a:off x="906463" y="2492375"/>
            <a:ext cx="7551737" cy="3108325"/>
          </a:xfrm>
          <a:prstGeom prst="rect">
            <a:avLst/>
          </a:prstGeom>
          <a:solidFill>
            <a:schemeClr val="accent1">
              <a:lumMod val="40000"/>
              <a:lumOff val="60000"/>
            </a:schemeClr>
          </a:solidFill>
          <a:ln w="9525">
            <a:solidFill>
              <a:srgbClr val="C00000"/>
            </a:solidFill>
            <a:miter lim="800000"/>
            <a:headEnd/>
            <a:tailEnd/>
          </a:ln>
        </p:spPr>
        <p:txBody>
          <a:bodyPr>
            <a:spAutoFit/>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defRPr/>
            </a:pPr>
            <a:r>
              <a:rPr lang="en-US" altLang="zh-CN" sz="2800" b="1" dirty="0">
                <a:latin typeface="黑体" panose="02010609060101010101" pitchFamily="49" charset="-122"/>
                <a:ea typeface="黑体" panose="02010609060101010101" pitchFamily="49" charset="-122"/>
                <a:cs typeface="Times New Roman" panose="02020603050405020304" pitchFamily="18" charset="0"/>
              </a:rPr>
              <a:t>   </a:t>
            </a:r>
            <a:r>
              <a:rPr lang="zh-CN" altLang="zh-CN" sz="2800" b="1" dirty="0">
                <a:latin typeface="黑体" panose="02010609060101010101" pitchFamily="49" charset="-122"/>
                <a:ea typeface="黑体" panose="02010609060101010101" pitchFamily="49" charset="-122"/>
                <a:cs typeface="Times New Roman" panose="02020603050405020304" pitchFamily="18" charset="0"/>
              </a:rPr>
              <a:t>真命题</a:t>
            </a:r>
            <a:r>
              <a:rPr lang="zh-CN" altLang="en-US" sz="2800" b="1" dirty="0">
                <a:latin typeface="黑体" panose="02010609060101010101" pitchFamily="49" charset="-122"/>
                <a:ea typeface="黑体" panose="02010609060101010101" pitchFamily="49" charset="-122"/>
                <a:cs typeface="Times New Roman" panose="02020603050405020304" pitchFamily="18" charset="0"/>
              </a:rPr>
              <a:t>：</a:t>
            </a:r>
            <a:r>
              <a:rPr lang="zh-CN" altLang="zh-CN" sz="2800" dirty="0">
                <a:latin typeface="黑体" panose="02010609060101010101" pitchFamily="49" charset="-122"/>
                <a:ea typeface="黑体" panose="02010609060101010101" pitchFamily="49" charset="-122"/>
                <a:cs typeface="Times New Roman" panose="02020603050405020304" pitchFamily="18" charset="0"/>
              </a:rPr>
              <a:t>命题表达的内容为真或者说命题的取值为真；</a:t>
            </a:r>
            <a:endParaRPr lang="en-US" altLang="zh-CN" sz="2800" dirty="0">
              <a:latin typeface="黑体" panose="02010609060101010101" pitchFamily="49" charset="-122"/>
              <a:ea typeface="黑体" panose="02010609060101010101" pitchFamily="49" charset="-122"/>
              <a:cs typeface="Times New Roman" panose="02020603050405020304" pitchFamily="18" charset="0"/>
            </a:endParaRPr>
          </a:p>
          <a:p>
            <a:pPr>
              <a:spcBef>
                <a:spcPct val="0"/>
              </a:spcBef>
              <a:buFontTx/>
              <a:buNone/>
              <a:defRPr/>
            </a:pPr>
            <a:endParaRPr lang="en-US" altLang="zh-CN" sz="2800" dirty="0">
              <a:latin typeface="黑体" panose="02010609060101010101" pitchFamily="49" charset="-122"/>
              <a:ea typeface="黑体" panose="02010609060101010101" pitchFamily="49" charset="-122"/>
              <a:cs typeface="Times New Roman" panose="02020603050405020304" pitchFamily="18" charset="0"/>
            </a:endParaRPr>
          </a:p>
          <a:p>
            <a:pPr>
              <a:spcBef>
                <a:spcPct val="0"/>
              </a:spcBef>
              <a:buFontTx/>
              <a:buNone/>
              <a:defRPr/>
            </a:pPr>
            <a:r>
              <a:rPr lang="en-US" altLang="zh-CN" sz="2800" b="1" dirty="0">
                <a:latin typeface="黑体" panose="02010609060101010101" pitchFamily="49" charset="-122"/>
                <a:ea typeface="黑体" panose="02010609060101010101" pitchFamily="49" charset="-122"/>
                <a:cs typeface="Times New Roman" panose="02020603050405020304" pitchFamily="18" charset="0"/>
              </a:rPr>
              <a:t>   </a:t>
            </a:r>
            <a:r>
              <a:rPr lang="zh-CN" altLang="zh-CN" sz="2800" b="1" dirty="0">
                <a:latin typeface="黑体" panose="02010609060101010101" pitchFamily="49" charset="-122"/>
                <a:ea typeface="黑体" panose="02010609060101010101" pitchFamily="49" charset="-122"/>
                <a:cs typeface="Times New Roman" panose="02020603050405020304" pitchFamily="18" charset="0"/>
              </a:rPr>
              <a:t>假命题</a:t>
            </a:r>
            <a:r>
              <a:rPr lang="zh-CN" altLang="en-US" sz="2800" dirty="0">
                <a:latin typeface="黑体" panose="02010609060101010101" pitchFamily="49" charset="-122"/>
                <a:ea typeface="黑体" panose="02010609060101010101" pitchFamily="49" charset="-122"/>
                <a:cs typeface="Times New Roman" panose="02020603050405020304" pitchFamily="18" charset="0"/>
              </a:rPr>
              <a:t>：</a:t>
            </a:r>
            <a:r>
              <a:rPr lang="zh-CN" altLang="zh-CN" sz="2800" dirty="0">
                <a:latin typeface="黑体" panose="02010609060101010101" pitchFamily="49" charset="-122"/>
                <a:ea typeface="黑体" panose="02010609060101010101" pitchFamily="49" charset="-122"/>
                <a:cs typeface="Times New Roman" panose="02020603050405020304" pitchFamily="18" charset="0"/>
              </a:rPr>
              <a:t>否则命题表达的内容为假或者说命题的取值为假</a:t>
            </a:r>
            <a:r>
              <a:rPr lang="zh-CN" altLang="en-US" sz="2800" dirty="0">
                <a:latin typeface="黑体" panose="02010609060101010101" pitchFamily="49" charset="-122"/>
                <a:ea typeface="黑体" panose="02010609060101010101" pitchFamily="49" charset="-122"/>
                <a:cs typeface="Times New Roman" panose="02020603050405020304" pitchFamily="18" charset="0"/>
              </a:rPr>
              <a:t>；</a:t>
            </a:r>
            <a:endParaRPr lang="en-US" altLang="zh-CN" sz="2800" dirty="0">
              <a:latin typeface="黑体" panose="02010609060101010101" pitchFamily="49" charset="-122"/>
              <a:ea typeface="黑体" panose="02010609060101010101" pitchFamily="49" charset="-122"/>
              <a:cs typeface="Times New Roman" panose="02020603050405020304" pitchFamily="18" charset="0"/>
            </a:endParaRPr>
          </a:p>
          <a:p>
            <a:pPr>
              <a:spcBef>
                <a:spcPct val="0"/>
              </a:spcBef>
              <a:buFontTx/>
              <a:buNone/>
              <a:defRPr/>
            </a:pPr>
            <a:endParaRPr lang="en-US" altLang="zh-CN" sz="2800" dirty="0">
              <a:latin typeface="黑体" panose="02010609060101010101" pitchFamily="49" charset="-122"/>
              <a:ea typeface="黑体" panose="02010609060101010101" pitchFamily="49" charset="-122"/>
              <a:cs typeface="Times New Roman" panose="02020603050405020304" pitchFamily="18" charset="0"/>
            </a:endParaRPr>
          </a:p>
          <a:p>
            <a:pPr>
              <a:spcBef>
                <a:spcPct val="0"/>
              </a:spcBef>
              <a:buFontTx/>
              <a:buNone/>
              <a:defRPr/>
            </a:pPr>
            <a:r>
              <a:rPr lang="en-US" altLang="zh-CN" sz="2800" b="1" dirty="0">
                <a:latin typeface="黑体" panose="02010609060101010101" pitchFamily="49" charset="-122"/>
                <a:ea typeface="黑体" panose="02010609060101010101" pitchFamily="49" charset="-122"/>
                <a:cs typeface="Times New Roman" panose="02020603050405020304" pitchFamily="18" charset="0"/>
              </a:rPr>
              <a:t>   </a:t>
            </a:r>
            <a:r>
              <a:rPr lang="zh-CN" altLang="zh-CN" sz="2800" b="1" dirty="0">
                <a:latin typeface="黑体" panose="02010609060101010101" pitchFamily="49" charset="-122"/>
                <a:ea typeface="黑体" panose="02010609060101010101" pitchFamily="49" charset="-122"/>
                <a:cs typeface="Times New Roman" panose="02020603050405020304" pitchFamily="18" charset="0"/>
              </a:rPr>
              <a:t>真值</a:t>
            </a:r>
            <a:r>
              <a:rPr lang="en-US" altLang="zh-CN" sz="2800" b="1" dirty="0">
                <a:latin typeface="黑体" panose="02010609060101010101" pitchFamily="49" charset="-122"/>
                <a:ea typeface="黑体" panose="02010609060101010101" pitchFamily="49" charset="-122"/>
                <a:cs typeface="Times New Roman" panose="02020603050405020304" pitchFamily="18" charset="0"/>
              </a:rPr>
              <a:t>:</a:t>
            </a:r>
            <a:r>
              <a:rPr lang="zh-CN" altLang="zh-CN" sz="2800" dirty="0">
                <a:latin typeface="黑体" panose="02010609060101010101" pitchFamily="49" charset="-122"/>
                <a:ea typeface="黑体" panose="02010609060101010101" pitchFamily="49" charset="-122"/>
                <a:cs typeface="Times New Roman" panose="02020603050405020304" pitchFamily="18" charset="0"/>
              </a:rPr>
              <a:t>命题或真或假的取值。</a:t>
            </a:r>
            <a:endParaRPr lang="zh-CN" altLang="en-US" sz="2800" dirty="0">
              <a:latin typeface="黑体" panose="02010609060101010101" pitchFamily="49" charset="-122"/>
              <a:ea typeface="黑体" panose="02010609060101010101" pitchFamily="49" charset="-122"/>
              <a:cs typeface="Times New Roman" panose="02020603050405020304" pitchFamily="18" charset="0"/>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日期占位符 3">
            <a:extLst>
              <a:ext uri="{FF2B5EF4-FFF2-40B4-BE49-F238E27FC236}">
                <a16:creationId xmlns:a16="http://schemas.microsoft.com/office/drawing/2014/main" id="{A963BF47-BDB6-4FAC-B93F-A71628921526}"/>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DF93A6D2-FD3E-42A7-8DDF-BD0BD78D5CE9}"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28675" name="页脚占位符 4">
            <a:extLst>
              <a:ext uri="{FF2B5EF4-FFF2-40B4-BE49-F238E27FC236}">
                <a16:creationId xmlns:a16="http://schemas.microsoft.com/office/drawing/2014/main" id="{156D5170-A6B4-478A-92B3-C4C997018163}"/>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28676" name="灯片编号占位符 5">
            <a:extLst>
              <a:ext uri="{FF2B5EF4-FFF2-40B4-BE49-F238E27FC236}">
                <a16:creationId xmlns:a16="http://schemas.microsoft.com/office/drawing/2014/main" id="{590614E1-47D7-4E74-85A0-51B2DDC9D9F6}"/>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65A5360B-FCF4-4291-A5C3-4AF819930B86}" type="slidenum">
              <a:rPr lang="en-US" altLang="zh-CN" sz="1400" smtClean="0">
                <a:latin typeface="Times New Roman" panose="02020603050405020304" pitchFamily="18" charset="0"/>
                <a:ea typeface="宋体" panose="02010600030101010101" pitchFamily="2" charset="-122"/>
              </a:rPr>
              <a:pPr>
                <a:spcBef>
                  <a:spcPct val="0"/>
                </a:spcBef>
                <a:buFontTx/>
                <a:buNone/>
              </a:pPr>
              <a:t>23</a:t>
            </a:fld>
            <a:endParaRPr lang="en-US" altLang="zh-CN" sz="1400">
              <a:latin typeface="Times New Roman" panose="02020603050405020304" pitchFamily="18" charset="0"/>
              <a:ea typeface="宋体" panose="02010600030101010101" pitchFamily="2" charset="-122"/>
            </a:endParaRPr>
          </a:p>
        </p:txBody>
      </p:sp>
      <p:sp>
        <p:nvSpPr>
          <p:cNvPr id="28677" name="Text Box 2">
            <a:extLst>
              <a:ext uri="{FF2B5EF4-FFF2-40B4-BE49-F238E27FC236}">
                <a16:creationId xmlns:a16="http://schemas.microsoft.com/office/drawing/2014/main" id="{49377961-9B60-4BBC-856F-A29BE1769B60}"/>
              </a:ext>
            </a:extLst>
          </p:cNvPr>
          <p:cNvSpPr txBox="1">
            <a:spLocks noChangeArrowheads="1"/>
          </p:cNvSpPr>
          <p:nvPr/>
        </p:nvSpPr>
        <p:spPr bwMode="auto">
          <a:xfrm>
            <a:off x="1458913" y="631825"/>
            <a:ext cx="5945187"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3"/>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命题举例</a:t>
            </a:r>
          </a:p>
        </p:txBody>
      </p:sp>
      <p:pic>
        <p:nvPicPr>
          <p:cNvPr id="28678" name="Picture 6" descr="C:\Program Files\Microsoft Office\MEDIA\CAGCAT10\j0293844.wmf">
            <a:extLst>
              <a:ext uri="{FF2B5EF4-FFF2-40B4-BE49-F238E27FC236}">
                <a16:creationId xmlns:a16="http://schemas.microsoft.com/office/drawing/2014/main" id="{CD8B7A84-3823-4925-9500-968C0F52CA9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45438" y="549275"/>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9" name="Rectangle 6">
            <a:extLst>
              <a:ext uri="{FF2B5EF4-FFF2-40B4-BE49-F238E27FC236}">
                <a16:creationId xmlns:a16="http://schemas.microsoft.com/office/drawing/2014/main" id="{69433EE3-D9F0-40EB-B422-245C1170ECC8}"/>
              </a:ext>
            </a:extLst>
          </p:cNvPr>
          <p:cNvSpPr>
            <a:spLocks noChangeArrowheads="1"/>
          </p:cNvSpPr>
          <p:nvPr/>
        </p:nvSpPr>
        <p:spPr bwMode="auto">
          <a:xfrm>
            <a:off x="1636713" y="1657350"/>
            <a:ext cx="5345112" cy="4562475"/>
          </a:xfrm>
          <a:prstGeom prst="rect">
            <a:avLst/>
          </a:prstGeom>
          <a:solidFill>
            <a:schemeClr val="accent1"/>
          </a:solidFill>
          <a:ln w="9525">
            <a:solidFill>
              <a:srgbClr val="C00000"/>
            </a:solidFill>
            <a:miter lim="800000"/>
            <a:headEnd/>
            <a:tailEnd/>
          </a:ln>
        </p:spPr>
        <p:txBody>
          <a:bodyPr>
            <a:spAutoFit/>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200" b="1"/>
              <a:t>（</a:t>
            </a:r>
            <a:r>
              <a:rPr lang="en-US" altLang="zh-CN" sz="2200" b="1"/>
              <a:t>1</a:t>
            </a:r>
            <a:r>
              <a:rPr lang="zh-CN" altLang="en-US" sz="2200" b="1"/>
              <a:t>）  合肥是安徽的省会。 </a:t>
            </a:r>
            <a:endParaRPr lang="en-US" altLang="zh-CN" sz="2200" b="1"/>
          </a:p>
          <a:p>
            <a:pPr eaLnBrk="1" hangingPunct="1">
              <a:buFontTx/>
              <a:buNone/>
            </a:pPr>
            <a:r>
              <a:rPr lang="zh-CN" altLang="en-US" sz="2200" b="1"/>
              <a:t>（</a:t>
            </a:r>
            <a:r>
              <a:rPr lang="en-US" altLang="zh-CN" sz="2200" b="1"/>
              <a:t>2</a:t>
            </a:r>
            <a:r>
              <a:rPr lang="zh-CN" altLang="en-US" sz="2200" b="1"/>
              <a:t>）  中国是世界上人口最多的国家。</a:t>
            </a:r>
            <a:br>
              <a:rPr lang="zh-CN" altLang="en-US" sz="2200" b="1"/>
            </a:br>
            <a:r>
              <a:rPr lang="zh-CN" altLang="en-US" sz="2200" b="1"/>
              <a:t>（</a:t>
            </a:r>
            <a:r>
              <a:rPr lang="en-US" altLang="zh-CN" sz="2200" b="1"/>
              <a:t>3</a:t>
            </a:r>
            <a:r>
              <a:rPr lang="zh-CN" altLang="en-US" sz="2200" b="1"/>
              <a:t>）  圆周率 </a:t>
            </a:r>
            <a:r>
              <a:rPr lang="en-US" altLang="zh-CN" sz="2200" b="1"/>
              <a:t>π </a:t>
            </a:r>
            <a:r>
              <a:rPr lang="zh-CN" altLang="en-US" sz="2200" b="1"/>
              <a:t>是一个有理数。 </a:t>
            </a:r>
            <a:endParaRPr lang="en-US" altLang="zh-CN" sz="2200" b="1"/>
          </a:p>
          <a:p>
            <a:pPr eaLnBrk="1" hangingPunct="1">
              <a:buFontTx/>
              <a:buNone/>
            </a:pPr>
            <a:r>
              <a:rPr lang="zh-CN" altLang="en-US" sz="2200" b="1"/>
              <a:t>（</a:t>
            </a:r>
            <a:r>
              <a:rPr lang="en-US" altLang="zh-CN" sz="2200" b="1"/>
              <a:t>4</a:t>
            </a:r>
            <a:r>
              <a:rPr lang="zh-CN" altLang="en-US" sz="2200" b="1"/>
              <a:t>）  整数 </a:t>
            </a:r>
            <a:r>
              <a:rPr lang="en-US" altLang="zh-CN" sz="2200" b="1"/>
              <a:t>3 </a:t>
            </a:r>
            <a:r>
              <a:rPr lang="zh-CN" altLang="en-US" sz="2200" b="1"/>
              <a:t>能被 </a:t>
            </a:r>
            <a:r>
              <a:rPr lang="en-US" altLang="zh-CN" sz="2200" b="1"/>
              <a:t>2 </a:t>
            </a:r>
            <a:r>
              <a:rPr lang="zh-CN" altLang="en-US" sz="2200" b="1"/>
              <a:t>整除。</a:t>
            </a:r>
            <a:br>
              <a:rPr lang="zh-CN" altLang="en-US" sz="2200" b="1"/>
            </a:br>
            <a:r>
              <a:rPr lang="zh-CN" altLang="en-US" sz="2200" b="1"/>
              <a:t>（</a:t>
            </a:r>
            <a:r>
              <a:rPr lang="en-US" altLang="zh-CN" sz="2200" b="1"/>
              <a:t>5</a:t>
            </a:r>
            <a:r>
              <a:rPr lang="zh-CN" altLang="en-US" sz="2200" b="1"/>
              <a:t>）  小张是个大学生。 </a:t>
            </a:r>
            <a:endParaRPr lang="en-US" altLang="zh-CN" sz="2200" b="1"/>
          </a:p>
          <a:p>
            <a:pPr eaLnBrk="1" hangingPunct="1">
              <a:buFontTx/>
              <a:buNone/>
            </a:pPr>
            <a:r>
              <a:rPr lang="zh-CN" altLang="en-US" sz="2200" b="1"/>
              <a:t>（</a:t>
            </a:r>
            <a:r>
              <a:rPr lang="en-US" altLang="zh-CN" sz="2200" b="1"/>
              <a:t>6</a:t>
            </a:r>
            <a:r>
              <a:rPr lang="zh-CN" altLang="en-US" sz="2200" b="1"/>
              <a:t>）  今天是你的生日。</a:t>
            </a:r>
            <a:br>
              <a:rPr lang="zh-CN" altLang="en-US" sz="2200" b="1"/>
            </a:br>
            <a:r>
              <a:rPr lang="zh-CN" altLang="en-US" sz="2200" b="1"/>
              <a:t>（</a:t>
            </a:r>
            <a:r>
              <a:rPr lang="en-US" altLang="zh-CN" sz="2200" b="1"/>
              <a:t>7</a:t>
            </a:r>
            <a:r>
              <a:rPr lang="zh-CN" altLang="en-US" sz="2200" b="1"/>
              <a:t>）  </a:t>
            </a:r>
            <a:r>
              <a:rPr lang="en-US" altLang="zh-CN" sz="2200" b="1"/>
              <a:t>2100 </a:t>
            </a:r>
            <a:r>
              <a:rPr lang="zh-CN" altLang="en-US" sz="2200" b="1"/>
              <a:t>年元旦是晴天。 </a:t>
            </a:r>
            <a:endParaRPr lang="en-US" altLang="zh-CN" sz="2200" b="1"/>
          </a:p>
          <a:p>
            <a:pPr eaLnBrk="1" hangingPunct="1">
              <a:buFontTx/>
              <a:buNone/>
            </a:pPr>
            <a:r>
              <a:rPr lang="zh-CN" altLang="en-US" sz="2200" b="1"/>
              <a:t>（</a:t>
            </a:r>
            <a:r>
              <a:rPr lang="en-US" altLang="zh-CN" sz="2200" b="1"/>
              <a:t>8</a:t>
            </a:r>
            <a:r>
              <a:rPr lang="zh-CN" altLang="en-US" sz="2200" b="1"/>
              <a:t>）  地球外的星球上也有人。</a:t>
            </a:r>
            <a:br>
              <a:rPr lang="zh-CN" altLang="en-US" sz="2200" b="1"/>
            </a:br>
            <a:r>
              <a:rPr lang="zh-CN" altLang="en-US" sz="2200" b="1"/>
              <a:t>（</a:t>
            </a:r>
            <a:r>
              <a:rPr lang="en-US" altLang="zh-CN" sz="2200" b="1"/>
              <a:t>9</a:t>
            </a:r>
            <a:r>
              <a:rPr lang="zh-CN" altLang="en-US" sz="2200" b="1"/>
              <a:t>）  我正在说假话。 </a:t>
            </a:r>
            <a:endParaRPr lang="en-US" altLang="zh-CN" sz="2200" b="1"/>
          </a:p>
          <a:p>
            <a:pPr eaLnBrk="1" hangingPunct="1">
              <a:buFontTx/>
              <a:buNone/>
            </a:pPr>
            <a:r>
              <a:rPr lang="zh-CN" altLang="en-US" sz="2200" b="1"/>
              <a:t>（</a:t>
            </a:r>
            <a:r>
              <a:rPr lang="en-US" altLang="zh-CN" sz="2200" b="1"/>
              <a:t>10</a:t>
            </a:r>
            <a:r>
              <a:rPr lang="zh-CN" altLang="en-US" sz="2200" b="1"/>
              <a:t>） 满山的杜鹃花， 真让人心旷神怡！</a:t>
            </a:r>
            <a:br>
              <a:rPr lang="zh-CN" altLang="en-US" sz="2200" b="1"/>
            </a:br>
            <a:r>
              <a:rPr lang="zh-CN" altLang="en-US" sz="2200" b="1"/>
              <a:t>（</a:t>
            </a:r>
            <a:r>
              <a:rPr lang="en-US" altLang="zh-CN" sz="2200" b="1"/>
              <a:t>11</a:t>
            </a:r>
            <a:r>
              <a:rPr lang="zh-CN" altLang="en-US" sz="2200" b="1"/>
              <a:t>） 请把门关上。 </a:t>
            </a:r>
            <a:endParaRPr lang="en-US" altLang="zh-CN" sz="2200" b="1"/>
          </a:p>
          <a:p>
            <a:pPr eaLnBrk="1" hangingPunct="1">
              <a:buFontTx/>
              <a:buNone/>
            </a:pPr>
            <a:r>
              <a:rPr lang="zh-CN" altLang="en-US" sz="2200" b="1"/>
              <a:t>（</a:t>
            </a:r>
            <a:r>
              <a:rPr lang="en-US" altLang="zh-CN" sz="2200" b="1"/>
              <a:t>12</a:t>
            </a:r>
            <a:r>
              <a:rPr lang="zh-CN" altLang="en-US" sz="2200" b="1"/>
              <a:t>） 你是饿了吗？ </a:t>
            </a:r>
            <a:endParaRPr kumimoji="0" lang="zh-CN" altLang="en-US" sz="2000" b="1">
              <a:solidFill>
                <a:srgbClr val="000000"/>
              </a:solidFill>
              <a:latin typeface="宋体" panose="02010600030101010101" pitchFamily="2" charset="-122"/>
              <a:ea typeface="宋体" panose="02010600030101010101" pitchFamily="2" charset="-122"/>
            </a:endParaRP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内容占位符 2">
            <a:extLst>
              <a:ext uri="{FF2B5EF4-FFF2-40B4-BE49-F238E27FC236}">
                <a16:creationId xmlns:a16="http://schemas.microsoft.com/office/drawing/2014/main" id="{02166677-EA07-41BD-9B7C-AC7515AF55BA}"/>
              </a:ext>
            </a:extLst>
          </p:cNvPr>
          <p:cNvSpPr>
            <a:spLocks noGrp="1"/>
          </p:cNvSpPr>
          <p:nvPr>
            <p:ph idx="1"/>
          </p:nvPr>
        </p:nvSpPr>
        <p:spPr>
          <a:xfrm>
            <a:off x="827088" y="2060575"/>
            <a:ext cx="7848600" cy="3960813"/>
          </a:xfrm>
          <a:solidFill>
            <a:schemeClr val="accent1"/>
          </a:solidFill>
          <a:ln>
            <a:solidFill>
              <a:srgbClr val="C00000"/>
            </a:solidFill>
            <a:miter lim="800000"/>
            <a:headEnd/>
            <a:tailEnd/>
          </a:ln>
        </p:spPr>
        <p:txBody>
          <a:bodyPr/>
          <a:lstStyle/>
          <a:p>
            <a:pPr marL="0" indent="0">
              <a:lnSpc>
                <a:spcPct val="150000"/>
              </a:lnSpc>
              <a:buFontTx/>
              <a:buNone/>
            </a:pPr>
            <a:r>
              <a:rPr lang="en-US" altLang="zh-CN">
                <a:solidFill>
                  <a:srgbClr val="006600"/>
                </a:solidFill>
                <a:effectLst/>
              </a:rPr>
              <a:t>【</a:t>
            </a:r>
            <a:r>
              <a:rPr lang="zh-CN" altLang="en-US">
                <a:solidFill>
                  <a:srgbClr val="006600"/>
                </a:solidFill>
                <a:effectLst/>
              </a:rPr>
              <a:t>分析</a:t>
            </a:r>
            <a:r>
              <a:rPr lang="en-US" altLang="zh-CN">
                <a:solidFill>
                  <a:srgbClr val="006600"/>
                </a:solidFill>
                <a:effectLst/>
              </a:rPr>
              <a:t>】</a:t>
            </a:r>
            <a:r>
              <a:rPr lang="zh-CN" altLang="en-US" b="1">
                <a:effectLst/>
              </a:rPr>
              <a:t>语句</a:t>
            </a:r>
            <a:r>
              <a:rPr lang="en-US" altLang="zh-CN" b="1">
                <a:effectLst/>
              </a:rPr>
              <a:t>(1)</a:t>
            </a:r>
            <a:r>
              <a:rPr lang="zh-CN" altLang="en-US" b="1">
                <a:effectLst/>
              </a:rPr>
              <a:t>到</a:t>
            </a:r>
            <a:r>
              <a:rPr lang="en-US" altLang="zh-CN" b="1">
                <a:effectLst/>
              </a:rPr>
              <a:t>(8)</a:t>
            </a:r>
            <a:r>
              <a:rPr lang="zh-CN" altLang="en-US" b="1">
                <a:effectLst/>
              </a:rPr>
              <a:t>都是命题。</a:t>
            </a:r>
            <a:endParaRPr lang="en-US" altLang="zh-CN" b="1">
              <a:effectLst/>
            </a:endParaRPr>
          </a:p>
          <a:p>
            <a:pPr marL="0" indent="0">
              <a:lnSpc>
                <a:spcPct val="150000"/>
              </a:lnSpc>
              <a:buFontTx/>
              <a:buNone/>
            </a:pPr>
            <a:r>
              <a:rPr lang="zh-CN" altLang="en-US" b="1">
                <a:effectLst/>
              </a:rPr>
              <a:t>其中：语句</a:t>
            </a:r>
            <a:r>
              <a:rPr lang="en-US" altLang="zh-CN" b="1">
                <a:effectLst/>
              </a:rPr>
              <a:t>(1)</a:t>
            </a:r>
            <a:r>
              <a:rPr lang="zh-CN" altLang="en-US" b="1">
                <a:effectLst/>
              </a:rPr>
              <a:t>、</a:t>
            </a:r>
            <a:r>
              <a:rPr lang="en-US" altLang="zh-CN" b="1">
                <a:effectLst/>
              </a:rPr>
              <a:t>(2)</a:t>
            </a:r>
            <a:r>
              <a:rPr lang="zh-CN" altLang="en-US" b="1">
                <a:effectLst/>
              </a:rPr>
              <a:t>的判断都符合实际情况，因而都是真值为的命题， 即为真命题； 语句</a:t>
            </a:r>
            <a:r>
              <a:rPr lang="en-US" altLang="zh-CN" b="1">
                <a:effectLst/>
              </a:rPr>
              <a:t>(3),(4)</a:t>
            </a:r>
            <a:r>
              <a:rPr lang="zh-CN" altLang="en-US" b="1">
                <a:effectLst/>
              </a:rPr>
              <a:t>的判断都是错误的，因而都是真值为的命题，即为假命题；</a:t>
            </a:r>
            <a:endParaRPr lang="en-US" altLang="zh-CN" b="1">
              <a:effectLst/>
            </a:endParaRPr>
          </a:p>
          <a:p>
            <a:pPr marL="0" indent="0">
              <a:lnSpc>
                <a:spcPct val="150000"/>
              </a:lnSpc>
              <a:buFontTx/>
              <a:buNone/>
            </a:pPr>
            <a:r>
              <a:rPr lang="zh-CN" altLang="en-US" b="1">
                <a:effectLst/>
              </a:rPr>
              <a:t>  对于语句</a:t>
            </a:r>
            <a:r>
              <a:rPr lang="en-US" altLang="zh-CN" b="1">
                <a:effectLst/>
              </a:rPr>
              <a:t>(5)</a:t>
            </a:r>
            <a:r>
              <a:rPr lang="zh-CN" altLang="en-US" b="1">
                <a:effectLst/>
              </a:rPr>
              <a:t>、</a:t>
            </a:r>
            <a:r>
              <a:rPr lang="en-US" altLang="zh-CN" b="1">
                <a:effectLst/>
              </a:rPr>
              <a:t>(6)</a:t>
            </a:r>
            <a:r>
              <a:rPr lang="zh-CN" altLang="en-US" b="1">
                <a:effectLst/>
              </a:rPr>
              <a:t>、</a:t>
            </a:r>
            <a:r>
              <a:rPr lang="en-US" altLang="zh-CN" b="1">
                <a:effectLst/>
              </a:rPr>
              <a:t>(7)</a:t>
            </a:r>
            <a:r>
              <a:rPr lang="zh-CN" altLang="en-US" b="1">
                <a:effectLst/>
              </a:rPr>
              <a:t>、</a:t>
            </a:r>
            <a:r>
              <a:rPr lang="en-US" altLang="zh-CN" b="1">
                <a:effectLst/>
              </a:rPr>
              <a:t>(8)</a:t>
            </a:r>
            <a:r>
              <a:rPr lang="zh-CN" altLang="en-US" b="1">
                <a:effectLst/>
              </a:rPr>
              <a:t>，其真值虽然是唯一确定的，但是确定正确这些命题真值的相关条件均未知， 故这些命题的真值均为未知。</a:t>
            </a:r>
            <a:endParaRPr lang="en-US" altLang="zh-CN" b="1">
              <a:effectLst/>
            </a:endParaRPr>
          </a:p>
        </p:txBody>
      </p:sp>
      <p:sp>
        <p:nvSpPr>
          <p:cNvPr id="30723" name="日期占位符 3">
            <a:extLst>
              <a:ext uri="{FF2B5EF4-FFF2-40B4-BE49-F238E27FC236}">
                <a16:creationId xmlns:a16="http://schemas.microsoft.com/office/drawing/2014/main" id="{47544EAD-B655-4439-9303-B92D7FC29FDF}"/>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B1E12A41-A424-48D7-AA69-9CD4344BEAB3}"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30724" name="页脚占位符 4">
            <a:extLst>
              <a:ext uri="{FF2B5EF4-FFF2-40B4-BE49-F238E27FC236}">
                <a16:creationId xmlns:a16="http://schemas.microsoft.com/office/drawing/2014/main" id="{633A0660-F3E7-429B-A68C-9320CAC229E2}"/>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30725" name="灯片编号占位符 5">
            <a:extLst>
              <a:ext uri="{FF2B5EF4-FFF2-40B4-BE49-F238E27FC236}">
                <a16:creationId xmlns:a16="http://schemas.microsoft.com/office/drawing/2014/main" id="{DF7FE8F4-50A2-41DB-9276-05020D3506D0}"/>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49A1646A-D0A0-439C-A3F6-09D1B3046CD0}" type="slidenum">
              <a:rPr lang="en-US" altLang="zh-CN" sz="1400" smtClean="0">
                <a:latin typeface="Times New Roman" panose="02020603050405020304" pitchFamily="18" charset="0"/>
                <a:ea typeface="宋体" panose="02010600030101010101" pitchFamily="2" charset="-122"/>
              </a:rPr>
              <a:pPr>
                <a:spcBef>
                  <a:spcPct val="0"/>
                </a:spcBef>
                <a:buFontTx/>
                <a:buNone/>
              </a:pPr>
              <a:t>24</a:t>
            </a:fld>
            <a:endParaRPr lang="en-US" altLang="zh-CN" sz="1400">
              <a:latin typeface="Times New Roman" panose="02020603050405020304" pitchFamily="18" charset="0"/>
              <a:ea typeface="宋体" panose="02010600030101010101" pitchFamily="2" charset="-122"/>
            </a:endParaRPr>
          </a:p>
        </p:txBody>
      </p:sp>
      <p:sp>
        <p:nvSpPr>
          <p:cNvPr id="30726" name="Text Box 2">
            <a:extLst>
              <a:ext uri="{FF2B5EF4-FFF2-40B4-BE49-F238E27FC236}">
                <a16:creationId xmlns:a16="http://schemas.microsoft.com/office/drawing/2014/main" id="{D8F5F3BD-3A8E-4451-B00E-0F002E192932}"/>
              </a:ext>
            </a:extLst>
          </p:cNvPr>
          <p:cNvSpPr>
            <a:spLocks noGrp="1" noChangeArrowheads="1"/>
          </p:cNvSpPr>
          <p:nvPr>
            <p:ph type="title"/>
          </p:nvPr>
        </p:nvSpPr>
        <p:spPr>
          <a:xfrm>
            <a:off x="1331913" y="711200"/>
            <a:ext cx="6192837" cy="917575"/>
          </a:xfrm>
          <a:solidFill>
            <a:srgbClr val="3366FF"/>
          </a:solidFill>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81000" indent="-381000"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cs typeface="Arial" panose="020B0604020202020204" pitchFamily="34" charset="0"/>
              </a:rPr>
              <a:t> 命题举例</a:t>
            </a:r>
          </a:p>
        </p:txBody>
      </p:sp>
      <p:pic>
        <p:nvPicPr>
          <p:cNvPr id="30727" name="Picture 6" descr="C:\Program Files\Microsoft Office\MEDIA\CAGCAT10\j0293844.wmf">
            <a:extLst>
              <a:ext uri="{FF2B5EF4-FFF2-40B4-BE49-F238E27FC236}">
                <a16:creationId xmlns:a16="http://schemas.microsoft.com/office/drawing/2014/main" id="{3FFD893A-9BC2-488D-8F40-5677068B6C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40650" y="585788"/>
            <a:ext cx="1163638" cy="1223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77E06EAB-141F-4A3B-9243-D17B6B0BEE54}"/>
              </a:ext>
            </a:extLst>
          </p:cNvPr>
          <p:cNvSpPr>
            <a:spLocks noGrp="1"/>
          </p:cNvSpPr>
          <p:nvPr>
            <p:ph idx="1"/>
          </p:nvPr>
        </p:nvSpPr>
        <p:spPr>
          <a:xfrm>
            <a:off x="755650" y="2133600"/>
            <a:ext cx="7920038" cy="3743325"/>
          </a:xfrm>
          <a:solidFill>
            <a:schemeClr val="accent1"/>
          </a:solidFill>
          <a:ln>
            <a:solidFill>
              <a:srgbClr val="C00000"/>
            </a:solidFill>
          </a:ln>
        </p:spPr>
        <p:txBody>
          <a:bodyPr/>
          <a:lstStyle/>
          <a:p>
            <a:pPr marL="0" indent="0">
              <a:lnSpc>
                <a:spcPct val="150000"/>
              </a:lnSpc>
              <a:buFontTx/>
              <a:buNone/>
              <a:defRPr/>
            </a:pPr>
            <a:r>
              <a:rPr lang="en-US" altLang="zh-CN" dirty="0">
                <a:solidFill>
                  <a:srgbClr val="006600"/>
                </a:solidFill>
                <a:effectLst/>
              </a:rPr>
              <a:t>【</a:t>
            </a:r>
            <a:r>
              <a:rPr lang="zh-CN" altLang="en-US" dirty="0">
                <a:solidFill>
                  <a:srgbClr val="006600"/>
                </a:solidFill>
                <a:effectLst/>
              </a:rPr>
              <a:t>分析</a:t>
            </a:r>
            <a:r>
              <a:rPr lang="en-US" altLang="zh-CN" dirty="0">
                <a:solidFill>
                  <a:srgbClr val="006600"/>
                </a:solidFill>
                <a:effectLst/>
              </a:rPr>
              <a:t>】</a:t>
            </a:r>
            <a:r>
              <a:rPr lang="zh-CN" altLang="en-US" b="1" dirty="0">
                <a:effectLst/>
              </a:rPr>
              <a:t>  语句（</a:t>
            </a:r>
            <a:r>
              <a:rPr lang="en-US" altLang="zh-CN" b="1" dirty="0">
                <a:effectLst/>
              </a:rPr>
              <a:t>9</a:t>
            </a:r>
            <a:r>
              <a:rPr lang="zh-CN" altLang="en-US" b="1" dirty="0">
                <a:effectLst/>
              </a:rPr>
              <a:t>）虽是一个陈述句， 但如将其作为命题，则根据该命题所表达的含义可知，其真值取值无论为真还是为假，都会产生矛盾。该陈述句是一个悖论，其真值既不能为真，也不能为假，故不能作为命题。</a:t>
            </a:r>
            <a:endParaRPr lang="en-US" altLang="zh-CN" b="1" dirty="0">
              <a:effectLst/>
            </a:endParaRPr>
          </a:p>
          <a:p>
            <a:pPr marL="0" indent="0">
              <a:lnSpc>
                <a:spcPct val="150000"/>
              </a:lnSpc>
              <a:buFontTx/>
              <a:buNone/>
              <a:defRPr/>
            </a:pPr>
            <a:r>
              <a:rPr lang="zh-CN" altLang="en-US" b="1" dirty="0">
                <a:effectLst/>
              </a:rPr>
              <a:t>  语句</a:t>
            </a:r>
            <a:r>
              <a:rPr lang="en-US" altLang="zh-CN" b="1" dirty="0">
                <a:effectLst/>
              </a:rPr>
              <a:t>(10)</a:t>
            </a:r>
            <a:r>
              <a:rPr lang="zh-CN" altLang="en-US" b="1" dirty="0">
                <a:effectLst/>
              </a:rPr>
              <a:t>、</a:t>
            </a:r>
            <a:r>
              <a:rPr lang="en-US" altLang="zh-CN" b="1" dirty="0">
                <a:effectLst/>
              </a:rPr>
              <a:t>(11)</a:t>
            </a:r>
            <a:r>
              <a:rPr lang="zh-CN" altLang="en-US" b="1" dirty="0">
                <a:effectLst/>
              </a:rPr>
              <a:t>、</a:t>
            </a:r>
            <a:r>
              <a:rPr lang="en-US" altLang="zh-CN" b="1" dirty="0">
                <a:effectLst/>
              </a:rPr>
              <a:t>(12)</a:t>
            </a:r>
            <a:r>
              <a:rPr lang="zh-CN" altLang="en-US" b="1" dirty="0">
                <a:effectLst/>
              </a:rPr>
              <a:t>均不是陈述句，都不能形成一个逻辑上的是非判断， 因而都不能成为命题。</a:t>
            </a:r>
            <a:r>
              <a:rPr lang="zh-CN" altLang="en-US" b="1" dirty="0"/>
              <a:t> </a:t>
            </a:r>
            <a:r>
              <a:rPr lang="zh-CN" altLang="en-US" dirty="0"/>
              <a:t/>
            </a:r>
            <a:br>
              <a:rPr lang="zh-CN" altLang="en-US" dirty="0"/>
            </a:br>
            <a:r>
              <a:rPr lang="zh-CN" altLang="en-US" dirty="0">
                <a:effectLst/>
              </a:rPr>
              <a:t/>
            </a:r>
            <a:br>
              <a:rPr lang="zh-CN" altLang="en-US" dirty="0">
                <a:effectLst/>
              </a:rPr>
            </a:br>
            <a:endParaRPr lang="zh-CN" altLang="en-US" dirty="0"/>
          </a:p>
        </p:txBody>
      </p:sp>
      <p:sp>
        <p:nvSpPr>
          <p:cNvPr id="31747" name="日期占位符 3">
            <a:extLst>
              <a:ext uri="{FF2B5EF4-FFF2-40B4-BE49-F238E27FC236}">
                <a16:creationId xmlns:a16="http://schemas.microsoft.com/office/drawing/2014/main" id="{B3A456C8-C092-47D2-A7CE-1465DF54D126}"/>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C82F7A86-6928-4B0E-81D4-622EADD21A31}"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31748" name="页脚占位符 4">
            <a:extLst>
              <a:ext uri="{FF2B5EF4-FFF2-40B4-BE49-F238E27FC236}">
                <a16:creationId xmlns:a16="http://schemas.microsoft.com/office/drawing/2014/main" id="{AE6E7AC4-BD10-4AA2-AC88-3064508E3E5C}"/>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31749" name="灯片编号占位符 5">
            <a:extLst>
              <a:ext uri="{FF2B5EF4-FFF2-40B4-BE49-F238E27FC236}">
                <a16:creationId xmlns:a16="http://schemas.microsoft.com/office/drawing/2014/main" id="{E7C5031D-D071-4EB9-B528-265CBF8EDCB8}"/>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2E8C59A7-10E8-4947-A2EF-90EDEA36868A}" type="slidenum">
              <a:rPr lang="en-US" altLang="zh-CN" sz="1400" smtClean="0">
                <a:latin typeface="Times New Roman" panose="02020603050405020304" pitchFamily="18" charset="0"/>
                <a:ea typeface="宋体" panose="02010600030101010101" pitchFamily="2" charset="-122"/>
              </a:rPr>
              <a:pPr>
                <a:spcBef>
                  <a:spcPct val="0"/>
                </a:spcBef>
                <a:buFontTx/>
                <a:buNone/>
              </a:pPr>
              <a:t>25</a:t>
            </a:fld>
            <a:endParaRPr lang="en-US" altLang="zh-CN" sz="1400">
              <a:latin typeface="Times New Roman" panose="02020603050405020304" pitchFamily="18" charset="0"/>
              <a:ea typeface="宋体" panose="02010600030101010101" pitchFamily="2" charset="-122"/>
            </a:endParaRPr>
          </a:p>
        </p:txBody>
      </p:sp>
      <p:sp>
        <p:nvSpPr>
          <p:cNvPr id="31750" name="Text Box 2">
            <a:extLst>
              <a:ext uri="{FF2B5EF4-FFF2-40B4-BE49-F238E27FC236}">
                <a16:creationId xmlns:a16="http://schemas.microsoft.com/office/drawing/2014/main" id="{12F56EDF-E41D-493A-9C88-8AAE6F197F0C}"/>
              </a:ext>
            </a:extLst>
          </p:cNvPr>
          <p:cNvSpPr>
            <a:spLocks noGrp="1" noChangeArrowheads="1"/>
          </p:cNvSpPr>
          <p:nvPr>
            <p:ph type="title"/>
          </p:nvPr>
        </p:nvSpPr>
        <p:spPr>
          <a:xfrm>
            <a:off x="1331913" y="711200"/>
            <a:ext cx="6192837" cy="917575"/>
          </a:xfrm>
          <a:solidFill>
            <a:srgbClr val="3366FF"/>
          </a:solidFill>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81000" indent="-381000"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cs typeface="Arial" panose="020B0604020202020204" pitchFamily="34" charset="0"/>
              </a:rPr>
              <a:t> 命题举例</a:t>
            </a:r>
          </a:p>
        </p:txBody>
      </p:sp>
      <p:pic>
        <p:nvPicPr>
          <p:cNvPr id="31751" name="Picture 6" descr="C:\Program Files\Microsoft Office\MEDIA\CAGCAT10\j0293844.wmf">
            <a:extLst>
              <a:ext uri="{FF2B5EF4-FFF2-40B4-BE49-F238E27FC236}">
                <a16:creationId xmlns:a16="http://schemas.microsoft.com/office/drawing/2014/main" id="{1F4FE3AB-0830-4527-9FBE-05746D02A1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40650" y="585788"/>
            <a:ext cx="1163638" cy="1223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日期占位符 3">
            <a:extLst>
              <a:ext uri="{FF2B5EF4-FFF2-40B4-BE49-F238E27FC236}">
                <a16:creationId xmlns:a16="http://schemas.microsoft.com/office/drawing/2014/main" id="{F4C45759-8904-4969-83E7-9103ABBEF1F5}"/>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6DF298EB-2CFF-4B8E-9612-8A7883C6720C}"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32771" name="页脚占位符 4">
            <a:extLst>
              <a:ext uri="{FF2B5EF4-FFF2-40B4-BE49-F238E27FC236}">
                <a16:creationId xmlns:a16="http://schemas.microsoft.com/office/drawing/2014/main" id="{1E2D2816-736C-49BA-A9FC-FB27738FC3EE}"/>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32772" name="灯片编号占位符 5">
            <a:extLst>
              <a:ext uri="{FF2B5EF4-FFF2-40B4-BE49-F238E27FC236}">
                <a16:creationId xmlns:a16="http://schemas.microsoft.com/office/drawing/2014/main" id="{1A46B74C-361C-45BF-95D0-FB300DBCC1BC}"/>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E0A63DA5-39EF-452D-BFB5-1AB1788BF390}" type="slidenum">
              <a:rPr lang="en-US" altLang="zh-CN" sz="1400" smtClean="0">
                <a:latin typeface="Times New Roman" panose="02020603050405020304" pitchFamily="18" charset="0"/>
                <a:ea typeface="宋体" panose="02010600030101010101" pitchFamily="2" charset="-122"/>
              </a:rPr>
              <a:pPr>
                <a:spcBef>
                  <a:spcPct val="0"/>
                </a:spcBef>
                <a:buFontTx/>
                <a:buNone/>
              </a:pPr>
              <a:t>26</a:t>
            </a:fld>
            <a:endParaRPr lang="en-US" altLang="zh-CN" sz="1400">
              <a:latin typeface="Times New Roman" panose="02020603050405020304" pitchFamily="18" charset="0"/>
              <a:ea typeface="宋体" panose="02010600030101010101" pitchFamily="2" charset="-122"/>
            </a:endParaRPr>
          </a:p>
        </p:txBody>
      </p:sp>
      <p:sp>
        <p:nvSpPr>
          <p:cNvPr id="32773" name="Text Box 2">
            <a:extLst>
              <a:ext uri="{FF2B5EF4-FFF2-40B4-BE49-F238E27FC236}">
                <a16:creationId xmlns:a16="http://schemas.microsoft.com/office/drawing/2014/main" id="{F7C5DDA0-4DE3-4FD1-A4CF-4FA264F9A46D}"/>
              </a:ext>
            </a:extLst>
          </p:cNvPr>
          <p:cNvSpPr txBox="1">
            <a:spLocks noChangeArrowheads="1"/>
          </p:cNvSpPr>
          <p:nvPr/>
        </p:nvSpPr>
        <p:spPr bwMode="auto">
          <a:xfrm>
            <a:off x="1219200" y="838200"/>
            <a:ext cx="5945188"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命题举例</a:t>
            </a:r>
          </a:p>
        </p:txBody>
      </p:sp>
      <p:pic>
        <p:nvPicPr>
          <p:cNvPr id="32774" name="Picture 6" descr="C:\Program Files\Microsoft Office\MEDIA\CAGCAT10\j0293844.wmf">
            <a:extLst>
              <a:ext uri="{FF2B5EF4-FFF2-40B4-BE49-F238E27FC236}">
                <a16:creationId xmlns:a16="http://schemas.microsoft.com/office/drawing/2014/main" id="{5C89BE24-FC21-4FAF-99B8-9796E93C40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04150" y="549275"/>
            <a:ext cx="12319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7" name="Rectangle 6">
            <a:extLst>
              <a:ext uri="{FF2B5EF4-FFF2-40B4-BE49-F238E27FC236}">
                <a16:creationId xmlns:a16="http://schemas.microsoft.com/office/drawing/2014/main" id="{F87721F5-C3D2-4884-9D63-2226928DE40C}"/>
              </a:ext>
            </a:extLst>
          </p:cNvPr>
          <p:cNvSpPr>
            <a:spLocks noChangeArrowheads="1"/>
          </p:cNvSpPr>
          <p:nvPr/>
        </p:nvSpPr>
        <p:spPr bwMode="auto">
          <a:xfrm>
            <a:off x="663575" y="4767263"/>
            <a:ext cx="8351838" cy="1373187"/>
          </a:xfrm>
          <a:prstGeom prst="rect">
            <a:avLst/>
          </a:prstGeom>
          <a:solidFill>
            <a:schemeClr val="accent3"/>
          </a:solidFill>
          <a:ln>
            <a:solidFill>
              <a:srgbClr val="C00000"/>
            </a:solidFill>
          </a:ln>
          <a:effec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defRPr/>
            </a:pPr>
            <a:r>
              <a:rPr lang="en-US" altLang="zh-CN" sz="2800" b="1" dirty="0">
                <a:solidFill>
                  <a:srgbClr val="006600"/>
                </a:solidFill>
                <a:latin typeface="宋体" panose="02010600030101010101" pitchFamily="2" charset="-122"/>
                <a:ea typeface="宋体" panose="02010600030101010101" pitchFamily="2" charset="-122"/>
              </a:rPr>
              <a:t>【</a:t>
            </a:r>
            <a:r>
              <a:rPr lang="zh-CN" altLang="en-US" sz="2800" b="1" dirty="0">
                <a:solidFill>
                  <a:srgbClr val="006600"/>
                </a:solidFill>
                <a:latin typeface="宋体" panose="02010600030101010101" pitchFamily="2" charset="-122"/>
                <a:ea typeface="宋体" panose="02010600030101010101" pitchFamily="2" charset="-122"/>
              </a:rPr>
              <a:t>注意</a:t>
            </a:r>
            <a:r>
              <a:rPr lang="en-US" altLang="zh-CN" sz="2800" b="1" dirty="0">
                <a:solidFill>
                  <a:srgbClr val="006600"/>
                </a:solidFill>
                <a:latin typeface="宋体" panose="02010600030101010101" pitchFamily="2" charset="-122"/>
                <a:ea typeface="宋体" panose="02010600030101010101" pitchFamily="2" charset="-122"/>
              </a:rPr>
              <a:t>】</a:t>
            </a:r>
            <a:r>
              <a:rPr lang="zh-CN" altLang="en-US" sz="2800" b="1" dirty="0">
                <a:solidFill>
                  <a:srgbClr val="0000FF"/>
                </a:solidFill>
                <a:latin typeface="宋体" panose="02010600030101010101" pitchFamily="2" charset="-122"/>
                <a:ea typeface="宋体" panose="02010600030101010101" pitchFamily="2" charset="-122"/>
              </a:rPr>
              <a:t>一切没有判断内容的句子都不能作为命题</a:t>
            </a:r>
            <a:r>
              <a:rPr lang="zh-CN" altLang="en-US" sz="2800" b="1" dirty="0">
                <a:solidFill>
                  <a:srgbClr val="000000"/>
                </a:solidFill>
                <a:latin typeface="宋体" panose="02010600030101010101" pitchFamily="2" charset="-122"/>
                <a:ea typeface="宋体" panose="02010600030101010101" pitchFamily="2" charset="-122"/>
              </a:rPr>
              <a:t>，如命令句、感叹句、疑问句、祈使句、二义性的陈述句等。</a:t>
            </a:r>
          </a:p>
        </p:txBody>
      </p:sp>
      <p:sp>
        <p:nvSpPr>
          <p:cNvPr id="30728" name="文本框 2">
            <a:extLst>
              <a:ext uri="{FF2B5EF4-FFF2-40B4-BE49-F238E27FC236}">
                <a16:creationId xmlns:a16="http://schemas.microsoft.com/office/drawing/2014/main" id="{4396BBC3-9CDE-41EA-9B00-65C771A90CAA}"/>
              </a:ext>
            </a:extLst>
          </p:cNvPr>
          <p:cNvSpPr txBox="1">
            <a:spLocks noChangeArrowheads="1"/>
          </p:cNvSpPr>
          <p:nvPr/>
        </p:nvSpPr>
        <p:spPr bwMode="auto">
          <a:xfrm>
            <a:off x="663575" y="2060575"/>
            <a:ext cx="8137525" cy="2370138"/>
          </a:xfrm>
          <a:prstGeom prst="rect">
            <a:avLst/>
          </a:prstGeom>
          <a:solidFill>
            <a:srgbClr val="FFC000"/>
          </a:solidFill>
          <a:ln>
            <a:solidFill>
              <a:schemeClr val="tx1">
                <a:lumMod val="95000"/>
                <a:lumOff val="5000"/>
              </a:schemeClr>
            </a:solidFill>
          </a:ln>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defRPr/>
            </a:pPr>
            <a:r>
              <a:rPr lang="en-US" altLang="zh-CN" dirty="0">
                <a:solidFill>
                  <a:srgbClr val="006600"/>
                </a:solidFill>
                <a:latin typeface="黑体" panose="02010609060101010101" pitchFamily="49" charset="-122"/>
                <a:ea typeface="黑体" panose="02010609060101010101" pitchFamily="49" charset="-122"/>
              </a:rPr>
              <a:t>【</a:t>
            </a:r>
            <a:r>
              <a:rPr lang="zh-CN" altLang="en-US" dirty="0">
                <a:solidFill>
                  <a:srgbClr val="006600"/>
                </a:solidFill>
                <a:latin typeface="黑体" panose="02010609060101010101" pitchFamily="49" charset="-122"/>
                <a:ea typeface="黑体" panose="02010609060101010101" pitchFamily="49" charset="-122"/>
              </a:rPr>
              <a:t>解</a:t>
            </a:r>
            <a:r>
              <a:rPr lang="en-US" altLang="zh-CN" dirty="0">
                <a:solidFill>
                  <a:srgbClr val="006600"/>
                </a:solidFill>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语句（</a:t>
            </a:r>
            <a:r>
              <a:rPr lang="en-US" altLang="zh-CN" dirty="0">
                <a:latin typeface="黑体" panose="02010609060101010101" pitchFamily="49" charset="-122"/>
                <a:ea typeface="黑体" panose="02010609060101010101" pitchFamily="49" charset="-122"/>
              </a:rPr>
              <a:t>1</a:t>
            </a:r>
            <a:r>
              <a:rPr lang="zh-CN" altLang="en-US" dirty="0">
                <a:latin typeface="黑体" panose="02010609060101010101" pitchFamily="49" charset="-122"/>
                <a:ea typeface="黑体" panose="02010609060101010101" pitchFamily="49" charset="-122"/>
              </a:rPr>
              <a:t>）到（</a:t>
            </a:r>
            <a:r>
              <a:rPr lang="en-US" altLang="zh-CN" dirty="0">
                <a:latin typeface="黑体" panose="02010609060101010101" pitchFamily="49" charset="-122"/>
                <a:ea typeface="黑体" panose="02010609060101010101" pitchFamily="49" charset="-122"/>
              </a:rPr>
              <a:t>8</a:t>
            </a:r>
            <a:r>
              <a:rPr lang="zh-CN" altLang="en-US" dirty="0">
                <a:latin typeface="黑体" panose="02010609060101010101" pitchFamily="49" charset="-122"/>
                <a:ea typeface="黑体" panose="02010609060101010101" pitchFamily="49" charset="-122"/>
              </a:rPr>
              <a:t>）都是命题，其中语句（</a:t>
            </a:r>
            <a:r>
              <a:rPr lang="en-US" altLang="zh-CN" dirty="0">
                <a:latin typeface="黑体" panose="02010609060101010101" pitchFamily="49" charset="-122"/>
                <a:ea typeface="黑体" panose="02010609060101010101" pitchFamily="49" charset="-122"/>
              </a:rPr>
              <a:t>1</a:t>
            </a:r>
            <a:r>
              <a:rPr lang="zh-CN" altLang="en-US" dirty="0">
                <a:latin typeface="黑体" panose="02010609060101010101" pitchFamily="49" charset="-122"/>
                <a:ea typeface="黑体" panose="02010609060101010101" pitchFamily="49" charset="-122"/>
              </a:rPr>
              <a:t>）、（</a:t>
            </a:r>
            <a:r>
              <a:rPr lang="en-US" altLang="zh-CN" dirty="0">
                <a:latin typeface="黑体" panose="02010609060101010101" pitchFamily="49" charset="-122"/>
                <a:ea typeface="黑体" panose="02010609060101010101" pitchFamily="49" charset="-122"/>
              </a:rPr>
              <a:t>2</a:t>
            </a:r>
            <a:r>
              <a:rPr lang="zh-CN" altLang="en-US" dirty="0">
                <a:latin typeface="黑体" panose="02010609060101010101" pitchFamily="49" charset="-122"/>
                <a:ea typeface="黑体" panose="02010609060101010101" pitchFamily="49" charset="-122"/>
              </a:rPr>
              <a:t>）为真命题。</a:t>
            </a:r>
            <a:endParaRPr lang="en-US" altLang="zh-CN" dirty="0">
              <a:latin typeface="黑体" panose="02010609060101010101" pitchFamily="49" charset="-122"/>
              <a:ea typeface="黑体" panose="02010609060101010101" pitchFamily="49" charset="-122"/>
            </a:endParaRPr>
          </a:p>
          <a:p>
            <a:pPr>
              <a:spcBef>
                <a:spcPct val="0"/>
              </a:spcBef>
              <a:buFontTx/>
              <a:buNone/>
              <a:defRPr/>
            </a:pPr>
            <a:r>
              <a:rPr lang="zh-CN" altLang="en-US" dirty="0">
                <a:latin typeface="黑体" panose="02010609060101010101" pitchFamily="49" charset="-122"/>
                <a:ea typeface="黑体" panose="02010609060101010101" pitchFamily="49" charset="-122"/>
              </a:rPr>
              <a:t>命题（</a:t>
            </a:r>
            <a:r>
              <a:rPr lang="en-US" altLang="zh-CN" dirty="0">
                <a:latin typeface="黑体" panose="02010609060101010101" pitchFamily="49" charset="-122"/>
                <a:ea typeface="黑体" panose="02010609060101010101" pitchFamily="49" charset="-122"/>
              </a:rPr>
              <a:t>3</a:t>
            </a:r>
            <a:r>
              <a:rPr lang="zh-CN" altLang="en-US" dirty="0">
                <a:latin typeface="黑体" panose="02010609060101010101" pitchFamily="49" charset="-122"/>
                <a:ea typeface="黑体" panose="02010609060101010101" pitchFamily="49" charset="-122"/>
              </a:rPr>
              <a:t>）、（</a:t>
            </a:r>
            <a:r>
              <a:rPr lang="en-US" altLang="zh-CN" dirty="0">
                <a:latin typeface="黑体" panose="02010609060101010101" pitchFamily="49" charset="-122"/>
                <a:ea typeface="黑体" panose="02010609060101010101" pitchFamily="49" charset="-122"/>
              </a:rPr>
              <a:t>4</a:t>
            </a:r>
            <a:r>
              <a:rPr lang="zh-CN" altLang="en-US" dirty="0">
                <a:latin typeface="黑体" panose="02010609060101010101" pitchFamily="49" charset="-122"/>
                <a:ea typeface="黑体" panose="02010609060101010101" pitchFamily="49" charset="-122"/>
              </a:rPr>
              <a:t>） 是假命题。</a:t>
            </a:r>
            <a:endParaRPr lang="en-US" altLang="zh-CN" dirty="0">
              <a:latin typeface="黑体" panose="02010609060101010101" pitchFamily="49" charset="-122"/>
              <a:ea typeface="黑体" panose="02010609060101010101" pitchFamily="49" charset="-122"/>
            </a:endParaRPr>
          </a:p>
          <a:p>
            <a:pPr>
              <a:spcBef>
                <a:spcPct val="0"/>
              </a:spcBef>
              <a:buFontTx/>
              <a:buNone/>
              <a:defRPr/>
            </a:pPr>
            <a:r>
              <a:rPr lang="zh-CN" altLang="en-US" dirty="0">
                <a:latin typeface="黑体" panose="02010609060101010101" pitchFamily="49" charset="-122"/>
                <a:ea typeface="黑体" panose="02010609060101010101" pitchFamily="49" charset="-122"/>
              </a:rPr>
              <a:t>命题（</a:t>
            </a:r>
            <a:r>
              <a:rPr lang="en-US" altLang="zh-CN" dirty="0">
                <a:latin typeface="黑体" panose="02010609060101010101" pitchFamily="49" charset="-122"/>
                <a:ea typeface="黑体" panose="02010609060101010101" pitchFamily="49" charset="-122"/>
              </a:rPr>
              <a:t>5</a:t>
            </a:r>
            <a:r>
              <a:rPr lang="zh-CN" altLang="en-US" dirty="0">
                <a:latin typeface="黑体" panose="02010609060101010101" pitchFamily="49" charset="-122"/>
                <a:ea typeface="黑体" panose="02010609060101010101" pitchFamily="49" charset="-122"/>
              </a:rPr>
              <a:t>）、（</a:t>
            </a:r>
            <a:r>
              <a:rPr lang="en-US" altLang="zh-CN" dirty="0">
                <a:latin typeface="黑体" panose="02010609060101010101" pitchFamily="49" charset="-122"/>
                <a:ea typeface="黑体" panose="02010609060101010101" pitchFamily="49" charset="-122"/>
              </a:rPr>
              <a:t>6</a:t>
            </a:r>
            <a:r>
              <a:rPr lang="zh-CN" altLang="en-US" dirty="0">
                <a:latin typeface="黑体" panose="02010609060101010101" pitchFamily="49" charset="-122"/>
                <a:ea typeface="黑体" panose="02010609060101010101" pitchFamily="49" charset="-122"/>
              </a:rPr>
              <a:t>）、（</a:t>
            </a:r>
            <a:r>
              <a:rPr lang="en-US" altLang="zh-CN" dirty="0">
                <a:latin typeface="黑体" panose="02010609060101010101" pitchFamily="49" charset="-122"/>
                <a:ea typeface="黑体" panose="02010609060101010101" pitchFamily="49" charset="-122"/>
              </a:rPr>
              <a:t>7</a:t>
            </a:r>
            <a:r>
              <a:rPr lang="zh-CN" altLang="en-US" dirty="0">
                <a:latin typeface="黑体" panose="02010609060101010101" pitchFamily="49" charset="-122"/>
                <a:ea typeface="黑体" panose="02010609060101010101" pitchFamily="49" charset="-122"/>
              </a:rPr>
              <a:t>）、（</a:t>
            </a:r>
            <a:r>
              <a:rPr lang="en-US" altLang="zh-CN" dirty="0">
                <a:latin typeface="黑体" panose="02010609060101010101" pitchFamily="49" charset="-122"/>
                <a:ea typeface="黑体" panose="02010609060101010101" pitchFamily="49" charset="-122"/>
              </a:rPr>
              <a:t>8</a:t>
            </a:r>
            <a:r>
              <a:rPr lang="zh-CN" altLang="en-US" dirty="0">
                <a:latin typeface="黑体" panose="02010609060101010101" pitchFamily="49" charset="-122"/>
                <a:ea typeface="黑体" panose="02010609060101010101" pitchFamily="49" charset="-122"/>
              </a:rPr>
              <a:t>）的真值未知。 </a:t>
            </a:r>
            <a:endParaRPr lang="en-US" altLang="zh-CN" dirty="0">
              <a:latin typeface="黑体" panose="02010609060101010101" pitchFamily="49" charset="-122"/>
              <a:ea typeface="黑体" panose="02010609060101010101" pitchFamily="49" charset="-122"/>
            </a:endParaRPr>
          </a:p>
          <a:p>
            <a:pPr>
              <a:spcBef>
                <a:spcPct val="0"/>
              </a:spcBef>
              <a:buFontTx/>
              <a:buNone/>
              <a:defRPr/>
            </a:pPr>
            <a:r>
              <a:rPr lang="zh-CN" altLang="en-US" dirty="0">
                <a:latin typeface="黑体" panose="02010609060101010101" pitchFamily="49" charset="-122"/>
                <a:ea typeface="黑体" panose="02010609060101010101" pitchFamily="49" charset="-122"/>
              </a:rPr>
              <a:t>语句（</a:t>
            </a:r>
            <a:r>
              <a:rPr lang="en-US" altLang="zh-CN" dirty="0">
                <a:latin typeface="黑体" panose="02010609060101010101" pitchFamily="49" charset="-122"/>
                <a:ea typeface="黑体" panose="02010609060101010101" pitchFamily="49" charset="-122"/>
              </a:rPr>
              <a:t>9</a:t>
            </a:r>
            <a:r>
              <a:rPr lang="zh-CN" altLang="en-US" dirty="0">
                <a:latin typeface="黑体" panose="02010609060101010101" pitchFamily="49" charset="-122"/>
                <a:ea typeface="黑体" panose="02010609060101010101" pitchFamily="49" charset="-122"/>
              </a:rPr>
              <a:t>） 到（</a:t>
            </a:r>
            <a:r>
              <a:rPr lang="en-US" altLang="zh-CN" dirty="0">
                <a:latin typeface="黑体" panose="02010609060101010101" pitchFamily="49" charset="-122"/>
                <a:ea typeface="黑体" panose="02010609060101010101" pitchFamily="49" charset="-122"/>
              </a:rPr>
              <a:t>12</a:t>
            </a:r>
            <a:r>
              <a:rPr lang="zh-CN" altLang="en-US" dirty="0">
                <a:latin typeface="黑体" panose="02010609060101010101" pitchFamily="49" charset="-122"/>
                <a:ea typeface="黑体" panose="02010609060101010101" pitchFamily="49" charset="-122"/>
              </a:rPr>
              <a:t>） 都不是命题。 </a:t>
            </a:r>
            <a:r>
              <a:rPr lang="zh-CN" altLang="en-US" sz="2800" dirty="0">
                <a:latin typeface="Times New Roman" panose="02020603050405020304" pitchFamily="18" charset="0"/>
                <a:ea typeface="宋体" panose="02010600030101010101" pitchFamily="2" charset="-122"/>
              </a:rPr>
              <a:t/>
            </a:r>
            <a:br>
              <a:rPr lang="zh-CN" altLang="en-US" sz="2800" dirty="0">
                <a:latin typeface="Times New Roman" panose="02020603050405020304" pitchFamily="18" charset="0"/>
                <a:ea typeface="宋体" panose="02010600030101010101" pitchFamily="2" charset="-122"/>
              </a:rPr>
            </a:br>
            <a:endParaRPr lang="zh-CN" altLang="en-US" sz="2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日期占位符 3">
            <a:extLst>
              <a:ext uri="{FF2B5EF4-FFF2-40B4-BE49-F238E27FC236}">
                <a16:creationId xmlns:a16="http://schemas.microsoft.com/office/drawing/2014/main" id="{466BD378-AF8F-413D-B273-B0AA0AC105E1}"/>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E2318680-095E-45A5-8162-6FDBD5F9F29C}"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33795" name="页脚占位符 4">
            <a:extLst>
              <a:ext uri="{FF2B5EF4-FFF2-40B4-BE49-F238E27FC236}">
                <a16:creationId xmlns:a16="http://schemas.microsoft.com/office/drawing/2014/main" id="{5338042D-3E1C-48A4-958E-86A0F9B24347}"/>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33796" name="灯片编号占位符 5">
            <a:extLst>
              <a:ext uri="{FF2B5EF4-FFF2-40B4-BE49-F238E27FC236}">
                <a16:creationId xmlns:a16="http://schemas.microsoft.com/office/drawing/2014/main" id="{57F0C3B8-E8C4-4A05-A2B2-C8E7D7961967}"/>
              </a:ext>
            </a:extLst>
          </p:cNvPr>
          <p:cNvSpPr>
            <a:spLocks noGrp="1"/>
          </p:cNvSpPr>
          <p:nvPr>
            <p:ph type="sldNum" sz="quarter" idx="12"/>
          </p:nvPr>
        </p:nvSpPr>
        <p:spPr>
          <a:xfrm>
            <a:off x="6588125" y="6400800"/>
            <a:ext cx="1905000" cy="4572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70361AFC-AD8F-48D7-80A2-42BCA6B215C5}" type="slidenum">
              <a:rPr lang="en-US" altLang="zh-CN" sz="1400" smtClean="0">
                <a:latin typeface="Times New Roman" panose="02020603050405020304" pitchFamily="18" charset="0"/>
                <a:ea typeface="宋体" panose="02010600030101010101" pitchFamily="2" charset="-122"/>
              </a:rPr>
              <a:pPr>
                <a:spcBef>
                  <a:spcPct val="0"/>
                </a:spcBef>
                <a:buFontTx/>
                <a:buNone/>
              </a:pPr>
              <a:t>27</a:t>
            </a:fld>
            <a:endParaRPr lang="en-US" altLang="zh-CN" sz="1400">
              <a:latin typeface="Times New Roman" panose="02020603050405020304" pitchFamily="18" charset="0"/>
              <a:ea typeface="宋体" panose="02010600030101010101" pitchFamily="2" charset="-122"/>
            </a:endParaRPr>
          </a:p>
        </p:txBody>
      </p:sp>
      <p:sp>
        <p:nvSpPr>
          <p:cNvPr id="33797" name="Text Box 2">
            <a:extLst>
              <a:ext uri="{FF2B5EF4-FFF2-40B4-BE49-F238E27FC236}">
                <a16:creationId xmlns:a16="http://schemas.microsoft.com/office/drawing/2014/main" id="{2029591D-DFD2-47B9-8803-CBE125DBF61D}"/>
              </a:ext>
            </a:extLst>
          </p:cNvPr>
          <p:cNvSpPr txBox="1">
            <a:spLocks noChangeArrowheads="1"/>
          </p:cNvSpPr>
          <p:nvPr/>
        </p:nvSpPr>
        <p:spPr bwMode="auto">
          <a:xfrm>
            <a:off x="1219200" y="838200"/>
            <a:ext cx="60166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小 结</a:t>
            </a:r>
          </a:p>
        </p:txBody>
      </p:sp>
      <p:pic>
        <p:nvPicPr>
          <p:cNvPr id="33798" name="Picture 6" descr="C:\Program Files\Microsoft Office\MEDIA\CAGCAT10\j0293844.wmf">
            <a:extLst>
              <a:ext uri="{FF2B5EF4-FFF2-40B4-BE49-F238E27FC236}">
                <a16:creationId xmlns:a16="http://schemas.microsoft.com/office/drawing/2014/main" id="{9DFBBB82-0C20-43E8-B05E-8B7882C903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43800" y="53340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799" name="图片 1">
            <a:extLst>
              <a:ext uri="{FF2B5EF4-FFF2-40B4-BE49-F238E27FC236}">
                <a16:creationId xmlns:a16="http://schemas.microsoft.com/office/drawing/2014/main" id="{5DACD0F0-ADFB-409B-AEAA-FCAB19BC1B8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77925" y="2492375"/>
            <a:ext cx="7315200" cy="309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 Box 2">
            <a:extLst>
              <a:ext uri="{FF2B5EF4-FFF2-40B4-BE49-F238E27FC236}">
                <a16:creationId xmlns:a16="http://schemas.microsoft.com/office/drawing/2014/main" id="{1B44C1E4-19B2-4312-BB17-E26B3C624502}"/>
              </a:ext>
            </a:extLst>
          </p:cNvPr>
          <p:cNvSpPr txBox="1">
            <a:spLocks noChangeArrowheads="1"/>
          </p:cNvSpPr>
          <p:nvPr/>
        </p:nvSpPr>
        <p:spPr bwMode="auto">
          <a:xfrm>
            <a:off x="1331913" y="941388"/>
            <a:ext cx="6272212" cy="83185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800">
                <a:solidFill>
                  <a:schemeClr val="tx1"/>
                </a:solidFill>
                <a:latin typeface="Times New Roman" panose="02020603050405020304" pitchFamily="18" charset="0"/>
                <a:ea typeface="宋体" panose="02010600030101010101" pitchFamily="2" charset="-122"/>
              </a:defRPr>
            </a:lvl1pPr>
            <a:lvl2pPr marL="838200" indent="-381000">
              <a:defRPr kumimoji="1" sz="2800">
                <a:solidFill>
                  <a:schemeClr val="tx1"/>
                </a:solidFill>
                <a:latin typeface="Times New Roman" panose="02020603050405020304" pitchFamily="18" charset="0"/>
                <a:ea typeface="宋体" panose="02010600030101010101" pitchFamily="2" charset="-122"/>
              </a:defRPr>
            </a:lvl2pPr>
            <a:lvl3pPr marL="1295400" indent="-381000">
              <a:defRPr kumimoji="1" sz="2800">
                <a:solidFill>
                  <a:schemeClr val="tx1"/>
                </a:solidFill>
                <a:latin typeface="Times New Roman" panose="02020603050405020304" pitchFamily="18" charset="0"/>
                <a:ea typeface="宋体" panose="02010600030101010101" pitchFamily="2" charset="-122"/>
              </a:defRPr>
            </a:lvl3pPr>
            <a:lvl4pPr marL="1752600" indent="-381000">
              <a:defRPr kumimoji="1" sz="2800">
                <a:solidFill>
                  <a:schemeClr val="tx1"/>
                </a:solidFill>
                <a:latin typeface="Times New Roman" panose="02020603050405020304" pitchFamily="18" charset="0"/>
                <a:ea typeface="宋体" panose="02010600030101010101" pitchFamily="2" charset="-122"/>
              </a:defRPr>
            </a:lvl4pPr>
            <a:lvl5pPr marL="2209800" indent="-381000">
              <a:defRPr kumimoji="1" sz="28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4800" b="1">
                <a:solidFill>
                  <a:schemeClr val="bg1"/>
                </a:solidFill>
                <a:latin typeface="宋体" panose="02010600030101010101" pitchFamily="2" charset="-122"/>
              </a:rPr>
              <a:t> 命题的概念与运算</a:t>
            </a:r>
          </a:p>
        </p:txBody>
      </p:sp>
      <p:sp>
        <p:nvSpPr>
          <p:cNvPr id="34819" name="Rectangle 3">
            <a:extLst>
              <a:ext uri="{FF2B5EF4-FFF2-40B4-BE49-F238E27FC236}">
                <a16:creationId xmlns:a16="http://schemas.microsoft.com/office/drawing/2014/main" id="{7EA0E28D-CC7B-47E3-B130-0730F3CC92D4}"/>
              </a:ext>
            </a:extLst>
          </p:cNvPr>
          <p:cNvSpPr>
            <a:spLocks noGrp="1" noChangeArrowheads="1"/>
          </p:cNvSpPr>
          <p:nvPr>
            <p:ph type="body" sz="half" idx="1"/>
          </p:nvPr>
        </p:nvSpPr>
        <p:spPr>
          <a:xfrm>
            <a:off x="2124075" y="2565400"/>
            <a:ext cx="4679950" cy="2951163"/>
          </a:xfrm>
          <a:noFill/>
          <a:extLst>
            <a:ext uri="{909E8E84-426E-40DD-AFC4-6F175D3DCCD1}">
              <a14:hiddenFill xmlns:a14="http://schemas.microsoft.com/office/drawing/2010/main">
                <a:solidFill>
                  <a:schemeClr val="accent1"/>
                </a:solidFill>
              </a14:hiddenFill>
            </a:ext>
          </a:extLst>
        </p:spPr>
        <p:txBody>
          <a:bodyPr lIns="92075" tIns="46038" rIns="92075" bIns="46038"/>
          <a:lstStyle/>
          <a:p>
            <a:pPr>
              <a:lnSpc>
                <a:spcPct val="150000"/>
              </a:lnSpc>
              <a:spcBef>
                <a:spcPct val="30000"/>
              </a:spcBef>
              <a:buFont typeface="Wingdings" panose="05000000000000000000" pitchFamily="2" charset="2"/>
              <a:buChar char="4"/>
            </a:pPr>
            <a:r>
              <a:rPr lang="zh-CN" altLang="en-US" sz="3600" b="1">
                <a:effectLst/>
                <a:latin typeface="黑体" panose="02010609060101010101" pitchFamily="49" charset="-122"/>
                <a:ea typeface="黑体" panose="02010609060101010101" pitchFamily="49" charset="-122"/>
              </a:rPr>
              <a:t> 逻辑与命题逻辑</a:t>
            </a:r>
          </a:p>
          <a:p>
            <a:pPr>
              <a:lnSpc>
                <a:spcPct val="150000"/>
              </a:lnSpc>
              <a:spcBef>
                <a:spcPct val="30000"/>
              </a:spcBef>
              <a:buFont typeface="Wingdings" panose="05000000000000000000" pitchFamily="2" charset="2"/>
              <a:buChar char="4"/>
            </a:pPr>
            <a:r>
              <a:rPr lang="zh-CN" altLang="en-US" sz="3600" b="1">
                <a:effectLst/>
                <a:latin typeface="黑体" panose="02010609060101010101" pitchFamily="49" charset="-122"/>
                <a:ea typeface="黑体" panose="02010609060101010101" pitchFamily="49" charset="-122"/>
              </a:rPr>
              <a:t> 命题的基本概念</a:t>
            </a:r>
          </a:p>
          <a:p>
            <a:pPr>
              <a:lnSpc>
                <a:spcPct val="150000"/>
              </a:lnSpc>
              <a:spcBef>
                <a:spcPct val="30000"/>
              </a:spcBef>
              <a:buFont typeface="Wingdings" panose="05000000000000000000" pitchFamily="2" charset="2"/>
              <a:buChar char="J"/>
            </a:pPr>
            <a:r>
              <a:rPr lang="zh-CN" altLang="en-US" sz="3600" b="1">
                <a:solidFill>
                  <a:schemeClr val="accent2"/>
                </a:solidFill>
                <a:effectLst/>
                <a:latin typeface="黑体" panose="02010609060101010101" pitchFamily="49" charset="-122"/>
                <a:ea typeface="黑体" panose="02010609060101010101" pitchFamily="49" charset="-122"/>
              </a:rPr>
              <a:t> 命题的常用联结词</a:t>
            </a:r>
          </a:p>
        </p:txBody>
      </p:sp>
      <p:pic>
        <p:nvPicPr>
          <p:cNvPr id="34820" name="Picture 6" descr="C:\Program Files\Microsoft Office\MEDIA\CAGCAT10\j0293844.wmf">
            <a:extLst>
              <a:ext uri="{FF2B5EF4-FFF2-40B4-BE49-F238E27FC236}">
                <a16:creationId xmlns:a16="http://schemas.microsoft.com/office/drawing/2014/main" id="{A9893F01-032C-42D8-9B96-2E90DE826B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45425" y="54927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日期占位符 3">
            <a:extLst>
              <a:ext uri="{FF2B5EF4-FFF2-40B4-BE49-F238E27FC236}">
                <a16:creationId xmlns:a16="http://schemas.microsoft.com/office/drawing/2014/main" id="{54A9A515-946A-4B68-BDAE-308691A2AFD5}"/>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A7A11A43-8691-4BDA-A677-BD92B677BEB6}"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35843" name="页脚占位符 4">
            <a:extLst>
              <a:ext uri="{FF2B5EF4-FFF2-40B4-BE49-F238E27FC236}">
                <a16:creationId xmlns:a16="http://schemas.microsoft.com/office/drawing/2014/main" id="{20D9043D-5454-40AA-A843-5E2F4F817D89}"/>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35844" name="灯片编号占位符 5">
            <a:extLst>
              <a:ext uri="{FF2B5EF4-FFF2-40B4-BE49-F238E27FC236}">
                <a16:creationId xmlns:a16="http://schemas.microsoft.com/office/drawing/2014/main" id="{41627549-72B7-4D7B-B459-33F7B932FF13}"/>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AFE7C474-D563-41FC-8BD5-EA0CA290E554}" type="slidenum">
              <a:rPr lang="en-US" altLang="zh-CN" sz="1400" smtClean="0">
                <a:latin typeface="Times New Roman" panose="02020603050405020304" pitchFamily="18" charset="0"/>
                <a:ea typeface="宋体" panose="02010600030101010101" pitchFamily="2" charset="-122"/>
              </a:rPr>
              <a:pPr>
                <a:spcBef>
                  <a:spcPct val="0"/>
                </a:spcBef>
                <a:buFontTx/>
                <a:buNone/>
              </a:pPr>
              <a:t>29</a:t>
            </a:fld>
            <a:endParaRPr lang="en-US" altLang="zh-CN" sz="1400">
              <a:latin typeface="Times New Roman" panose="02020603050405020304" pitchFamily="18" charset="0"/>
              <a:ea typeface="宋体" panose="02010600030101010101" pitchFamily="2" charset="-122"/>
            </a:endParaRPr>
          </a:p>
        </p:txBody>
      </p:sp>
      <p:sp>
        <p:nvSpPr>
          <p:cNvPr id="35845" name="Text Box 2">
            <a:extLst>
              <a:ext uri="{FF2B5EF4-FFF2-40B4-BE49-F238E27FC236}">
                <a16:creationId xmlns:a16="http://schemas.microsoft.com/office/drawing/2014/main" id="{6BFE636E-D211-4ACD-945C-B5F0C3636E7F}"/>
              </a:ext>
            </a:extLst>
          </p:cNvPr>
          <p:cNvSpPr txBox="1">
            <a:spLocks noChangeArrowheads="1"/>
          </p:cNvSpPr>
          <p:nvPr/>
        </p:nvSpPr>
        <p:spPr bwMode="auto">
          <a:xfrm>
            <a:off x="1219200" y="838200"/>
            <a:ext cx="630555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联结词的概念</a:t>
            </a:r>
          </a:p>
        </p:txBody>
      </p:sp>
      <p:sp>
        <p:nvSpPr>
          <p:cNvPr id="35846" name="Rectangle 3">
            <a:extLst>
              <a:ext uri="{FF2B5EF4-FFF2-40B4-BE49-F238E27FC236}">
                <a16:creationId xmlns:a16="http://schemas.microsoft.com/office/drawing/2014/main" id="{202FDDD1-4C2C-4692-82D7-541A59BB12EB}"/>
              </a:ext>
            </a:extLst>
          </p:cNvPr>
          <p:cNvSpPr>
            <a:spLocks noChangeArrowheads="1"/>
          </p:cNvSpPr>
          <p:nvPr/>
        </p:nvSpPr>
        <p:spPr bwMode="auto">
          <a:xfrm>
            <a:off x="827088" y="2492375"/>
            <a:ext cx="7696200" cy="3246438"/>
          </a:xfrm>
          <a:prstGeom prst="rect">
            <a:avLst/>
          </a:prstGeom>
          <a:solidFill>
            <a:schemeClr val="bg1"/>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spAutoFit/>
          </a:bodyPr>
          <a:lstStyle>
            <a:lvl1pPr marL="400050" indent="-400050">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0"/>
              </a:spcBef>
              <a:spcAft>
                <a:spcPct val="20000"/>
              </a:spcAft>
              <a:buClr>
                <a:srgbClr val="228A88"/>
              </a:buClr>
              <a:buFont typeface="Wingdings 2" panose="05020102010507070707" pitchFamily="18" charset="2"/>
              <a:buNone/>
            </a:pPr>
            <a:r>
              <a:rPr kumimoji="0" lang="en-US" altLang="zh-CN" sz="2800" b="1">
                <a:solidFill>
                  <a:schemeClr val="hlink"/>
                </a:solidFill>
                <a:latin typeface="Arial" panose="020B0604020202020204" pitchFamily="34" charset="0"/>
                <a:ea typeface="宋体" panose="02010600030101010101" pitchFamily="2" charset="-122"/>
                <a:cs typeface="Arial" panose="020B0604020202020204" pitchFamily="34" charset="0"/>
              </a:rPr>
              <a:t>           </a:t>
            </a:r>
            <a:r>
              <a:rPr kumimoji="0" lang="zh-CN" altLang="en-US" sz="3200">
                <a:latin typeface="黑体" panose="02010609060101010101" pitchFamily="49" charset="-122"/>
                <a:ea typeface="黑体" panose="02010609060101010101" pitchFamily="49" charset="-122"/>
                <a:cs typeface="Arial" panose="020B0604020202020204" pitchFamily="34" charset="0"/>
              </a:rPr>
              <a:t>命题可以通过</a:t>
            </a:r>
            <a:r>
              <a:rPr kumimoji="0" lang="zh-CN" altLang="en-US" sz="3200" b="1">
                <a:solidFill>
                  <a:schemeClr val="accent2"/>
                </a:solidFill>
                <a:latin typeface="黑体" panose="02010609060101010101" pitchFamily="49" charset="-122"/>
                <a:ea typeface="黑体" panose="02010609060101010101" pitchFamily="49" charset="-122"/>
                <a:cs typeface="Arial" panose="020B0604020202020204" pitchFamily="34" charset="0"/>
              </a:rPr>
              <a:t>逻辑联结词</a:t>
            </a:r>
            <a:r>
              <a:rPr kumimoji="0" lang="en-US" altLang="zh-CN" sz="3200" b="1">
                <a:solidFill>
                  <a:schemeClr val="accent2"/>
                </a:solidFill>
                <a:latin typeface="黑体" panose="02010609060101010101" pitchFamily="49" charset="-122"/>
                <a:ea typeface="黑体" panose="02010609060101010101" pitchFamily="49" charset="-122"/>
                <a:cs typeface="Arial" panose="020B0604020202020204" pitchFamily="34" charset="0"/>
              </a:rPr>
              <a:t>(</a:t>
            </a:r>
            <a:r>
              <a:rPr kumimoji="0" lang="zh-CN" altLang="en-US" sz="3200" b="1">
                <a:solidFill>
                  <a:schemeClr val="accent2"/>
                </a:solidFill>
                <a:latin typeface="黑体" panose="02010609060101010101" pitchFamily="49" charset="-122"/>
                <a:ea typeface="黑体" panose="02010609060101010101" pitchFamily="49" charset="-122"/>
                <a:cs typeface="Arial" panose="020B0604020202020204" pitchFamily="34" charset="0"/>
              </a:rPr>
              <a:t>逻辑运算</a:t>
            </a:r>
            <a:r>
              <a:rPr kumimoji="0" lang="en-US" altLang="zh-CN" sz="3200" b="1">
                <a:solidFill>
                  <a:schemeClr val="accent2"/>
                </a:solidFill>
                <a:latin typeface="黑体" panose="02010609060101010101" pitchFamily="49" charset="-122"/>
                <a:ea typeface="黑体" panose="02010609060101010101" pitchFamily="49" charset="-122"/>
                <a:cs typeface="Arial" panose="020B0604020202020204" pitchFamily="34" charset="0"/>
              </a:rPr>
              <a:t>)</a:t>
            </a:r>
            <a:r>
              <a:rPr kumimoji="0" lang="zh-CN" altLang="en-US" sz="3200">
                <a:latin typeface="黑体" panose="02010609060101010101" pitchFamily="49" charset="-122"/>
                <a:ea typeface="黑体" panose="02010609060101010101" pitchFamily="49" charset="-122"/>
                <a:cs typeface="Arial" panose="020B0604020202020204" pitchFamily="34" charset="0"/>
              </a:rPr>
              <a:t>构成新的命题</a:t>
            </a:r>
            <a:r>
              <a:rPr kumimoji="0" lang="en-US" altLang="zh-CN" sz="3200">
                <a:latin typeface="Arial" panose="020B0604020202020204" pitchFamily="34" charset="0"/>
                <a:ea typeface="黑体" panose="02010609060101010101" pitchFamily="49" charset="-122"/>
                <a:cs typeface="Arial" panose="020B0604020202020204" pitchFamily="34" charset="0"/>
              </a:rPr>
              <a:t>——</a:t>
            </a:r>
            <a:r>
              <a:rPr kumimoji="0" lang="zh-CN" altLang="en-US" sz="3200">
                <a:latin typeface="黑体" panose="02010609060101010101" pitchFamily="49" charset="-122"/>
                <a:ea typeface="黑体" panose="02010609060101010101" pitchFamily="49" charset="-122"/>
                <a:cs typeface="Arial" panose="020B0604020202020204" pitchFamily="34" charset="0"/>
              </a:rPr>
              <a:t>复合命题。</a:t>
            </a:r>
          </a:p>
          <a:p>
            <a:pPr eaLnBrk="1" hangingPunct="1">
              <a:lnSpc>
                <a:spcPct val="130000"/>
              </a:lnSpc>
              <a:spcBef>
                <a:spcPct val="0"/>
              </a:spcBef>
              <a:spcAft>
                <a:spcPct val="20000"/>
              </a:spcAft>
              <a:buClr>
                <a:srgbClr val="228A88"/>
              </a:buClr>
              <a:buFont typeface="Wingdings 2" panose="05020102010507070707" pitchFamily="18" charset="2"/>
              <a:buNone/>
            </a:pPr>
            <a:r>
              <a:rPr kumimoji="0" lang="zh-CN" altLang="en-US" sz="3200">
                <a:latin typeface="黑体" panose="02010609060101010101" pitchFamily="49" charset="-122"/>
                <a:ea typeface="黑体" panose="02010609060101010101" pitchFamily="49" charset="-122"/>
                <a:cs typeface="Arial" panose="020B0604020202020204" pitchFamily="34" charset="0"/>
              </a:rPr>
              <a:t>      复合命题的真值依赖于其中简单命题的真值。</a:t>
            </a:r>
          </a:p>
          <a:p>
            <a:pPr eaLnBrk="1" hangingPunct="1">
              <a:spcBef>
                <a:spcPct val="0"/>
              </a:spcBef>
              <a:spcAft>
                <a:spcPct val="20000"/>
              </a:spcAft>
              <a:buClr>
                <a:srgbClr val="228A88"/>
              </a:buClr>
              <a:buFont typeface="Wingdings 2" panose="05020102010507070707" pitchFamily="18" charset="2"/>
              <a:buNone/>
            </a:pPr>
            <a:endParaRPr kumimoji="0" lang="en-US" altLang="zh-CN" sz="2800">
              <a:solidFill>
                <a:schemeClr val="hlink"/>
              </a:solidFill>
              <a:latin typeface="黑体" panose="02010609060101010101" pitchFamily="49" charset="-122"/>
              <a:ea typeface="黑体" panose="02010609060101010101" pitchFamily="49" charset="-122"/>
              <a:cs typeface="Arial" panose="020B0604020202020204" pitchFamily="34" charset="0"/>
            </a:endParaRPr>
          </a:p>
        </p:txBody>
      </p:sp>
      <p:pic>
        <p:nvPicPr>
          <p:cNvPr id="35847" name="Picture 6" descr="C:\Program Files\Microsoft Office\MEDIA\CAGCAT10\j0293844.wmf">
            <a:extLst>
              <a:ext uri="{FF2B5EF4-FFF2-40B4-BE49-F238E27FC236}">
                <a16:creationId xmlns:a16="http://schemas.microsoft.com/office/drawing/2014/main" id="{79B267AA-B959-48E4-8B92-D538E51DB9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43800" y="53340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日期占位符 3">
            <a:extLst>
              <a:ext uri="{FF2B5EF4-FFF2-40B4-BE49-F238E27FC236}">
                <a16:creationId xmlns:a16="http://schemas.microsoft.com/office/drawing/2014/main" id="{C1E5F6FD-77E8-48F9-BA76-7A8A1664DFED}"/>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974CB675-6E75-42B5-91E6-B84659AF2C7A}"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36867" name="页脚占位符 4">
            <a:extLst>
              <a:ext uri="{FF2B5EF4-FFF2-40B4-BE49-F238E27FC236}">
                <a16:creationId xmlns:a16="http://schemas.microsoft.com/office/drawing/2014/main" id="{4DF8DEC3-FCAA-4680-9D0A-4B5F33B9AC95}"/>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36868" name="灯片编号占位符 5">
            <a:extLst>
              <a:ext uri="{FF2B5EF4-FFF2-40B4-BE49-F238E27FC236}">
                <a16:creationId xmlns:a16="http://schemas.microsoft.com/office/drawing/2014/main" id="{954268EC-1FBF-41A5-AF9D-A249FBE86DFD}"/>
              </a:ext>
            </a:extLst>
          </p:cNvPr>
          <p:cNvSpPr>
            <a:spLocks noGrp="1"/>
          </p:cNvSpPr>
          <p:nvPr>
            <p:ph type="sldNum" sz="quarter" idx="12"/>
          </p:nvPr>
        </p:nvSpPr>
        <p:spPr>
          <a:xfrm>
            <a:off x="6588125" y="6400800"/>
            <a:ext cx="1905000" cy="4572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17AB9198-847A-4512-93FD-E5DF672A6811}" type="slidenum">
              <a:rPr lang="en-US" altLang="zh-CN" sz="1400" smtClean="0">
                <a:latin typeface="Times New Roman" panose="02020603050405020304" pitchFamily="18" charset="0"/>
                <a:ea typeface="宋体" panose="02010600030101010101" pitchFamily="2" charset="-122"/>
              </a:rPr>
              <a:pPr>
                <a:spcBef>
                  <a:spcPct val="0"/>
                </a:spcBef>
                <a:buFontTx/>
                <a:buNone/>
              </a:pPr>
              <a:t>30</a:t>
            </a:fld>
            <a:endParaRPr lang="en-US" altLang="zh-CN" sz="1400">
              <a:latin typeface="Times New Roman" panose="02020603050405020304" pitchFamily="18" charset="0"/>
              <a:ea typeface="宋体" panose="02010600030101010101" pitchFamily="2" charset="-122"/>
            </a:endParaRPr>
          </a:p>
        </p:txBody>
      </p:sp>
      <p:sp>
        <p:nvSpPr>
          <p:cNvPr id="36869" name="Text Box 2">
            <a:extLst>
              <a:ext uri="{FF2B5EF4-FFF2-40B4-BE49-F238E27FC236}">
                <a16:creationId xmlns:a16="http://schemas.microsoft.com/office/drawing/2014/main" id="{5E3DEBF3-4C92-4C6E-B739-06791A21730F}"/>
              </a:ext>
            </a:extLst>
          </p:cNvPr>
          <p:cNvSpPr txBox="1">
            <a:spLocks noChangeArrowheads="1"/>
          </p:cNvSpPr>
          <p:nvPr/>
        </p:nvSpPr>
        <p:spPr bwMode="auto">
          <a:xfrm>
            <a:off x="1219200" y="858838"/>
            <a:ext cx="608965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联结词举例</a:t>
            </a:r>
          </a:p>
        </p:txBody>
      </p:sp>
      <p:sp>
        <p:nvSpPr>
          <p:cNvPr id="36870" name="Rectangle 3">
            <a:extLst>
              <a:ext uri="{FF2B5EF4-FFF2-40B4-BE49-F238E27FC236}">
                <a16:creationId xmlns:a16="http://schemas.microsoft.com/office/drawing/2014/main" id="{6D3BD4B2-B947-4F58-8A7C-BBCB5B9037AB}"/>
              </a:ext>
            </a:extLst>
          </p:cNvPr>
          <p:cNvSpPr>
            <a:spLocks noChangeArrowheads="1"/>
          </p:cNvSpPr>
          <p:nvPr/>
        </p:nvSpPr>
        <p:spPr bwMode="auto">
          <a:xfrm>
            <a:off x="971550" y="2349500"/>
            <a:ext cx="7416800" cy="3289300"/>
          </a:xfrm>
          <a:prstGeom prst="rect">
            <a:avLst/>
          </a:prstGeom>
          <a:solidFill>
            <a:schemeClr val="bg1"/>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spAutoFit/>
          </a:bodyPr>
          <a:lstStyle>
            <a:lvl1pPr marL="400050" indent="-400050">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spcBef>
                <a:spcPct val="0"/>
              </a:spcBef>
              <a:spcAft>
                <a:spcPct val="20000"/>
              </a:spcAft>
              <a:buClr>
                <a:srgbClr val="228A88"/>
              </a:buClr>
              <a:buFont typeface="Wingdings 2" panose="05020102010507070707" pitchFamily="18" charset="2"/>
              <a:buNone/>
            </a:pPr>
            <a:r>
              <a:rPr kumimoji="0" lang="en-US" altLang="zh-CN" sz="2800" b="1">
                <a:solidFill>
                  <a:schemeClr val="hlink"/>
                </a:solidFill>
                <a:latin typeface="黑体" panose="02010609060101010101" pitchFamily="49" charset="-122"/>
                <a:ea typeface="黑体" panose="02010609060101010101" pitchFamily="49" charset="-122"/>
                <a:cs typeface="Arial" panose="020B0604020202020204" pitchFamily="34" charset="0"/>
              </a:rPr>
              <a:t> </a:t>
            </a:r>
            <a:r>
              <a:rPr kumimoji="0" lang="en-US" altLang="zh-CN" sz="2800" b="1">
                <a:solidFill>
                  <a:srgbClr val="006600"/>
                </a:solidFill>
                <a:latin typeface="黑体" panose="02010609060101010101" pitchFamily="49" charset="-122"/>
                <a:ea typeface="黑体" panose="02010609060101010101" pitchFamily="49" charset="-122"/>
                <a:cs typeface="Arial" panose="020B0604020202020204" pitchFamily="34" charset="0"/>
              </a:rPr>
              <a:t>【</a:t>
            </a:r>
            <a:r>
              <a:rPr kumimoji="0" lang="zh-CN" altLang="en-US" sz="2800" b="1">
                <a:solidFill>
                  <a:srgbClr val="006600"/>
                </a:solidFill>
                <a:latin typeface="黑体" panose="02010609060101010101" pitchFamily="49" charset="-122"/>
                <a:ea typeface="黑体" panose="02010609060101010101" pitchFamily="49" charset="-122"/>
                <a:cs typeface="Arial" panose="020B0604020202020204" pitchFamily="34" charset="0"/>
              </a:rPr>
              <a:t>例</a:t>
            </a:r>
            <a:r>
              <a:rPr kumimoji="0" lang="en-US" altLang="zh-CN" sz="2800" b="1">
                <a:solidFill>
                  <a:srgbClr val="006600"/>
                </a:solidFill>
                <a:latin typeface="黑体" panose="02010609060101010101" pitchFamily="49" charset="-122"/>
                <a:ea typeface="黑体" panose="02010609060101010101" pitchFamily="49" charset="-122"/>
                <a:cs typeface="Arial" panose="020B0604020202020204" pitchFamily="34" charset="0"/>
              </a:rPr>
              <a:t>】</a:t>
            </a:r>
          </a:p>
          <a:p>
            <a:pPr eaLnBrk="1" hangingPunct="1">
              <a:lnSpc>
                <a:spcPct val="125000"/>
              </a:lnSpc>
              <a:spcBef>
                <a:spcPct val="0"/>
              </a:spcBef>
              <a:spcAft>
                <a:spcPct val="20000"/>
              </a:spcAft>
              <a:buClr>
                <a:srgbClr val="228A88"/>
              </a:buClr>
              <a:buFont typeface="Wingdings 2" panose="05020102010507070707" pitchFamily="18" charset="2"/>
              <a:buNone/>
            </a:pPr>
            <a:r>
              <a:rPr lang="zh-CN" altLang="en-US" b="1">
                <a:solidFill>
                  <a:schemeClr val="accent2"/>
                </a:solidFill>
                <a:latin typeface="黑体" panose="02010609060101010101" pitchFamily="49" charset="-122"/>
                <a:ea typeface="黑体" panose="02010609060101010101" pitchFamily="49" charset="-122"/>
                <a:cs typeface="Arial" panose="020B0604020202020204" pitchFamily="34" charset="0"/>
              </a:rPr>
              <a:t>     （</a:t>
            </a:r>
            <a:r>
              <a:rPr lang="en-US" altLang="zh-CN" b="1">
                <a:solidFill>
                  <a:schemeClr val="accent2"/>
                </a:solidFill>
                <a:latin typeface="黑体" panose="02010609060101010101" pitchFamily="49" charset="-122"/>
                <a:ea typeface="黑体" panose="02010609060101010101" pitchFamily="49" charset="-122"/>
                <a:cs typeface="Arial" panose="020B0604020202020204" pitchFamily="34" charset="0"/>
              </a:rPr>
              <a:t>1</a:t>
            </a:r>
            <a:r>
              <a:rPr lang="zh-CN" altLang="en-US" b="1">
                <a:solidFill>
                  <a:schemeClr val="accent2"/>
                </a:solidFill>
                <a:latin typeface="黑体" panose="02010609060101010101" pitchFamily="49" charset="-122"/>
                <a:ea typeface="黑体" panose="02010609060101010101" pitchFamily="49" charset="-122"/>
                <a:cs typeface="Arial" panose="020B0604020202020204" pitchFamily="34" charset="0"/>
              </a:rPr>
              <a:t>）期中考试，张三</a:t>
            </a:r>
            <a:r>
              <a:rPr lang="zh-CN" altLang="en-US" b="1">
                <a:solidFill>
                  <a:srgbClr val="006600"/>
                </a:solidFill>
                <a:latin typeface="黑体" panose="02010609060101010101" pitchFamily="49" charset="-122"/>
                <a:ea typeface="黑体" panose="02010609060101010101" pitchFamily="49" charset="-122"/>
                <a:cs typeface="Arial" panose="020B0604020202020204" pitchFamily="34" charset="0"/>
              </a:rPr>
              <a:t>没有</a:t>
            </a:r>
            <a:r>
              <a:rPr lang="zh-CN" altLang="en-US" b="1">
                <a:solidFill>
                  <a:schemeClr val="accent2"/>
                </a:solidFill>
                <a:latin typeface="黑体" panose="02010609060101010101" pitchFamily="49" charset="-122"/>
                <a:ea typeface="黑体" panose="02010609060101010101" pitchFamily="49" charset="-122"/>
                <a:cs typeface="Arial" panose="020B0604020202020204" pitchFamily="34" charset="0"/>
              </a:rPr>
              <a:t>考及格。</a:t>
            </a:r>
          </a:p>
          <a:p>
            <a:pPr eaLnBrk="1" hangingPunct="1">
              <a:lnSpc>
                <a:spcPct val="125000"/>
              </a:lnSpc>
              <a:spcBef>
                <a:spcPct val="0"/>
              </a:spcBef>
              <a:spcAft>
                <a:spcPct val="20000"/>
              </a:spcAft>
              <a:buClr>
                <a:srgbClr val="228A88"/>
              </a:buClr>
              <a:buFont typeface="Wingdings 2" panose="05020102010507070707" pitchFamily="18" charset="2"/>
              <a:buNone/>
            </a:pPr>
            <a:r>
              <a:rPr lang="zh-CN" altLang="en-US" b="1">
                <a:solidFill>
                  <a:schemeClr val="accent2"/>
                </a:solidFill>
                <a:latin typeface="黑体" panose="02010609060101010101" pitchFamily="49" charset="-122"/>
                <a:ea typeface="黑体" panose="02010609060101010101" pitchFamily="49" charset="-122"/>
                <a:cs typeface="Arial" panose="020B0604020202020204" pitchFamily="34" charset="0"/>
              </a:rPr>
              <a:t>     （</a:t>
            </a:r>
            <a:r>
              <a:rPr lang="en-US" altLang="zh-CN" b="1">
                <a:solidFill>
                  <a:schemeClr val="accent2"/>
                </a:solidFill>
                <a:latin typeface="黑体" panose="02010609060101010101" pitchFamily="49" charset="-122"/>
                <a:ea typeface="黑体" panose="02010609060101010101" pitchFamily="49" charset="-122"/>
                <a:cs typeface="Arial" panose="020B0604020202020204" pitchFamily="34" charset="0"/>
              </a:rPr>
              <a:t>2</a:t>
            </a:r>
            <a:r>
              <a:rPr lang="zh-CN" altLang="en-US" b="1">
                <a:solidFill>
                  <a:schemeClr val="accent2"/>
                </a:solidFill>
                <a:latin typeface="黑体" panose="02010609060101010101" pitchFamily="49" charset="-122"/>
                <a:ea typeface="黑体" panose="02010609060101010101" pitchFamily="49" charset="-122"/>
                <a:cs typeface="Arial" panose="020B0604020202020204" pitchFamily="34" charset="0"/>
              </a:rPr>
              <a:t>）期中考试，张三和李四</a:t>
            </a:r>
            <a:r>
              <a:rPr lang="zh-CN" altLang="en-US" b="1">
                <a:solidFill>
                  <a:srgbClr val="006600"/>
                </a:solidFill>
                <a:latin typeface="黑体" panose="02010609060101010101" pitchFamily="49" charset="-122"/>
                <a:ea typeface="黑体" panose="02010609060101010101" pitchFamily="49" charset="-122"/>
                <a:cs typeface="Arial" panose="020B0604020202020204" pitchFamily="34" charset="0"/>
              </a:rPr>
              <a:t>都</a:t>
            </a:r>
            <a:r>
              <a:rPr lang="zh-CN" altLang="en-US" b="1">
                <a:solidFill>
                  <a:schemeClr val="accent2"/>
                </a:solidFill>
                <a:latin typeface="黑体" panose="02010609060101010101" pitchFamily="49" charset="-122"/>
                <a:ea typeface="黑体" panose="02010609060101010101" pitchFamily="49" charset="-122"/>
                <a:cs typeface="Arial" panose="020B0604020202020204" pitchFamily="34" charset="0"/>
              </a:rPr>
              <a:t>考及格了。</a:t>
            </a:r>
          </a:p>
          <a:p>
            <a:pPr eaLnBrk="1" hangingPunct="1">
              <a:lnSpc>
                <a:spcPct val="125000"/>
              </a:lnSpc>
              <a:spcBef>
                <a:spcPct val="0"/>
              </a:spcBef>
              <a:spcAft>
                <a:spcPct val="20000"/>
              </a:spcAft>
              <a:buClr>
                <a:srgbClr val="228A88"/>
              </a:buClr>
              <a:buFont typeface="Wingdings 2" panose="05020102010507070707" pitchFamily="18" charset="2"/>
              <a:buNone/>
            </a:pPr>
            <a:r>
              <a:rPr lang="zh-CN" altLang="en-US" b="1">
                <a:solidFill>
                  <a:schemeClr val="accent2"/>
                </a:solidFill>
                <a:latin typeface="黑体" panose="02010609060101010101" pitchFamily="49" charset="-122"/>
                <a:ea typeface="黑体" panose="02010609060101010101" pitchFamily="49" charset="-122"/>
                <a:cs typeface="Arial" panose="020B0604020202020204" pitchFamily="34" charset="0"/>
              </a:rPr>
              <a:t>     （</a:t>
            </a:r>
            <a:r>
              <a:rPr lang="en-US" altLang="zh-CN" b="1">
                <a:solidFill>
                  <a:schemeClr val="accent2"/>
                </a:solidFill>
                <a:latin typeface="黑体" panose="02010609060101010101" pitchFamily="49" charset="-122"/>
                <a:ea typeface="黑体" panose="02010609060101010101" pitchFamily="49" charset="-122"/>
                <a:cs typeface="Arial" panose="020B0604020202020204" pitchFamily="34" charset="0"/>
              </a:rPr>
              <a:t>3</a:t>
            </a:r>
            <a:r>
              <a:rPr lang="zh-CN" altLang="en-US" b="1">
                <a:solidFill>
                  <a:schemeClr val="accent2"/>
                </a:solidFill>
                <a:latin typeface="黑体" panose="02010609060101010101" pitchFamily="49" charset="-122"/>
                <a:ea typeface="黑体" panose="02010609060101010101" pitchFamily="49" charset="-122"/>
                <a:cs typeface="Arial" panose="020B0604020202020204" pitchFamily="34" charset="0"/>
              </a:rPr>
              <a:t>）期中考试，张三和李四中</a:t>
            </a:r>
            <a:r>
              <a:rPr lang="zh-CN" altLang="en-US" b="1">
                <a:solidFill>
                  <a:srgbClr val="006600"/>
                </a:solidFill>
                <a:latin typeface="黑体" panose="02010609060101010101" pitchFamily="49" charset="-122"/>
                <a:ea typeface="黑体" panose="02010609060101010101" pitchFamily="49" charset="-122"/>
                <a:cs typeface="Arial" panose="020B0604020202020204" pitchFamily="34" charset="0"/>
              </a:rPr>
              <a:t>有人</a:t>
            </a:r>
            <a:r>
              <a:rPr lang="zh-CN" altLang="en-US" b="1">
                <a:solidFill>
                  <a:schemeClr val="accent2"/>
                </a:solidFill>
                <a:latin typeface="黑体" panose="02010609060101010101" pitchFamily="49" charset="-122"/>
                <a:ea typeface="黑体" panose="02010609060101010101" pitchFamily="49" charset="-122"/>
                <a:cs typeface="Arial" panose="020B0604020202020204" pitchFamily="34" charset="0"/>
              </a:rPr>
              <a:t>考了</a:t>
            </a:r>
            <a:r>
              <a:rPr lang="en-US" altLang="zh-CN" b="1">
                <a:solidFill>
                  <a:schemeClr val="accent2"/>
                </a:solidFill>
                <a:latin typeface="黑体" panose="02010609060101010101" pitchFamily="49" charset="-122"/>
                <a:ea typeface="黑体" panose="02010609060101010101" pitchFamily="49" charset="-122"/>
                <a:cs typeface="Arial" panose="020B0604020202020204" pitchFamily="34" charset="0"/>
              </a:rPr>
              <a:t>90</a:t>
            </a:r>
            <a:r>
              <a:rPr lang="zh-CN" altLang="en-US" b="1">
                <a:solidFill>
                  <a:schemeClr val="accent2"/>
                </a:solidFill>
                <a:latin typeface="黑体" panose="02010609060101010101" pitchFamily="49" charset="-122"/>
                <a:ea typeface="黑体" panose="02010609060101010101" pitchFamily="49" charset="-122"/>
                <a:cs typeface="Arial" panose="020B0604020202020204" pitchFamily="34" charset="0"/>
              </a:rPr>
              <a:t>分。</a:t>
            </a:r>
          </a:p>
          <a:p>
            <a:pPr eaLnBrk="1" hangingPunct="1">
              <a:lnSpc>
                <a:spcPct val="125000"/>
              </a:lnSpc>
              <a:spcBef>
                <a:spcPct val="0"/>
              </a:spcBef>
              <a:spcAft>
                <a:spcPct val="20000"/>
              </a:spcAft>
              <a:buClr>
                <a:srgbClr val="228A88"/>
              </a:buClr>
              <a:buFont typeface="Wingdings 2" panose="05020102010507070707" pitchFamily="18" charset="2"/>
              <a:buNone/>
            </a:pPr>
            <a:r>
              <a:rPr lang="zh-CN" altLang="en-US" b="1">
                <a:solidFill>
                  <a:schemeClr val="accent2"/>
                </a:solidFill>
                <a:latin typeface="黑体" panose="02010609060101010101" pitchFamily="49" charset="-122"/>
                <a:ea typeface="黑体" panose="02010609060101010101" pitchFamily="49" charset="-122"/>
                <a:cs typeface="Arial" panose="020B0604020202020204" pitchFamily="34" charset="0"/>
              </a:rPr>
              <a:t>     （</a:t>
            </a:r>
            <a:r>
              <a:rPr lang="en-US" altLang="zh-CN" b="1">
                <a:solidFill>
                  <a:schemeClr val="accent2"/>
                </a:solidFill>
                <a:latin typeface="黑体" panose="02010609060101010101" pitchFamily="49" charset="-122"/>
                <a:ea typeface="黑体" panose="02010609060101010101" pitchFamily="49" charset="-122"/>
                <a:cs typeface="Arial" panose="020B0604020202020204" pitchFamily="34" charset="0"/>
              </a:rPr>
              <a:t>4</a:t>
            </a:r>
            <a:r>
              <a:rPr lang="zh-CN" altLang="en-US" b="1">
                <a:solidFill>
                  <a:schemeClr val="accent2"/>
                </a:solidFill>
                <a:latin typeface="黑体" panose="02010609060101010101" pitchFamily="49" charset="-122"/>
                <a:ea typeface="黑体" panose="02010609060101010101" pitchFamily="49" charset="-122"/>
                <a:cs typeface="Arial" panose="020B0604020202020204" pitchFamily="34" charset="0"/>
              </a:rPr>
              <a:t>）</a:t>
            </a:r>
            <a:r>
              <a:rPr lang="zh-CN" altLang="en-US" b="1">
                <a:solidFill>
                  <a:srgbClr val="006600"/>
                </a:solidFill>
                <a:latin typeface="黑体" panose="02010609060101010101" pitchFamily="49" charset="-122"/>
                <a:ea typeface="黑体" panose="02010609060101010101" pitchFamily="49" charset="-122"/>
                <a:cs typeface="Arial" panose="020B0604020202020204" pitchFamily="34" charset="0"/>
              </a:rPr>
              <a:t>如果</a:t>
            </a:r>
            <a:r>
              <a:rPr lang="zh-CN" altLang="en-US" b="1">
                <a:solidFill>
                  <a:schemeClr val="accent2"/>
                </a:solidFill>
                <a:latin typeface="黑体" panose="02010609060101010101" pitchFamily="49" charset="-122"/>
                <a:ea typeface="黑体" panose="02010609060101010101" pitchFamily="49" charset="-122"/>
                <a:cs typeface="Arial" panose="020B0604020202020204" pitchFamily="34" charset="0"/>
              </a:rPr>
              <a:t>张三能考</a:t>
            </a:r>
            <a:r>
              <a:rPr lang="en-US" altLang="zh-CN" b="1">
                <a:solidFill>
                  <a:schemeClr val="accent2"/>
                </a:solidFill>
                <a:latin typeface="黑体" panose="02010609060101010101" pitchFamily="49" charset="-122"/>
                <a:ea typeface="黑体" panose="02010609060101010101" pitchFamily="49" charset="-122"/>
                <a:cs typeface="Arial" panose="020B0604020202020204" pitchFamily="34" charset="0"/>
              </a:rPr>
              <a:t>90</a:t>
            </a:r>
            <a:r>
              <a:rPr lang="zh-CN" altLang="en-US" b="1">
                <a:solidFill>
                  <a:schemeClr val="accent2"/>
                </a:solidFill>
                <a:latin typeface="黑体" panose="02010609060101010101" pitchFamily="49" charset="-122"/>
                <a:ea typeface="黑体" panose="02010609060101010101" pitchFamily="49" charset="-122"/>
                <a:cs typeface="Arial" panose="020B0604020202020204" pitchFamily="34" charset="0"/>
              </a:rPr>
              <a:t>分，</a:t>
            </a:r>
            <a:r>
              <a:rPr lang="zh-CN" altLang="en-US" b="1">
                <a:solidFill>
                  <a:srgbClr val="006600"/>
                </a:solidFill>
                <a:latin typeface="黑体" panose="02010609060101010101" pitchFamily="49" charset="-122"/>
                <a:ea typeface="黑体" panose="02010609060101010101" pitchFamily="49" charset="-122"/>
                <a:cs typeface="Arial" panose="020B0604020202020204" pitchFamily="34" charset="0"/>
              </a:rPr>
              <a:t>那么</a:t>
            </a:r>
            <a:r>
              <a:rPr lang="zh-CN" altLang="en-US" b="1">
                <a:solidFill>
                  <a:schemeClr val="accent2"/>
                </a:solidFill>
                <a:latin typeface="黑体" panose="02010609060101010101" pitchFamily="49" charset="-122"/>
                <a:ea typeface="黑体" panose="02010609060101010101" pitchFamily="49" charset="-122"/>
                <a:cs typeface="Arial" panose="020B0604020202020204" pitchFamily="34" charset="0"/>
              </a:rPr>
              <a:t>李四也能考</a:t>
            </a:r>
            <a:r>
              <a:rPr lang="en-US" altLang="zh-CN" b="1">
                <a:solidFill>
                  <a:schemeClr val="accent2"/>
                </a:solidFill>
                <a:latin typeface="黑体" panose="02010609060101010101" pitchFamily="49" charset="-122"/>
                <a:ea typeface="黑体" panose="02010609060101010101" pitchFamily="49" charset="-122"/>
                <a:cs typeface="Arial" panose="020B0604020202020204" pitchFamily="34" charset="0"/>
              </a:rPr>
              <a:t>90</a:t>
            </a:r>
            <a:r>
              <a:rPr lang="zh-CN" altLang="en-US" b="1">
                <a:solidFill>
                  <a:schemeClr val="accent2"/>
                </a:solidFill>
                <a:latin typeface="黑体" panose="02010609060101010101" pitchFamily="49" charset="-122"/>
                <a:ea typeface="黑体" panose="02010609060101010101" pitchFamily="49" charset="-122"/>
                <a:cs typeface="Arial" panose="020B0604020202020204" pitchFamily="34" charset="0"/>
              </a:rPr>
              <a:t>分。</a:t>
            </a:r>
          </a:p>
          <a:p>
            <a:pPr eaLnBrk="1" hangingPunct="1">
              <a:lnSpc>
                <a:spcPct val="125000"/>
              </a:lnSpc>
              <a:spcBef>
                <a:spcPct val="0"/>
              </a:spcBef>
              <a:spcAft>
                <a:spcPct val="20000"/>
              </a:spcAft>
              <a:buClr>
                <a:srgbClr val="228A88"/>
              </a:buClr>
              <a:buFont typeface="Wingdings 2" panose="05020102010507070707" pitchFamily="18" charset="2"/>
              <a:buNone/>
            </a:pPr>
            <a:r>
              <a:rPr lang="zh-CN" altLang="en-US" b="1">
                <a:solidFill>
                  <a:schemeClr val="accent2"/>
                </a:solidFill>
                <a:latin typeface="黑体" panose="02010609060101010101" pitchFamily="49" charset="-122"/>
                <a:ea typeface="黑体" panose="02010609060101010101" pitchFamily="49" charset="-122"/>
                <a:cs typeface="Arial" panose="020B0604020202020204" pitchFamily="34" charset="0"/>
              </a:rPr>
              <a:t>     （</a:t>
            </a:r>
            <a:r>
              <a:rPr lang="en-US" altLang="zh-CN" b="1">
                <a:solidFill>
                  <a:schemeClr val="accent2"/>
                </a:solidFill>
                <a:latin typeface="黑体" panose="02010609060101010101" pitchFamily="49" charset="-122"/>
                <a:ea typeface="黑体" panose="02010609060101010101" pitchFamily="49" charset="-122"/>
                <a:cs typeface="Arial" panose="020B0604020202020204" pitchFamily="34" charset="0"/>
              </a:rPr>
              <a:t>5</a:t>
            </a:r>
            <a:r>
              <a:rPr lang="zh-CN" altLang="en-US" b="1">
                <a:solidFill>
                  <a:schemeClr val="accent2"/>
                </a:solidFill>
                <a:latin typeface="黑体" panose="02010609060101010101" pitchFamily="49" charset="-122"/>
                <a:ea typeface="黑体" panose="02010609060101010101" pitchFamily="49" charset="-122"/>
                <a:cs typeface="Arial" panose="020B0604020202020204" pitchFamily="34" charset="0"/>
              </a:rPr>
              <a:t>）张三能考</a:t>
            </a:r>
            <a:r>
              <a:rPr lang="en-US" altLang="zh-CN" b="1">
                <a:solidFill>
                  <a:schemeClr val="accent2"/>
                </a:solidFill>
                <a:latin typeface="黑体" panose="02010609060101010101" pitchFamily="49" charset="-122"/>
                <a:ea typeface="黑体" panose="02010609060101010101" pitchFamily="49" charset="-122"/>
                <a:cs typeface="Arial" panose="020B0604020202020204" pitchFamily="34" charset="0"/>
              </a:rPr>
              <a:t>90</a:t>
            </a:r>
            <a:r>
              <a:rPr lang="zh-CN" altLang="en-US" b="1">
                <a:solidFill>
                  <a:schemeClr val="accent2"/>
                </a:solidFill>
                <a:latin typeface="黑体" panose="02010609060101010101" pitchFamily="49" charset="-122"/>
                <a:ea typeface="黑体" panose="02010609060101010101" pitchFamily="49" charset="-122"/>
                <a:cs typeface="Arial" panose="020B0604020202020204" pitchFamily="34" charset="0"/>
              </a:rPr>
              <a:t>分，</a:t>
            </a:r>
            <a:r>
              <a:rPr lang="zh-CN" altLang="en-US" b="1">
                <a:solidFill>
                  <a:srgbClr val="006600"/>
                </a:solidFill>
                <a:latin typeface="黑体" panose="02010609060101010101" pitchFamily="49" charset="-122"/>
                <a:ea typeface="黑体" panose="02010609060101010101" pitchFamily="49" charset="-122"/>
                <a:cs typeface="Arial" panose="020B0604020202020204" pitchFamily="34" charset="0"/>
              </a:rPr>
              <a:t>当且仅当</a:t>
            </a:r>
            <a:r>
              <a:rPr lang="zh-CN" altLang="en-US" b="1">
                <a:solidFill>
                  <a:schemeClr val="accent2"/>
                </a:solidFill>
                <a:latin typeface="黑体" panose="02010609060101010101" pitchFamily="49" charset="-122"/>
                <a:ea typeface="黑体" panose="02010609060101010101" pitchFamily="49" charset="-122"/>
                <a:cs typeface="Arial" panose="020B0604020202020204" pitchFamily="34" charset="0"/>
              </a:rPr>
              <a:t>李四也能考</a:t>
            </a:r>
            <a:r>
              <a:rPr lang="en-US" altLang="zh-CN" b="1">
                <a:solidFill>
                  <a:schemeClr val="accent2"/>
                </a:solidFill>
                <a:latin typeface="黑体" panose="02010609060101010101" pitchFamily="49" charset="-122"/>
                <a:ea typeface="黑体" panose="02010609060101010101" pitchFamily="49" charset="-122"/>
                <a:cs typeface="Arial" panose="020B0604020202020204" pitchFamily="34" charset="0"/>
              </a:rPr>
              <a:t>90</a:t>
            </a:r>
            <a:r>
              <a:rPr lang="zh-CN" altLang="en-US" b="1">
                <a:solidFill>
                  <a:schemeClr val="accent2"/>
                </a:solidFill>
                <a:latin typeface="黑体" panose="02010609060101010101" pitchFamily="49" charset="-122"/>
                <a:ea typeface="黑体" panose="02010609060101010101" pitchFamily="49" charset="-122"/>
                <a:cs typeface="Arial" panose="020B0604020202020204" pitchFamily="34" charset="0"/>
              </a:rPr>
              <a:t>分。</a:t>
            </a:r>
            <a:endParaRPr kumimoji="0" lang="zh-CN" altLang="en-US">
              <a:solidFill>
                <a:schemeClr val="accent2"/>
              </a:solidFill>
              <a:latin typeface="黑体" panose="02010609060101010101" pitchFamily="49" charset="-122"/>
              <a:ea typeface="黑体" panose="02010609060101010101" pitchFamily="49" charset="-122"/>
              <a:cs typeface="Arial" panose="020B0604020202020204" pitchFamily="34" charset="0"/>
            </a:endParaRPr>
          </a:p>
        </p:txBody>
      </p:sp>
      <p:pic>
        <p:nvPicPr>
          <p:cNvPr id="36871" name="Picture 6" descr="C:\Program Files\Microsoft Office\MEDIA\CAGCAT10\j0293844.wmf">
            <a:extLst>
              <a:ext uri="{FF2B5EF4-FFF2-40B4-BE49-F238E27FC236}">
                <a16:creationId xmlns:a16="http://schemas.microsoft.com/office/drawing/2014/main" id="{9080D4B0-B6F9-43A1-9C90-22AA3BA6E7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43800" y="53340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日期占位符 3">
            <a:extLst>
              <a:ext uri="{FF2B5EF4-FFF2-40B4-BE49-F238E27FC236}">
                <a16:creationId xmlns:a16="http://schemas.microsoft.com/office/drawing/2014/main" id="{446F0A4E-1287-4952-8AD9-39661E75D340}"/>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1C17FA18-C802-4735-A619-1FD7FA1927FA}"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37891" name="页脚占位符 4">
            <a:extLst>
              <a:ext uri="{FF2B5EF4-FFF2-40B4-BE49-F238E27FC236}">
                <a16:creationId xmlns:a16="http://schemas.microsoft.com/office/drawing/2014/main" id="{73080C5A-7E16-4E8C-8277-120B897441F5}"/>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37892" name="灯片编号占位符 5">
            <a:extLst>
              <a:ext uri="{FF2B5EF4-FFF2-40B4-BE49-F238E27FC236}">
                <a16:creationId xmlns:a16="http://schemas.microsoft.com/office/drawing/2014/main" id="{A2E027F9-BD07-41C7-83BF-4B3E9354508E}"/>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E6EAECA6-CBEF-43A7-86DE-EAA3560B7E6E}" type="slidenum">
              <a:rPr lang="en-US" altLang="zh-CN" sz="1400" smtClean="0">
                <a:latin typeface="Times New Roman" panose="02020603050405020304" pitchFamily="18" charset="0"/>
                <a:ea typeface="宋体" panose="02010600030101010101" pitchFamily="2" charset="-122"/>
              </a:rPr>
              <a:pPr>
                <a:spcBef>
                  <a:spcPct val="0"/>
                </a:spcBef>
                <a:buFontTx/>
                <a:buNone/>
              </a:pPr>
              <a:t>31</a:t>
            </a:fld>
            <a:endParaRPr lang="en-US" altLang="zh-CN" sz="1400">
              <a:latin typeface="Times New Roman" panose="02020603050405020304" pitchFamily="18" charset="0"/>
              <a:ea typeface="宋体" panose="02010600030101010101" pitchFamily="2" charset="-122"/>
            </a:endParaRPr>
          </a:p>
        </p:txBody>
      </p:sp>
      <p:sp>
        <p:nvSpPr>
          <p:cNvPr id="37893" name="Text Box 2">
            <a:extLst>
              <a:ext uri="{FF2B5EF4-FFF2-40B4-BE49-F238E27FC236}">
                <a16:creationId xmlns:a16="http://schemas.microsoft.com/office/drawing/2014/main" id="{99F3F021-AF53-4F12-88BD-93C343D3B8BA}"/>
              </a:ext>
            </a:extLst>
          </p:cNvPr>
          <p:cNvSpPr txBox="1">
            <a:spLocks noChangeArrowheads="1"/>
          </p:cNvSpPr>
          <p:nvPr/>
        </p:nvSpPr>
        <p:spPr bwMode="auto">
          <a:xfrm>
            <a:off x="1219200" y="838200"/>
            <a:ext cx="64484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五个常用联结词</a:t>
            </a:r>
          </a:p>
        </p:txBody>
      </p:sp>
      <p:sp>
        <p:nvSpPr>
          <p:cNvPr id="655363" name="Rectangle 3">
            <a:extLst>
              <a:ext uri="{FF2B5EF4-FFF2-40B4-BE49-F238E27FC236}">
                <a16:creationId xmlns:a16="http://schemas.microsoft.com/office/drawing/2014/main" id="{7BF6464F-11D5-442B-B845-382A9711CD8F}"/>
              </a:ext>
            </a:extLst>
          </p:cNvPr>
          <p:cNvSpPr>
            <a:spLocks noChangeArrowheads="1"/>
          </p:cNvSpPr>
          <p:nvPr/>
        </p:nvSpPr>
        <p:spPr bwMode="auto">
          <a:xfrm>
            <a:off x="828675" y="2349500"/>
            <a:ext cx="7920038" cy="3527425"/>
          </a:xfrm>
          <a:prstGeom prst="rect">
            <a:avLst/>
          </a:prstGeom>
          <a:solidFill>
            <a:schemeClr val="bg1"/>
          </a:solidFill>
          <a:ln>
            <a:noFill/>
          </a:ln>
          <a:effectLst/>
        </p:spPr>
        <p:txBody>
          <a:bodyPr>
            <a:spAutoFit/>
          </a:bodyPr>
          <a:lstStyle>
            <a:lvl1pPr marL="400050" indent="-400050">
              <a:defRPr kumimoji="1" sz="2800">
                <a:solidFill>
                  <a:schemeClr val="tx1"/>
                </a:solidFill>
                <a:latin typeface="Times New Roman" panose="02020603050405020304" pitchFamily="18" charset="0"/>
                <a:ea typeface="宋体" panose="02010600030101010101" pitchFamily="2" charset="-122"/>
              </a:defRPr>
            </a:lvl1pPr>
            <a:lvl2pPr>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lvl="1" eaLnBrk="1" hangingPunct="1">
              <a:lnSpc>
                <a:spcPct val="150000"/>
              </a:lnSpc>
              <a:spcBef>
                <a:spcPct val="25000"/>
              </a:spcBef>
              <a:spcAft>
                <a:spcPct val="20000"/>
              </a:spcAft>
              <a:buClr>
                <a:srgbClr val="228A88"/>
              </a:buClr>
              <a:buFont typeface="Wingdings 2" panose="05020102010507070707" pitchFamily="18" charset="2"/>
              <a:buChar char="³"/>
              <a:defRPr/>
            </a:pPr>
            <a:r>
              <a:rPr lang="en-US" altLang="zh-CN" sz="2400" b="1" dirty="0">
                <a:solidFill>
                  <a:srgbClr val="990033"/>
                </a:solidFill>
                <a:effectLst>
                  <a:outerShdw blurRad="38100" dist="38100" dir="2700000" algn="tl">
                    <a:srgbClr val="C0C0C0"/>
                  </a:outerShdw>
                </a:effectLst>
                <a:latin typeface="黑体" panose="02010609060101010101" pitchFamily="49" charset="-122"/>
                <a:ea typeface="黑体" panose="02010609060101010101" pitchFamily="49" charset="-122"/>
                <a:cs typeface="Arial" panose="020B0604020202020204" pitchFamily="34" charset="0"/>
                <a:sym typeface="Symbol" panose="05050102010706020507" pitchFamily="18" charset="2"/>
              </a:rPr>
              <a:t>   </a:t>
            </a:r>
            <a:r>
              <a:rPr lang="zh-CN" altLang="en-US" sz="2400" b="1" dirty="0">
                <a:solidFill>
                  <a:srgbClr val="990033"/>
                </a:solidFill>
                <a:effectLst>
                  <a:outerShdw blurRad="38100" dist="38100" dir="2700000" algn="tl">
                    <a:srgbClr val="C0C0C0"/>
                  </a:outerShdw>
                </a:effectLst>
                <a:latin typeface="黑体" panose="02010609060101010101" pitchFamily="49" charset="-122"/>
                <a:ea typeface="黑体" panose="02010609060101010101" pitchFamily="49" charset="-122"/>
                <a:cs typeface="Arial" panose="020B0604020202020204" pitchFamily="34" charset="0"/>
                <a:sym typeface="Symbol" panose="05050102010706020507" pitchFamily="18" charset="2"/>
              </a:rPr>
              <a:t>：</a:t>
            </a:r>
            <a:r>
              <a:rPr lang="en-US" altLang="zh-CN" sz="2400" b="1" dirty="0">
                <a:latin typeface="黑体" panose="02010609060101010101" pitchFamily="49" charset="-122"/>
                <a:ea typeface="黑体" panose="02010609060101010101" pitchFamily="49" charset="-122"/>
                <a:cs typeface="Arial" panose="020B0604020202020204" pitchFamily="34" charset="0"/>
              </a:rPr>
              <a:t>Negation </a:t>
            </a:r>
            <a:r>
              <a:rPr lang="en-US" altLang="zh-CN" sz="2400" b="1" i="1" dirty="0">
                <a:latin typeface="黑体" panose="02010609060101010101" pitchFamily="49" charset="-122"/>
                <a:ea typeface="黑体" panose="02010609060101010101" pitchFamily="49" charset="-122"/>
                <a:cs typeface="Arial" panose="020B0604020202020204" pitchFamily="34" charset="0"/>
              </a:rPr>
              <a:t>               </a:t>
            </a:r>
            <a:r>
              <a:rPr lang="en-US" altLang="zh-CN" sz="2400" b="1" dirty="0">
                <a:solidFill>
                  <a:schemeClr val="hlink"/>
                </a:solidFill>
                <a:latin typeface="黑体" panose="02010609060101010101" pitchFamily="49" charset="-122"/>
                <a:ea typeface="黑体" panose="02010609060101010101" pitchFamily="49" charset="-122"/>
                <a:cs typeface="Arial" panose="020B0604020202020204" pitchFamily="34" charset="0"/>
              </a:rPr>
              <a:t>(NOT)  </a:t>
            </a:r>
            <a:r>
              <a:rPr lang="zh-CN" altLang="en-US" sz="2400" b="1" dirty="0">
                <a:solidFill>
                  <a:schemeClr val="hlink"/>
                </a:solidFill>
                <a:latin typeface="黑体" panose="02010609060101010101" pitchFamily="49" charset="-122"/>
                <a:ea typeface="黑体" panose="02010609060101010101" pitchFamily="49" charset="-122"/>
                <a:cs typeface="Arial" panose="020B0604020202020204" pitchFamily="34" charset="0"/>
              </a:rPr>
              <a:t>否定词</a:t>
            </a:r>
            <a:r>
              <a:rPr lang="zh-CN" altLang="en-US" sz="2400" b="1" i="1" dirty="0">
                <a:solidFill>
                  <a:schemeClr val="hlink"/>
                </a:solidFill>
                <a:latin typeface="黑体" panose="02010609060101010101" pitchFamily="49" charset="-122"/>
                <a:ea typeface="黑体" panose="02010609060101010101" pitchFamily="49" charset="-122"/>
                <a:cs typeface="Arial" panose="020B0604020202020204" pitchFamily="34" charset="0"/>
              </a:rPr>
              <a:t> </a:t>
            </a:r>
          </a:p>
          <a:p>
            <a:pPr lvl="1" eaLnBrk="1" hangingPunct="1">
              <a:lnSpc>
                <a:spcPct val="150000"/>
              </a:lnSpc>
              <a:spcBef>
                <a:spcPct val="25000"/>
              </a:spcBef>
              <a:spcAft>
                <a:spcPct val="20000"/>
              </a:spcAft>
              <a:buClr>
                <a:srgbClr val="228A88"/>
              </a:buClr>
              <a:buFont typeface="Wingdings 2" panose="05020102010507070707" pitchFamily="18" charset="2"/>
              <a:buChar char="³"/>
              <a:defRPr/>
            </a:pPr>
            <a:r>
              <a:rPr lang="zh-CN" altLang="en-US" sz="2400" b="1" dirty="0">
                <a:solidFill>
                  <a:schemeClr val="hlink"/>
                </a:solidFill>
                <a:latin typeface="黑体" panose="02010609060101010101" pitchFamily="49" charset="-122"/>
                <a:ea typeface="黑体" panose="02010609060101010101" pitchFamily="49" charset="-122"/>
                <a:cs typeface="Arial" panose="020B0604020202020204" pitchFamily="34" charset="0"/>
              </a:rPr>
              <a:t>  </a:t>
            </a:r>
            <a:r>
              <a:rPr lang="zh-CN" altLang="en-US" sz="2400" b="1" dirty="0">
                <a:solidFill>
                  <a:srgbClr val="990033"/>
                </a:solidFill>
                <a:effectLst>
                  <a:outerShdw blurRad="38100" dist="38100" dir="2700000" algn="tl">
                    <a:srgbClr val="C0C0C0"/>
                  </a:outerShdw>
                </a:effectLst>
                <a:latin typeface="黑体" panose="02010609060101010101" pitchFamily="49" charset="-122"/>
                <a:ea typeface="黑体" panose="02010609060101010101" pitchFamily="49" charset="-122"/>
                <a:cs typeface="Arial" panose="020B0604020202020204" pitchFamily="34" charset="0"/>
                <a:sym typeface="Kingsoft Phonetic Plain" pitchFamily="2" charset="2"/>
              </a:rPr>
              <a:t>∧</a:t>
            </a:r>
            <a:r>
              <a:rPr lang="zh-CN" altLang="en-US" sz="2000" b="1" dirty="0">
                <a:latin typeface="黑体" panose="02010609060101010101" pitchFamily="49" charset="-122"/>
                <a:ea typeface="黑体" panose="02010609060101010101" pitchFamily="49" charset="-122"/>
                <a:cs typeface="Arial" panose="020B0604020202020204" pitchFamily="34" charset="0"/>
              </a:rPr>
              <a:t> ：</a:t>
            </a:r>
            <a:r>
              <a:rPr lang="en-US" altLang="zh-CN" sz="2400" b="1" dirty="0">
                <a:latin typeface="黑体" panose="02010609060101010101" pitchFamily="49" charset="-122"/>
                <a:ea typeface="黑体" panose="02010609060101010101" pitchFamily="49" charset="-122"/>
                <a:cs typeface="Arial" panose="020B0604020202020204" pitchFamily="34" charset="0"/>
              </a:rPr>
              <a:t>Conjunction             </a:t>
            </a:r>
            <a:r>
              <a:rPr lang="en-US" altLang="zh-CN" sz="2400" b="1" dirty="0">
                <a:solidFill>
                  <a:schemeClr val="hlink"/>
                </a:solidFill>
                <a:latin typeface="黑体" panose="02010609060101010101" pitchFamily="49" charset="-122"/>
                <a:ea typeface="黑体" panose="02010609060101010101" pitchFamily="49" charset="-122"/>
                <a:cs typeface="Arial" panose="020B0604020202020204" pitchFamily="34" charset="0"/>
              </a:rPr>
              <a:t>(AND)  </a:t>
            </a:r>
            <a:r>
              <a:rPr lang="zh-CN" altLang="en-US" sz="2400" b="1" dirty="0">
                <a:solidFill>
                  <a:schemeClr val="hlink"/>
                </a:solidFill>
                <a:latin typeface="黑体" panose="02010609060101010101" pitchFamily="49" charset="-122"/>
                <a:ea typeface="黑体" panose="02010609060101010101" pitchFamily="49" charset="-122"/>
                <a:cs typeface="Arial" panose="020B0604020202020204" pitchFamily="34" charset="0"/>
              </a:rPr>
              <a:t>合取词</a:t>
            </a:r>
          </a:p>
          <a:p>
            <a:pPr lvl="1" eaLnBrk="1" hangingPunct="1">
              <a:lnSpc>
                <a:spcPct val="150000"/>
              </a:lnSpc>
              <a:spcBef>
                <a:spcPct val="25000"/>
              </a:spcBef>
              <a:spcAft>
                <a:spcPct val="20000"/>
              </a:spcAft>
              <a:buClr>
                <a:srgbClr val="228A88"/>
              </a:buClr>
              <a:buFont typeface="Wingdings 2" panose="05020102010507070707" pitchFamily="18" charset="2"/>
              <a:buChar char="³"/>
              <a:defRPr/>
            </a:pPr>
            <a:r>
              <a:rPr lang="zh-CN" altLang="en-US" sz="2400" b="1" dirty="0">
                <a:latin typeface="黑体" panose="02010609060101010101" pitchFamily="49" charset="-122"/>
                <a:ea typeface="黑体" panose="02010609060101010101" pitchFamily="49" charset="-122"/>
                <a:cs typeface="Arial" panose="020B0604020202020204" pitchFamily="34" charset="0"/>
              </a:rPr>
              <a:t>  </a:t>
            </a:r>
            <a:r>
              <a:rPr lang="zh-CN" altLang="en-US" sz="2400" b="1" dirty="0">
                <a:solidFill>
                  <a:srgbClr val="990033"/>
                </a:solidFill>
                <a:effectLst>
                  <a:outerShdw blurRad="38100" dist="38100" dir="2700000" algn="tl">
                    <a:srgbClr val="C0C0C0"/>
                  </a:outerShdw>
                </a:effectLst>
                <a:latin typeface="黑体" panose="02010609060101010101" pitchFamily="49" charset="-122"/>
                <a:ea typeface="黑体" panose="02010609060101010101" pitchFamily="49" charset="-122"/>
                <a:cs typeface="Arial" panose="020B0604020202020204" pitchFamily="34" charset="0"/>
                <a:sym typeface="Kingsoft Phonetic Plain" pitchFamily="2" charset="2"/>
              </a:rPr>
              <a:t>∨</a:t>
            </a:r>
            <a:r>
              <a:rPr lang="zh-CN" altLang="en-US" sz="2000" b="1" dirty="0">
                <a:latin typeface="黑体" panose="02010609060101010101" pitchFamily="49" charset="-122"/>
                <a:ea typeface="黑体" panose="02010609060101010101" pitchFamily="49" charset="-122"/>
                <a:cs typeface="Arial" panose="020B0604020202020204" pitchFamily="34" charset="0"/>
              </a:rPr>
              <a:t> ：</a:t>
            </a:r>
            <a:r>
              <a:rPr lang="en-US" altLang="zh-CN" sz="2400" b="1" dirty="0">
                <a:latin typeface="黑体" panose="02010609060101010101" pitchFamily="49" charset="-122"/>
                <a:ea typeface="黑体" panose="02010609060101010101" pitchFamily="49" charset="-122"/>
                <a:cs typeface="Arial" panose="020B0604020202020204" pitchFamily="34" charset="0"/>
              </a:rPr>
              <a:t>Disjunction             </a:t>
            </a:r>
            <a:r>
              <a:rPr lang="en-US" altLang="zh-CN" sz="2400" b="1" dirty="0">
                <a:solidFill>
                  <a:schemeClr val="hlink"/>
                </a:solidFill>
                <a:latin typeface="黑体" panose="02010609060101010101" pitchFamily="49" charset="-122"/>
                <a:ea typeface="黑体" panose="02010609060101010101" pitchFamily="49" charset="-122"/>
                <a:cs typeface="Arial" panose="020B0604020202020204" pitchFamily="34" charset="0"/>
              </a:rPr>
              <a:t>(OR)    </a:t>
            </a:r>
            <a:r>
              <a:rPr lang="zh-CN" altLang="en-US" sz="2400" b="1" dirty="0">
                <a:solidFill>
                  <a:schemeClr val="hlink"/>
                </a:solidFill>
                <a:latin typeface="黑体" panose="02010609060101010101" pitchFamily="49" charset="-122"/>
                <a:ea typeface="黑体" panose="02010609060101010101" pitchFamily="49" charset="-122"/>
                <a:cs typeface="Arial" panose="020B0604020202020204" pitchFamily="34" charset="0"/>
              </a:rPr>
              <a:t>析取词</a:t>
            </a:r>
          </a:p>
          <a:p>
            <a:pPr lvl="1" eaLnBrk="1" hangingPunct="1">
              <a:lnSpc>
                <a:spcPct val="150000"/>
              </a:lnSpc>
              <a:spcBef>
                <a:spcPct val="25000"/>
              </a:spcBef>
              <a:spcAft>
                <a:spcPct val="20000"/>
              </a:spcAft>
              <a:buClr>
                <a:srgbClr val="228A88"/>
              </a:buClr>
              <a:buFont typeface="Wingdings 2" panose="05020102010507070707" pitchFamily="18" charset="2"/>
              <a:buChar char="³"/>
              <a:defRPr/>
            </a:pPr>
            <a:r>
              <a:rPr lang="zh-CN" altLang="en-US" sz="2400" b="1" dirty="0">
                <a:solidFill>
                  <a:srgbClr val="990033"/>
                </a:solidFill>
                <a:effectLst>
                  <a:outerShdw blurRad="38100" dist="38100" dir="2700000" algn="tl">
                    <a:srgbClr val="C0C0C0"/>
                  </a:outerShdw>
                </a:effectLst>
                <a:latin typeface="黑体" panose="02010609060101010101" pitchFamily="49" charset="-122"/>
                <a:ea typeface="黑体" panose="02010609060101010101" pitchFamily="49" charset="-122"/>
                <a:cs typeface="Arial" panose="020B0604020202020204" pitchFamily="34" charset="0"/>
                <a:sym typeface="Symbol" panose="05050102010706020507" pitchFamily="18" charset="2"/>
              </a:rPr>
              <a:t>  ：</a:t>
            </a:r>
            <a:r>
              <a:rPr lang="en-US" altLang="zh-CN" sz="2400" b="1" dirty="0">
                <a:latin typeface="黑体" panose="02010609060101010101" pitchFamily="49" charset="-122"/>
                <a:ea typeface="黑体" panose="02010609060101010101" pitchFamily="49" charset="-122"/>
                <a:cs typeface="Arial" panose="020B0604020202020204" pitchFamily="34" charset="0"/>
              </a:rPr>
              <a:t>Implication          </a:t>
            </a:r>
            <a:r>
              <a:rPr lang="en-US" altLang="zh-CN" sz="2400" b="1" dirty="0">
                <a:solidFill>
                  <a:schemeClr val="hlink"/>
                </a:solidFill>
                <a:latin typeface="黑体" panose="02010609060101010101" pitchFamily="49" charset="-122"/>
                <a:ea typeface="黑体" panose="02010609060101010101" pitchFamily="49" charset="-122"/>
                <a:cs typeface="Arial" panose="020B0604020202020204" pitchFamily="34" charset="0"/>
              </a:rPr>
              <a:t>(if–then)  </a:t>
            </a:r>
            <a:r>
              <a:rPr lang="zh-CN" altLang="en-US" sz="2400" b="1" dirty="0">
                <a:solidFill>
                  <a:schemeClr val="hlink"/>
                </a:solidFill>
                <a:latin typeface="黑体" panose="02010609060101010101" pitchFamily="49" charset="-122"/>
                <a:ea typeface="黑体" panose="02010609060101010101" pitchFamily="49" charset="-122"/>
                <a:cs typeface="Arial" panose="020B0604020202020204" pitchFamily="34" charset="0"/>
              </a:rPr>
              <a:t>蕴含词</a:t>
            </a:r>
          </a:p>
          <a:p>
            <a:pPr lvl="1" eaLnBrk="1" hangingPunct="1">
              <a:lnSpc>
                <a:spcPct val="150000"/>
              </a:lnSpc>
              <a:spcBef>
                <a:spcPct val="25000"/>
              </a:spcBef>
              <a:spcAft>
                <a:spcPct val="20000"/>
              </a:spcAft>
              <a:buClr>
                <a:srgbClr val="228A88"/>
              </a:buClr>
              <a:buFont typeface="Wingdings 2" panose="05020102010507070707" pitchFamily="18" charset="2"/>
              <a:buChar char="³"/>
              <a:defRPr/>
            </a:pPr>
            <a:r>
              <a:rPr lang="zh-CN" altLang="en-US" sz="2400" b="1" dirty="0">
                <a:latin typeface="黑体" panose="02010609060101010101" pitchFamily="49" charset="-122"/>
                <a:ea typeface="黑体" panose="02010609060101010101" pitchFamily="49" charset="-122"/>
                <a:cs typeface="Arial" panose="020B0604020202020204" pitchFamily="34" charset="0"/>
              </a:rPr>
              <a:t>  </a:t>
            </a:r>
            <a:r>
              <a:rPr lang="zh-CN" altLang="en-US" sz="2400" b="1" dirty="0">
                <a:solidFill>
                  <a:srgbClr val="990033"/>
                </a:solidFill>
                <a:effectLst>
                  <a:outerShdw blurRad="38100" dist="38100" dir="2700000" algn="tl">
                    <a:srgbClr val="C0C0C0"/>
                  </a:outerShdw>
                </a:effectLst>
                <a:latin typeface="黑体" panose="02010609060101010101" pitchFamily="49" charset="-122"/>
                <a:ea typeface="黑体" panose="02010609060101010101" pitchFamily="49" charset="-122"/>
                <a:cs typeface="Arial" panose="020B0604020202020204" pitchFamily="34" charset="0"/>
                <a:sym typeface="Symbol" panose="05050102010706020507" pitchFamily="18" charset="2"/>
              </a:rPr>
              <a:t>：</a:t>
            </a:r>
            <a:r>
              <a:rPr lang="en-US" altLang="zh-CN" sz="2400" b="1" dirty="0" err="1">
                <a:latin typeface="黑体" panose="02010609060101010101" pitchFamily="49" charset="-122"/>
                <a:ea typeface="黑体" panose="02010609060101010101" pitchFamily="49" charset="-122"/>
                <a:cs typeface="Arial" panose="020B0604020202020204" pitchFamily="34" charset="0"/>
              </a:rPr>
              <a:t>Biconditional</a:t>
            </a:r>
            <a:r>
              <a:rPr lang="en-US" altLang="zh-CN" sz="2400" b="1" dirty="0">
                <a:latin typeface="黑体" panose="02010609060101010101" pitchFamily="49" charset="-122"/>
                <a:ea typeface="黑体" panose="02010609060101010101" pitchFamily="49" charset="-122"/>
                <a:cs typeface="Arial" panose="020B0604020202020204" pitchFamily="34" charset="0"/>
              </a:rPr>
              <a:t>  </a:t>
            </a:r>
            <a:r>
              <a:rPr lang="en-US" altLang="zh-CN" sz="2400" b="1" dirty="0">
                <a:solidFill>
                  <a:schemeClr val="hlink"/>
                </a:solidFill>
                <a:latin typeface="黑体" panose="02010609060101010101" pitchFamily="49" charset="-122"/>
                <a:ea typeface="黑体" panose="02010609060101010101" pitchFamily="49" charset="-122"/>
                <a:cs typeface="Arial" panose="020B0604020202020204" pitchFamily="34" charset="0"/>
              </a:rPr>
              <a:t>(if and only if) </a:t>
            </a:r>
            <a:r>
              <a:rPr lang="zh-CN" altLang="en-US" sz="2400" b="1" dirty="0">
                <a:solidFill>
                  <a:schemeClr val="hlink"/>
                </a:solidFill>
                <a:latin typeface="黑体" panose="02010609060101010101" pitchFamily="49" charset="-122"/>
                <a:ea typeface="黑体" panose="02010609060101010101" pitchFamily="49" charset="-122"/>
                <a:cs typeface="Arial" panose="020B0604020202020204" pitchFamily="34" charset="0"/>
              </a:rPr>
              <a:t>等价词</a:t>
            </a:r>
          </a:p>
        </p:txBody>
      </p:sp>
      <p:pic>
        <p:nvPicPr>
          <p:cNvPr id="37895" name="Picture 6" descr="C:\Program Files\Microsoft Office\MEDIA\CAGCAT10\j0293844.wmf">
            <a:extLst>
              <a:ext uri="{FF2B5EF4-FFF2-40B4-BE49-F238E27FC236}">
                <a16:creationId xmlns:a16="http://schemas.microsoft.com/office/drawing/2014/main" id="{67EED80E-E537-4F1B-99E2-589B658D76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15288" y="549275"/>
            <a:ext cx="1093787" cy="1150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914" name="日期占位符 1">
            <a:extLst>
              <a:ext uri="{FF2B5EF4-FFF2-40B4-BE49-F238E27FC236}">
                <a16:creationId xmlns:a16="http://schemas.microsoft.com/office/drawing/2014/main" id="{3E551866-CD08-494D-B356-5EA5E49D5C45}"/>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510122AC-A49D-44B4-AEEF-5704AFA9F41B}"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38915" name="页脚占位符 2">
            <a:extLst>
              <a:ext uri="{FF2B5EF4-FFF2-40B4-BE49-F238E27FC236}">
                <a16:creationId xmlns:a16="http://schemas.microsoft.com/office/drawing/2014/main" id="{E3E46293-9AF4-491C-9BBD-34B766DA620C}"/>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38916" name="灯片编号占位符 3">
            <a:extLst>
              <a:ext uri="{FF2B5EF4-FFF2-40B4-BE49-F238E27FC236}">
                <a16:creationId xmlns:a16="http://schemas.microsoft.com/office/drawing/2014/main" id="{3B5B85C3-6D83-4575-BE2B-CE9A0CE99542}"/>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D395A298-6A15-4A2F-86AA-67325CB200A0}" type="slidenum">
              <a:rPr lang="en-US" altLang="zh-CN" sz="1400" smtClean="0">
                <a:latin typeface="Times New Roman" panose="02020603050405020304" pitchFamily="18" charset="0"/>
                <a:ea typeface="宋体" panose="02010600030101010101" pitchFamily="2" charset="-122"/>
              </a:rPr>
              <a:pPr>
                <a:spcBef>
                  <a:spcPct val="0"/>
                </a:spcBef>
                <a:buFontTx/>
                <a:buNone/>
              </a:pPr>
              <a:t>32</a:t>
            </a:fld>
            <a:endParaRPr lang="en-US" altLang="zh-CN" sz="1400">
              <a:latin typeface="Times New Roman" panose="02020603050405020304" pitchFamily="18" charset="0"/>
              <a:ea typeface="宋体" panose="02010600030101010101" pitchFamily="2" charset="-122"/>
            </a:endParaRPr>
          </a:p>
        </p:txBody>
      </p:sp>
      <p:sp>
        <p:nvSpPr>
          <p:cNvPr id="38917" name="页脚占位符 4">
            <a:extLst>
              <a:ext uri="{FF2B5EF4-FFF2-40B4-BE49-F238E27FC236}">
                <a16:creationId xmlns:a16="http://schemas.microsoft.com/office/drawing/2014/main" id="{8C69590E-6043-4B06-927F-405B4E25A5AE}"/>
              </a:ext>
            </a:extLst>
          </p:cNvPr>
          <p:cNvSpPr txBox="1">
            <a:spLocks noGrp="1"/>
          </p:cNvSpPr>
          <p:nvPr/>
        </p:nvSpPr>
        <p:spPr bwMode="black">
          <a:xfrm>
            <a:off x="609600" y="6470650"/>
            <a:ext cx="538163"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r">
              <a:spcBef>
                <a:spcPct val="0"/>
              </a:spcBef>
              <a:buFontTx/>
              <a:buNone/>
            </a:pPr>
            <a:fld id="{0C0F6F58-6B8B-4F42-9D93-C1DA36AE8A20}" type="slidenum">
              <a:rPr kumimoji="0" lang="en-US" altLang="zh-CN" sz="1000">
                <a:solidFill>
                  <a:schemeClr val="bg1"/>
                </a:solidFill>
                <a:latin typeface="Arial" panose="020B0604020202020204" pitchFamily="34" charset="0"/>
                <a:ea typeface="宋体" panose="02010600030101010101" pitchFamily="2" charset="-122"/>
              </a:rPr>
              <a:pPr algn="r">
                <a:spcBef>
                  <a:spcPct val="0"/>
                </a:spcBef>
                <a:buFontTx/>
                <a:buNone/>
              </a:pPr>
              <a:t>32</a:t>
            </a:fld>
            <a:endParaRPr kumimoji="0" lang="en-US" altLang="zh-CN" sz="1000">
              <a:solidFill>
                <a:schemeClr val="bg1"/>
              </a:solidFill>
              <a:latin typeface="Arial" panose="020B0604020202020204" pitchFamily="34" charset="0"/>
              <a:ea typeface="宋体" panose="02010600030101010101" pitchFamily="2" charset="-122"/>
            </a:endParaRPr>
          </a:p>
        </p:txBody>
      </p:sp>
      <p:sp>
        <p:nvSpPr>
          <p:cNvPr id="38918" name="日期占位符 5">
            <a:extLst>
              <a:ext uri="{FF2B5EF4-FFF2-40B4-BE49-F238E27FC236}">
                <a16:creationId xmlns:a16="http://schemas.microsoft.com/office/drawing/2014/main" id="{B8366C9E-481B-4D0E-81E3-6305B6C851FE}"/>
              </a:ext>
            </a:extLst>
          </p:cNvPr>
          <p:cNvSpPr txBox="1">
            <a:spLocks noGrp="1"/>
          </p:cNvSpPr>
          <p:nvPr/>
        </p:nvSpPr>
        <p:spPr bwMode="auto">
          <a:xfrm>
            <a:off x="1271588" y="6472238"/>
            <a:ext cx="946150"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fld id="{36665F6D-BFC3-483D-9B21-BF75462D873B}" type="datetime1">
              <a:rPr kumimoji="0" lang="zh-CN" altLang="en-US" sz="1000">
                <a:solidFill>
                  <a:schemeClr val="bg1"/>
                </a:solidFill>
                <a:latin typeface="Arial" panose="020B0604020202020204" pitchFamily="34" charset="0"/>
                <a:ea typeface="宋体" panose="02010600030101010101" pitchFamily="2" charset="-122"/>
              </a:rPr>
              <a:pPr eaLnBrk="1" hangingPunct="1">
                <a:spcBef>
                  <a:spcPct val="0"/>
                </a:spcBef>
                <a:buFontTx/>
                <a:buNone/>
              </a:pPr>
              <a:t>2020/9/7</a:t>
            </a:fld>
            <a:endParaRPr kumimoji="0" lang="en-US" altLang="zh-CN" sz="1000">
              <a:solidFill>
                <a:schemeClr val="bg1"/>
              </a:solidFill>
              <a:latin typeface="Arial" panose="020B0604020202020204" pitchFamily="34" charset="0"/>
              <a:ea typeface="宋体" panose="02010600030101010101" pitchFamily="2" charset="-122"/>
            </a:endParaRPr>
          </a:p>
        </p:txBody>
      </p:sp>
      <p:sp>
        <p:nvSpPr>
          <p:cNvPr id="38919" name="Text Box 2">
            <a:extLst>
              <a:ext uri="{FF2B5EF4-FFF2-40B4-BE49-F238E27FC236}">
                <a16:creationId xmlns:a16="http://schemas.microsoft.com/office/drawing/2014/main" id="{102A9130-C0D1-490B-8393-BFD4DB2BCD53}"/>
              </a:ext>
            </a:extLst>
          </p:cNvPr>
          <p:cNvSpPr txBox="1">
            <a:spLocks noChangeArrowheads="1"/>
          </p:cNvSpPr>
          <p:nvPr/>
        </p:nvSpPr>
        <p:spPr bwMode="auto">
          <a:xfrm>
            <a:off x="1651000" y="785813"/>
            <a:ext cx="565785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3"/>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Times New Roman" panose="02020603050405020304" pitchFamily="18" charset="0"/>
                <a:ea typeface="宋体" panose="02010600030101010101" pitchFamily="2" charset="-122"/>
                <a:cs typeface="Arial" panose="020B0604020202020204" pitchFamily="34" charset="0"/>
              </a:rPr>
              <a:t> “</a:t>
            </a: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非</a:t>
            </a:r>
            <a:r>
              <a:rPr lang="zh-CN" altLang="en-US" sz="5400" b="1">
                <a:solidFill>
                  <a:schemeClr val="bg1"/>
                </a:solidFill>
                <a:latin typeface="Times New Roman" panose="02020603050405020304" pitchFamily="18" charset="0"/>
                <a:ea typeface="宋体" panose="02010600030101010101" pitchFamily="2" charset="-122"/>
                <a:cs typeface="Arial" panose="020B0604020202020204" pitchFamily="34" charset="0"/>
              </a:rPr>
              <a:t>”</a:t>
            </a: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运算</a:t>
            </a:r>
          </a:p>
        </p:txBody>
      </p:sp>
      <p:pic>
        <p:nvPicPr>
          <p:cNvPr id="38920" name="Picture 6" descr="C:\Program Files\Microsoft Office\MEDIA\CAGCAT10\j0293844.wmf">
            <a:extLst>
              <a:ext uri="{FF2B5EF4-FFF2-40B4-BE49-F238E27FC236}">
                <a16:creationId xmlns:a16="http://schemas.microsoft.com/office/drawing/2014/main" id="{8DAB512D-1013-4DEA-930F-3E086C3759C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32725" y="549275"/>
            <a:ext cx="1093788" cy="1150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BD8F8F5A-DF95-48BD-AC19-A06ADB6E4308}"/>
              </a:ext>
            </a:extLst>
          </p:cNvPr>
          <p:cNvSpPr>
            <a:spLocks noRot="1" noChangeAspect="1" noMove="1" noResize="1" noEditPoints="1" noAdjustHandles="1" noChangeArrowheads="1" noChangeShapeType="1" noTextEdit="1"/>
          </p:cNvSpPr>
          <p:nvPr/>
        </p:nvSpPr>
        <p:spPr>
          <a:xfrm>
            <a:off x="493453" y="1897414"/>
            <a:ext cx="8157093" cy="2246769"/>
          </a:xfrm>
          <a:prstGeom prst="rect">
            <a:avLst/>
          </a:prstGeom>
          <a:blipFill>
            <a:blip r:embed="rId5"/>
            <a:stretch>
              <a:fillRect l="-1493" t="-3504" r="-1418" b="-5121"/>
            </a:stretch>
          </a:blipFill>
          <a:ln>
            <a:solidFill>
              <a:srgbClr val="C00000"/>
            </a:solidFill>
          </a:ln>
        </p:spPr>
        <p:txBody>
          <a:bodyPr/>
          <a:lstStyle/>
          <a:p>
            <a:pPr>
              <a:defRPr/>
            </a:pPr>
            <a:r>
              <a:rPr lang="zh-CN" altLang="en-US">
                <a:noFill/>
              </a:rPr>
              <a:t> </a:t>
            </a:r>
          </a:p>
        </p:txBody>
      </p:sp>
      <p:sp>
        <p:nvSpPr>
          <p:cNvPr id="3" name="矩形 2">
            <a:extLst>
              <a:ext uri="{FF2B5EF4-FFF2-40B4-BE49-F238E27FC236}">
                <a16:creationId xmlns:a16="http://schemas.microsoft.com/office/drawing/2014/main" id="{E0C23EEB-6A59-4041-9741-E6522509481B}"/>
              </a:ext>
            </a:extLst>
          </p:cNvPr>
          <p:cNvSpPr>
            <a:spLocks noRot="1" noChangeAspect="1" noMove="1" noResize="1" noEditPoints="1" noAdjustHandles="1" noChangeArrowheads="1" noChangeShapeType="1" noTextEdit="1"/>
          </p:cNvSpPr>
          <p:nvPr/>
        </p:nvSpPr>
        <p:spPr>
          <a:xfrm>
            <a:off x="493452" y="4388068"/>
            <a:ext cx="8157093" cy="1815882"/>
          </a:xfrm>
          <a:prstGeom prst="rect">
            <a:avLst/>
          </a:prstGeom>
          <a:blipFill>
            <a:blip r:embed="rId6"/>
            <a:stretch>
              <a:fillRect l="-1493" t="-4333" r="-1418" b="-6667"/>
            </a:stretch>
          </a:blipFill>
          <a:ln>
            <a:solidFill>
              <a:srgbClr val="C00000"/>
            </a:solidFill>
          </a:ln>
        </p:spPr>
        <p:txBody>
          <a:bodyPr/>
          <a:lstStyle/>
          <a:p>
            <a:pPr>
              <a:defRPr/>
            </a:pPr>
            <a:r>
              <a:rPr lang="zh-CN" altLang="en-US">
                <a:noFill/>
              </a:rPr>
              <a:t> </a:t>
            </a: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62" name="日期占位符 1">
            <a:extLst>
              <a:ext uri="{FF2B5EF4-FFF2-40B4-BE49-F238E27FC236}">
                <a16:creationId xmlns:a16="http://schemas.microsoft.com/office/drawing/2014/main" id="{8987DB22-7908-4706-8718-D5A511E9AE10}"/>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96C74678-57AD-43DC-9CBC-69E0FD8CE578}"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40963" name="页脚占位符 2">
            <a:extLst>
              <a:ext uri="{FF2B5EF4-FFF2-40B4-BE49-F238E27FC236}">
                <a16:creationId xmlns:a16="http://schemas.microsoft.com/office/drawing/2014/main" id="{7DCA604F-7D9B-4FC7-8BBA-A7476397F3AF}"/>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40964" name="灯片编号占位符 3">
            <a:extLst>
              <a:ext uri="{FF2B5EF4-FFF2-40B4-BE49-F238E27FC236}">
                <a16:creationId xmlns:a16="http://schemas.microsoft.com/office/drawing/2014/main" id="{5538EC21-3458-4EA3-98F4-A870C49B54A2}"/>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5C0223FF-9FC7-4FC4-92B7-342030319EA0}" type="slidenum">
              <a:rPr lang="en-US" altLang="zh-CN" sz="1400" smtClean="0">
                <a:latin typeface="Times New Roman" panose="02020603050405020304" pitchFamily="18" charset="0"/>
                <a:ea typeface="宋体" panose="02010600030101010101" pitchFamily="2" charset="-122"/>
              </a:rPr>
              <a:pPr>
                <a:spcBef>
                  <a:spcPct val="0"/>
                </a:spcBef>
                <a:buFontTx/>
                <a:buNone/>
              </a:pPr>
              <a:t>33</a:t>
            </a:fld>
            <a:endParaRPr lang="en-US" altLang="zh-CN" sz="1400">
              <a:latin typeface="Times New Roman" panose="02020603050405020304" pitchFamily="18" charset="0"/>
              <a:ea typeface="宋体" panose="02010600030101010101" pitchFamily="2" charset="-122"/>
            </a:endParaRPr>
          </a:p>
        </p:txBody>
      </p:sp>
      <p:sp>
        <p:nvSpPr>
          <p:cNvPr id="40965" name="页脚占位符 4">
            <a:extLst>
              <a:ext uri="{FF2B5EF4-FFF2-40B4-BE49-F238E27FC236}">
                <a16:creationId xmlns:a16="http://schemas.microsoft.com/office/drawing/2014/main" id="{F2FE59E6-02F5-4541-AAA9-85B814785DF3}"/>
              </a:ext>
            </a:extLst>
          </p:cNvPr>
          <p:cNvSpPr txBox="1">
            <a:spLocks noGrp="1"/>
          </p:cNvSpPr>
          <p:nvPr/>
        </p:nvSpPr>
        <p:spPr bwMode="black">
          <a:xfrm>
            <a:off x="609600" y="6470650"/>
            <a:ext cx="538163"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r">
              <a:spcBef>
                <a:spcPct val="0"/>
              </a:spcBef>
              <a:buFontTx/>
              <a:buNone/>
            </a:pPr>
            <a:fld id="{0514FB14-8A4E-4F27-B0B3-B4011EC1A37A}" type="slidenum">
              <a:rPr kumimoji="0" lang="en-US" altLang="zh-CN" sz="1000">
                <a:solidFill>
                  <a:schemeClr val="bg1"/>
                </a:solidFill>
                <a:latin typeface="Arial" panose="020B0604020202020204" pitchFamily="34" charset="0"/>
                <a:ea typeface="宋体" panose="02010600030101010101" pitchFamily="2" charset="-122"/>
              </a:rPr>
              <a:pPr algn="r">
                <a:spcBef>
                  <a:spcPct val="0"/>
                </a:spcBef>
                <a:buFontTx/>
                <a:buNone/>
              </a:pPr>
              <a:t>33</a:t>
            </a:fld>
            <a:endParaRPr kumimoji="0" lang="en-US" altLang="zh-CN" sz="1000">
              <a:solidFill>
                <a:schemeClr val="bg1"/>
              </a:solidFill>
              <a:latin typeface="Arial" panose="020B0604020202020204" pitchFamily="34" charset="0"/>
              <a:ea typeface="宋体" panose="02010600030101010101" pitchFamily="2" charset="-122"/>
            </a:endParaRPr>
          </a:p>
        </p:txBody>
      </p:sp>
      <p:sp>
        <p:nvSpPr>
          <p:cNvPr id="40966" name="日期占位符 5">
            <a:extLst>
              <a:ext uri="{FF2B5EF4-FFF2-40B4-BE49-F238E27FC236}">
                <a16:creationId xmlns:a16="http://schemas.microsoft.com/office/drawing/2014/main" id="{F58F97E1-78B5-4826-945D-DD3738333893}"/>
              </a:ext>
            </a:extLst>
          </p:cNvPr>
          <p:cNvSpPr txBox="1">
            <a:spLocks noGrp="1"/>
          </p:cNvSpPr>
          <p:nvPr/>
        </p:nvSpPr>
        <p:spPr bwMode="auto">
          <a:xfrm>
            <a:off x="1271588" y="6472238"/>
            <a:ext cx="946150"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fld id="{D8C706BF-E8C5-4A70-A825-4E3FA6315DD8}" type="datetime1">
              <a:rPr kumimoji="0" lang="zh-CN" altLang="en-US" sz="1000">
                <a:solidFill>
                  <a:schemeClr val="bg1"/>
                </a:solidFill>
                <a:latin typeface="Arial" panose="020B0604020202020204" pitchFamily="34" charset="0"/>
                <a:ea typeface="宋体" panose="02010600030101010101" pitchFamily="2" charset="-122"/>
              </a:rPr>
              <a:pPr eaLnBrk="1" hangingPunct="1">
                <a:spcBef>
                  <a:spcPct val="0"/>
                </a:spcBef>
                <a:buFontTx/>
                <a:buNone/>
              </a:pPr>
              <a:t>2020/9/7</a:t>
            </a:fld>
            <a:endParaRPr kumimoji="0" lang="en-US" altLang="zh-CN" sz="1000">
              <a:solidFill>
                <a:schemeClr val="bg1"/>
              </a:solidFill>
              <a:latin typeface="Arial" panose="020B0604020202020204" pitchFamily="34" charset="0"/>
              <a:ea typeface="宋体" panose="02010600030101010101" pitchFamily="2" charset="-122"/>
            </a:endParaRPr>
          </a:p>
        </p:txBody>
      </p:sp>
      <p:sp>
        <p:nvSpPr>
          <p:cNvPr id="17411" name="Rectangle 3">
            <a:extLst>
              <a:ext uri="{FF2B5EF4-FFF2-40B4-BE49-F238E27FC236}">
                <a16:creationId xmlns:a16="http://schemas.microsoft.com/office/drawing/2014/main" id="{A71E2F93-3DC6-4FC3-9600-52D4DD3A617B}"/>
              </a:ext>
            </a:extLst>
          </p:cNvPr>
          <p:cNvSpPr>
            <a:spLocks noGrp="1" noChangeArrowheads="1"/>
          </p:cNvSpPr>
          <p:nvPr>
            <p:ph type="body" sz="half" idx="4294967295"/>
          </p:nvPr>
        </p:nvSpPr>
        <p:spPr>
          <a:xfrm>
            <a:off x="1031875" y="2060575"/>
            <a:ext cx="7378700" cy="720725"/>
          </a:xfrm>
        </p:spPr>
        <p:txBody>
          <a:bodyPr/>
          <a:lstStyle/>
          <a:p>
            <a:pPr marL="400050" indent="-400050" eaLnBrk="1" hangingPunct="1">
              <a:buFontTx/>
              <a:buNone/>
              <a:defRPr/>
            </a:pPr>
            <a:r>
              <a:rPr lang="zh-CN" altLang="en-US" sz="3600" b="1">
                <a:solidFill>
                  <a:srgbClr val="006600"/>
                </a:solidFill>
                <a:ea typeface="宋体" panose="02010600030101010101" pitchFamily="2" charset="-122"/>
              </a:rPr>
              <a:t>命题否定的真值表如下：</a:t>
            </a:r>
            <a:endParaRPr lang="zh-CN" altLang="en-US" sz="3600" b="1">
              <a:solidFill>
                <a:srgbClr val="006600"/>
              </a:solidFill>
              <a:ea typeface="宋体" panose="02010600030101010101" pitchFamily="2" charset="-122"/>
              <a:sym typeface="Wingdings" panose="05000000000000000000" pitchFamily="2" charset="2"/>
            </a:endParaRPr>
          </a:p>
        </p:txBody>
      </p:sp>
      <p:graphicFrame>
        <p:nvGraphicFramePr>
          <p:cNvPr id="658438" name="Group 6">
            <a:extLst>
              <a:ext uri="{FF2B5EF4-FFF2-40B4-BE49-F238E27FC236}">
                <a16:creationId xmlns:a16="http://schemas.microsoft.com/office/drawing/2014/main" id="{E5D172A2-71A0-4CF2-B3B7-7D2234F1EEA1}"/>
              </a:ext>
            </a:extLst>
          </p:cNvPr>
          <p:cNvGraphicFramePr>
            <a:graphicFrameLocks noGrp="1"/>
          </p:cNvGraphicFramePr>
          <p:nvPr/>
        </p:nvGraphicFramePr>
        <p:xfrm>
          <a:off x="1889125" y="2924175"/>
          <a:ext cx="5562600" cy="3081338"/>
        </p:xfrm>
        <a:graphic>
          <a:graphicData uri="http://schemas.openxmlformats.org/drawingml/2006/table">
            <a:tbl>
              <a:tblPr/>
              <a:tblGrid>
                <a:gridCol w="2797175">
                  <a:extLst>
                    <a:ext uri="{9D8B030D-6E8A-4147-A177-3AD203B41FA5}">
                      <a16:colId xmlns:a16="http://schemas.microsoft.com/office/drawing/2014/main" val="20000"/>
                    </a:ext>
                  </a:extLst>
                </a:gridCol>
                <a:gridCol w="2765425">
                  <a:extLst>
                    <a:ext uri="{9D8B030D-6E8A-4147-A177-3AD203B41FA5}">
                      <a16:colId xmlns:a16="http://schemas.microsoft.com/office/drawing/2014/main" val="20001"/>
                    </a:ext>
                  </a:extLst>
                </a:gridCol>
              </a:tblGrid>
              <a:tr h="1066800">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2" panose="05020102010507070707" pitchFamily="18" charset="2"/>
                        <a:buNone/>
                        <a:tabLst/>
                      </a:pPr>
                      <a:r>
                        <a:rPr kumimoji="1" lang="en-US" altLang="zh-CN" sz="48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P</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2" panose="05020102010507070707" pitchFamily="18" charset="2"/>
                        <a:buNone/>
                        <a:tabLst/>
                      </a:pPr>
                      <a:r>
                        <a:rPr kumimoji="1" lang="en-US" altLang="zh-CN" sz="48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¬P</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0"/>
                  </a:ext>
                </a:extLst>
              </a:tr>
              <a:tr h="1079500">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2" panose="05020102010507070707" pitchFamily="18" charset="2"/>
                        <a:buNone/>
                        <a:tabLst/>
                      </a:pPr>
                      <a:r>
                        <a:rPr kumimoji="1" lang="en-US" altLang="zh-CN" sz="4800" b="1" i="0" u="none" strike="noStrike" cap="none" normalizeH="0" baseline="0" dirty="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2" panose="05020102010507070707" pitchFamily="18" charset="2"/>
                        <a:buNone/>
                        <a:tabLst/>
                      </a:pPr>
                      <a:r>
                        <a:rPr kumimoji="1" lang="en-US" altLang="zh-CN" sz="4800" b="1" i="0" u="none" strike="noStrike" cap="none" normalizeH="0" baseline="0" dirty="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F</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1"/>
                  </a:ext>
                </a:extLst>
              </a:tr>
              <a:tr h="935038">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2" panose="05020102010507070707" pitchFamily="18" charset="2"/>
                        <a:buNone/>
                        <a:tabLst/>
                      </a:pPr>
                      <a:r>
                        <a:rPr kumimoji="1" lang="en-US" altLang="zh-CN" sz="48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F</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2" panose="05020102010507070707" pitchFamily="18" charset="2"/>
                        <a:buNone/>
                        <a:tabLst/>
                      </a:pPr>
                      <a:r>
                        <a:rPr kumimoji="1" lang="en-US" altLang="zh-CN" sz="4800" b="1" i="0" u="none" strike="noStrike" cap="none" normalizeH="0" baseline="0" dirty="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2"/>
                  </a:ext>
                </a:extLst>
              </a:tr>
            </a:tbl>
          </a:graphicData>
        </a:graphic>
      </p:graphicFrame>
      <p:sp>
        <p:nvSpPr>
          <p:cNvPr id="40982" name="Text Box 2">
            <a:extLst>
              <a:ext uri="{FF2B5EF4-FFF2-40B4-BE49-F238E27FC236}">
                <a16:creationId xmlns:a16="http://schemas.microsoft.com/office/drawing/2014/main" id="{577A80E9-7EF9-416B-A699-458F8A043A51}"/>
              </a:ext>
            </a:extLst>
          </p:cNvPr>
          <p:cNvSpPr txBox="1">
            <a:spLocks noChangeArrowheads="1"/>
          </p:cNvSpPr>
          <p:nvPr/>
        </p:nvSpPr>
        <p:spPr bwMode="auto">
          <a:xfrm>
            <a:off x="1362075" y="685800"/>
            <a:ext cx="565785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3"/>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Times New Roman" panose="02020603050405020304" pitchFamily="18" charset="0"/>
                <a:ea typeface="宋体" panose="02010600030101010101" pitchFamily="2" charset="-122"/>
                <a:cs typeface="Arial" panose="020B0604020202020204" pitchFamily="34" charset="0"/>
              </a:rPr>
              <a:t> “</a:t>
            </a: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非</a:t>
            </a:r>
            <a:r>
              <a:rPr lang="zh-CN" altLang="en-US" sz="5400" b="1">
                <a:solidFill>
                  <a:schemeClr val="bg1"/>
                </a:solidFill>
                <a:latin typeface="Times New Roman" panose="02020603050405020304" pitchFamily="18" charset="0"/>
                <a:ea typeface="宋体" panose="02010600030101010101" pitchFamily="2" charset="-122"/>
                <a:cs typeface="Arial" panose="020B0604020202020204" pitchFamily="34" charset="0"/>
              </a:rPr>
              <a:t>”</a:t>
            </a: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运算</a:t>
            </a:r>
          </a:p>
        </p:txBody>
      </p:sp>
      <p:pic>
        <p:nvPicPr>
          <p:cNvPr id="40983" name="Picture 6" descr="C:\Program Files\Microsoft Office\MEDIA\CAGCAT10\j0293844.wmf">
            <a:extLst>
              <a:ext uri="{FF2B5EF4-FFF2-40B4-BE49-F238E27FC236}">
                <a16:creationId xmlns:a16="http://schemas.microsoft.com/office/drawing/2014/main" id="{B04FFEA5-F514-4C3F-83B0-3E7F0F7ED6E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50213" y="549275"/>
            <a:ext cx="1093787" cy="1150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010" name="日期占位符 1">
            <a:extLst>
              <a:ext uri="{FF2B5EF4-FFF2-40B4-BE49-F238E27FC236}">
                <a16:creationId xmlns:a16="http://schemas.microsoft.com/office/drawing/2014/main" id="{48B3136F-D618-41DC-8670-D85B557AFE13}"/>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FD526340-D1C3-4796-B75E-8E78540A9B41}"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43011" name="页脚占位符 2">
            <a:extLst>
              <a:ext uri="{FF2B5EF4-FFF2-40B4-BE49-F238E27FC236}">
                <a16:creationId xmlns:a16="http://schemas.microsoft.com/office/drawing/2014/main" id="{6EFCCB16-7376-40D6-82EA-FA88B40ABE11}"/>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43012" name="灯片编号占位符 3">
            <a:extLst>
              <a:ext uri="{FF2B5EF4-FFF2-40B4-BE49-F238E27FC236}">
                <a16:creationId xmlns:a16="http://schemas.microsoft.com/office/drawing/2014/main" id="{4EDE99E8-294D-416F-B923-2CC8ADDF9945}"/>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5499E13B-82BB-4028-9E37-12248C051C30}" type="slidenum">
              <a:rPr lang="en-US" altLang="zh-CN" sz="1400" smtClean="0">
                <a:latin typeface="Times New Roman" panose="02020603050405020304" pitchFamily="18" charset="0"/>
                <a:ea typeface="宋体" panose="02010600030101010101" pitchFamily="2" charset="-122"/>
              </a:rPr>
              <a:pPr>
                <a:spcBef>
                  <a:spcPct val="0"/>
                </a:spcBef>
                <a:buFontTx/>
                <a:buNone/>
              </a:pPr>
              <a:t>34</a:t>
            </a:fld>
            <a:endParaRPr lang="en-US" altLang="zh-CN" sz="1400">
              <a:latin typeface="Times New Roman" panose="02020603050405020304" pitchFamily="18" charset="0"/>
              <a:ea typeface="宋体" panose="02010600030101010101" pitchFamily="2" charset="-122"/>
            </a:endParaRPr>
          </a:p>
        </p:txBody>
      </p:sp>
      <p:sp>
        <p:nvSpPr>
          <p:cNvPr id="43013" name="Text Box 2">
            <a:extLst>
              <a:ext uri="{FF2B5EF4-FFF2-40B4-BE49-F238E27FC236}">
                <a16:creationId xmlns:a16="http://schemas.microsoft.com/office/drawing/2014/main" id="{E44EC4AB-9CA8-4080-BF9F-08440F23C319}"/>
              </a:ext>
            </a:extLst>
          </p:cNvPr>
          <p:cNvSpPr txBox="1">
            <a:spLocks noChangeArrowheads="1"/>
          </p:cNvSpPr>
          <p:nvPr/>
        </p:nvSpPr>
        <p:spPr bwMode="auto">
          <a:xfrm>
            <a:off x="1292225" y="685800"/>
            <a:ext cx="60166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3"/>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Times New Roman" panose="02020603050405020304" pitchFamily="18" charset="0"/>
                <a:ea typeface="宋体" panose="02010600030101010101" pitchFamily="2" charset="-122"/>
                <a:cs typeface="Arial" panose="020B0604020202020204" pitchFamily="34" charset="0"/>
              </a:rPr>
              <a:t> “</a:t>
            </a: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与</a:t>
            </a:r>
            <a:r>
              <a:rPr lang="zh-CN" altLang="en-US" sz="5400" b="1">
                <a:solidFill>
                  <a:schemeClr val="bg1"/>
                </a:solidFill>
                <a:latin typeface="Times New Roman" panose="02020603050405020304" pitchFamily="18" charset="0"/>
                <a:ea typeface="宋体" panose="02010600030101010101" pitchFamily="2" charset="-122"/>
                <a:cs typeface="Arial" panose="020B0604020202020204" pitchFamily="34" charset="0"/>
              </a:rPr>
              <a:t>”</a:t>
            </a: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运算</a:t>
            </a:r>
          </a:p>
        </p:txBody>
      </p:sp>
      <p:pic>
        <p:nvPicPr>
          <p:cNvPr id="43014" name="Picture 6" descr="C:\Program Files\Microsoft Office\MEDIA\CAGCAT10\j0293844.wmf">
            <a:extLst>
              <a:ext uri="{FF2B5EF4-FFF2-40B4-BE49-F238E27FC236}">
                <a16:creationId xmlns:a16="http://schemas.microsoft.com/office/drawing/2014/main" id="{CF752835-4B5B-49D6-A312-22DBCB63012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43800" y="53340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59FC3404-7219-4770-B628-ED05E34CEAE0}"/>
              </a:ext>
            </a:extLst>
          </p:cNvPr>
          <p:cNvSpPr>
            <a:spLocks noRot="1" noChangeAspect="1" noMove="1" noResize="1" noEditPoints="1" noAdjustHandles="1" noChangeArrowheads="1" noChangeShapeType="1" noTextEdit="1"/>
          </p:cNvSpPr>
          <p:nvPr/>
        </p:nvSpPr>
        <p:spPr>
          <a:xfrm>
            <a:off x="708237" y="1808952"/>
            <a:ext cx="7776864" cy="2677656"/>
          </a:xfrm>
          <a:prstGeom prst="rect">
            <a:avLst/>
          </a:prstGeom>
          <a:blipFill>
            <a:blip r:embed="rId5"/>
            <a:stretch>
              <a:fillRect l="-1487" t="-3175" b="-4535"/>
            </a:stretch>
          </a:blipFill>
          <a:ln>
            <a:solidFill>
              <a:srgbClr val="C00000"/>
            </a:solidFill>
          </a:ln>
        </p:spPr>
        <p:txBody>
          <a:bodyPr/>
          <a:lstStyle/>
          <a:p>
            <a:pPr>
              <a:defRPr/>
            </a:pPr>
            <a:r>
              <a:rPr lang="zh-CN" altLang="en-US">
                <a:noFill/>
              </a:rPr>
              <a:t> </a:t>
            </a:r>
          </a:p>
        </p:txBody>
      </p:sp>
      <p:sp>
        <p:nvSpPr>
          <p:cNvPr id="3" name="矩形 2">
            <a:extLst>
              <a:ext uri="{FF2B5EF4-FFF2-40B4-BE49-F238E27FC236}">
                <a16:creationId xmlns:a16="http://schemas.microsoft.com/office/drawing/2014/main" id="{1BB95CF0-5EE0-44BD-9314-414C0677B5C8}"/>
              </a:ext>
            </a:extLst>
          </p:cNvPr>
          <p:cNvSpPr>
            <a:spLocks noRot="1" noChangeAspect="1" noMove="1" noResize="1" noEditPoints="1" noAdjustHandles="1" noChangeArrowheads="1" noChangeShapeType="1" noTextEdit="1"/>
          </p:cNvSpPr>
          <p:nvPr/>
        </p:nvSpPr>
        <p:spPr>
          <a:xfrm>
            <a:off x="708238" y="4708672"/>
            <a:ext cx="7776864" cy="1384995"/>
          </a:xfrm>
          <a:prstGeom prst="rect">
            <a:avLst/>
          </a:prstGeom>
          <a:blipFill>
            <a:blip r:embed="rId6"/>
            <a:stretch>
              <a:fillRect l="-1487" t="-4783" r="-1565" b="-8696"/>
            </a:stretch>
          </a:blipFill>
          <a:ln>
            <a:solidFill>
              <a:srgbClr val="C00000"/>
            </a:solidFill>
          </a:ln>
        </p:spPr>
        <p:txBody>
          <a:bodyPr/>
          <a:lstStyle/>
          <a:p>
            <a:pPr>
              <a:defRPr/>
            </a:pPr>
            <a:r>
              <a:rPr lang="zh-CN" altLang="en-US">
                <a:noFill/>
              </a:rPr>
              <a:t> </a:t>
            </a: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5058" name="日期占位符 1">
            <a:extLst>
              <a:ext uri="{FF2B5EF4-FFF2-40B4-BE49-F238E27FC236}">
                <a16:creationId xmlns:a16="http://schemas.microsoft.com/office/drawing/2014/main" id="{20F7D72C-EF4D-4410-9C49-332FF36E9E98}"/>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6A97F8F3-5886-4868-A01C-0D8D2742AE43}"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45059" name="页脚占位符 2">
            <a:extLst>
              <a:ext uri="{FF2B5EF4-FFF2-40B4-BE49-F238E27FC236}">
                <a16:creationId xmlns:a16="http://schemas.microsoft.com/office/drawing/2014/main" id="{721B60C6-7962-48F7-9F68-D6F11E6F6391}"/>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45060" name="灯片编号占位符 3">
            <a:extLst>
              <a:ext uri="{FF2B5EF4-FFF2-40B4-BE49-F238E27FC236}">
                <a16:creationId xmlns:a16="http://schemas.microsoft.com/office/drawing/2014/main" id="{DABC7D95-9633-4DFD-ACBA-D4319A193E91}"/>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60726FC8-CE0D-4A1C-A224-EDF4D986EDD7}" type="slidenum">
              <a:rPr lang="en-US" altLang="zh-CN" sz="1400" smtClean="0">
                <a:latin typeface="Times New Roman" panose="02020603050405020304" pitchFamily="18" charset="0"/>
                <a:ea typeface="宋体" panose="02010600030101010101" pitchFamily="2" charset="-122"/>
              </a:rPr>
              <a:pPr>
                <a:spcBef>
                  <a:spcPct val="0"/>
                </a:spcBef>
                <a:buFontTx/>
                <a:buNone/>
              </a:pPr>
              <a:t>35</a:t>
            </a:fld>
            <a:endParaRPr lang="en-US" altLang="zh-CN" sz="1400">
              <a:latin typeface="Times New Roman" panose="02020603050405020304" pitchFamily="18" charset="0"/>
              <a:ea typeface="宋体" panose="02010600030101010101" pitchFamily="2" charset="-122"/>
            </a:endParaRPr>
          </a:p>
        </p:txBody>
      </p:sp>
      <p:sp>
        <p:nvSpPr>
          <p:cNvPr id="45061" name="页脚占位符 4">
            <a:extLst>
              <a:ext uri="{FF2B5EF4-FFF2-40B4-BE49-F238E27FC236}">
                <a16:creationId xmlns:a16="http://schemas.microsoft.com/office/drawing/2014/main" id="{9900FA16-1DE7-45CF-BE57-B8A329E86A9C}"/>
              </a:ext>
            </a:extLst>
          </p:cNvPr>
          <p:cNvSpPr txBox="1">
            <a:spLocks noGrp="1"/>
          </p:cNvSpPr>
          <p:nvPr/>
        </p:nvSpPr>
        <p:spPr bwMode="black">
          <a:xfrm>
            <a:off x="609600" y="6470650"/>
            <a:ext cx="538163"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r">
              <a:spcBef>
                <a:spcPct val="0"/>
              </a:spcBef>
              <a:buFontTx/>
              <a:buNone/>
            </a:pPr>
            <a:fld id="{1EC60462-5A83-4273-8354-727BBC8A9C98}" type="slidenum">
              <a:rPr kumimoji="0" lang="en-US" altLang="zh-CN" sz="1000">
                <a:solidFill>
                  <a:schemeClr val="bg1"/>
                </a:solidFill>
                <a:latin typeface="Arial" panose="020B0604020202020204" pitchFamily="34" charset="0"/>
                <a:ea typeface="宋体" panose="02010600030101010101" pitchFamily="2" charset="-122"/>
              </a:rPr>
              <a:pPr algn="r">
                <a:spcBef>
                  <a:spcPct val="0"/>
                </a:spcBef>
                <a:buFontTx/>
                <a:buNone/>
              </a:pPr>
              <a:t>35</a:t>
            </a:fld>
            <a:endParaRPr kumimoji="0" lang="en-US" altLang="zh-CN" sz="1000">
              <a:solidFill>
                <a:schemeClr val="bg1"/>
              </a:solidFill>
              <a:latin typeface="Arial" panose="020B0604020202020204" pitchFamily="34" charset="0"/>
              <a:ea typeface="宋体" panose="02010600030101010101" pitchFamily="2" charset="-122"/>
            </a:endParaRPr>
          </a:p>
        </p:txBody>
      </p:sp>
      <p:sp>
        <p:nvSpPr>
          <p:cNvPr id="45062" name="日期占位符 5">
            <a:extLst>
              <a:ext uri="{FF2B5EF4-FFF2-40B4-BE49-F238E27FC236}">
                <a16:creationId xmlns:a16="http://schemas.microsoft.com/office/drawing/2014/main" id="{80A6DE96-2CA8-4271-B2FE-A80693B0D445}"/>
              </a:ext>
            </a:extLst>
          </p:cNvPr>
          <p:cNvSpPr txBox="1">
            <a:spLocks noGrp="1"/>
          </p:cNvSpPr>
          <p:nvPr/>
        </p:nvSpPr>
        <p:spPr bwMode="auto">
          <a:xfrm>
            <a:off x="1271588" y="6472238"/>
            <a:ext cx="946150"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fld id="{076012E4-71E7-4369-B408-8E397955EA59}" type="datetime1">
              <a:rPr kumimoji="0" lang="zh-CN" altLang="en-US" sz="1000">
                <a:solidFill>
                  <a:schemeClr val="bg1"/>
                </a:solidFill>
                <a:latin typeface="Arial" panose="020B0604020202020204" pitchFamily="34" charset="0"/>
                <a:ea typeface="宋体" panose="02010600030101010101" pitchFamily="2" charset="-122"/>
              </a:rPr>
              <a:pPr eaLnBrk="1" hangingPunct="1">
                <a:spcBef>
                  <a:spcPct val="0"/>
                </a:spcBef>
                <a:buFontTx/>
                <a:buNone/>
              </a:pPr>
              <a:t>2020/9/7</a:t>
            </a:fld>
            <a:endParaRPr kumimoji="0" lang="en-US" altLang="zh-CN" sz="1000">
              <a:solidFill>
                <a:schemeClr val="bg1"/>
              </a:solidFill>
              <a:latin typeface="Arial" panose="020B0604020202020204" pitchFamily="34" charset="0"/>
              <a:ea typeface="宋体" panose="02010600030101010101" pitchFamily="2" charset="-122"/>
            </a:endParaRPr>
          </a:p>
        </p:txBody>
      </p:sp>
      <p:sp>
        <p:nvSpPr>
          <p:cNvPr id="663557" name="Rectangle 3">
            <a:extLst>
              <a:ext uri="{FF2B5EF4-FFF2-40B4-BE49-F238E27FC236}">
                <a16:creationId xmlns:a16="http://schemas.microsoft.com/office/drawing/2014/main" id="{982A30D5-598A-434A-92CA-7649DBE60961}"/>
              </a:ext>
            </a:extLst>
          </p:cNvPr>
          <p:cNvSpPr>
            <a:spLocks noChangeArrowheads="1"/>
          </p:cNvSpPr>
          <p:nvPr/>
        </p:nvSpPr>
        <p:spPr bwMode="black">
          <a:xfrm>
            <a:off x="1116013" y="1897063"/>
            <a:ext cx="7315200" cy="668337"/>
          </a:xfrm>
          <a:prstGeom prst="rect">
            <a:avLst/>
          </a:prstGeom>
          <a:solidFill>
            <a:srgbClr val="FFFF99"/>
          </a:solidFill>
          <a:ln>
            <a:noFill/>
          </a:ln>
        </p:spPr>
        <p:txBody>
          <a:bodyPr/>
          <a:lstStyle>
            <a:lvl1pPr marL="400050" indent="-400050">
              <a:buBlip>
                <a:blip r:embed="rId3"/>
              </a:buBlip>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marL="742950" indent="-285750">
              <a:buBlip>
                <a:blip r:embed="rId3"/>
              </a:buBlip>
              <a:defRPr kumimoji="1">
                <a:solidFill>
                  <a:schemeClr val="tx1"/>
                </a:solidFill>
                <a:latin typeface="Times New Roman" panose="02020603050405020304" pitchFamily="18" charset="0"/>
                <a:ea typeface="宋体" panose="02010600030101010101" pitchFamily="2" charset="-122"/>
              </a:defRPr>
            </a:lvl2pPr>
            <a:lvl3pPr marL="1143000" indent="-228600">
              <a:buChar char="•"/>
              <a:defRPr kumimoji="1" sz="1600">
                <a:solidFill>
                  <a:schemeClr val="tx1"/>
                </a:solidFill>
                <a:latin typeface="Times New Roman" panose="02020603050405020304" pitchFamily="18" charset="0"/>
                <a:ea typeface="宋体" panose="02010600030101010101" pitchFamily="2" charset="-122"/>
              </a:defRPr>
            </a:lvl3pPr>
            <a:lvl4pPr marL="1600200" indent="-228600">
              <a:buChar char="–"/>
              <a:defRPr kumimoji="1" sz="1400">
                <a:solidFill>
                  <a:schemeClr val="tx1"/>
                </a:solidFill>
                <a:latin typeface="Times New Roman" panose="02020603050405020304" pitchFamily="18" charset="0"/>
                <a:ea typeface="宋体" panose="02010600030101010101" pitchFamily="2" charset="-122"/>
              </a:defRPr>
            </a:lvl4pPr>
            <a:lvl5pPr marL="2057400" indent="-228600">
              <a:buChar char="»"/>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1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20000"/>
              </a:spcBef>
              <a:buFontTx/>
              <a:buNone/>
              <a:defRPr/>
            </a:pPr>
            <a:r>
              <a:rPr lang="zh-CN" altLang="en-US" sz="3200" b="1">
                <a:solidFill>
                  <a:schemeClr val="hlink"/>
                </a:solidFill>
                <a:effectLst>
                  <a:outerShdw blurRad="38100" dist="38100" dir="2700000" algn="tl">
                    <a:srgbClr val="000000"/>
                  </a:outerShdw>
                </a:effectLst>
                <a:ea typeface="宋体" panose="02010600030101010101" pitchFamily="2" charset="-122"/>
              </a:rPr>
              <a:t>当且仅当</a:t>
            </a:r>
            <a:r>
              <a:rPr lang="en-US" altLang="zh-CN" sz="3200" b="1">
                <a:solidFill>
                  <a:schemeClr val="hlink"/>
                </a:solidFill>
                <a:effectLst>
                  <a:outerShdw blurRad="38100" dist="38100" dir="2700000" algn="tl">
                    <a:srgbClr val="000000"/>
                  </a:outerShdw>
                </a:effectLst>
                <a:ea typeface="宋体" panose="02010600030101010101" pitchFamily="2" charset="-122"/>
              </a:rPr>
              <a:t>P</a:t>
            </a:r>
            <a:r>
              <a:rPr lang="zh-CN" altLang="en-US" sz="3200" b="1">
                <a:solidFill>
                  <a:schemeClr val="hlink"/>
                </a:solidFill>
                <a:effectLst>
                  <a:outerShdw blurRad="38100" dist="38100" dir="2700000" algn="tl">
                    <a:srgbClr val="000000"/>
                  </a:outerShdw>
                </a:effectLst>
                <a:ea typeface="宋体" panose="02010600030101010101" pitchFamily="2" charset="-122"/>
              </a:rPr>
              <a:t>和</a:t>
            </a:r>
            <a:r>
              <a:rPr lang="en-US" altLang="zh-CN" sz="3200" b="1">
                <a:solidFill>
                  <a:schemeClr val="hlink"/>
                </a:solidFill>
                <a:effectLst>
                  <a:outerShdw blurRad="38100" dist="38100" dir="2700000" algn="tl">
                    <a:srgbClr val="000000"/>
                  </a:outerShdw>
                </a:effectLst>
                <a:ea typeface="宋体" panose="02010600030101010101" pitchFamily="2" charset="-122"/>
              </a:rPr>
              <a:t>Q</a:t>
            </a:r>
            <a:r>
              <a:rPr lang="zh-CN" altLang="en-US" sz="3200" b="1">
                <a:solidFill>
                  <a:schemeClr val="hlink"/>
                </a:solidFill>
                <a:effectLst>
                  <a:outerShdw blurRad="38100" dist="38100" dir="2700000" algn="tl">
                    <a:srgbClr val="000000"/>
                  </a:outerShdw>
                </a:effectLst>
                <a:ea typeface="宋体" panose="02010600030101010101" pitchFamily="2" charset="-122"/>
              </a:rPr>
              <a:t>都为真时，</a:t>
            </a:r>
            <a:r>
              <a:rPr lang="en-US" altLang="zh-CN" sz="3200" b="1">
                <a:solidFill>
                  <a:schemeClr val="hlink"/>
                </a:solidFill>
                <a:effectLst>
                  <a:outerShdw blurRad="38100" dist="38100" dir="2700000" algn="tl">
                    <a:srgbClr val="000000"/>
                  </a:outerShdw>
                </a:effectLst>
                <a:ea typeface="宋体" panose="02010600030101010101" pitchFamily="2" charset="-122"/>
              </a:rPr>
              <a:t>P</a:t>
            </a:r>
            <a:r>
              <a:rPr lang="en-US" altLang="zh-CN" sz="3200" b="1">
                <a:solidFill>
                  <a:schemeClr val="hlink"/>
                </a:solidFill>
                <a:effectLst>
                  <a:outerShdw blurRad="38100" dist="38100" dir="2700000" algn="tl">
                    <a:srgbClr val="000000"/>
                  </a:outerShdw>
                </a:effectLst>
                <a:ea typeface="宋体" panose="02010600030101010101" pitchFamily="2" charset="-122"/>
                <a:sym typeface="Symbol" panose="05050102010706020507" pitchFamily="18" charset="2"/>
              </a:rPr>
              <a:t>Q</a:t>
            </a:r>
            <a:r>
              <a:rPr lang="zh-CN" altLang="en-US" sz="3200" b="1">
                <a:solidFill>
                  <a:schemeClr val="hlink"/>
                </a:solidFill>
                <a:effectLst>
                  <a:outerShdw blurRad="38100" dist="38100" dir="2700000" algn="tl">
                    <a:srgbClr val="000000"/>
                  </a:outerShdw>
                </a:effectLst>
                <a:ea typeface="宋体" panose="02010600030101010101" pitchFamily="2" charset="-122"/>
              </a:rPr>
              <a:t>才为真</a:t>
            </a:r>
            <a:endParaRPr lang="zh-CN" altLang="en-US" sz="3600" b="1">
              <a:ea typeface="宋体" panose="02010600030101010101" pitchFamily="2" charset="-122"/>
            </a:endParaRPr>
          </a:p>
        </p:txBody>
      </p:sp>
      <p:graphicFrame>
        <p:nvGraphicFramePr>
          <p:cNvPr id="663588" name="Group 36">
            <a:extLst>
              <a:ext uri="{FF2B5EF4-FFF2-40B4-BE49-F238E27FC236}">
                <a16:creationId xmlns:a16="http://schemas.microsoft.com/office/drawing/2014/main" id="{78EBA35A-26D0-4E71-9B09-0B0FB9E8AC71}"/>
              </a:ext>
            </a:extLst>
          </p:cNvPr>
          <p:cNvGraphicFramePr>
            <a:graphicFrameLocks noGrp="1"/>
          </p:cNvGraphicFramePr>
          <p:nvPr/>
        </p:nvGraphicFramePr>
        <p:xfrm>
          <a:off x="1258888" y="2781300"/>
          <a:ext cx="7123112" cy="3248025"/>
        </p:xfrm>
        <a:graphic>
          <a:graphicData uri="http://schemas.openxmlformats.org/drawingml/2006/table">
            <a:tbl>
              <a:tblPr/>
              <a:tblGrid>
                <a:gridCol w="2363787">
                  <a:extLst>
                    <a:ext uri="{9D8B030D-6E8A-4147-A177-3AD203B41FA5}">
                      <a16:colId xmlns:a16="http://schemas.microsoft.com/office/drawing/2014/main" val="20000"/>
                    </a:ext>
                  </a:extLst>
                </a:gridCol>
                <a:gridCol w="2387600">
                  <a:extLst>
                    <a:ext uri="{9D8B030D-6E8A-4147-A177-3AD203B41FA5}">
                      <a16:colId xmlns:a16="http://schemas.microsoft.com/office/drawing/2014/main" val="20001"/>
                    </a:ext>
                  </a:extLst>
                </a:gridCol>
                <a:gridCol w="2371725">
                  <a:extLst>
                    <a:ext uri="{9D8B030D-6E8A-4147-A177-3AD203B41FA5}">
                      <a16:colId xmlns:a16="http://schemas.microsoft.com/office/drawing/2014/main" val="20002"/>
                    </a:ext>
                  </a:extLst>
                </a:gridCol>
              </a:tblGrid>
              <a:tr h="640142">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2" panose="05020102010507070707" pitchFamily="18" charset="2"/>
                        <a:buNone/>
                        <a:tabLst/>
                      </a:pPr>
                      <a:r>
                        <a:rPr kumimoji="1" lang="en-US" altLang="zh-CN" sz="36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P</a:t>
                      </a:r>
                      <a:endParaRPr kumimoji="1" lang="en-CA" altLang="zh-CN" sz="36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endParaRPr>
                    </a:p>
                  </a:txBody>
                  <a:tcPr marT="45724" marB="45724"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2" panose="05020102010507070707" pitchFamily="18" charset="2"/>
                        <a:buNone/>
                        <a:tabLst/>
                      </a:pPr>
                      <a:r>
                        <a:rPr kumimoji="1" lang="en-US" altLang="zh-CN" sz="36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Q</a:t>
                      </a:r>
                      <a:endParaRPr kumimoji="1" lang="en-CA" altLang="zh-CN" sz="36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endParaRPr>
                    </a:p>
                  </a:txBody>
                  <a:tcPr marT="45724" marB="45724"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2" panose="05020102010507070707" pitchFamily="18" charset="2"/>
                        <a:buNone/>
                        <a:tabLst/>
                      </a:pPr>
                      <a:r>
                        <a:rPr kumimoji="1" lang="en-US" altLang="zh-CN" sz="36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P</a:t>
                      </a:r>
                      <a:r>
                        <a:rPr kumimoji="1" lang="en-US" altLang="zh-CN" sz="36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sym typeface="Symbol" panose="05050102010706020507" pitchFamily="18" charset="2"/>
                        </a:rPr>
                        <a:t>Q</a:t>
                      </a:r>
                      <a:endParaRPr kumimoji="1" lang="en-CA" altLang="zh-CN" sz="36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sym typeface="Symbol" panose="05050102010706020507" pitchFamily="18" charset="2"/>
                      </a:endParaRPr>
                    </a:p>
                  </a:txBody>
                  <a:tcPr marT="45724" marB="45724"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extLst>
                  <a:ext uri="{0D108BD9-81ED-4DB2-BD59-A6C34878D82A}">
                    <a16:rowId xmlns:a16="http://schemas.microsoft.com/office/drawing/2014/main" val="10000"/>
                  </a:ext>
                </a:extLst>
              </a:tr>
              <a:tr h="640142">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2" panose="05020102010507070707" pitchFamily="18" charset="2"/>
                        <a:buNone/>
                        <a:tabLst/>
                      </a:pPr>
                      <a:r>
                        <a:rPr kumimoji="1" lang="en-US" altLang="zh-CN" sz="36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T</a:t>
                      </a:r>
                      <a:endParaRPr kumimoji="1" lang="en-CA" altLang="zh-CN" sz="36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endParaRPr>
                    </a:p>
                  </a:txBody>
                  <a:tcPr marT="45724" marB="45724"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2" panose="05020102010507070707" pitchFamily="18" charset="2"/>
                        <a:buNone/>
                        <a:tabLst/>
                      </a:pPr>
                      <a:r>
                        <a:rPr kumimoji="1" lang="en-US" altLang="zh-CN" sz="36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T</a:t>
                      </a:r>
                      <a:endParaRPr kumimoji="1" lang="en-CA" altLang="zh-CN" sz="36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endParaRPr>
                    </a:p>
                  </a:txBody>
                  <a:tcPr marT="45724" marB="45724"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2" panose="05020102010507070707" pitchFamily="18" charset="2"/>
                        <a:buNone/>
                        <a:tabLst/>
                      </a:pPr>
                      <a:r>
                        <a:rPr kumimoji="1" lang="en-US" altLang="zh-CN" sz="36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T</a:t>
                      </a:r>
                      <a:endParaRPr kumimoji="1" lang="en-CA" altLang="zh-CN" sz="36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endParaRPr>
                    </a:p>
                  </a:txBody>
                  <a:tcPr marT="45724" marB="45724"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extLst>
                  <a:ext uri="{0D108BD9-81ED-4DB2-BD59-A6C34878D82A}">
                    <a16:rowId xmlns:a16="http://schemas.microsoft.com/office/drawing/2014/main" val="10001"/>
                  </a:ext>
                </a:extLst>
              </a:tr>
              <a:tr h="640142">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2" panose="05020102010507070707" pitchFamily="18" charset="2"/>
                        <a:buNone/>
                        <a:tabLst/>
                      </a:pPr>
                      <a:r>
                        <a:rPr kumimoji="1" lang="en-US" altLang="zh-CN" sz="36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T</a:t>
                      </a:r>
                      <a:endParaRPr kumimoji="1" lang="en-CA" altLang="zh-CN" sz="36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endParaRPr>
                    </a:p>
                  </a:txBody>
                  <a:tcPr marT="45724" marB="45724"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2" panose="05020102010507070707" pitchFamily="18" charset="2"/>
                        <a:buNone/>
                        <a:tabLst/>
                      </a:pPr>
                      <a:r>
                        <a:rPr kumimoji="1" lang="en-US" altLang="zh-CN" sz="36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F</a:t>
                      </a:r>
                      <a:endParaRPr kumimoji="1" lang="en-CA" altLang="zh-CN" sz="36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endParaRPr>
                    </a:p>
                  </a:txBody>
                  <a:tcPr marT="45724" marB="45724"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2" panose="05020102010507070707" pitchFamily="18" charset="2"/>
                        <a:buNone/>
                        <a:tabLst/>
                      </a:pPr>
                      <a:r>
                        <a:rPr kumimoji="1" lang="en-US" altLang="zh-CN" sz="36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F</a:t>
                      </a:r>
                      <a:endParaRPr kumimoji="1" lang="en-CA" altLang="zh-CN" sz="36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endParaRPr>
                    </a:p>
                  </a:txBody>
                  <a:tcPr marT="45724" marB="45724"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extLst>
                  <a:ext uri="{0D108BD9-81ED-4DB2-BD59-A6C34878D82A}">
                    <a16:rowId xmlns:a16="http://schemas.microsoft.com/office/drawing/2014/main" val="10002"/>
                  </a:ext>
                </a:extLst>
              </a:tr>
              <a:tr h="640142">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2" panose="05020102010507070707" pitchFamily="18" charset="2"/>
                        <a:buNone/>
                        <a:tabLst/>
                      </a:pPr>
                      <a:r>
                        <a:rPr kumimoji="1" lang="en-US" altLang="zh-CN" sz="36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F</a:t>
                      </a:r>
                      <a:endParaRPr kumimoji="1" lang="en-CA" altLang="zh-CN" sz="36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endParaRPr>
                    </a:p>
                  </a:txBody>
                  <a:tcPr marT="45724" marB="45724"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2" panose="05020102010507070707" pitchFamily="18" charset="2"/>
                        <a:buNone/>
                        <a:tabLst/>
                      </a:pPr>
                      <a:r>
                        <a:rPr kumimoji="1" lang="en-US" altLang="zh-CN" sz="36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T</a:t>
                      </a:r>
                      <a:endParaRPr kumimoji="1" lang="en-CA" altLang="zh-CN" sz="36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endParaRPr>
                    </a:p>
                  </a:txBody>
                  <a:tcPr marT="45724" marB="45724"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2" panose="05020102010507070707" pitchFamily="18" charset="2"/>
                        <a:buNone/>
                        <a:tabLst/>
                      </a:pPr>
                      <a:r>
                        <a:rPr kumimoji="1" lang="en-US" altLang="zh-CN" sz="36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F</a:t>
                      </a:r>
                      <a:endParaRPr kumimoji="1" lang="en-CA" altLang="zh-CN" sz="36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endParaRPr>
                    </a:p>
                  </a:txBody>
                  <a:tcPr marT="45724" marB="45724"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extLst>
                  <a:ext uri="{0D108BD9-81ED-4DB2-BD59-A6C34878D82A}">
                    <a16:rowId xmlns:a16="http://schemas.microsoft.com/office/drawing/2014/main" val="10003"/>
                  </a:ext>
                </a:extLst>
              </a:tr>
              <a:tr h="687455">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2" panose="05020102010507070707" pitchFamily="18" charset="2"/>
                        <a:buNone/>
                        <a:tabLst/>
                      </a:pPr>
                      <a:r>
                        <a:rPr kumimoji="1" lang="en-US" altLang="zh-CN" sz="36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F</a:t>
                      </a:r>
                      <a:endParaRPr kumimoji="1" lang="en-CA" altLang="zh-CN" sz="36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endParaRPr>
                    </a:p>
                  </a:txBody>
                  <a:tcPr marT="45724" marB="45724"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2" panose="05020102010507070707" pitchFamily="18" charset="2"/>
                        <a:buNone/>
                        <a:tabLst/>
                      </a:pPr>
                      <a:r>
                        <a:rPr kumimoji="1" lang="en-US" altLang="zh-CN" sz="36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F</a:t>
                      </a:r>
                      <a:endParaRPr kumimoji="1" lang="en-CA" altLang="zh-CN" sz="36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endParaRPr>
                    </a:p>
                  </a:txBody>
                  <a:tcPr marT="45724" marB="45724"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2" panose="05020102010507070707" pitchFamily="18" charset="2"/>
                        <a:buNone/>
                        <a:tabLst/>
                      </a:pPr>
                      <a:r>
                        <a:rPr kumimoji="1" lang="en-US" altLang="zh-CN" sz="36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F</a:t>
                      </a:r>
                      <a:endParaRPr kumimoji="1" lang="en-CA" altLang="zh-CN" sz="36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endParaRPr>
                    </a:p>
                  </a:txBody>
                  <a:tcPr marT="45724" marB="45724"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extLst>
                  <a:ext uri="{0D108BD9-81ED-4DB2-BD59-A6C34878D82A}">
                    <a16:rowId xmlns:a16="http://schemas.microsoft.com/office/drawing/2014/main" val="10004"/>
                  </a:ext>
                </a:extLst>
              </a:tr>
            </a:tbl>
          </a:graphicData>
        </a:graphic>
      </p:graphicFrame>
      <p:sp>
        <p:nvSpPr>
          <p:cNvPr id="45090" name="Text Box 2">
            <a:extLst>
              <a:ext uri="{FF2B5EF4-FFF2-40B4-BE49-F238E27FC236}">
                <a16:creationId xmlns:a16="http://schemas.microsoft.com/office/drawing/2014/main" id="{47EA05FA-B905-4D42-82DB-CE9E40626EEC}"/>
              </a:ext>
            </a:extLst>
          </p:cNvPr>
          <p:cNvSpPr txBox="1">
            <a:spLocks noChangeArrowheads="1"/>
          </p:cNvSpPr>
          <p:nvPr/>
        </p:nvSpPr>
        <p:spPr bwMode="auto">
          <a:xfrm>
            <a:off x="1292225" y="685800"/>
            <a:ext cx="60166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3"/>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Times New Roman" panose="02020603050405020304" pitchFamily="18" charset="0"/>
                <a:ea typeface="宋体" panose="02010600030101010101" pitchFamily="2" charset="-122"/>
                <a:cs typeface="Arial" panose="020B0604020202020204" pitchFamily="34" charset="0"/>
              </a:rPr>
              <a:t> “</a:t>
            </a: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与</a:t>
            </a:r>
            <a:r>
              <a:rPr lang="zh-CN" altLang="en-US" sz="5400" b="1">
                <a:solidFill>
                  <a:schemeClr val="bg1"/>
                </a:solidFill>
                <a:latin typeface="Times New Roman" panose="02020603050405020304" pitchFamily="18" charset="0"/>
                <a:ea typeface="宋体" panose="02010600030101010101" pitchFamily="2" charset="-122"/>
                <a:cs typeface="Arial" panose="020B0604020202020204" pitchFamily="34" charset="0"/>
              </a:rPr>
              <a:t>”</a:t>
            </a: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运算</a:t>
            </a:r>
          </a:p>
        </p:txBody>
      </p:sp>
      <p:pic>
        <p:nvPicPr>
          <p:cNvPr id="45091" name="Picture 6" descr="C:\Program Files\Microsoft Office\MEDIA\CAGCAT10\j0293844.wmf">
            <a:extLst>
              <a:ext uri="{FF2B5EF4-FFF2-40B4-BE49-F238E27FC236}">
                <a16:creationId xmlns:a16="http://schemas.microsoft.com/office/drawing/2014/main" id="{8E1F810A-998A-421E-B94F-9AF43CCBA12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43800" y="53340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7106" name="日期占位符 1">
            <a:extLst>
              <a:ext uri="{FF2B5EF4-FFF2-40B4-BE49-F238E27FC236}">
                <a16:creationId xmlns:a16="http://schemas.microsoft.com/office/drawing/2014/main" id="{92870FD5-5C90-427D-9EAA-3B45F42620EB}"/>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71748457-69A1-4120-BDF4-213FDED63A1A}"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47107" name="页脚占位符 2">
            <a:extLst>
              <a:ext uri="{FF2B5EF4-FFF2-40B4-BE49-F238E27FC236}">
                <a16:creationId xmlns:a16="http://schemas.microsoft.com/office/drawing/2014/main" id="{33AE1556-F2C9-490B-9AED-1667666FDA26}"/>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47108" name="灯片编号占位符 3">
            <a:extLst>
              <a:ext uri="{FF2B5EF4-FFF2-40B4-BE49-F238E27FC236}">
                <a16:creationId xmlns:a16="http://schemas.microsoft.com/office/drawing/2014/main" id="{C8B20917-1117-48ED-9085-87CE72B1DEC5}"/>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CA9CAD24-7203-4197-9EF5-158CF64E3CCE}" type="slidenum">
              <a:rPr lang="en-US" altLang="zh-CN" sz="1400" smtClean="0">
                <a:latin typeface="Times New Roman" panose="02020603050405020304" pitchFamily="18" charset="0"/>
                <a:ea typeface="宋体" panose="02010600030101010101" pitchFamily="2" charset="-122"/>
              </a:rPr>
              <a:pPr>
                <a:spcBef>
                  <a:spcPct val="0"/>
                </a:spcBef>
                <a:buFontTx/>
                <a:buNone/>
              </a:pPr>
              <a:t>36</a:t>
            </a:fld>
            <a:endParaRPr lang="en-US" altLang="zh-CN" sz="1400">
              <a:latin typeface="Times New Roman" panose="02020603050405020304" pitchFamily="18" charset="0"/>
              <a:ea typeface="宋体" panose="02010600030101010101" pitchFamily="2" charset="-122"/>
            </a:endParaRPr>
          </a:p>
        </p:txBody>
      </p:sp>
      <p:sp>
        <p:nvSpPr>
          <p:cNvPr id="47109" name="页脚占位符 4">
            <a:extLst>
              <a:ext uri="{FF2B5EF4-FFF2-40B4-BE49-F238E27FC236}">
                <a16:creationId xmlns:a16="http://schemas.microsoft.com/office/drawing/2014/main" id="{766C9C30-2B7E-4C9B-B568-FE211C1E9084}"/>
              </a:ext>
            </a:extLst>
          </p:cNvPr>
          <p:cNvSpPr txBox="1">
            <a:spLocks noGrp="1"/>
          </p:cNvSpPr>
          <p:nvPr/>
        </p:nvSpPr>
        <p:spPr bwMode="black">
          <a:xfrm>
            <a:off x="609600" y="6470650"/>
            <a:ext cx="538163"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r">
              <a:spcBef>
                <a:spcPct val="0"/>
              </a:spcBef>
              <a:buFontTx/>
              <a:buNone/>
            </a:pPr>
            <a:fld id="{F6EFE508-9E7C-4CF6-B51B-A983F2448FFD}" type="slidenum">
              <a:rPr kumimoji="0" lang="en-US" altLang="zh-CN" sz="1000">
                <a:solidFill>
                  <a:schemeClr val="bg1"/>
                </a:solidFill>
                <a:latin typeface="Arial" panose="020B0604020202020204" pitchFamily="34" charset="0"/>
                <a:ea typeface="宋体" panose="02010600030101010101" pitchFamily="2" charset="-122"/>
              </a:rPr>
              <a:pPr algn="r">
                <a:spcBef>
                  <a:spcPct val="0"/>
                </a:spcBef>
                <a:buFontTx/>
                <a:buNone/>
              </a:pPr>
              <a:t>36</a:t>
            </a:fld>
            <a:endParaRPr kumimoji="0" lang="en-US" altLang="zh-CN" sz="1000">
              <a:solidFill>
                <a:schemeClr val="bg1"/>
              </a:solidFill>
              <a:latin typeface="Arial" panose="020B0604020202020204" pitchFamily="34" charset="0"/>
              <a:ea typeface="宋体" panose="02010600030101010101" pitchFamily="2" charset="-122"/>
            </a:endParaRPr>
          </a:p>
        </p:txBody>
      </p:sp>
      <p:sp>
        <p:nvSpPr>
          <p:cNvPr id="47110" name="日期占位符 5">
            <a:extLst>
              <a:ext uri="{FF2B5EF4-FFF2-40B4-BE49-F238E27FC236}">
                <a16:creationId xmlns:a16="http://schemas.microsoft.com/office/drawing/2014/main" id="{C27C3CB0-1FA9-4634-A4EE-980072EE12FF}"/>
              </a:ext>
            </a:extLst>
          </p:cNvPr>
          <p:cNvSpPr txBox="1">
            <a:spLocks noGrp="1"/>
          </p:cNvSpPr>
          <p:nvPr/>
        </p:nvSpPr>
        <p:spPr bwMode="auto">
          <a:xfrm>
            <a:off x="1271588" y="6472238"/>
            <a:ext cx="946150"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fld id="{8B142B1F-3099-4A20-9347-F32F27570B8A}" type="datetime1">
              <a:rPr kumimoji="0" lang="zh-CN" altLang="en-US" sz="1000">
                <a:solidFill>
                  <a:schemeClr val="bg1"/>
                </a:solidFill>
                <a:latin typeface="Arial" panose="020B0604020202020204" pitchFamily="34" charset="0"/>
                <a:ea typeface="宋体" panose="02010600030101010101" pitchFamily="2" charset="-122"/>
              </a:rPr>
              <a:pPr eaLnBrk="1" hangingPunct="1">
                <a:spcBef>
                  <a:spcPct val="0"/>
                </a:spcBef>
                <a:buFontTx/>
                <a:buNone/>
              </a:pPr>
              <a:t>2020/9/7</a:t>
            </a:fld>
            <a:endParaRPr kumimoji="0" lang="en-US" altLang="zh-CN" sz="1000">
              <a:solidFill>
                <a:schemeClr val="bg1"/>
              </a:solidFill>
              <a:latin typeface="Arial" panose="020B0604020202020204" pitchFamily="34" charset="0"/>
              <a:ea typeface="宋体" panose="02010600030101010101" pitchFamily="2" charset="-122"/>
            </a:endParaRPr>
          </a:p>
        </p:txBody>
      </p:sp>
      <p:sp>
        <p:nvSpPr>
          <p:cNvPr id="47111" name="Text Box 2">
            <a:extLst>
              <a:ext uri="{FF2B5EF4-FFF2-40B4-BE49-F238E27FC236}">
                <a16:creationId xmlns:a16="http://schemas.microsoft.com/office/drawing/2014/main" id="{E9116333-024C-40C8-920F-D93ADAAFB07A}"/>
              </a:ext>
            </a:extLst>
          </p:cNvPr>
          <p:cNvSpPr txBox="1">
            <a:spLocks noChangeArrowheads="1"/>
          </p:cNvSpPr>
          <p:nvPr/>
        </p:nvSpPr>
        <p:spPr bwMode="auto">
          <a:xfrm>
            <a:off x="1292225" y="685800"/>
            <a:ext cx="60166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3"/>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Times New Roman" panose="02020603050405020304" pitchFamily="18" charset="0"/>
                <a:ea typeface="宋体" panose="02010600030101010101" pitchFamily="2" charset="-122"/>
                <a:cs typeface="Arial" panose="020B0604020202020204" pitchFamily="34" charset="0"/>
              </a:rPr>
              <a:t> “</a:t>
            </a: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与</a:t>
            </a:r>
            <a:r>
              <a:rPr lang="zh-CN" altLang="en-US" sz="5400" b="1">
                <a:solidFill>
                  <a:schemeClr val="bg1"/>
                </a:solidFill>
                <a:latin typeface="Times New Roman" panose="02020603050405020304" pitchFamily="18" charset="0"/>
                <a:ea typeface="宋体" panose="02010600030101010101" pitchFamily="2" charset="-122"/>
                <a:cs typeface="Arial" panose="020B0604020202020204" pitchFamily="34" charset="0"/>
              </a:rPr>
              <a:t>”</a:t>
            </a: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运算</a:t>
            </a:r>
          </a:p>
        </p:txBody>
      </p:sp>
      <p:pic>
        <p:nvPicPr>
          <p:cNvPr id="47112" name="Picture 6" descr="C:\Program Files\Microsoft Office\MEDIA\CAGCAT10\j0293844.wmf">
            <a:extLst>
              <a:ext uri="{FF2B5EF4-FFF2-40B4-BE49-F238E27FC236}">
                <a16:creationId xmlns:a16="http://schemas.microsoft.com/office/drawing/2014/main" id="{775A6344-EE92-4745-AAC1-5D099CE5BE8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43800" y="53340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1F07A289-D6F6-447F-9C76-F5A5B81256FD}"/>
              </a:ext>
            </a:extLst>
          </p:cNvPr>
          <p:cNvSpPr>
            <a:spLocks noRot="1" noChangeAspect="1" noMove="1" noResize="1" noEditPoints="1" noAdjustHandles="1" noChangeArrowheads="1" noChangeShapeType="1" noTextEdit="1"/>
          </p:cNvSpPr>
          <p:nvPr/>
        </p:nvSpPr>
        <p:spPr>
          <a:xfrm>
            <a:off x="644970" y="2097088"/>
            <a:ext cx="8045970" cy="3108543"/>
          </a:xfrm>
          <a:prstGeom prst="rect">
            <a:avLst/>
          </a:prstGeom>
          <a:blipFill>
            <a:blip r:embed="rId5"/>
            <a:stretch>
              <a:fillRect l="-1513" t="-2539" r="-1437" b="-4688"/>
            </a:stretch>
          </a:blipFill>
          <a:ln>
            <a:solidFill>
              <a:srgbClr val="C00000"/>
            </a:solidFill>
          </a:ln>
        </p:spPr>
        <p:txBody>
          <a:bodyPr/>
          <a:lstStyle/>
          <a:p>
            <a:pPr>
              <a:defRPr/>
            </a:pPr>
            <a:r>
              <a:rPr lang="zh-CN" altLang="en-US">
                <a:noFill/>
              </a:rPr>
              <a:t> </a:t>
            </a: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9154" name="日期占位符 1">
            <a:extLst>
              <a:ext uri="{FF2B5EF4-FFF2-40B4-BE49-F238E27FC236}">
                <a16:creationId xmlns:a16="http://schemas.microsoft.com/office/drawing/2014/main" id="{E0F3753E-A4D2-4847-AAD1-E1DD891AF2BF}"/>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E938A030-F5A7-43E0-B87C-75678CE96EE1}"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49155" name="页脚占位符 2">
            <a:extLst>
              <a:ext uri="{FF2B5EF4-FFF2-40B4-BE49-F238E27FC236}">
                <a16:creationId xmlns:a16="http://schemas.microsoft.com/office/drawing/2014/main" id="{94A9FE5D-6EEB-4A8F-B370-B97C3C543E62}"/>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49156" name="灯片编号占位符 3">
            <a:extLst>
              <a:ext uri="{FF2B5EF4-FFF2-40B4-BE49-F238E27FC236}">
                <a16:creationId xmlns:a16="http://schemas.microsoft.com/office/drawing/2014/main" id="{9FA51F1E-3787-4B6C-A8FD-4DD3EFD6E8EA}"/>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2D028F25-629A-4E4A-B026-9988BD0C59B4}" type="slidenum">
              <a:rPr lang="en-US" altLang="zh-CN" sz="1400" smtClean="0">
                <a:latin typeface="Times New Roman" panose="02020603050405020304" pitchFamily="18" charset="0"/>
                <a:ea typeface="宋体" panose="02010600030101010101" pitchFamily="2" charset="-122"/>
              </a:rPr>
              <a:pPr>
                <a:spcBef>
                  <a:spcPct val="0"/>
                </a:spcBef>
                <a:buFontTx/>
                <a:buNone/>
              </a:pPr>
              <a:t>37</a:t>
            </a:fld>
            <a:endParaRPr lang="en-US" altLang="zh-CN" sz="1400">
              <a:latin typeface="Times New Roman" panose="02020603050405020304" pitchFamily="18" charset="0"/>
              <a:ea typeface="宋体" panose="02010600030101010101" pitchFamily="2" charset="-122"/>
            </a:endParaRPr>
          </a:p>
        </p:txBody>
      </p:sp>
      <p:sp>
        <p:nvSpPr>
          <p:cNvPr id="49157" name="页脚占位符 4">
            <a:extLst>
              <a:ext uri="{FF2B5EF4-FFF2-40B4-BE49-F238E27FC236}">
                <a16:creationId xmlns:a16="http://schemas.microsoft.com/office/drawing/2014/main" id="{4B3FAE45-85F5-4E1F-8855-2F25369A199D}"/>
              </a:ext>
            </a:extLst>
          </p:cNvPr>
          <p:cNvSpPr txBox="1">
            <a:spLocks noGrp="1"/>
          </p:cNvSpPr>
          <p:nvPr/>
        </p:nvSpPr>
        <p:spPr bwMode="black">
          <a:xfrm>
            <a:off x="609600" y="6470650"/>
            <a:ext cx="538163"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r">
              <a:spcBef>
                <a:spcPct val="0"/>
              </a:spcBef>
              <a:buFontTx/>
              <a:buNone/>
            </a:pPr>
            <a:fld id="{516B7E9F-F7C0-4B66-B9B2-1C321ED46918}" type="slidenum">
              <a:rPr kumimoji="0" lang="en-US" altLang="zh-CN" sz="1000">
                <a:solidFill>
                  <a:schemeClr val="bg1"/>
                </a:solidFill>
                <a:latin typeface="Arial" panose="020B0604020202020204" pitchFamily="34" charset="0"/>
                <a:ea typeface="宋体" panose="02010600030101010101" pitchFamily="2" charset="-122"/>
              </a:rPr>
              <a:pPr algn="r">
                <a:spcBef>
                  <a:spcPct val="0"/>
                </a:spcBef>
                <a:buFontTx/>
                <a:buNone/>
              </a:pPr>
              <a:t>37</a:t>
            </a:fld>
            <a:endParaRPr kumimoji="0" lang="en-US" altLang="zh-CN" sz="1000">
              <a:solidFill>
                <a:schemeClr val="bg1"/>
              </a:solidFill>
              <a:latin typeface="Arial" panose="020B0604020202020204" pitchFamily="34" charset="0"/>
              <a:ea typeface="宋体" panose="02010600030101010101" pitchFamily="2" charset="-122"/>
            </a:endParaRPr>
          </a:p>
        </p:txBody>
      </p:sp>
      <p:sp>
        <p:nvSpPr>
          <p:cNvPr id="49158" name="日期占位符 5">
            <a:extLst>
              <a:ext uri="{FF2B5EF4-FFF2-40B4-BE49-F238E27FC236}">
                <a16:creationId xmlns:a16="http://schemas.microsoft.com/office/drawing/2014/main" id="{8AEBE261-09D3-48A1-AEC2-A4AB5FCA0C46}"/>
              </a:ext>
            </a:extLst>
          </p:cNvPr>
          <p:cNvSpPr txBox="1">
            <a:spLocks noGrp="1"/>
          </p:cNvSpPr>
          <p:nvPr/>
        </p:nvSpPr>
        <p:spPr bwMode="auto">
          <a:xfrm>
            <a:off x="1271588" y="6472238"/>
            <a:ext cx="946150"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fld id="{1DB788F1-0A9A-40C3-A2CF-1C15EA447BA5}" type="datetime1">
              <a:rPr kumimoji="0" lang="zh-CN" altLang="en-US" sz="1000">
                <a:solidFill>
                  <a:schemeClr val="bg1"/>
                </a:solidFill>
                <a:latin typeface="Arial" panose="020B0604020202020204" pitchFamily="34" charset="0"/>
                <a:ea typeface="宋体" panose="02010600030101010101" pitchFamily="2" charset="-122"/>
              </a:rPr>
              <a:pPr eaLnBrk="1" hangingPunct="1">
                <a:spcBef>
                  <a:spcPct val="0"/>
                </a:spcBef>
                <a:buFontTx/>
                <a:buNone/>
              </a:pPr>
              <a:t>2020/9/7</a:t>
            </a:fld>
            <a:endParaRPr kumimoji="0" lang="en-US" altLang="zh-CN" sz="1000">
              <a:solidFill>
                <a:schemeClr val="bg1"/>
              </a:solidFill>
              <a:latin typeface="Arial" panose="020B0604020202020204" pitchFamily="34" charset="0"/>
              <a:ea typeface="宋体" panose="02010600030101010101" pitchFamily="2" charset="-122"/>
            </a:endParaRPr>
          </a:p>
        </p:txBody>
      </p:sp>
      <p:sp>
        <p:nvSpPr>
          <p:cNvPr id="49159" name="Text Box 2">
            <a:extLst>
              <a:ext uri="{FF2B5EF4-FFF2-40B4-BE49-F238E27FC236}">
                <a16:creationId xmlns:a16="http://schemas.microsoft.com/office/drawing/2014/main" id="{A85D5A66-CCF0-4A0D-B581-C6CB6343C4AF}"/>
              </a:ext>
            </a:extLst>
          </p:cNvPr>
          <p:cNvSpPr txBox="1">
            <a:spLocks noChangeArrowheads="1"/>
          </p:cNvSpPr>
          <p:nvPr/>
        </p:nvSpPr>
        <p:spPr bwMode="auto">
          <a:xfrm>
            <a:off x="1292225" y="685800"/>
            <a:ext cx="60166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3"/>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Times New Roman" panose="02020603050405020304" pitchFamily="18" charset="0"/>
                <a:ea typeface="宋体" panose="02010600030101010101" pitchFamily="2" charset="-122"/>
                <a:cs typeface="Arial" panose="020B0604020202020204" pitchFamily="34" charset="0"/>
              </a:rPr>
              <a:t> “</a:t>
            </a: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与</a:t>
            </a:r>
            <a:r>
              <a:rPr lang="zh-CN" altLang="en-US" sz="5400" b="1">
                <a:solidFill>
                  <a:schemeClr val="bg1"/>
                </a:solidFill>
                <a:latin typeface="Times New Roman" panose="02020603050405020304" pitchFamily="18" charset="0"/>
                <a:ea typeface="宋体" panose="02010600030101010101" pitchFamily="2" charset="-122"/>
                <a:cs typeface="Arial" panose="020B0604020202020204" pitchFamily="34" charset="0"/>
              </a:rPr>
              <a:t>”</a:t>
            </a: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运算</a:t>
            </a:r>
          </a:p>
        </p:txBody>
      </p:sp>
      <p:pic>
        <p:nvPicPr>
          <p:cNvPr id="49160" name="Picture 6" descr="C:\Program Files\Microsoft Office\MEDIA\CAGCAT10\j0293844.wmf">
            <a:extLst>
              <a:ext uri="{FF2B5EF4-FFF2-40B4-BE49-F238E27FC236}">
                <a16:creationId xmlns:a16="http://schemas.microsoft.com/office/drawing/2014/main" id="{EC143CC4-7BF5-41CA-9D94-CAD4D6C0B1D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43800" y="53340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a:extLst>
              <a:ext uri="{FF2B5EF4-FFF2-40B4-BE49-F238E27FC236}">
                <a16:creationId xmlns:a16="http://schemas.microsoft.com/office/drawing/2014/main" id="{3ACE9BAD-1104-4EE2-9262-95E08809BB9D}"/>
              </a:ext>
            </a:extLst>
          </p:cNvPr>
          <p:cNvSpPr/>
          <p:nvPr/>
        </p:nvSpPr>
        <p:spPr>
          <a:xfrm>
            <a:off x="609600" y="2519363"/>
            <a:ext cx="8066088" cy="2603500"/>
          </a:xfrm>
          <a:prstGeom prst="rect">
            <a:avLst/>
          </a:prstGeom>
          <a:solidFill>
            <a:schemeClr val="accent3"/>
          </a:solidFill>
          <a:ln>
            <a:solidFill>
              <a:srgbClr val="C00000"/>
            </a:solidFill>
          </a:ln>
        </p:spPr>
        <p:txBody>
          <a:bodyPr>
            <a:spAutoFit/>
          </a:bodyPr>
          <a:lstStyle/>
          <a:p>
            <a:pPr indent="266700" algn="just">
              <a:lnSpc>
                <a:spcPct val="150000"/>
              </a:lnSpc>
              <a:spcAft>
                <a:spcPts val="0"/>
              </a:spcAft>
              <a:defRPr/>
            </a:pPr>
            <a:r>
              <a:rPr lang="zh-CN" altLang="zh-CN" kern="100" dirty="0">
                <a:latin typeface="Calibri" panose="020F0502020204030204" pitchFamily="34" charset="0"/>
                <a:cs typeface="Times New Roman" panose="02020603050405020304" pitchFamily="18" charset="0"/>
              </a:rPr>
              <a:t>【分析】在自然语言中，除了联结词</a:t>
            </a:r>
            <a:r>
              <a:rPr lang="en-US" altLang="zh-CN" kern="100" dirty="0">
                <a:latin typeface="Calibri" panose="020F0502020204030204" pitchFamily="34" charset="0"/>
                <a:cs typeface="Times New Roman" panose="02020603050405020304" pitchFamily="18" charset="0"/>
              </a:rPr>
              <a:t> “</a:t>
            </a:r>
            <a:r>
              <a:rPr lang="zh-CN" altLang="zh-CN" kern="100" dirty="0">
                <a:latin typeface="Calibri" panose="020F0502020204030204" pitchFamily="34" charset="0"/>
                <a:cs typeface="Times New Roman" panose="02020603050405020304" pitchFamily="18" charset="0"/>
              </a:rPr>
              <a:t>并且</a:t>
            </a:r>
            <a:r>
              <a:rPr lang="en-US" altLang="zh-CN" kern="100" dirty="0">
                <a:latin typeface="Calibri" panose="020F0502020204030204" pitchFamily="34" charset="0"/>
                <a:cs typeface="Times New Roman" panose="02020603050405020304" pitchFamily="18" charset="0"/>
              </a:rPr>
              <a:t>”</a:t>
            </a:r>
            <a:r>
              <a:rPr lang="zh-CN" altLang="zh-CN" kern="100" dirty="0">
                <a:latin typeface="Calibri" panose="020F0502020204030204" pitchFamily="34" charset="0"/>
                <a:cs typeface="Times New Roman" panose="02020603050405020304" pitchFamily="18" charset="0"/>
              </a:rPr>
              <a:t>，其它的一些联结词， 例如</a:t>
            </a:r>
            <a:r>
              <a:rPr lang="en-US" altLang="zh-CN" kern="100" dirty="0">
                <a:latin typeface="Calibri" panose="020F0502020204030204" pitchFamily="34" charset="0"/>
                <a:cs typeface="Times New Roman" panose="02020603050405020304" pitchFamily="18" charset="0"/>
              </a:rPr>
              <a:t>“</a:t>
            </a:r>
            <a:r>
              <a:rPr lang="zh-CN" altLang="zh-CN" kern="100" dirty="0">
                <a:latin typeface="Calibri" panose="020F0502020204030204" pitchFamily="34" charset="0"/>
                <a:cs typeface="Times New Roman" panose="02020603050405020304" pitchFamily="18" charset="0"/>
              </a:rPr>
              <a:t>不但…而且…</a:t>
            </a:r>
            <a:r>
              <a:rPr lang="en-US" altLang="zh-CN" kern="100" dirty="0">
                <a:latin typeface="Calibri" panose="020F0502020204030204" pitchFamily="34" charset="0"/>
                <a:cs typeface="Times New Roman" panose="02020603050405020304" pitchFamily="18" charset="0"/>
              </a:rPr>
              <a:t>”</a:t>
            </a:r>
            <a:r>
              <a:rPr lang="zh-CN" altLang="zh-CN" kern="100" dirty="0">
                <a:latin typeface="Calibri" panose="020F0502020204030204" pitchFamily="34" charset="0"/>
                <a:cs typeface="Times New Roman" panose="02020603050405020304" pitchFamily="18" charset="0"/>
              </a:rPr>
              <a:t>、</a:t>
            </a:r>
            <a:r>
              <a:rPr lang="en-US" altLang="zh-CN" kern="100" dirty="0">
                <a:latin typeface="Calibri" panose="020F0502020204030204" pitchFamily="34" charset="0"/>
                <a:cs typeface="Times New Roman" panose="02020603050405020304" pitchFamily="18" charset="0"/>
              </a:rPr>
              <a:t>“</a:t>
            </a:r>
            <a:r>
              <a:rPr lang="zh-CN" altLang="zh-CN" kern="100" dirty="0">
                <a:latin typeface="Calibri" panose="020F0502020204030204" pitchFamily="34" charset="0"/>
                <a:cs typeface="Times New Roman" panose="02020603050405020304" pitchFamily="18" charset="0"/>
              </a:rPr>
              <a:t>既…也…</a:t>
            </a:r>
            <a:r>
              <a:rPr lang="en-US" altLang="zh-CN" kern="100" dirty="0">
                <a:latin typeface="Calibri" panose="020F0502020204030204" pitchFamily="34" charset="0"/>
                <a:cs typeface="Times New Roman" panose="02020603050405020304" pitchFamily="18" charset="0"/>
              </a:rPr>
              <a:t>”</a:t>
            </a:r>
            <a:r>
              <a:rPr lang="zh-CN" altLang="zh-CN" kern="100" dirty="0">
                <a:latin typeface="Calibri" panose="020F0502020204030204" pitchFamily="34" charset="0"/>
                <a:cs typeface="Times New Roman" panose="02020603050405020304" pitchFamily="18" charset="0"/>
              </a:rPr>
              <a:t>、</a:t>
            </a:r>
            <a:r>
              <a:rPr lang="en-US" altLang="zh-CN" kern="100" dirty="0">
                <a:latin typeface="Calibri" panose="020F0502020204030204" pitchFamily="34" charset="0"/>
                <a:cs typeface="Times New Roman" panose="02020603050405020304" pitchFamily="18" charset="0"/>
              </a:rPr>
              <a:t>“</a:t>
            </a:r>
            <a:r>
              <a:rPr lang="zh-CN" altLang="zh-CN" kern="100" dirty="0">
                <a:latin typeface="Calibri" panose="020F0502020204030204" pitchFamily="34" charset="0"/>
                <a:cs typeface="Times New Roman" panose="02020603050405020304" pitchFamily="18" charset="0"/>
              </a:rPr>
              <a:t>虽然…但是…</a:t>
            </a:r>
            <a:r>
              <a:rPr lang="en-US" altLang="zh-CN" kern="100" dirty="0">
                <a:latin typeface="Calibri" panose="020F0502020204030204" pitchFamily="34" charset="0"/>
                <a:cs typeface="Times New Roman" panose="02020603050405020304" pitchFamily="18" charset="0"/>
              </a:rPr>
              <a:t>”</a:t>
            </a:r>
            <a:r>
              <a:rPr lang="zh-CN" altLang="zh-CN" kern="100" dirty="0">
                <a:latin typeface="Calibri" panose="020F0502020204030204" pitchFamily="34" charset="0"/>
                <a:cs typeface="Times New Roman" panose="02020603050405020304" pitchFamily="18" charset="0"/>
              </a:rPr>
              <a:t>、</a:t>
            </a:r>
            <a:r>
              <a:rPr lang="en-US" altLang="zh-CN" kern="100" dirty="0">
                <a:latin typeface="Calibri" panose="020F0502020204030204" pitchFamily="34" charset="0"/>
                <a:cs typeface="Times New Roman" panose="02020603050405020304" pitchFamily="18" charset="0"/>
              </a:rPr>
              <a:t>“</a:t>
            </a:r>
            <a:r>
              <a:rPr lang="zh-CN" altLang="zh-CN" kern="100" dirty="0">
                <a:latin typeface="Calibri" panose="020F0502020204030204" pitchFamily="34" charset="0"/>
                <a:cs typeface="Times New Roman" panose="02020603050405020304" pitchFamily="18" charset="0"/>
              </a:rPr>
              <a:t>一方面…另一方面…</a:t>
            </a:r>
            <a:r>
              <a:rPr lang="en-US" altLang="zh-CN" kern="100" dirty="0">
                <a:latin typeface="Calibri" panose="020F0502020204030204" pitchFamily="34" charset="0"/>
                <a:cs typeface="Times New Roman" panose="02020603050405020304" pitchFamily="18" charset="0"/>
              </a:rPr>
              <a:t>”</a:t>
            </a:r>
            <a:r>
              <a:rPr lang="zh-CN" altLang="zh-CN" kern="100" dirty="0">
                <a:latin typeface="Calibri" panose="020F0502020204030204" pitchFamily="34" charset="0"/>
                <a:cs typeface="Times New Roman" panose="02020603050405020304" pitchFamily="18" charset="0"/>
              </a:rPr>
              <a:t>等也表示同时为真的含义，因而也可用合取联结词表示。</a:t>
            </a: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02" name="日期占位符 1">
            <a:extLst>
              <a:ext uri="{FF2B5EF4-FFF2-40B4-BE49-F238E27FC236}">
                <a16:creationId xmlns:a16="http://schemas.microsoft.com/office/drawing/2014/main" id="{3902FBEA-EC12-454B-8BBC-1E5E5FA39A69}"/>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BC149F0F-0481-487F-A080-F80C86D9DDC2}"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51203" name="页脚占位符 2">
            <a:extLst>
              <a:ext uri="{FF2B5EF4-FFF2-40B4-BE49-F238E27FC236}">
                <a16:creationId xmlns:a16="http://schemas.microsoft.com/office/drawing/2014/main" id="{47B41A50-FC96-469E-A1E8-CE840FE78F00}"/>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51204" name="灯片编号占位符 3">
            <a:extLst>
              <a:ext uri="{FF2B5EF4-FFF2-40B4-BE49-F238E27FC236}">
                <a16:creationId xmlns:a16="http://schemas.microsoft.com/office/drawing/2014/main" id="{66D03B36-A571-4AAA-9E10-05F7A12E1350}"/>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F3BAA4B3-25FD-451F-A81C-9C4609ED88E0}" type="slidenum">
              <a:rPr lang="en-US" altLang="zh-CN" sz="1400" smtClean="0">
                <a:latin typeface="Times New Roman" panose="02020603050405020304" pitchFamily="18" charset="0"/>
                <a:ea typeface="宋体" panose="02010600030101010101" pitchFamily="2" charset="-122"/>
              </a:rPr>
              <a:pPr>
                <a:spcBef>
                  <a:spcPct val="0"/>
                </a:spcBef>
                <a:buFontTx/>
                <a:buNone/>
              </a:pPr>
              <a:t>38</a:t>
            </a:fld>
            <a:endParaRPr lang="en-US" altLang="zh-CN" sz="1400">
              <a:latin typeface="Times New Roman" panose="02020603050405020304" pitchFamily="18" charset="0"/>
              <a:ea typeface="宋体" panose="02010600030101010101" pitchFamily="2" charset="-122"/>
            </a:endParaRPr>
          </a:p>
        </p:txBody>
      </p:sp>
      <p:sp>
        <p:nvSpPr>
          <p:cNvPr id="51205" name="页脚占位符 4">
            <a:extLst>
              <a:ext uri="{FF2B5EF4-FFF2-40B4-BE49-F238E27FC236}">
                <a16:creationId xmlns:a16="http://schemas.microsoft.com/office/drawing/2014/main" id="{56CA6758-3CD2-4B20-BD1B-EC79146C620B}"/>
              </a:ext>
            </a:extLst>
          </p:cNvPr>
          <p:cNvSpPr txBox="1">
            <a:spLocks noGrp="1"/>
          </p:cNvSpPr>
          <p:nvPr/>
        </p:nvSpPr>
        <p:spPr bwMode="black">
          <a:xfrm>
            <a:off x="609600" y="6470650"/>
            <a:ext cx="538163"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r">
              <a:spcBef>
                <a:spcPct val="0"/>
              </a:spcBef>
              <a:buFontTx/>
              <a:buNone/>
            </a:pPr>
            <a:fld id="{9A69A991-E9E5-4B03-94F5-2598A7D37485}" type="slidenum">
              <a:rPr kumimoji="0" lang="en-US" altLang="zh-CN" sz="1000">
                <a:solidFill>
                  <a:schemeClr val="bg1"/>
                </a:solidFill>
                <a:latin typeface="Arial" panose="020B0604020202020204" pitchFamily="34" charset="0"/>
                <a:ea typeface="宋体" panose="02010600030101010101" pitchFamily="2" charset="-122"/>
              </a:rPr>
              <a:pPr algn="r">
                <a:spcBef>
                  <a:spcPct val="0"/>
                </a:spcBef>
                <a:buFontTx/>
                <a:buNone/>
              </a:pPr>
              <a:t>38</a:t>
            </a:fld>
            <a:endParaRPr kumimoji="0" lang="en-US" altLang="zh-CN" sz="1000">
              <a:solidFill>
                <a:schemeClr val="bg1"/>
              </a:solidFill>
              <a:latin typeface="Arial" panose="020B0604020202020204" pitchFamily="34" charset="0"/>
              <a:ea typeface="宋体" panose="02010600030101010101" pitchFamily="2" charset="-122"/>
            </a:endParaRPr>
          </a:p>
        </p:txBody>
      </p:sp>
      <p:sp>
        <p:nvSpPr>
          <p:cNvPr id="51206" name="日期占位符 5">
            <a:extLst>
              <a:ext uri="{FF2B5EF4-FFF2-40B4-BE49-F238E27FC236}">
                <a16:creationId xmlns:a16="http://schemas.microsoft.com/office/drawing/2014/main" id="{69D2E006-035C-4093-8306-6C5CFE6CD0AC}"/>
              </a:ext>
            </a:extLst>
          </p:cNvPr>
          <p:cNvSpPr txBox="1">
            <a:spLocks noGrp="1"/>
          </p:cNvSpPr>
          <p:nvPr/>
        </p:nvSpPr>
        <p:spPr bwMode="auto">
          <a:xfrm>
            <a:off x="1271588" y="6472238"/>
            <a:ext cx="946150"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fld id="{B950B01A-F9AE-433F-A412-376BF96E3DC9}" type="datetime1">
              <a:rPr kumimoji="0" lang="zh-CN" altLang="en-US" sz="1000">
                <a:solidFill>
                  <a:schemeClr val="bg1"/>
                </a:solidFill>
                <a:latin typeface="Arial" panose="020B0604020202020204" pitchFamily="34" charset="0"/>
                <a:ea typeface="宋体" panose="02010600030101010101" pitchFamily="2" charset="-122"/>
              </a:rPr>
              <a:pPr eaLnBrk="1" hangingPunct="1">
                <a:spcBef>
                  <a:spcPct val="0"/>
                </a:spcBef>
                <a:buFontTx/>
                <a:buNone/>
              </a:pPr>
              <a:t>2020/9/7</a:t>
            </a:fld>
            <a:endParaRPr kumimoji="0" lang="en-US" altLang="zh-CN" sz="1000">
              <a:solidFill>
                <a:schemeClr val="bg1"/>
              </a:solidFill>
              <a:latin typeface="Arial" panose="020B0604020202020204" pitchFamily="34" charset="0"/>
              <a:ea typeface="宋体" panose="02010600030101010101" pitchFamily="2" charset="-122"/>
            </a:endParaRPr>
          </a:p>
        </p:txBody>
      </p:sp>
      <p:sp>
        <p:nvSpPr>
          <p:cNvPr id="51207" name="Text Box 2">
            <a:extLst>
              <a:ext uri="{FF2B5EF4-FFF2-40B4-BE49-F238E27FC236}">
                <a16:creationId xmlns:a16="http://schemas.microsoft.com/office/drawing/2014/main" id="{776B26B0-E8EA-4BB6-936A-D3F8D28C2607}"/>
              </a:ext>
            </a:extLst>
          </p:cNvPr>
          <p:cNvSpPr txBox="1">
            <a:spLocks noChangeArrowheads="1"/>
          </p:cNvSpPr>
          <p:nvPr/>
        </p:nvSpPr>
        <p:spPr bwMode="auto">
          <a:xfrm>
            <a:off x="1292225" y="685800"/>
            <a:ext cx="60166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3"/>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Times New Roman" panose="02020603050405020304" pitchFamily="18" charset="0"/>
                <a:ea typeface="宋体" panose="02010600030101010101" pitchFamily="2" charset="-122"/>
                <a:cs typeface="Arial" panose="020B0604020202020204" pitchFamily="34" charset="0"/>
              </a:rPr>
              <a:t> “</a:t>
            </a: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与</a:t>
            </a:r>
            <a:r>
              <a:rPr lang="zh-CN" altLang="en-US" sz="5400" b="1">
                <a:solidFill>
                  <a:schemeClr val="bg1"/>
                </a:solidFill>
                <a:latin typeface="Times New Roman" panose="02020603050405020304" pitchFamily="18" charset="0"/>
                <a:ea typeface="宋体" panose="02010600030101010101" pitchFamily="2" charset="-122"/>
                <a:cs typeface="Arial" panose="020B0604020202020204" pitchFamily="34" charset="0"/>
              </a:rPr>
              <a:t>”</a:t>
            </a: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运算</a:t>
            </a:r>
          </a:p>
        </p:txBody>
      </p:sp>
      <p:pic>
        <p:nvPicPr>
          <p:cNvPr id="51208" name="Picture 6" descr="C:\Program Files\Microsoft Office\MEDIA\CAGCAT10\j0293844.wmf">
            <a:extLst>
              <a:ext uri="{FF2B5EF4-FFF2-40B4-BE49-F238E27FC236}">
                <a16:creationId xmlns:a16="http://schemas.microsoft.com/office/drawing/2014/main" id="{858376F7-9B95-4802-8AAA-7A16DD7A730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43800" y="53340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矩形 8">
            <a:extLst>
              <a:ext uri="{FF2B5EF4-FFF2-40B4-BE49-F238E27FC236}">
                <a16:creationId xmlns:a16="http://schemas.microsoft.com/office/drawing/2014/main" id="{B9ADE86C-22C6-437D-86A1-FBC64CD92208}"/>
              </a:ext>
            </a:extLst>
          </p:cNvPr>
          <p:cNvSpPr>
            <a:spLocks noRot="1" noChangeAspect="1" noMove="1" noResize="1" noEditPoints="1" noAdjustHandles="1" noChangeArrowheads="1" noChangeShapeType="1" noTextEdit="1"/>
          </p:cNvSpPr>
          <p:nvPr/>
        </p:nvSpPr>
        <p:spPr>
          <a:xfrm>
            <a:off x="609600" y="2212648"/>
            <a:ext cx="8190680" cy="3108543"/>
          </a:xfrm>
          <a:prstGeom prst="rect">
            <a:avLst/>
          </a:prstGeom>
          <a:blipFill>
            <a:blip r:embed="rId5"/>
            <a:stretch>
              <a:fillRect l="-1412" t="-2734" r="-1412" b="-3711"/>
            </a:stretch>
          </a:blipFill>
          <a:ln>
            <a:solidFill>
              <a:srgbClr val="C00000"/>
            </a:solidFill>
          </a:ln>
        </p:spPr>
        <p:txBody>
          <a:bodyPr/>
          <a:lstStyle/>
          <a:p>
            <a:pPr>
              <a:defRPr/>
            </a:pPr>
            <a:r>
              <a:rPr lang="zh-CN" altLang="en-US">
                <a:noFill/>
              </a:rPr>
              <a:t> </a:t>
            </a: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3250" name="日期占位符 1">
            <a:extLst>
              <a:ext uri="{FF2B5EF4-FFF2-40B4-BE49-F238E27FC236}">
                <a16:creationId xmlns:a16="http://schemas.microsoft.com/office/drawing/2014/main" id="{FEDB6377-73E8-4515-967F-D1126D179EB2}"/>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7DCCCE4D-69AD-4D0F-BB47-768E4C8DFBE0}"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53251" name="页脚占位符 2">
            <a:extLst>
              <a:ext uri="{FF2B5EF4-FFF2-40B4-BE49-F238E27FC236}">
                <a16:creationId xmlns:a16="http://schemas.microsoft.com/office/drawing/2014/main" id="{4041E9D8-C871-444F-9F61-66295B207B1C}"/>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53252" name="灯片编号占位符 3">
            <a:extLst>
              <a:ext uri="{FF2B5EF4-FFF2-40B4-BE49-F238E27FC236}">
                <a16:creationId xmlns:a16="http://schemas.microsoft.com/office/drawing/2014/main" id="{7C77A201-1287-4EDD-8908-06D7C47C8B51}"/>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CCA8370E-DC72-4C1E-8FE6-751A0FC31B8A}" type="slidenum">
              <a:rPr lang="en-US" altLang="zh-CN" sz="1400" smtClean="0">
                <a:latin typeface="Times New Roman" panose="02020603050405020304" pitchFamily="18" charset="0"/>
                <a:ea typeface="宋体" panose="02010600030101010101" pitchFamily="2" charset="-122"/>
              </a:rPr>
              <a:pPr>
                <a:spcBef>
                  <a:spcPct val="0"/>
                </a:spcBef>
                <a:buFontTx/>
                <a:buNone/>
              </a:pPr>
              <a:t>39</a:t>
            </a:fld>
            <a:endParaRPr lang="en-US" altLang="zh-CN" sz="1400">
              <a:latin typeface="Times New Roman" panose="02020603050405020304" pitchFamily="18" charset="0"/>
              <a:ea typeface="宋体" panose="02010600030101010101" pitchFamily="2" charset="-122"/>
            </a:endParaRPr>
          </a:p>
        </p:txBody>
      </p:sp>
      <p:sp>
        <p:nvSpPr>
          <p:cNvPr id="53253" name="Text Box 2">
            <a:extLst>
              <a:ext uri="{FF2B5EF4-FFF2-40B4-BE49-F238E27FC236}">
                <a16:creationId xmlns:a16="http://schemas.microsoft.com/office/drawing/2014/main" id="{068AD25B-73EC-496A-B723-FF7F7A74CF7C}"/>
              </a:ext>
            </a:extLst>
          </p:cNvPr>
          <p:cNvSpPr txBox="1">
            <a:spLocks noChangeArrowheads="1"/>
          </p:cNvSpPr>
          <p:nvPr/>
        </p:nvSpPr>
        <p:spPr bwMode="auto">
          <a:xfrm>
            <a:off x="1187450" y="858838"/>
            <a:ext cx="6161088"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3"/>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Times New Roman" panose="02020603050405020304" pitchFamily="18" charset="0"/>
                <a:ea typeface="宋体" panose="02010600030101010101" pitchFamily="2" charset="-122"/>
                <a:cs typeface="Arial" panose="020B0604020202020204" pitchFamily="34" charset="0"/>
              </a:rPr>
              <a:t> </a:t>
            </a:r>
            <a:r>
              <a:rPr lang="en-US" altLang="zh-CN" sz="4800" b="1">
                <a:solidFill>
                  <a:schemeClr val="bg1"/>
                </a:solidFill>
                <a:latin typeface="Times New Roman" panose="02020603050405020304" pitchFamily="18" charset="0"/>
                <a:ea typeface="宋体" panose="02010600030101010101" pitchFamily="2" charset="-122"/>
                <a:cs typeface="Arial" panose="020B0604020202020204" pitchFamily="34" charset="0"/>
              </a:rPr>
              <a:t>“</a:t>
            </a:r>
            <a:r>
              <a:rPr lang="en-US" altLang="zh-CN" sz="4800" b="1">
                <a:solidFill>
                  <a:schemeClr val="bg1"/>
                </a:solidFill>
                <a:latin typeface="宋体" panose="02010600030101010101" pitchFamily="2" charset="-122"/>
                <a:ea typeface="宋体" panose="02010600030101010101" pitchFamily="2" charset="-122"/>
                <a:cs typeface="Arial" panose="020B0604020202020204" pitchFamily="34" charset="0"/>
              </a:rPr>
              <a:t>(</a:t>
            </a:r>
            <a:r>
              <a:rPr lang="zh-CN" altLang="en-US" sz="4800" b="1">
                <a:solidFill>
                  <a:schemeClr val="bg1"/>
                </a:solidFill>
                <a:latin typeface="宋体" panose="02010600030101010101" pitchFamily="2" charset="-122"/>
                <a:ea typeface="宋体" panose="02010600030101010101" pitchFamily="2" charset="-122"/>
                <a:cs typeface="Arial" panose="020B0604020202020204" pitchFamily="34" charset="0"/>
              </a:rPr>
              <a:t>可兼</a:t>
            </a:r>
            <a:r>
              <a:rPr lang="en-US" altLang="zh-CN" sz="4800" b="1">
                <a:solidFill>
                  <a:schemeClr val="bg1"/>
                </a:solidFill>
                <a:latin typeface="宋体" panose="02010600030101010101" pitchFamily="2" charset="-122"/>
                <a:ea typeface="宋体" panose="02010600030101010101" pitchFamily="2" charset="-122"/>
                <a:cs typeface="Arial" panose="020B0604020202020204" pitchFamily="34" charset="0"/>
              </a:rPr>
              <a:t>)</a:t>
            </a:r>
            <a:r>
              <a:rPr lang="zh-CN" altLang="en-US" sz="4800" b="1">
                <a:solidFill>
                  <a:schemeClr val="bg1"/>
                </a:solidFill>
                <a:latin typeface="宋体" panose="02010600030101010101" pitchFamily="2" charset="-122"/>
                <a:ea typeface="宋体" panose="02010600030101010101" pitchFamily="2" charset="-122"/>
                <a:cs typeface="Arial" panose="020B0604020202020204" pitchFamily="34" charset="0"/>
              </a:rPr>
              <a:t>或</a:t>
            </a:r>
            <a:r>
              <a:rPr lang="zh-CN" altLang="en-US" sz="4800" b="1">
                <a:solidFill>
                  <a:schemeClr val="bg1"/>
                </a:solidFill>
                <a:latin typeface="Times New Roman" panose="02020603050405020304" pitchFamily="18" charset="0"/>
                <a:ea typeface="宋体" panose="02010600030101010101" pitchFamily="2" charset="-122"/>
                <a:cs typeface="Arial" panose="020B0604020202020204" pitchFamily="34" charset="0"/>
              </a:rPr>
              <a:t>”</a:t>
            </a:r>
            <a:r>
              <a:rPr lang="zh-CN" altLang="en-US" sz="4800" b="1">
                <a:solidFill>
                  <a:schemeClr val="bg1"/>
                </a:solidFill>
                <a:latin typeface="宋体" panose="02010600030101010101" pitchFamily="2" charset="-122"/>
                <a:ea typeface="宋体" panose="02010600030101010101" pitchFamily="2" charset="-122"/>
                <a:cs typeface="Arial" panose="020B0604020202020204" pitchFamily="34" charset="0"/>
              </a:rPr>
              <a:t>运算</a:t>
            </a:r>
          </a:p>
        </p:txBody>
      </p:sp>
      <p:sp>
        <p:nvSpPr>
          <p:cNvPr id="53254" name="Text Box 4">
            <a:extLst>
              <a:ext uri="{FF2B5EF4-FFF2-40B4-BE49-F238E27FC236}">
                <a16:creationId xmlns:a16="http://schemas.microsoft.com/office/drawing/2014/main" id="{302F2962-FFC8-46C6-B3E2-AF8EDDB4DE39}"/>
              </a:ext>
            </a:extLst>
          </p:cNvPr>
          <p:cNvSpPr txBox="1">
            <a:spLocks noChangeArrowheads="1"/>
          </p:cNvSpPr>
          <p:nvPr/>
        </p:nvSpPr>
        <p:spPr bwMode="auto">
          <a:xfrm>
            <a:off x="2051050" y="4292600"/>
            <a:ext cx="5903913" cy="1801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b="1">
                <a:latin typeface="Times New Roman" panose="02020603050405020304" pitchFamily="18" charset="0"/>
                <a:ea typeface="华文新魏" panose="02010800040101010101" pitchFamily="2" charset="-122"/>
              </a:rPr>
              <a:t>P: </a:t>
            </a:r>
            <a:r>
              <a:rPr lang="zh-CN" altLang="en-US" sz="2800" b="1">
                <a:latin typeface="Times New Roman" panose="02020603050405020304" pitchFamily="18" charset="0"/>
                <a:ea typeface="华文新魏" panose="02010800040101010101" pitchFamily="2" charset="-122"/>
              </a:rPr>
              <a:t>李明在教室。</a:t>
            </a:r>
          </a:p>
          <a:p>
            <a:pPr eaLnBrk="1" hangingPunct="1">
              <a:spcBef>
                <a:spcPct val="50000"/>
              </a:spcBef>
              <a:buFontTx/>
              <a:buNone/>
            </a:pPr>
            <a:r>
              <a:rPr lang="en-US" altLang="zh-CN" sz="2800" b="1">
                <a:latin typeface="Times New Roman" panose="02020603050405020304" pitchFamily="18" charset="0"/>
                <a:ea typeface="华文新魏" panose="02010800040101010101" pitchFamily="2" charset="-122"/>
              </a:rPr>
              <a:t>Q: </a:t>
            </a:r>
            <a:r>
              <a:rPr lang="zh-CN" altLang="en-US" sz="2800" b="1">
                <a:latin typeface="Times New Roman" panose="02020603050405020304" pitchFamily="18" charset="0"/>
                <a:ea typeface="华文新魏" panose="02010800040101010101" pitchFamily="2" charset="-122"/>
              </a:rPr>
              <a:t>米卢是个好教练。</a:t>
            </a:r>
          </a:p>
          <a:p>
            <a:pPr eaLnBrk="1" hangingPunct="1">
              <a:spcBef>
                <a:spcPct val="50000"/>
              </a:spcBef>
              <a:buFontTx/>
              <a:buNone/>
            </a:pPr>
            <a:r>
              <a:rPr lang="en-US" altLang="zh-CN" sz="2800" b="1">
                <a:latin typeface="Times New Roman" panose="02020603050405020304" pitchFamily="18" charset="0"/>
                <a:ea typeface="华文新魏" panose="02010800040101010101" pitchFamily="2" charset="-122"/>
              </a:rPr>
              <a:t>P</a:t>
            </a:r>
            <a:r>
              <a:rPr lang="en-US" altLang="zh-CN" sz="2800" b="1">
                <a:latin typeface="Times New Roman" panose="02020603050405020304" pitchFamily="18" charset="0"/>
                <a:ea typeface="华文新魏" panose="02010800040101010101" pitchFamily="2" charset="-122"/>
                <a:sym typeface="Kingsoft Phonetic Plain" pitchFamily="2" charset="2"/>
              </a:rPr>
              <a:t>∨Q:</a:t>
            </a:r>
            <a:r>
              <a:rPr lang="en-US" altLang="zh-CN" sz="2800" b="1">
                <a:solidFill>
                  <a:schemeClr val="tx2"/>
                </a:solidFill>
                <a:latin typeface="Times New Roman" panose="02020603050405020304" pitchFamily="18" charset="0"/>
                <a:ea typeface="华文新魏" panose="02010800040101010101" pitchFamily="2" charset="-122"/>
                <a:sym typeface="Kingsoft Phonetic Plain" pitchFamily="2" charset="2"/>
              </a:rPr>
              <a:t> </a:t>
            </a:r>
            <a:r>
              <a:rPr lang="zh-CN" altLang="en-US" sz="2800" b="1">
                <a:latin typeface="Times New Roman" panose="02020603050405020304" pitchFamily="18" charset="0"/>
                <a:ea typeface="华文新魏" panose="02010800040101010101" pitchFamily="2" charset="-122"/>
              </a:rPr>
              <a:t>李明在教室或米卢是个好教练。</a:t>
            </a:r>
          </a:p>
        </p:txBody>
      </p:sp>
      <p:pic>
        <p:nvPicPr>
          <p:cNvPr id="53255" name="Picture 6" descr="C:\Program Files\Microsoft Office\MEDIA\CAGCAT10\j0293844.wmf">
            <a:extLst>
              <a:ext uri="{FF2B5EF4-FFF2-40B4-BE49-F238E27FC236}">
                <a16:creationId xmlns:a16="http://schemas.microsoft.com/office/drawing/2014/main" id="{DC9EB7D2-1E66-4749-9379-1779EA03CE4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43800" y="53340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977F6B4E-767A-4733-BE72-202D447D60C7}"/>
              </a:ext>
            </a:extLst>
          </p:cNvPr>
          <p:cNvSpPr>
            <a:spLocks noRot="1" noChangeAspect="1" noMove="1" noResize="1" noEditPoints="1" noAdjustHandles="1" noChangeArrowheads="1" noChangeShapeType="1" noTextEdit="1"/>
          </p:cNvSpPr>
          <p:nvPr/>
        </p:nvSpPr>
        <p:spPr>
          <a:xfrm>
            <a:off x="611561" y="1874729"/>
            <a:ext cx="8334002" cy="1815882"/>
          </a:xfrm>
          <a:prstGeom prst="rect">
            <a:avLst/>
          </a:prstGeom>
          <a:blipFill>
            <a:blip r:embed="rId5"/>
            <a:stretch>
              <a:fillRect l="-1388" t="-4682" r="-365" b="-9030"/>
            </a:stretch>
          </a:blipFill>
          <a:ln>
            <a:solidFill>
              <a:srgbClr val="C00000"/>
            </a:solidFill>
          </a:ln>
        </p:spPr>
        <p:txBody>
          <a:bodyPr/>
          <a:lstStyle/>
          <a:p>
            <a:pPr>
              <a:defRPr/>
            </a:pPr>
            <a:r>
              <a:rPr lang="zh-CN" altLang="en-US">
                <a:noFill/>
              </a:rPr>
              <a:t> </a:t>
            </a: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298" name="日期占位符 1">
            <a:extLst>
              <a:ext uri="{FF2B5EF4-FFF2-40B4-BE49-F238E27FC236}">
                <a16:creationId xmlns:a16="http://schemas.microsoft.com/office/drawing/2014/main" id="{2081F39D-E6C9-4AC2-A635-A7F2557D59EA}"/>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74535702-02A4-43BD-A5F5-29D3278DCECB}"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55299" name="页脚占位符 2">
            <a:extLst>
              <a:ext uri="{FF2B5EF4-FFF2-40B4-BE49-F238E27FC236}">
                <a16:creationId xmlns:a16="http://schemas.microsoft.com/office/drawing/2014/main" id="{6C557A2C-7A50-4FAC-B96D-4F35A384E730}"/>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55300" name="灯片编号占位符 3">
            <a:extLst>
              <a:ext uri="{FF2B5EF4-FFF2-40B4-BE49-F238E27FC236}">
                <a16:creationId xmlns:a16="http://schemas.microsoft.com/office/drawing/2014/main" id="{EA3064B2-392E-4E08-AF58-2D15DC005A08}"/>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15CE830F-E6F4-4BC1-8C67-1A8B0BA7CD70}" type="slidenum">
              <a:rPr lang="en-US" altLang="zh-CN" sz="1400" smtClean="0">
                <a:latin typeface="Times New Roman" panose="02020603050405020304" pitchFamily="18" charset="0"/>
                <a:ea typeface="宋体" panose="02010600030101010101" pitchFamily="2" charset="-122"/>
              </a:rPr>
              <a:pPr>
                <a:spcBef>
                  <a:spcPct val="0"/>
                </a:spcBef>
                <a:buFontTx/>
                <a:buNone/>
              </a:pPr>
              <a:t>40</a:t>
            </a:fld>
            <a:endParaRPr lang="en-US" altLang="zh-CN" sz="1400">
              <a:latin typeface="Times New Roman" panose="02020603050405020304" pitchFamily="18" charset="0"/>
              <a:ea typeface="宋体" panose="02010600030101010101" pitchFamily="2" charset="-122"/>
            </a:endParaRPr>
          </a:p>
        </p:txBody>
      </p:sp>
      <p:sp>
        <p:nvSpPr>
          <p:cNvPr id="55301" name="Text Box 3">
            <a:extLst>
              <a:ext uri="{FF2B5EF4-FFF2-40B4-BE49-F238E27FC236}">
                <a16:creationId xmlns:a16="http://schemas.microsoft.com/office/drawing/2014/main" id="{F875890E-38A3-46AD-A42F-6A5D306F844D}"/>
              </a:ext>
            </a:extLst>
          </p:cNvPr>
          <p:cNvSpPr txBox="1">
            <a:spLocks noChangeArrowheads="1"/>
          </p:cNvSpPr>
          <p:nvPr/>
        </p:nvSpPr>
        <p:spPr bwMode="auto">
          <a:xfrm>
            <a:off x="755650" y="1844675"/>
            <a:ext cx="7315200" cy="579438"/>
          </a:xfrm>
          <a:prstGeom prst="rect">
            <a:avLst/>
          </a:prstGeom>
          <a:solidFill>
            <a:srgbClr val="FFFFCC"/>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3200" b="1">
                <a:solidFill>
                  <a:srgbClr val="FF0000"/>
                </a:solidFill>
                <a:latin typeface="Times New Roman" panose="02020603050405020304" pitchFamily="18" charset="0"/>
                <a:ea typeface="华文新魏" panose="02010800040101010101" pitchFamily="2" charset="-122"/>
                <a:sym typeface="Kingsoft Phonetic Plain" pitchFamily="2" charset="2"/>
              </a:rPr>
              <a:t>P∨Q</a:t>
            </a:r>
            <a:r>
              <a:rPr lang="zh-CN" altLang="en-US" sz="3200" b="1">
                <a:solidFill>
                  <a:srgbClr val="FF0000"/>
                </a:solidFill>
                <a:latin typeface="Times New Roman" panose="02020603050405020304" pitchFamily="18" charset="0"/>
                <a:ea typeface="华文新魏" panose="02010800040101010101" pitchFamily="2" charset="-122"/>
                <a:sym typeface="Kingsoft Phonetic Plain" pitchFamily="2" charset="2"/>
              </a:rPr>
              <a:t>的真值为</a:t>
            </a:r>
            <a:r>
              <a:rPr lang="en-US" altLang="zh-CN" sz="3200" b="1">
                <a:solidFill>
                  <a:srgbClr val="FF0000"/>
                </a:solidFill>
                <a:latin typeface="Times New Roman" panose="02020603050405020304" pitchFamily="18" charset="0"/>
                <a:ea typeface="华文新魏" panose="02010800040101010101" pitchFamily="2" charset="-122"/>
                <a:sym typeface="Kingsoft Phonetic Plain" pitchFamily="2" charset="2"/>
              </a:rPr>
              <a:t>F</a:t>
            </a:r>
            <a:r>
              <a:rPr lang="zh-CN" altLang="en-US" sz="3200" b="1">
                <a:solidFill>
                  <a:srgbClr val="FF0000"/>
                </a:solidFill>
                <a:latin typeface="Times New Roman" panose="02020603050405020304" pitchFamily="18" charset="0"/>
                <a:ea typeface="华文新魏" panose="02010800040101010101" pitchFamily="2" charset="-122"/>
                <a:sym typeface="Kingsoft Phonetic Plain" pitchFamily="2" charset="2"/>
              </a:rPr>
              <a:t>，当且仅当</a:t>
            </a:r>
            <a:r>
              <a:rPr lang="en-US" altLang="zh-CN" sz="3200" b="1">
                <a:solidFill>
                  <a:srgbClr val="FF0000"/>
                </a:solidFill>
                <a:latin typeface="Times New Roman" panose="02020603050405020304" pitchFamily="18" charset="0"/>
                <a:ea typeface="华文新魏" panose="02010800040101010101" pitchFamily="2" charset="-122"/>
                <a:sym typeface="Kingsoft Phonetic Plain" pitchFamily="2" charset="2"/>
              </a:rPr>
              <a:t>P</a:t>
            </a:r>
            <a:r>
              <a:rPr lang="zh-CN" altLang="en-US" sz="3200" b="1">
                <a:solidFill>
                  <a:srgbClr val="FF0000"/>
                </a:solidFill>
                <a:latin typeface="Times New Roman" panose="02020603050405020304" pitchFamily="18" charset="0"/>
                <a:ea typeface="华文新魏" panose="02010800040101010101" pitchFamily="2" charset="-122"/>
                <a:sym typeface="Kingsoft Phonetic Plain" pitchFamily="2" charset="2"/>
              </a:rPr>
              <a:t>与</a:t>
            </a:r>
            <a:r>
              <a:rPr lang="en-US" altLang="zh-CN" sz="3200" b="1">
                <a:solidFill>
                  <a:srgbClr val="FF0000"/>
                </a:solidFill>
                <a:latin typeface="Times New Roman" panose="02020603050405020304" pitchFamily="18" charset="0"/>
                <a:ea typeface="华文新魏" panose="02010800040101010101" pitchFamily="2" charset="-122"/>
                <a:sym typeface="Kingsoft Phonetic Plain" pitchFamily="2" charset="2"/>
              </a:rPr>
              <a:t>Q</a:t>
            </a:r>
            <a:r>
              <a:rPr lang="zh-CN" altLang="en-US" sz="3200" b="1">
                <a:solidFill>
                  <a:srgbClr val="FF0000"/>
                </a:solidFill>
                <a:latin typeface="Times New Roman" panose="02020603050405020304" pitchFamily="18" charset="0"/>
                <a:ea typeface="华文新魏" panose="02010800040101010101" pitchFamily="2" charset="-122"/>
                <a:sym typeface="Kingsoft Phonetic Plain" pitchFamily="2" charset="2"/>
              </a:rPr>
              <a:t>均为</a:t>
            </a:r>
            <a:r>
              <a:rPr lang="en-US" altLang="zh-CN" sz="3200" b="1">
                <a:solidFill>
                  <a:srgbClr val="FF0000"/>
                </a:solidFill>
                <a:latin typeface="Times New Roman" panose="02020603050405020304" pitchFamily="18" charset="0"/>
                <a:ea typeface="华文新魏" panose="02010800040101010101" pitchFamily="2" charset="-122"/>
                <a:sym typeface="Kingsoft Phonetic Plain" pitchFamily="2" charset="2"/>
              </a:rPr>
              <a:t>F</a:t>
            </a:r>
            <a:endParaRPr kumimoji="0" lang="en-US" altLang="zh-CN" sz="3200" b="1">
              <a:latin typeface="Times New Roman" panose="02020603050405020304" pitchFamily="18" charset="0"/>
              <a:ea typeface="宋体" panose="02010600030101010101" pitchFamily="2" charset="-122"/>
              <a:cs typeface="Arial" panose="020B0604020202020204" pitchFamily="34" charset="0"/>
            </a:endParaRPr>
          </a:p>
        </p:txBody>
      </p:sp>
      <p:graphicFrame>
        <p:nvGraphicFramePr>
          <p:cNvPr id="670750" name="Group 30">
            <a:extLst>
              <a:ext uri="{FF2B5EF4-FFF2-40B4-BE49-F238E27FC236}">
                <a16:creationId xmlns:a16="http://schemas.microsoft.com/office/drawing/2014/main" id="{6CED9366-89D7-48E8-A4D0-BDD30EDE05C9}"/>
              </a:ext>
            </a:extLst>
          </p:cNvPr>
          <p:cNvGraphicFramePr>
            <a:graphicFrameLocks noGrp="1"/>
          </p:cNvGraphicFramePr>
          <p:nvPr/>
        </p:nvGraphicFramePr>
        <p:xfrm>
          <a:off x="1331913" y="2636838"/>
          <a:ext cx="7321550" cy="3505200"/>
        </p:xfrm>
        <a:graphic>
          <a:graphicData uri="http://schemas.openxmlformats.org/drawingml/2006/table">
            <a:tbl>
              <a:tblPr/>
              <a:tblGrid>
                <a:gridCol w="2289175">
                  <a:extLst>
                    <a:ext uri="{9D8B030D-6E8A-4147-A177-3AD203B41FA5}">
                      <a16:colId xmlns:a16="http://schemas.microsoft.com/office/drawing/2014/main" val="20000"/>
                    </a:ext>
                  </a:extLst>
                </a:gridCol>
                <a:gridCol w="2290762">
                  <a:extLst>
                    <a:ext uri="{9D8B030D-6E8A-4147-A177-3AD203B41FA5}">
                      <a16:colId xmlns:a16="http://schemas.microsoft.com/office/drawing/2014/main" val="20001"/>
                    </a:ext>
                  </a:extLst>
                </a:gridCol>
                <a:gridCol w="2741613">
                  <a:extLst>
                    <a:ext uri="{9D8B030D-6E8A-4147-A177-3AD203B41FA5}">
                      <a16:colId xmlns:a16="http://schemas.microsoft.com/office/drawing/2014/main" val="20002"/>
                    </a:ext>
                  </a:extLst>
                </a:gridCol>
              </a:tblGrid>
              <a:tr h="558800">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2" panose="05020102010507070707" pitchFamily="18" charset="2"/>
                        <a:buNone/>
                        <a:tabLst/>
                      </a:pPr>
                      <a:r>
                        <a:rPr kumimoji="1" lang="en-US" altLang="zh-CN" sz="40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P</a:t>
                      </a:r>
                      <a:endParaRPr kumimoji="1" lang="en-CA" altLang="zh-CN" sz="40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2" panose="05020102010507070707" pitchFamily="18" charset="2"/>
                        <a:buNone/>
                        <a:tabLst/>
                      </a:pPr>
                      <a:r>
                        <a:rPr kumimoji="1" lang="en-US" altLang="zh-CN" sz="40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Q</a:t>
                      </a:r>
                      <a:endParaRPr kumimoji="1" lang="en-CA" altLang="zh-CN" sz="40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2" panose="05020102010507070707" pitchFamily="18" charset="2"/>
                        <a:buNone/>
                        <a:tabLst/>
                      </a:pPr>
                      <a:r>
                        <a:rPr kumimoji="1" lang="en-US" altLang="zh-CN" sz="40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P</a:t>
                      </a:r>
                      <a:r>
                        <a:rPr kumimoji="1" lang="en-US" altLang="zh-CN" sz="40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sym typeface="Symbol" panose="05050102010706020507" pitchFamily="18" charset="2"/>
                        </a:rPr>
                        <a:t>Q</a:t>
                      </a:r>
                      <a:endParaRPr kumimoji="1" lang="en-CA" altLang="zh-CN" sz="4000" b="1" i="1"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sym typeface="Symbol" panose="05050102010706020507" pitchFamily="18" charset="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extLst>
                  <a:ext uri="{0D108BD9-81ED-4DB2-BD59-A6C34878D82A}">
                    <a16:rowId xmlns:a16="http://schemas.microsoft.com/office/drawing/2014/main" val="10000"/>
                  </a:ext>
                </a:extLst>
              </a:tr>
              <a:tr h="625475">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2" panose="05020102010507070707" pitchFamily="18" charset="2"/>
                        <a:buNone/>
                        <a:tabLst/>
                      </a:pPr>
                      <a:r>
                        <a:rPr kumimoji="1" lang="en-US" altLang="zh-CN" sz="40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T</a:t>
                      </a:r>
                      <a:endParaRPr kumimoji="1" lang="en-CA" altLang="zh-CN" sz="40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2" panose="05020102010507070707" pitchFamily="18" charset="2"/>
                        <a:buNone/>
                        <a:tabLst/>
                      </a:pPr>
                      <a:r>
                        <a:rPr kumimoji="1" lang="en-US" altLang="zh-CN" sz="40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T</a:t>
                      </a:r>
                      <a:endParaRPr kumimoji="1" lang="en-CA" altLang="zh-CN" sz="40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2" panose="05020102010507070707" pitchFamily="18" charset="2"/>
                        <a:buNone/>
                        <a:tabLst/>
                      </a:pPr>
                      <a:r>
                        <a:rPr kumimoji="1" lang="en-US" altLang="zh-CN" sz="40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T</a:t>
                      </a:r>
                      <a:endParaRPr kumimoji="1" lang="en-CA" altLang="zh-CN" sz="40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extLst>
                  <a:ext uri="{0D108BD9-81ED-4DB2-BD59-A6C34878D82A}">
                    <a16:rowId xmlns:a16="http://schemas.microsoft.com/office/drawing/2014/main" val="10001"/>
                  </a:ext>
                </a:extLst>
              </a:tr>
              <a:tr h="625475">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2" panose="05020102010507070707" pitchFamily="18" charset="2"/>
                        <a:buNone/>
                        <a:tabLst/>
                      </a:pPr>
                      <a:r>
                        <a:rPr kumimoji="1" lang="en-US" altLang="zh-CN" sz="4000" b="1" i="0" u="none" strike="noStrike" cap="none" normalizeH="0" baseline="0" dirty="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T</a:t>
                      </a:r>
                      <a:endParaRPr kumimoji="1" lang="en-CA" altLang="zh-CN" sz="4000" b="1" i="0" u="none" strike="noStrike" cap="none" normalizeH="0" baseline="0" dirty="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2" panose="05020102010507070707" pitchFamily="18" charset="2"/>
                        <a:buNone/>
                        <a:tabLst/>
                      </a:pPr>
                      <a:r>
                        <a:rPr kumimoji="1" lang="en-US" altLang="zh-CN" sz="40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F</a:t>
                      </a:r>
                      <a:endParaRPr kumimoji="1" lang="en-CA" altLang="zh-CN" sz="40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2" panose="05020102010507070707" pitchFamily="18" charset="2"/>
                        <a:buNone/>
                        <a:tabLst/>
                      </a:pPr>
                      <a:r>
                        <a:rPr kumimoji="1" lang="en-US" altLang="zh-CN" sz="40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T</a:t>
                      </a:r>
                      <a:endParaRPr kumimoji="1" lang="en-CA" altLang="zh-CN" sz="40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extLst>
                  <a:ext uri="{0D108BD9-81ED-4DB2-BD59-A6C34878D82A}">
                    <a16:rowId xmlns:a16="http://schemas.microsoft.com/office/drawing/2014/main" val="10002"/>
                  </a:ext>
                </a:extLst>
              </a:tr>
              <a:tr h="609600">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2" panose="05020102010507070707" pitchFamily="18" charset="2"/>
                        <a:buNone/>
                        <a:tabLst/>
                      </a:pPr>
                      <a:r>
                        <a:rPr kumimoji="1" lang="en-US" altLang="zh-CN" sz="40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F</a:t>
                      </a:r>
                      <a:endParaRPr kumimoji="1" lang="en-CA" altLang="zh-CN" sz="40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2" panose="05020102010507070707" pitchFamily="18" charset="2"/>
                        <a:buNone/>
                        <a:tabLst/>
                      </a:pPr>
                      <a:r>
                        <a:rPr kumimoji="1" lang="en-US" altLang="zh-CN" sz="40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T</a:t>
                      </a:r>
                      <a:endParaRPr kumimoji="1" lang="en-CA" altLang="zh-CN" sz="40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2" panose="05020102010507070707" pitchFamily="18" charset="2"/>
                        <a:buNone/>
                        <a:tabLst/>
                      </a:pPr>
                      <a:r>
                        <a:rPr kumimoji="1" lang="en-US" altLang="zh-CN" sz="40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T</a:t>
                      </a:r>
                      <a:endParaRPr kumimoji="1" lang="en-CA" altLang="zh-CN" sz="40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extLst>
                  <a:ext uri="{0D108BD9-81ED-4DB2-BD59-A6C34878D82A}">
                    <a16:rowId xmlns:a16="http://schemas.microsoft.com/office/drawing/2014/main" val="10003"/>
                  </a:ext>
                </a:extLst>
              </a:tr>
              <a:tr h="628650">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2" panose="05020102010507070707" pitchFamily="18" charset="2"/>
                        <a:buNone/>
                        <a:tabLst/>
                      </a:pPr>
                      <a:r>
                        <a:rPr kumimoji="1" lang="en-US" altLang="zh-CN" sz="40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F</a:t>
                      </a:r>
                      <a:endParaRPr kumimoji="1" lang="en-CA" altLang="zh-CN" sz="40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2" panose="05020102010507070707" pitchFamily="18" charset="2"/>
                        <a:buNone/>
                        <a:tabLst/>
                      </a:pPr>
                      <a:r>
                        <a:rPr kumimoji="1" lang="en-US" altLang="zh-CN" sz="40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F</a:t>
                      </a:r>
                      <a:endParaRPr kumimoji="1" lang="en-CA" altLang="zh-CN" sz="40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2" panose="05020102010507070707" pitchFamily="18" charset="2"/>
                        <a:buNone/>
                        <a:tabLst/>
                      </a:pPr>
                      <a:r>
                        <a:rPr kumimoji="1" lang="en-US" altLang="zh-CN" sz="4000" b="1" i="0" u="none" strike="noStrike" cap="none" normalizeH="0" baseline="0" dirty="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F</a:t>
                      </a:r>
                      <a:endParaRPr kumimoji="1" lang="en-CA" altLang="zh-CN" sz="4000" b="1" i="0" u="none" strike="noStrike" cap="none" normalizeH="0" baseline="0" dirty="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extLst>
                  <a:ext uri="{0D108BD9-81ED-4DB2-BD59-A6C34878D82A}">
                    <a16:rowId xmlns:a16="http://schemas.microsoft.com/office/drawing/2014/main" val="10004"/>
                  </a:ext>
                </a:extLst>
              </a:tr>
            </a:tbl>
          </a:graphicData>
        </a:graphic>
      </p:graphicFrame>
      <p:sp>
        <p:nvSpPr>
          <p:cNvPr id="55328" name="Text Box 2">
            <a:extLst>
              <a:ext uri="{FF2B5EF4-FFF2-40B4-BE49-F238E27FC236}">
                <a16:creationId xmlns:a16="http://schemas.microsoft.com/office/drawing/2014/main" id="{E3C7A845-16DF-45D4-B524-6AB0292D4FFC}"/>
              </a:ext>
            </a:extLst>
          </p:cNvPr>
          <p:cNvSpPr txBox="1">
            <a:spLocks noChangeArrowheads="1"/>
          </p:cNvSpPr>
          <p:nvPr/>
        </p:nvSpPr>
        <p:spPr bwMode="auto">
          <a:xfrm>
            <a:off x="1219200" y="685800"/>
            <a:ext cx="6161088"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3"/>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Times New Roman" panose="02020603050405020304" pitchFamily="18" charset="0"/>
                <a:ea typeface="宋体" panose="02010600030101010101" pitchFamily="2" charset="-122"/>
                <a:cs typeface="Arial" panose="020B0604020202020204" pitchFamily="34" charset="0"/>
              </a:rPr>
              <a:t> </a:t>
            </a:r>
            <a:r>
              <a:rPr lang="en-US" altLang="zh-CN" sz="4800" b="1">
                <a:solidFill>
                  <a:schemeClr val="bg1"/>
                </a:solidFill>
                <a:latin typeface="Times New Roman" panose="02020603050405020304" pitchFamily="18" charset="0"/>
                <a:ea typeface="宋体" panose="02010600030101010101" pitchFamily="2" charset="-122"/>
                <a:cs typeface="Arial" panose="020B0604020202020204" pitchFamily="34" charset="0"/>
              </a:rPr>
              <a:t>“</a:t>
            </a:r>
            <a:r>
              <a:rPr lang="en-US" altLang="zh-CN" sz="4800" b="1">
                <a:solidFill>
                  <a:schemeClr val="bg1"/>
                </a:solidFill>
                <a:latin typeface="宋体" panose="02010600030101010101" pitchFamily="2" charset="-122"/>
                <a:ea typeface="宋体" panose="02010600030101010101" pitchFamily="2" charset="-122"/>
                <a:cs typeface="Arial" panose="020B0604020202020204" pitchFamily="34" charset="0"/>
              </a:rPr>
              <a:t>(</a:t>
            </a:r>
            <a:r>
              <a:rPr lang="zh-CN" altLang="en-US" sz="4800" b="1">
                <a:solidFill>
                  <a:schemeClr val="bg1"/>
                </a:solidFill>
                <a:latin typeface="宋体" panose="02010600030101010101" pitchFamily="2" charset="-122"/>
                <a:ea typeface="宋体" panose="02010600030101010101" pitchFamily="2" charset="-122"/>
                <a:cs typeface="Arial" panose="020B0604020202020204" pitchFamily="34" charset="0"/>
              </a:rPr>
              <a:t>可兼</a:t>
            </a:r>
            <a:r>
              <a:rPr lang="en-US" altLang="zh-CN" sz="4800" b="1">
                <a:solidFill>
                  <a:schemeClr val="bg1"/>
                </a:solidFill>
                <a:latin typeface="宋体" panose="02010600030101010101" pitchFamily="2" charset="-122"/>
                <a:ea typeface="宋体" panose="02010600030101010101" pitchFamily="2" charset="-122"/>
                <a:cs typeface="Arial" panose="020B0604020202020204" pitchFamily="34" charset="0"/>
              </a:rPr>
              <a:t>)</a:t>
            </a:r>
            <a:r>
              <a:rPr lang="zh-CN" altLang="en-US" sz="4800" b="1">
                <a:solidFill>
                  <a:schemeClr val="bg1"/>
                </a:solidFill>
                <a:latin typeface="宋体" panose="02010600030101010101" pitchFamily="2" charset="-122"/>
                <a:ea typeface="宋体" panose="02010600030101010101" pitchFamily="2" charset="-122"/>
                <a:cs typeface="Arial" panose="020B0604020202020204" pitchFamily="34" charset="0"/>
              </a:rPr>
              <a:t>或</a:t>
            </a:r>
            <a:r>
              <a:rPr lang="zh-CN" altLang="en-US" sz="4800" b="1">
                <a:solidFill>
                  <a:schemeClr val="bg1"/>
                </a:solidFill>
                <a:latin typeface="Times New Roman" panose="02020603050405020304" pitchFamily="18" charset="0"/>
                <a:ea typeface="宋体" panose="02010600030101010101" pitchFamily="2" charset="-122"/>
                <a:cs typeface="Arial" panose="020B0604020202020204" pitchFamily="34" charset="0"/>
              </a:rPr>
              <a:t>”</a:t>
            </a:r>
            <a:r>
              <a:rPr lang="zh-CN" altLang="en-US" sz="4800" b="1">
                <a:solidFill>
                  <a:schemeClr val="bg1"/>
                </a:solidFill>
                <a:latin typeface="宋体" panose="02010600030101010101" pitchFamily="2" charset="-122"/>
                <a:ea typeface="宋体" panose="02010600030101010101" pitchFamily="2" charset="-122"/>
                <a:cs typeface="Arial" panose="020B0604020202020204" pitchFamily="34" charset="0"/>
              </a:rPr>
              <a:t>运算</a:t>
            </a:r>
          </a:p>
        </p:txBody>
      </p:sp>
      <p:pic>
        <p:nvPicPr>
          <p:cNvPr id="55329" name="Picture 6" descr="C:\Program Files\Microsoft Office\MEDIA\CAGCAT10\j0293844.wmf">
            <a:extLst>
              <a:ext uri="{FF2B5EF4-FFF2-40B4-BE49-F238E27FC236}">
                <a16:creationId xmlns:a16="http://schemas.microsoft.com/office/drawing/2014/main" id="{D9FDE113-D214-4144-8960-5A5DCAA675C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78750" y="4762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7346" name="日期占位符 1">
            <a:extLst>
              <a:ext uri="{FF2B5EF4-FFF2-40B4-BE49-F238E27FC236}">
                <a16:creationId xmlns:a16="http://schemas.microsoft.com/office/drawing/2014/main" id="{9424AD17-AFEF-4A78-AE6D-0AA05D970231}"/>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C2E5859F-9BAB-4192-B902-2176ED6AB343}"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57347" name="页脚占位符 2">
            <a:extLst>
              <a:ext uri="{FF2B5EF4-FFF2-40B4-BE49-F238E27FC236}">
                <a16:creationId xmlns:a16="http://schemas.microsoft.com/office/drawing/2014/main" id="{682FAD0B-EEAE-47A9-B340-91869C6AA932}"/>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57348" name="灯片编号占位符 3">
            <a:extLst>
              <a:ext uri="{FF2B5EF4-FFF2-40B4-BE49-F238E27FC236}">
                <a16:creationId xmlns:a16="http://schemas.microsoft.com/office/drawing/2014/main" id="{BAF844D9-2F44-468B-9C4B-92F201B2E3D4}"/>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80182AA6-27FD-433D-B4A9-C60D6BA2CB8A}" type="slidenum">
              <a:rPr lang="en-US" altLang="zh-CN" sz="1400" smtClean="0">
                <a:latin typeface="Times New Roman" panose="02020603050405020304" pitchFamily="18" charset="0"/>
                <a:ea typeface="宋体" panose="02010600030101010101" pitchFamily="2" charset="-122"/>
              </a:rPr>
              <a:pPr>
                <a:spcBef>
                  <a:spcPct val="0"/>
                </a:spcBef>
                <a:buFontTx/>
                <a:buNone/>
              </a:pPr>
              <a:t>41</a:t>
            </a:fld>
            <a:endParaRPr lang="en-US" altLang="zh-CN" sz="1400">
              <a:latin typeface="Times New Roman" panose="02020603050405020304" pitchFamily="18" charset="0"/>
              <a:ea typeface="宋体" panose="02010600030101010101" pitchFamily="2" charset="-122"/>
            </a:endParaRPr>
          </a:p>
        </p:txBody>
      </p:sp>
      <p:sp>
        <p:nvSpPr>
          <p:cNvPr id="57349" name="Text Box 2">
            <a:extLst>
              <a:ext uri="{FF2B5EF4-FFF2-40B4-BE49-F238E27FC236}">
                <a16:creationId xmlns:a16="http://schemas.microsoft.com/office/drawing/2014/main" id="{FA41E73E-81D3-47BE-A19F-13CFED776EE5}"/>
              </a:ext>
            </a:extLst>
          </p:cNvPr>
          <p:cNvSpPr txBox="1">
            <a:spLocks noChangeArrowheads="1"/>
          </p:cNvSpPr>
          <p:nvPr/>
        </p:nvSpPr>
        <p:spPr bwMode="auto">
          <a:xfrm>
            <a:off x="1219200" y="685800"/>
            <a:ext cx="6161088" cy="83026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3"/>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4800" b="1">
                <a:solidFill>
                  <a:schemeClr val="bg1"/>
                </a:solidFill>
                <a:latin typeface="Times New Roman" panose="02020603050405020304" pitchFamily="18" charset="0"/>
                <a:ea typeface="宋体" panose="02010600030101010101" pitchFamily="2" charset="-122"/>
                <a:cs typeface="Arial" panose="020B0604020202020204" pitchFamily="34" charset="0"/>
              </a:rPr>
              <a:t> </a:t>
            </a:r>
            <a:r>
              <a:rPr lang="zh-CN" altLang="en-US" sz="4800" b="1">
                <a:solidFill>
                  <a:schemeClr val="bg1"/>
                </a:solidFill>
                <a:latin typeface="Times New Roman" panose="02020603050405020304" pitchFamily="18" charset="0"/>
                <a:ea typeface="宋体" panose="02010600030101010101" pitchFamily="2" charset="-122"/>
                <a:cs typeface="Arial" panose="020B0604020202020204" pitchFamily="34" charset="0"/>
              </a:rPr>
              <a:t>非与或的电路图</a:t>
            </a:r>
            <a:endParaRPr lang="zh-CN" altLang="en-US" sz="4800" b="1">
              <a:solidFill>
                <a:schemeClr val="bg1"/>
              </a:solidFill>
              <a:latin typeface="宋体" panose="02010600030101010101" pitchFamily="2" charset="-122"/>
              <a:ea typeface="宋体" panose="02010600030101010101" pitchFamily="2" charset="-122"/>
              <a:cs typeface="Arial" panose="020B0604020202020204" pitchFamily="34" charset="0"/>
            </a:endParaRPr>
          </a:p>
        </p:txBody>
      </p:sp>
      <p:pic>
        <p:nvPicPr>
          <p:cNvPr id="57350" name="Picture 6" descr="C:\Program Files\Microsoft Office\MEDIA\CAGCAT10\j0293844.wmf">
            <a:extLst>
              <a:ext uri="{FF2B5EF4-FFF2-40B4-BE49-F238E27FC236}">
                <a16:creationId xmlns:a16="http://schemas.microsoft.com/office/drawing/2014/main" id="{15C6DB38-044B-46FD-ABBF-ACDC43DC1F3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78750" y="4762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26938A56-DA69-4DB5-A25B-8EDF336F4A45}"/>
              </a:ext>
            </a:extLst>
          </p:cNvPr>
          <p:cNvSpPr/>
          <p:nvPr/>
        </p:nvSpPr>
        <p:spPr>
          <a:xfrm>
            <a:off x="231775" y="2217738"/>
            <a:ext cx="8135938" cy="522287"/>
          </a:xfrm>
          <a:prstGeom prst="rect">
            <a:avLst/>
          </a:prstGeom>
          <a:solidFill>
            <a:schemeClr val="accent3"/>
          </a:solidFill>
          <a:ln>
            <a:solidFill>
              <a:srgbClr val="C00000"/>
            </a:solidFill>
          </a:ln>
        </p:spPr>
        <p:txBody>
          <a:bodyPr>
            <a:spAutoFit/>
          </a:bodyPr>
          <a:lstStyle/>
          <a:p>
            <a:pPr indent="267335" algn="just">
              <a:spcAft>
                <a:spcPts val="0"/>
              </a:spcAft>
              <a:defRPr/>
            </a:pPr>
            <a:r>
              <a:rPr lang="zh-CN" altLang="zh-CN" kern="100" dirty="0">
                <a:latin typeface="Calibri" panose="020F0502020204030204" pitchFamily="34" charset="0"/>
                <a:cs typeface="Times New Roman" panose="02020603050405020304" pitchFamily="18" charset="0"/>
              </a:rPr>
              <a:t>【例题】用复合命题表示下图所示的开关电路：</a:t>
            </a:r>
          </a:p>
        </p:txBody>
      </p:sp>
      <p:pic>
        <p:nvPicPr>
          <p:cNvPr id="57352" name="图片 2">
            <a:extLst>
              <a:ext uri="{FF2B5EF4-FFF2-40B4-BE49-F238E27FC236}">
                <a16:creationId xmlns:a16="http://schemas.microsoft.com/office/drawing/2014/main" id="{D96BD1ED-D106-44C1-B14D-EA5041F7E0F4}"/>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96888" y="3325813"/>
            <a:ext cx="8150225" cy="165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日期占位符 3">
            <a:extLst>
              <a:ext uri="{FF2B5EF4-FFF2-40B4-BE49-F238E27FC236}">
                <a16:creationId xmlns:a16="http://schemas.microsoft.com/office/drawing/2014/main" id="{9EE8B531-BC38-4357-8D7D-83B0612E7F0E}"/>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9BD5151C-7D3F-4A1D-BE6D-9BB87904B58C}"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59395" name="页脚占位符 4">
            <a:extLst>
              <a:ext uri="{FF2B5EF4-FFF2-40B4-BE49-F238E27FC236}">
                <a16:creationId xmlns:a16="http://schemas.microsoft.com/office/drawing/2014/main" id="{682B64B6-16A2-45DD-B38E-C6403DF02303}"/>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59396" name="灯片编号占位符 5">
            <a:extLst>
              <a:ext uri="{FF2B5EF4-FFF2-40B4-BE49-F238E27FC236}">
                <a16:creationId xmlns:a16="http://schemas.microsoft.com/office/drawing/2014/main" id="{1B7A9D9F-99C2-424F-B150-C68B6B1AEE49}"/>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3F7D2C06-E3B8-44B9-B863-2175342E98C4}" type="slidenum">
              <a:rPr lang="en-US" altLang="zh-CN" sz="1400" smtClean="0">
                <a:latin typeface="Times New Roman" panose="02020603050405020304" pitchFamily="18" charset="0"/>
                <a:ea typeface="宋体" panose="02010600030101010101" pitchFamily="2" charset="-122"/>
              </a:rPr>
              <a:pPr>
                <a:spcBef>
                  <a:spcPct val="0"/>
                </a:spcBef>
                <a:buFontTx/>
                <a:buNone/>
              </a:pPr>
              <a:t>42</a:t>
            </a:fld>
            <a:endParaRPr lang="en-US" altLang="zh-CN" sz="1400">
              <a:latin typeface="Times New Roman" panose="02020603050405020304" pitchFamily="18" charset="0"/>
              <a:ea typeface="宋体" panose="02010600030101010101" pitchFamily="2" charset="-122"/>
            </a:endParaRPr>
          </a:p>
        </p:txBody>
      </p:sp>
      <p:sp>
        <p:nvSpPr>
          <p:cNvPr id="59397" name="Text Box 2">
            <a:extLst>
              <a:ext uri="{FF2B5EF4-FFF2-40B4-BE49-F238E27FC236}">
                <a16:creationId xmlns:a16="http://schemas.microsoft.com/office/drawing/2014/main" id="{9DFD3DAF-6063-40F3-9548-D056141196F9}"/>
              </a:ext>
            </a:extLst>
          </p:cNvPr>
          <p:cNvSpPr txBox="1">
            <a:spLocks noChangeArrowheads="1"/>
          </p:cNvSpPr>
          <p:nvPr/>
        </p:nvSpPr>
        <p:spPr bwMode="auto">
          <a:xfrm>
            <a:off x="1508125" y="765175"/>
            <a:ext cx="58007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Times New Roman" panose="02020603050405020304" pitchFamily="18" charset="0"/>
                <a:ea typeface="宋体" panose="02010600030101010101" pitchFamily="2" charset="-122"/>
                <a:cs typeface="Arial" panose="020B0604020202020204" pitchFamily="34" charset="0"/>
              </a:rPr>
              <a:t> “</a:t>
            </a: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蕴含</a:t>
            </a:r>
            <a:r>
              <a:rPr lang="zh-CN" altLang="en-US" sz="5400" b="1">
                <a:solidFill>
                  <a:schemeClr val="bg1"/>
                </a:solidFill>
                <a:latin typeface="Times New Roman" panose="02020603050405020304" pitchFamily="18" charset="0"/>
                <a:ea typeface="宋体" panose="02010600030101010101" pitchFamily="2" charset="-122"/>
                <a:cs typeface="Arial" panose="020B0604020202020204" pitchFamily="34" charset="0"/>
              </a:rPr>
              <a:t>”</a:t>
            </a: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运算</a:t>
            </a:r>
          </a:p>
        </p:txBody>
      </p:sp>
      <p:pic>
        <p:nvPicPr>
          <p:cNvPr id="59398" name="Picture 6" descr="C:\Program Files\Microsoft Office\MEDIA\CAGCAT10\j0293844.wmf">
            <a:extLst>
              <a:ext uri="{FF2B5EF4-FFF2-40B4-BE49-F238E27FC236}">
                <a16:creationId xmlns:a16="http://schemas.microsoft.com/office/drawing/2014/main" id="{ADC87AA0-F938-4526-A0D3-4E4635AAE0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07313" y="476250"/>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a:extLst>
              <a:ext uri="{FF2B5EF4-FFF2-40B4-BE49-F238E27FC236}">
                <a16:creationId xmlns:a16="http://schemas.microsoft.com/office/drawing/2014/main" id="{A57E078F-2905-4D9F-BAC8-9286EEB28170}"/>
              </a:ext>
            </a:extLst>
          </p:cNvPr>
          <p:cNvSpPr>
            <a:spLocks noRot="1" noChangeAspect="1" noMove="1" noResize="1" noEditPoints="1" noAdjustHandles="1" noChangeArrowheads="1" noChangeShapeType="1" noTextEdit="1"/>
          </p:cNvSpPr>
          <p:nvPr/>
        </p:nvSpPr>
        <p:spPr>
          <a:xfrm>
            <a:off x="539552" y="2420888"/>
            <a:ext cx="8333444" cy="2677656"/>
          </a:xfrm>
          <a:prstGeom prst="rect">
            <a:avLst/>
          </a:prstGeom>
          <a:blipFill>
            <a:blip r:embed="rId4"/>
            <a:stretch>
              <a:fillRect l="-1461" t="-2948" b="-4535"/>
            </a:stretch>
          </a:blipFill>
          <a:ln>
            <a:solidFill>
              <a:srgbClr val="C00000"/>
            </a:solidFill>
          </a:ln>
        </p:spPr>
        <p:txBody>
          <a:bodyPr/>
          <a:lstStyle/>
          <a:p>
            <a:pPr>
              <a:defRPr/>
            </a:pPr>
            <a:r>
              <a:rPr lang="zh-CN" altLang="en-US">
                <a:noFill/>
              </a:rPr>
              <a:t> </a:t>
            </a: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日期占位符 3">
            <a:extLst>
              <a:ext uri="{FF2B5EF4-FFF2-40B4-BE49-F238E27FC236}">
                <a16:creationId xmlns:a16="http://schemas.microsoft.com/office/drawing/2014/main" id="{2D6B0384-9181-4DAD-AC64-0B82394CE329}"/>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542A9EF1-E5A0-4668-AB51-F16C86F53582}"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60419" name="页脚占位符 4">
            <a:extLst>
              <a:ext uri="{FF2B5EF4-FFF2-40B4-BE49-F238E27FC236}">
                <a16:creationId xmlns:a16="http://schemas.microsoft.com/office/drawing/2014/main" id="{9F2F78B5-E8B1-4B2E-9CED-6C9AC11EA324}"/>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60420" name="灯片编号占位符 5">
            <a:extLst>
              <a:ext uri="{FF2B5EF4-FFF2-40B4-BE49-F238E27FC236}">
                <a16:creationId xmlns:a16="http://schemas.microsoft.com/office/drawing/2014/main" id="{8D6264FE-EB1C-4E08-A569-7D6C0C25B28B}"/>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C862F046-DEFC-46C6-A98B-193C25C74360}" type="slidenum">
              <a:rPr lang="en-US" altLang="zh-CN" sz="1400" smtClean="0">
                <a:latin typeface="Times New Roman" panose="02020603050405020304" pitchFamily="18" charset="0"/>
                <a:ea typeface="宋体" panose="02010600030101010101" pitchFamily="2" charset="-122"/>
              </a:rPr>
              <a:pPr>
                <a:spcBef>
                  <a:spcPct val="0"/>
                </a:spcBef>
                <a:buFontTx/>
                <a:buNone/>
              </a:pPr>
              <a:t>43</a:t>
            </a:fld>
            <a:endParaRPr lang="en-US" altLang="zh-CN" sz="1400">
              <a:latin typeface="Times New Roman" panose="02020603050405020304" pitchFamily="18" charset="0"/>
              <a:ea typeface="宋体" panose="02010600030101010101" pitchFamily="2" charset="-122"/>
            </a:endParaRPr>
          </a:p>
        </p:txBody>
      </p:sp>
      <p:sp>
        <p:nvSpPr>
          <p:cNvPr id="60421" name="Text Box 2">
            <a:extLst>
              <a:ext uri="{FF2B5EF4-FFF2-40B4-BE49-F238E27FC236}">
                <a16:creationId xmlns:a16="http://schemas.microsoft.com/office/drawing/2014/main" id="{36D88F7A-64DC-486A-8D66-D00DADD4B0D8}"/>
              </a:ext>
            </a:extLst>
          </p:cNvPr>
          <p:cNvSpPr txBox="1">
            <a:spLocks noChangeArrowheads="1"/>
          </p:cNvSpPr>
          <p:nvPr/>
        </p:nvSpPr>
        <p:spPr bwMode="auto">
          <a:xfrm>
            <a:off x="1508125" y="765175"/>
            <a:ext cx="58007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Times New Roman" panose="02020603050405020304" pitchFamily="18" charset="0"/>
                <a:ea typeface="宋体" panose="02010600030101010101" pitchFamily="2" charset="-122"/>
                <a:cs typeface="Arial" panose="020B0604020202020204" pitchFamily="34" charset="0"/>
              </a:rPr>
              <a:t> “</a:t>
            </a: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蕴含</a:t>
            </a:r>
            <a:r>
              <a:rPr lang="zh-CN" altLang="en-US" sz="5400" b="1">
                <a:solidFill>
                  <a:schemeClr val="bg1"/>
                </a:solidFill>
                <a:latin typeface="Times New Roman" panose="02020603050405020304" pitchFamily="18" charset="0"/>
                <a:ea typeface="宋体" panose="02010600030101010101" pitchFamily="2" charset="-122"/>
                <a:cs typeface="Arial" panose="020B0604020202020204" pitchFamily="34" charset="0"/>
              </a:rPr>
              <a:t>”</a:t>
            </a: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运算</a:t>
            </a:r>
          </a:p>
        </p:txBody>
      </p:sp>
      <p:sp>
        <p:nvSpPr>
          <p:cNvPr id="683012" name="Text Box 4">
            <a:extLst>
              <a:ext uri="{FF2B5EF4-FFF2-40B4-BE49-F238E27FC236}">
                <a16:creationId xmlns:a16="http://schemas.microsoft.com/office/drawing/2014/main" id="{0804EA00-B85E-4AE0-B73C-1F015A6B4C87}"/>
              </a:ext>
            </a:extLst>
          </p:cNvPr>
          <p:cNvSpPr txBox="1">
            <a:spLocks noChangeArrowheads="1"/>
          </p:cNvSpPr>
          <p:nvPr/>
        </p:nvSpPr>
        <p:spPr bwMode="auto">
          <a:xfrm>
            <a:off x="1331913" y="2397125"/>
            <a:ext cx="1143000" cy="579438"/>
          </a:xfrm>
          <a:prstGeom prst="rect">
            <a:avLst/>
          </a:prstGeom>
          <a:noFill/>
          <a:ln>
            <a:noFill/>
          </a:ln>
          <a:effectLst/>
        </p:spPr>
        <p:txBody>
          <a:bodyPr>
            <a:spAutoFit/>
          </a:bodyPr>
          <a:lstStyle/>
          <a:p>
            <a:pPr eaLnBrk="1" hangingPunct="1">
              <a:spcBef>
                <a:spcPct val="50000"/>
              </a:spcBef>
              <a:defRPr/>
            </a:pPr>
            <a:r>
              <a:rPr lang="zh-CN" altLang="en-US" sz="3200" b="1" dirty="0">
                <a:solidFill>
                  <a:srgbClr val="000099"/>
                </a:solidFill>
                <a:effectLst>
                  <a:outerShdw blurRad="38100" dist="38100" dir="2700000" algn="tl">
                    <a:srgbClr val="C0C0C0"/>
                  </a:outerShdw>
                </a:effectLst>
                <a:latin typeface="华文新魏" panose="02010800040101010101" pitchFamily="2" charset="-122"/>
                <a:ea typeface="华文新魏" panose="02010800040101010101" pitchFamily="2" charset="-122"/>
              </a:rPr>
              <a:t>例：</a:t>
            </a:r>
          </a:p>
        </p:txBody>
      </p:sp>
      <p:sp>
        <p:nvSpPr>
          <p:cNvPr id="60423" name="Text Box 5">
            <a:extLst>
              <a:ext uri="{FF2B5EF4-FFF2-40B4-BE49-F238E27FC236}">
                <a16:creationId xmlns:a16="http://schemas.microsoft.com/office/drawing/2014/main" id="{47EFAC14-43BF-46CD-B4A4-AFC52CFC1B81}"/>
              </a:ext>
            </a:extLst>
          </p:cNvPr>
          <p:cNvSpPr txBox="1">
            <a:spLocks noChangeArrowheads="1"/>
          </p:cNvSpPr>
          <p:nvPr/>
        </p:nvSpPr>
        <p:spPr bwMode="auto">
          <a:xfrm>
            <a:off x="1387475" y="3336925"/>
            <a:ext cx="7288213" cy="1747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Clr>
                <a:srgbClr val="CC0099"/>
              </a:buClr>
              <a:buFont typeface="Wingdings" panose="05000000000000000000" pitchFamily="2" charset="2"/>
              <a:buChar char="Ø"/>
            </a:pPr>
            <a:r>
              <a:rPr lang="en-US" altLang="zh-CN" sz="3200">
                <a:latin typeface="华文新魏" panose="02010800040101010101" pitchFamily="2" charset="-122"/>
                <a:ea typeface="华文新魏" panose="02010800040101010101" pitchFamily="2" charset="-122"/>
              </a:rPr>
              <a:t>P</a:t>
            </a:r>
            <a:r>
              <a:rPr lang="zh-CN" altLang="zh-CN" sz="3200">
                <a:latin typeface="华文新魏" panose="02010800040101010101" pitchFamily="2" charset="-122"/>
                <a:ea typeface="华文新魏" panose="02010800040101010101" pitchFamily="2" charset="-122"/>
              </a:rPr>
              <a:t>表示：缺少水分。</a:t>
            </a:r>
            <a:endParaRPr lang="zh-CN" altLang="en-US" sz="3200">
              <a:latin typeface="华文新魏" panose="02010800040101010101" pitchFamily="2" charset="-122"/>
              <a:ea typeface="华文新魏" panose="02010800040101010101" pitchFamily="2" charset="-122"/>
            </a:endParaRPr>
          </a:p>
          <a:p>
            <a:pPr eaLnBrk="1" hangingPunct="1">
              <a:buClr>
                <a:srgbClr val="CC0099"/>
              </a:buClr>
              <a:buFont typeface="Wingdings" panose="05000000000000000000" pitchFamily="2" charset="2"/>
              <a:buChar char="Ø"/>
            </a:pPr>
            <a:r>
              <a:rPr lang="en-US" altLang="zh-CN" sz="3200">
                <a:latin typeface="华文新魏" panose="02010800040101010101" pitchFamily="2" charset="-122"/>
                <a:ea typeface="华文新魏" panose="02010800040101010101" pitchFamily="2" charset="-122"/>
              </a:rPr>
              <a:t>Q</a:t>
            </a:r>
            <a:r>
              <a:rPr lang="zh-CN" altLang="zh-CN" sz="3200">
                <a:latin typeface="华文新魏" panose="02010800040101010101" pitchFamily="2" charset="-122"/>
                <a:ea typeface="华文新魏" panose="02010800040101010101" pitchFamily="2" charset="-122"/>
              </a:rPr>
              <a:t>表示：植物会死亡。</a:t>
            </a:r>
          </a:p>
          <a:p>
            <a:pPr eaLnBrk="1" hangingPunct="1">
              <a:buClr>
                <a:srgbClr val="CC0099"/>
              </a:buClr>
              <a:buFont typeface="Wingdings" panose="05000000000000000000" pitchFamily="2" charset="2"/>
              <a:buChar char="Ø"/>
            </a:pPr>
            <a:r>
              <a:rPr lang="en-US" altLang="zh-CN" sz="3200" b="1">
                <a:latin typeface="华文新魏" panose="02010800040101010101" pitchFamily="2" charset="-122"/>
                <a:ea typeface="华文新魏" panose="02010800040101010101" pitchFamily="2" charset="-122"/>
              </a:rPr>
              <a:t>P</a:t>
            </a:r>
            <a:r>
              <a:rPr lang="en-US" altLang="zh-CN" sz="3200" b="1">
                <a:latin typeface="华文新魏" panose="02010800040101010101" pitchFamily="2" charset="-122"/>
                <a:ea typeface="华文新魏" panose="02010800040101010101" pitchFamily="2" charset="-122"/>
                <a:sym typeface="Symbol" panose="05050102010706020507" pitchFamily="18" charset="2"/>
              </a:rPr>
              <a:t></a:t>
            </a:r>
            <a:r>
              <a:rPr lang="en-US" altLang="zh-CN" sz="3200" b="1">
                <a:latin typeface="华文新魏" panose="02010800040101010101" pitchFamily="2" charset="-122"/>
                <a:ea typeface="华文新魏" panose="02010800040101010101" pitchFamily="2" charset="-122"/>
              </a:rPr>
              <a:t>Q</a:t>
            </a:r>
            <a:r>
              <a:rPr lang="zh-CN" altLang="en-US" sz="3200" b="1">
                <a:latin typeface="华文新魏" panose="02010800040101010101" pitchFamily="2" charset="-122"/>
                <a:ea typeface="华文新魏" panose="02010800040101010101" pitchFamily="2" charset="-122"/>
                <a:sym typeface="Symbol" panose="05050102010706020507" pitchFamily="18" charset="2"/>
              </a:rPr>
              <a:t>：如果</a:t>
            </a:r>
            <a:r>
              <a:rPr lang="zh-CN" altLang="zh-CN" sz="3200" b="1">
                <a:latin typeface="华文新魏" panose="02010800040101010101" pitchFamily="2" charset="-122"/>
                <a:ea typeface="华文新魏" panose="02010800040101010101" pitchFamily="2" charset="-122"/>
              </a:rPr>
              <a:t>缺少水分</a:t>
            </a:r>
            <a:r>
              <a:rPr lang="zh-CN" altLang="en-US" sz="3200" b="1">
                <a:latin typeface="华文新魏" panose="02010800040101010101" pitchFamily="2" charset="-122"/>
                <a:ea typeface="华文新魏" panose="02010800040101010101" pitchFamily="2" charset="-122"/>
                <a:sym typeface="Symbol" panose="05050102010706020507" pitchFamily="18" charset="2"/>
              </a:rPr>
              <a:t>，</a:t>
            </a:r>
            <a:r>
              <a:rPr lang="zh-CN" altLang="zh-CN" sz="3200" b="1">
                <a:latin typeface="华文新魏" panose="02010800040101010101" pitchFamily="2" charset="-122"/>
                <a:ea typeface="华文新魏" panose="02010800040101010101" pitchFamily="2" charset="-122"/>
              </a:rPr>
              <a:t>植物就会死亡</a:t>
            </a:r>
            <a:r>
              <a:rPr lang="zh-CN" altLang="en-US" sz="3200" b="1">
                <a:latin typeface="华文新魏" panose="02010800040101010101" pitchFamily="2" charset="-122"/>
                <a:ea typeface="华文新魏" panose="02010800040101010101" pitchFamily="2" charset="-122"/>
                <a:sym typeface="Symbol" panose="05050102010706020507" pitchFamily="18" charset="2"/>
              </a:rPr>
              <a:t>。</a:t>
            </a:r>
          </a:p>
        </p:txBody>
      </p:sp>
      <p:pic>
        <p:nvPicPr>
          <p:cNvPr id="60424" name="Picture 6" descr="C:\Program Files\Microsoft Office\MEDIA\CAGCAT10\j0293844.wmf">
            <a:extLst>
              <a:ext uri="{FF2B5EF4-FFF2-40B4-BE49-F238E27FC236}">
                <a16:creationId xmlns:a16="http://schemas.microsoft.com/office/drawing/2014/main" id="{3F40BB9C-CC63-40B5-88CB-5382F9F972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07313" y="476250"/>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日期占位符 2">
            <a:extLst>
              <a:ext uri="{FF2B5EF4-FFF2-40B4-BE49-F238E27FC236}">
                <a16:creationId xmlns:a16="http://schemas.microsoft.com/office/drawing/2014/main" id="{F0344099-4802-4BCC-8EBC-3728850A669C}"/>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9128E260-B2C1-4A2B-AE81-DFDCDAC196D2}"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61443" name="页脚占位符 3">
            <a:extLst>
              <a:ext uri="{FF2B5EF4-FFF2-40B4-BE49-F238E27FC236}">
                <a16:creationId xmlns:a16="http://schemas.microsoft.com/office/drawing/2014/main" id="{2A0B0125-C9AC-4509-9A0A-4A2A1DD1C84C}"/>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61444" name="灯片编号占位符 4">
            <a:extLst>
              <a:ext uri="{FF2B5EF4-FFF2-40B4-BE49-F238E27FC236}">
                <a16:creationId xmlns:a16="http://schemas.microsoft.com/office/drawing/2014/main" id="{C0794F6F-458C-4296-B654-53CD6E5A7118}"/>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0947A16A-1087-4FFB-B22A-3C5845346A3B}" type="slidenum">
              <a:rPr lang="en-US" altLang="zh-CN" sz="1400" smtClean="0">
                <a:latin typeface="Times New Roman" panose="02020603050405020304" pitchFamily="18" charset="0"/>
                <a:ea typeface="宋体" panose="02010600030101010101" pitchFamily="2" charset="-122"/>
              </a:rPr>
              <a:pPr>
                <a:spcBef>
                  <a:spcPct val="0"/>
                </a:spcBef>
                <a:buFontTx/>
                <a:buNone/>
              </a:pPr>
              <a:t>44</a:t>
            </a:fld>
            <a:endParaRPr lang="en-US" altLang="zh-CN" sz="1400">
              <a:latin typeface="Times New Roman" panose="02020603050405020304" pitchFamily="18" charset="0"/>
              <a:ea typeface="宋体" panose="02010600030101010101" pitchFamily="2" charset="-122"/>
            </a:endParaRPr>
          </a:p>
        </p:txBody>
      </p:sp>
      <p:sp>
        <p:nvSpPr>
          <p:cNvPr id="61445" name="Rectangle 3">
            <a:extLst>
              <a:ext uri="{FF2B5EF4-FFF2-40B4-BE49-F238E27FC236}">
                <a16:creationId xmlns:a16="http://schemas.microsoft.com/office/drawing/2014/main" id="{08B7DB6F-B225-4C9F-AD6F-1EAABA77EB20}"/>
              </a:ext>
            </a:extLst>
          </p:cNvPr>
          <p:cNvSpPr>
            <a:spLocks noChangeArrowheads="1"/>
          </p:cNvSpPr>
          <p:nvPr/>
        </p:nvSpPr>
        <p:spPr bwMode="auto">
          <a:xfrm>
            <a:off x="468313" y="1924050"/>
            <a:ext cx="8382000" cy="641350"/>
          </a:xfrm>
          <a:prstGeom prst="rect">
            <a:avLst/>
          </a:prstGeom>
          <a:solidFill>
            <a:schemeClr val="bg1"/>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spAutoFit/>
          </a:bodyPr>
          <a:lstStyle>
            <a:lvl1pPr marL="400050" indent="-400050">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spcAft>
                <a:spcPct val="20000"/>
              </a:spcAft>
              <a:buClr>
                <a:srgbClr val="228A88"/>
              </a:buClr>
              <a:buFont typeface="Wingdings 2" panose="05020102010507070707" pitchFamily="18" charset="2"/>
              <a:buNone/>
            </a:pPr>
            <a:r>
              <a:rPr kumimoji="0" lang="zh-CN" altLang="en-US" sz="3600" b="1">
                <a:solidFill>
                  <a:schemeClr val="hlink"/>
                </a:solidFill>
                <a:latin typeface="黑体" panose="02010609060101010101" pitchFamily="49" charset="-122"/>
                <a:ea typeface="黑体" panose="02010609060101010101" pitchFamily="49" charset="-122"/>
                <a:cs typeface="Arial" panose="020B0604020202020204" pitchFamily="34" charset="0"/>
                <a:sym typeface="Symbol" panose="05050102010706020507" pitchFamily="18" charset="2"/>
              </a:rPr>
              <a:t>当且仅当</a:t>
            </a:r>
            <a:r>
              <a:rPr kumimoji="0" lang="en-US" altLang="zh-CN" sz="3600" b="1">
                <a:solidFill>
                  <a:schemeClr val="hlink"/>
                </a:solidFill>
                <a:latin typeface="黑体" panose="02010609060101010101" pitchFamily="49" charset="-122"/>
                <a:ea typeface="黑体" panose="02010609060101010101" pitchFamily="49" charset="-122"/>
                <a:cs typeface="Arial" panose="020B0604020202020204" pitchFamily="34" charset="0"/>
                <a:sym typeface="Symbol" panose="05050102010706020507" pitchFamily="18" charset="2"/>
              </a:rPr>
              <a:t>P</a:t>
            </a:r>
            <a:r>
              <a:rPr kumimoji="0" lang="zh-CN" altLang="en-US" sz="3600" b="1">
                <a:solidFill>
                  <a:schemeClr val="hlink"/>
                </a:solidFill>
                <a:latin typeface="黑体" panose="02010609060101010101" pitchFamily="49" charset="-122"/>
                <a:ea typeface="黑体" panose="02010609060101010101" pitchFamily="49" charset="-122"/>
                <a:cs typeface="Arial" panose="020B0604020202020204" pitchFamily="34" charset="0"/>
                <a:sym typeface="Symbol" panose="05050102010706020507" pitchFamily="18" charset="2"/>
              </a:rPr>
              <a:t>为真且</a:t>
            </a:r>
            <a:r>
              <a:rPr kumimoji="0" lang="en-US" altLang="zh-CN" sz="3600" b="1">
                <a:solidFill>
                  <a:schemeClr val="hlink"/>
                </a:solidFill>
                <a:latin typeface="黑体" panose="02010609060101010101" pitchFamily="49" charset="-122"/>
                <a:ea typeface="黑体" panose="02010609060101010101" pitchFamily="49" charset="-122"/>
                <a:cs typeface="Arial" panose="020B0604020202020204" pitchFamily="34" charset="0"/>
                <a:sym typeface="Symbol" panose="05050102010706020507" pitchFamily="18" charset="2"/>
              </a:rPr>
              <a:t>Q</a:t>
            </a:r>
            <a:r>
              <a:rPr kumimoji="0" lang="zh-CN" altLang="en-US" sz="3600" b="1">
                <a:solidFill>
                  <a:schemeClr val="hlink"/>
                </a:solidFill>
                <a:latin typeface="黑体" panose="02010609060101010101" pitchFamily="49" charset="-122"/>
                <a:ea typeface="黑体" panose="02010609060101010101" pitchFamily="49" charset="-122"/>
                <a:cs typeface="Arial" panose="020B0604020202020204" pitchFamily="34" charset="0"/>
                <a:sym typeface="Symbol" panose="05050102010706020507" pitchFamily="18" charset="2"/>
              </a:rPr>
              <a:t>为假时，</a:t>
            </a:r>
            <a:r>
              <a:rPr kumimoji="0" lang="en-US" altLang="zh-CN" sz="3600" b="1">
                <a:solidFill>
                  <a:schemeClr val="hlink"/>
                </a:solidFill>
                <a:latin typeface="黑体" panose="02010609060101010101" pitchFamily="49" charset="-122"/>
                <a:ea typeface="黑体" panose="02010609060101010101" pitchFamily="49" charset="-122"/>
                <a:cs typeface="Arial" panose="020B0604020202020204" pitchFamily="34" charset="0"/>
              </a:rPr>
              <a:t>P</a:t>
            </a:r>
            <a:r>
              <a:rPr lang="en-US" altLang="zh-CN" sz="3600" b="1">
                <a:solidFill>
                  <a:schemeClr val="hlink"/>
                </a:solidFill>
                <a:latin typeface="黑体" panose="02010609060101010101" pitchFamily="49" charset="-122"/>
                <a:ea typeface="黑体" panose="02010609060101010101" pitchFamily="49" charset="-122"/>
                <a:cs typeface="Arial" panose="020B0604020202020204" pitchFamily="34" charset="0"/>
                <a:sym typeface="Symbol" panose="05050102010706020507" pitchFamily="18" charset="2"/>
              </a:rPr>
              <a:t></a:t>
            </a:r>
            <a:r>
              <a:rPr kumimoji="0" lang="en-US" altLang="zh-CN" sz="3600" b="1">
                <a:solidFill>
                  <a:schemeClr val="hlink"/>
                </a:solidFill>
                <a:latin typeface="黑体" panose="02010609060101010101" pitchFamily="49" charset="-122"/>
                <a:ea typeface="黑体" panose="02010609060101010101" pitchFamily="49" charset="-122"/>
                <a:cs typeface="Arial" panose="020B0604020202020204" pitchFamily="34" charset="0"/>
                <a:sym typeface="Symbol" panose="05050102010706020507" pitchFamily="18" charset="2"/>
              </a:rPr>
              <a:t>Q</a:t>
            </a:r>
            <a:r>
              <a:rPr kumimoji="0" lang="zh-CN" altLang="en-US" sz="3600" b="1">
                <a:solidFill>
                  <a:schemeClr val="hlink"/>
                </a:solidFill>
                <a:latin typeface="黑体" panose="02010609060101010101" pitchFamily="49" charset="-122"/>
                <a:ea typeface="黑体" panose="02010609060101010101" pitchFamily="49" charset="-122"/>
                <a:cs typeface="Arial" panose="020B0604020202020204" pitchFamily="34" charset="0"/>
                <a:sym typeface="Symbol" panose="05050102010706020507" pitchFamily="18" charset="2"/>
              </a:rPr>
              <a:t>为假</a:t>
            </a:r>
            <a:endParaRPr kumimoji="0" lang="zh-CN" altLang="en-US" sz="3600" b="1" i="1">
              <a:latin typeface="黑体" panose="02010609060101010101" pitchFamily="49" charset="-122"/>
              <a:ea typeface="黑体" panose="02010609060101010101" pitchFamily="49" charset="-122"/>
              <a:cs typeface="Arial" panose="020B0604020202020204" pitchFamily="34" charset="0"/>
            </a:endParaRPr>
          </a:p>
        </p:txBody>
      </p:sp>
      <p:graphicFrame>
        <p:nvGraphicFramePr>
          <p:cNvPr id="684065" name="Group 33">
            <a:extLst>
              <a:ext uri="{FF2B5EF4-FFF2-40B4-BE49-F238E27FC236}">
                <a16:creationId xmlns:a16="http://schemas.microsoft.com/office/drawing/2014/main" id="{F65EE5C6-7966-4472-B2AB-473298ECC829}"/>
              </a:ext>
            </a:extLst>
          </p:cNvPr>
          <p:cNvGraphicFramePr>
            <a:graphicFrameLocks noGrp="1"/>
          </p:cNvGraphicFramePr>
          <p:nvPr>
            <p:ph/>
          </p:nvPr>
        </p:nvGraphicFramePr>
        <p:xfrm>
          <a:off x="1219200" y="2822575"/>
          <a:ext cx="7596188" cy="3200400"/>
        </p:xfrm>
        <a:graphic>
          <a:graphicData uri="http://schemas.openxmlformats.org/drawingml/2006/table">
            <a:tbl>
              <a:tblPr/>
              <a:tblGrid>
                <a:gridCol w="2560638">
                  <a:extLst>
                    <a:ext uri="{9D8B030D-6E8A-4147-A177-3AD203B41FA5}">
                      <a16:colId xmlns:a16="http://schemas.microsoft.com/office/drawing/2014/main" val="20000"/>
                    </a:ext>
                  </a:extLst>
                </a:gridCol>
                <a:gridCol w="2503487">
                  <a:extLst>
                    <a:ext uri="{9D8B030D-6E8A-4147-A177-3AD203B41FA5}">
                      <a16:colId xmlns:a16="http://schemas.microsoft.com/office/drawing/2014/main" val="20001"/>
                    </a:ext>
                  </a:extLst>
                </a:gridCol>
                <a:gridCol w="2532063">
                  <a:extLst>
                    <a:ext uri="{9D8B030D-6E8A-4147-A177-3AD203B41FA5}">
                      <a16:colId xmlns:a16="http://schemas.microsoft.com/office/drawing/2014/main" val="20002"/>
                    </a:ext>
                  </a:extLst>
                </a:gridCol>
              </a:tblGrid>
              <a:tr h="495300">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2" panose="05020102010507070707" pitchFamily="18" charset="2"/>
                        <a:buNone/>
                        <a:tabLst/>
                      </a:pPr>
                      <a:r>
                        <a:rPr kumimoji="1" lang="en-US" altLang="zh-CN" sz="36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P</a:t>
                      </a:r>
                      <a:endParaRPr kumimoji="1" lang="en-CA" altLang="zh-CN" sz="36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2" panose="05020102010507070707" pitchFamily="18" charset="2"/>
                        <a:buNone/>
                        <a:tabLst/>
                      </a:pPr>
                      <a:r>
                        <a:rPr kumimoji="1" lang="en-US" altLang="zh-CN" sz="36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Q</a:t>
                      </a:r>
                      <a:endParaRPr kumimoji="1" lang="en-CA" altLang="zh-CN" sz="36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2" panose="05020102010507070707" pitchFamily="18" charset="2"/>
                        <a:buNone/>
                        <a:tabLst/>
                      </a:pPr>
                      <a:r>
                        <a:rPr kumimoji="1" lang="en-US" altLang="zh-CN" sz="36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P</a:t>
                      </a:r>
                      <a:r>
                        <a:rPr kumimoji="1" lang="en-US" altLang="zh-CN" sz="36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sym typeface="Symbol" panose="05050102010706020507" pitchFamily="18" charset="2"/>
                        </a:rPr>
                        <a:t>Q</a:t>
                      </a:r>
                      <a:endParaRPr kumimoji="1" lang="en-CA" altLang="zh-CN" sz="3600" b="1" i="1"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sym typeface="Symbol" panose="05050102010706020507" pitchFamily="18" charset="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extLst>
                  <a:ext uri="{0D108BD9-81ED-4DB2-BD59-A6C34878D82A}">
                    <a16:rowId xmlns:a16="http://schemas.microsoft.com/office/drawing/2014/main" val="10000"/>
                  </a:ext>
                </a:extLst>
              </a:tr>
              <a:tr h="454025">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2" panose="05020102010507070707" pitchFamily="18" charset="2"/>
                        <a:buNone/>
                        <a:tabLst/>
                      </a:pPr>
                      <a:r>
                        <a:rPr kumimoji="1" lang="en-US" altLang="zh-CN" sz="36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T</a:t>
                      </a:r>
                      <a:endParaRPr kumimoji="1" lang="en-CA" altLang="zh-CN" sz="36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2" panose="05020102010507070707" pitchFamily="18" charset="2"/>
                        <a:buNone/>
                        <a:tabLst/>
                      </a:pPr>
                      <a:r>
                        <a:rPr kumimoji="1" lang="en-US" altLang="zh-CN" sz="36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T</a:t>
                      </a:r>
                      <a:endParaRPr kumimoji="1" lang="en-CA" altLang="zh-CN" sz="36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2" panose="05020102010507070707" pitchFamily="18" charset="2"/>
                        <a:buNone/>
                        <a:tabLst/>
                      </a:pPr>
                      <a:r>
                        <a:rPr kumimoji="1" lang="en-US" altLang="zh-CN" sz="36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T</a:t>
                      </a:r>
                      <a:endParaRPr kumimoji="1" lang="en-CA" altLang="zh-CN" sz="36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extLst>
                  <a:ext uri="{0D108BD9-81ED-4DB2-BD59-A6C34878D82A}">
                    <a16:rowId xmlns:a16="http://schemas.microsoft.com/office/drawing/2014/main" val="10001"/>
                  </a:ext>
                </a:extLst>
              </a:tr>
              <a:tr h="455613">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2" panose="05020102010507070707" pitchFamily="18" charset="2"/>
                        <a:buNone/>
                        <a:tabLst/>
                      </a:pPr>
                      <a:r>
                        <a:rPr kumimoji="1" lang="en-US" altLang="zh-CN" sz="36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T</a:t>
                      </a:r>
                      <a:endParaRPr kumimoji="1" lang="en-CA" altLang="zh-CN" sz="36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2" panose="05020102010507070707" pitchFamily="18" charset="2"/>
                        <a:buNone/>
                        <a:tabLst/>
                      </a:pPr>
                      <a:r>
                        <a:rPr kumimoji="1" lang="en-US" altLang="zh-CN" sz="36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F</a:t>
                      </a:r>
                      <a:endParaRPr kumimoji="1" lang="en-CA" altLang="zh-CN" sz="36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2" panose="05020102010507070707" pitchFamily="18" charset="2"/>
                        <a:buNone/>
                        <a:tabLst/>
                      </a:pPr>
                      <a:r>
                        <a:rPr kumimoji="1" lang="en-US" altLang="zh-CN" sz="36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F</a:t>
                      </a:r>
                      <a:endParaRPr kumimoji="1" lang="en-CA" altLang="zh-CN" sz="36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extLst>
                  <a:ext uri="{0D108BD9-81ED-4DB2-BD59-A6C34878D82A}">
                    <a16:rowId xmlns:a16="http://schemas.microsoft.com/office/drawing/2014/main" val="10002"/>
                  </a:ext>
                </a:extLst>
              </a:tr>
              <a:tr h="490538">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2" panose="05020102010507070707" pitchFamily="18" charset="2"/>
                        <a:buNone/>
                        <a:tabLst/>
                      </a:pPr>
                      <a:r>
                        <a:rPr kumimoji="1" lang="en-US" altLang="zh-CN" sz="36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F</a:t>
                      </a:r>
                      <a:endParaRPr kumimoji="1" lang="en-CA" altLang="zh-CN" sz="36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2" panose="05020102010507070707" pitchFamily="18" charset="2"/>
                        <a:buNone/>
                        <a:tabLst/>
                      </a:pPr>
                      <a:r>
                        <a:rPr kumimoji="1" lang="en-US" altLang="zh-CN" sz="36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T</a:t>
                      </a:r>
                      <a:endParaRPr kumimoji="1" lang="en-CA" altLang="zh-CN" sz="36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2" panose="05020102010507070707" pitchFamily="18" charset="2"/>
                        <a:buNone/>
                        <a:tabLst/>
                      </a:pPr>
                      <a:r>
                        <a:rPr kumimoji="1" lang="en-US" altLang="zh-CN" sz="36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T</a:t>
                      </a:r>
                      <a:endParaRPr kumimoji="1" lang="en-CA" altLang="zh-CN" sz="36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extLst>
                  <a:ext uri="{0D108BD9-81ED-4DB2-BD59-A6C34878D82A}">
                    <a16:rowId xmlns:a16="http://schemas.microsoft.com/office/drawing/2014/main" val="10003"/>
                  </a:ext>
                </a:extLst>
              </a:tr>
              <a:tr h="455613">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2" panose="05020102010507070707" pitchFamily="18" charset="2"/>
                        <a:buNone/>
                        <a:tabLst/>
                      </a:pPr>
                      <a:r>
                        <a:rPr kumimoji="1" lang="en-US" altLang="zh-CN" sz="36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F</a:t>
                      </a:r>
                      <a:endParaRPr kumimoji="1" lang="en-CA" altLang="zh-CN" sz="36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2" panose="05020102010507070707" pitchFamily="18" charset="2"/>
                        <a:buNone/>
                        <a:tabLst/>
                      </a:pPr>
                      <a:r>
                        <a:rPr kumimoji="1" lang="en-US" altLang="zh-CN" sz="36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F</a:t>
                      </a:r>
                      <a:endParaRPr kumimoji="1" lang="en-CA" altLang="zh-CN" sz="36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2" panose="05020102010507070707" pitchFamily="18" charset="2"/>
                        <a:buNone/>
                        <a:tabLst/>
                      </a:pPr>
                      <a:r>
                        <a:rPr kumimoji="1" lang="en-US" altLang="zh-CN" sz="36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T</a:t>
                      </a:r>
                      <a:endParaRPr kumimoji="1" lang="en-CA" altLang="zh-CN" sz="36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extLst>
                  <a:ext uri="{0D108BD9-81ED-4DB2-BD59-A6C34878D82A}">
                    <a16:rowId xmlns:a16="http://schemas.microsoft.com/office/drawing/2014/main" val="10004"/>
                  </a:ext>
                </a:extLst>
              </a:tr>
            </a:tbl>
          </a:graphicData>
        </a:graphic>
      </p:graphicFrame>
      <p:sp>
        <p:nvSpPr>
          <p:cNvPr id="61472" name="Text Box 2">
            <a:extLst>
              <a:ext uri="{FF2B5EF4-FFF2-40B4-BE49-F238E27FC236}">
                <a16:creationId xmlns:a16="http://schemas.microsoft.com/office/drawing/2014/main" id="{7CCC79C1-D11B-4F93-A109-37DB81D21CDD}"/>
              </a:ext>
            </a:extLst>
          </p:cNvPr>
          <p:cNvSpPr txBox="1">
            <a:spLocks noChangeArrowheads="1"/>
          </p:cNvSpPr>
          <p:nvPr/>
        </p:nvSpPr>
        <p:spPr bwMode="auto">
          <a:xfrm>
            <a:off x="1508125" y="765175"/>
            <a:ext cx="58007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Times New Roman" panose="02020603050405020304" pitchFamily="18" charset="0"/>
                <a:ea typeface="宋体" panose="02010600030101010101" pitchFamily="2" charset="-122"/>
                <a:cs typeface="Arial" panose="020B0604020202020204" pitchFamily="34" charset="0"/>
              </a:rPr>
              <a:t> “</a:t>
            </a: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蕴含</a:t>
            </a:r>
            <a:r>
              <a:rPr lang="zh-CN" altLang="en-US" sz="5400" b="1">
                <a:solidFill>
                  <a:schemeClr val="bg1"/>
                </a:solidFill>
                <a:latin typeface="Times New Roman" panose="02020603050405020304" pitchFamily="18" charset="0"/>
                <a:ea typeface="宋体" panose="02010600030101010101" pitchFamily="2" charset="-122"/>
                <a:cs typeface="Arial" panose="020B0604020202020204" pitchFamily="34" charset="0"/>
              </a:rPr>
              <a:t>”</a:t>
            </a: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运算</a:t>
            </a:r>
          </a:p>
        </p:txBody>
      </p:sp>
      <p:pic>
        <p:nvPicPr>
          <p:cNvPr id="61473" name="Picture 6" descr="C:\Program Files\Microsoft Office\MEDIA\CAGCAT10\j0293844.wmf">
            <a:extLst>
              <a:ext uri="{FF2B5EF4-FFF2-40B4-BE49-F238E27FC236}">
                <a16:creationId xmlns:a16="http://schemas.microsoft.com/office/drawing/2014/main" id="{79DC9738-F15F-4A40-BD43-1A647AE931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10513" y="476250"/>
            <a:ext cx="1233487" cy="129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日期占位符 2">
            <a:extLst>
              <a:ext uri="{FF2B5EF4-FFF2-40B4-BE49-F238E27FC236}">
                <a16:creationId xmlns:a16="http://schemas.microsoft.com/office/drawing/2014/main" id="{F15C915B-351E-462C-97F3-1525652AC078}"/>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51F90C89-E015-4B16-AAD4-9D0B5029B2BB}"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62467" name="页脚占位符 3">
            <a:extLst>
              <a:ext uri="{FF2B5EF4-FFF2-40B4-BE49-F238E27FC236}">
                <a16:creationId xmlns:a16="http://schemas.microsoft.com/office/drawing/2014/main" id="{0DDEB334-EB4B-43D3-8F7B-F45F9634F6AE}"/>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62468" name="灯片编号占位符 4">
            <a:extLst>
              <a:ext uri="{FF2B5EF4-FFF2-40B4-BE49-F238E27FC236}">
                <a16:creationId xmlns:a16="http://schemas.microsoft.com/office/drawing/2014/main" id="{1B7CE8C3-084D-46C9-BBF8-06D184752532}"/>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159F2F55-5496-4978-BB74-27BEBD8552F7}" type="slidenum">
              <a:rPr lang="en-US" altLang="zh-CN" sz="1400" smtClean="0">
                <a:latin typeface="Times New Roman" panose="02020603050405020304" pitchFamily="18" charset="0"/>
                <a:ea typeface="宋体" panose="02010600030101010101" pitchFamily="2" charset="-122"/>
              </a:rPr>
              <a:pPr>
                <a:spcBef>
                  <a:spcPct val="0"/>
                </a:spcBef>
                <a:buFontTx/>
                <a:buNone/>
              </a:pPr>
              <a:t>45</a:t>
            </a:fld>
            <a:endParaRPr lang="en-US" altLang="zh-CN" sz="1400">
              <a:latin typeface="Times New Roman" panose="02020603050405020304" pitchFamily="18" charset="0"/>
              <a:ea typeface="宋体" panose="02010600030101010101" pitchFamily="2" charset="-122"/>
            </a:endParaRPr>
          </a:p>
        </p:txBody>
      </p:sp>
      <p:sp>
        <p:nvSpPr>
          <p:cNvPr id="685059" name="Rectangle 3">
            <a:extLst>
              <a:ext uri="{FF2B5EF4-FFF2-40B4-BE49-F238E27FC236}">
                <a16:creationId xmlns:a16="http://schemas.microsoft.com/office/drawing/2014/main" id="{FA2C29E6-6204-468F-B79F-545530E1CCD1}"/>
              </a:ext>
            </a:extLst>
          </p:cNvPr>
          <p:cNvSpPr>
            <a:spLocks noChangeArrowheads="1"/>
          </p:cNvSpPr>
          <p:nvPr/>
        </p:nvSpPr>
        <p:spPr bwMode="auto">
          <a:xfrm>
            <a:off x="685800" y="1752600"/>
            <a:ext cx="8077200" cy="914400"/>
          </a:xfrm>
          <a:prstGeom prst="rect">
            <a:avLst/>
          </a:prstGeom>
          <a:noFill/>
          <a:ln>
            <a:noFill/>
          </a:ln>
          <a:effectLst/>
        </p:spPr>
        <p:txBody>
          <a:bodyPr/>
          <a:lstStyle>
            <a:lvl1pPr marL="342900" indent="-342900">
              <a:buBlip>
                <a:blip r:embed="rId2"/>
              </a:buBlip>
              <a:defRPr kumimoji="1" sz="2400">
                <a:solidFill>
                  <a:schemeClr val="tx1"/>
                </a:solidFill>
                <a:effectLst>
                  <a:outerShdw blurRad="38100" dist="38100" dir="2700000" algn="tl">
                    <a:srgbClr val="C0C0C0"/>
                  </a:outerShdw>
                </a:effectLst>
                <a:latin typeface="楷体_GB2312" pitchFamily="49" charset="-122"/>
                <a:ea typeface="楷体_GB2312" pitchFamily="49" charset="-122"/>
              </a:defRPr>
            </a:lvl1pPr>
            <a:lvl2pPr marL="742950" indent="-285750">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buChar char="•"/>
              <a:defRPr kumimoji="1">
                <a:solidFill>
                  <a:schemeClr val="tx1"/>
                </a:solidFill>
                <a:latin typeface="Times New Roman" panose="02020603050405020304" pitchFamily="18" charset="0"/>
                <a:ea typeface="宋体" panose="02010600030101010101" pitchFamily="2" charset="-122"/>
              </a:defRPr>
            </a:lvl3pPr>
            <a:lvl4pPr marL="1600200" indent="-228600">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20000"/>
              </a:spcBef>
              <a:buClr>
                <a:srgbClr val="CC0099"/>
              </a:buClr>
              <a:buFont typeface="Wingdings" panose="05000000000000000000" pitchFamily="2" charset="2"/>
              <a:buNone/>
              <a:defRPr/>
            </a:pPr>
            <a:r>
              <a:rPr lang="en-US" altLang="zh-CN" sz="2800" b="1">
                <a:solidFill>
                  <a:srgbClr val="006600"/>
                </a:solidFill>
                <a:latin typeface="隶书" panose="02010509060101010101" pitchFamily="49" charset="-122"/>
                <a:ea typeface="隶书" panose="02010509060101010101" pitchFamily="49" charset="-122"/>
              </a:rPr>
              <a:t>【</a:t>
            </a:r>
            <a:r>
              <a:rPr lang="zh-CN" altLang="en-US" sz="2800" b="1">
                <a:solidFill>
                  <a:srgbClr val="006600"/>
                </a:solidFill>
                <a:latin typeface="隶书" panose="02010509060101010101" pitchFamily="49" charset="-122"/>
                <a:ea typeface="隶书" panose="02010509060101010101" pitchFamily="49" charset="-122"/>
              </a:rPr>
              <a:t>注意</a:t>
            </a:r>
            <a:r>
              <a:rPr lang="en-US" altLang="zh-CN" sz="2800" b="1">
                <a:solidFill>
                  <a:srgbClr val="006600"/>
                </a:solidFill>
                <a:latin typeface="隶书" panose="02010509060101010101" pitchFamily="49" charset="-122"/>
                <a:ea typeface="隶书" panose="02010509060101010101" pitchFamily="49" charset="-122"/>
              </a:rPr>
              <a:t>】</a:t>
            </a:r>
            <a:r>
              <a:rPr lang="en-US" altLang="zh-CN" sz="2800">
                <a:latin typeface="隶书" panose="02010509060101010101" pitchFamily="49" charset="-122"/>
                <a:ea typeface="隶书" panose="02010509060101010101" pitchFamily="49" charset="-122"/>
              </a:rPr>
              <a:t>“</a:t>
            </a:r>
            <a:r>
              <a:rPr lang="en-US" altLang="zh-CN" sz="2800">
                <a:latin typeface="隶书" panose="02010509060101010101" pitchFamily="49" charset="-122"/>
                <a:ea typeface="隶书" panose="02010509060101010101" pitchFamily="49" charset="-122"/>
                <a:sym typeface="Symbol" panose="05050102010706020507" pitchFamily="18" charset="2"/>
              </a:rPr>
              <a:t>”</a:t>
            </a:r>
            <a:r>
              <a:rPr lang="zh-CN" altLang="en-US" sz="2800">
                <a:latin typeface="隶书" panose="02010509060101010101" pitchFamily="49" charset="-122"/>
                <a:ea typeface="隶书" panose="02010509060101010101" pitchFamily="49" charset="-122"/>
                <a:sym typeface="Symbol" panose="05050102010706020507" pitchFamily="18" charset="2"/>
              </a:rPr>
              <a:t>既表示充分条件也表示必要条件，</a:t>
            </a:r>
            <a:r>
              <a:rPr lang="zh-CN" altLang="en-US" sz="2800" b="1">
                <a:latin typeface="隶书" panose="02010509060101010101" pitchFamily="49" charset="-122"/>
                <a:ea typeface="隶书" panose="02010509060101010101" pitchFamily="49" charset="-122"/>
                <a:sym typeface="Symbol" panose="05050102010706020507" pitchFamily="18" charset="2"/>
              </a:rPr>
              <a:t>它决定了哪个作为</a:t>
            </a:r>
            <a:r>
              <a:rPr lang="zh-CN" altLang="en-US" sz="2800" b="1">
                <a:solidFill>
                  <a:srgbClr val="FF0000"/>
                </a:solidFill>
                <a:latin typeface="隶书" panose="02010509060101010101" pitchFamily="49" charset="-122"/>
                <a:ea typeface="隶书" panose="02010509060101010101" pitchFamily="49" charset="-122"/>
                <a:sym typeface="Symbol" panose="05050102010706020507" pitchFamily="18" charset="2"/>
              </a:rPr>
              <a:t>前件</a:t>
            </a:r>
            <a:r>
              <a:rPr lang="zh-CN" altLang="en-US" sz="2800" b="1">
                <a:latin typeface="隶书" panose="02010509060101010101" pitchFamily="49" charset="-122"/>
                <a:ea typeface="隶书" panose="02010509060101010101" pitchFamily="49" charset="-122"/>
                <a:sym typeface="Symbol" panose="05050102010706020507" pitchFamily="18" charset="2"/>
              </a:rPr>
              <a:t>，哪个作为</a:t>
            </a:r>
            <a:r>
              <a:rPr lang="zh-CN" altLang="en-US" sz="2800" b="1">
                <a:solidFill>
                  <a:srgbClr val="FF0000"/>
                </a:solidFill>
                <a:latin typeface="隶书" panose="02010509060101010101" pitchFamily="49" charset="-122"/>
                <a:ea typeface="隶书" panose="02010509060101010101" pitchFamily="49" charset="-122"/>
                <a:sym typeface="Symbol" panose="05050102010706020507" pitchFamily="18" charset="2"/>
              </a:rPr>
              <a:t>后件</a:t>
            </a:r>
            <a:r>
              <a:rPr lang="zh-CN" altLang="en-US" sz="2800" b="1">
                <a:latin typeface="隶书" panose="02010509060101010101" pitchFamily="49" charset="-122"/>
                <a:ea typeface="隶书" panose="02010509060101010101" pitchFamily="49" charset="-122"/>
                <a:sym typeface="Symbol" panose="05050102010706020507" pitchFamily="18" charset="2"/>
              </a:rPr>
              <a:t>。</a:t>
            </a:r>
            <a:endParaRPr lang="zh-CN" altLang="en-US" sz="2800">
              <a:latin typeface="隶书" panose="02010509060101010101" pitchFamily="49" charset="-122"/>
              <a:ea typeface="隶书" panose="02010509060101010101" pitchFamily="49" charset="-122"/>
              <a:sym typeface="Symbol" panose="05050102010706020507" pitchFamily="18" charset="2"/>
            </a:endParaRPr>
          </a:p>
        </p:txBody>
      </p:sp>
      <p:sp>
        <p:nvSpPr>
          <p:cNvPr id="685060" name="Text Box 4">
            <a:extLst>
              <a:ext uri="{FF2B5EF4-FFF2-40B4-BE49-F238E27FC236}">
                <a16:creationId xmlns:a16="http://schemas.microsoft.com/office/drawing/2014/main" id="{920099E4-B7A6-48BD-9662-B5143A04D9BD}"/>
              </a:ext>
            </a:extLst>
          </p:cNvPr>
          <p:cNvSpPr txBox="1">
            <a:spLocks noChangeArrowheads="1"/>
          </p:cNvSpPr>
          <p:nvPr/>
        </p:nvSpPr>
        <p:spPr bwMode="auto">
          <a:xfrm>
            <a:off x="611188" y="2620963"/>
            <a:ext cx="1657350" cy="579437"/>
          </a:xfrm>
          <a:prstGeom prst="rect">
            <a:avLst/>
          </a:prstGeom>
          <a:noFill/>
          <a:ln>
            <a:noFill/>
          </a:ln>
          <a:effectLst/>
        </p:spPr>
        <p:txBody>
          <a:bodyPr>
            <a:spAutoFit/>
          </a:bodyPr>
          <a:lstStyle/>
          <a:p>
            <a:pPr eaLnBrk="1" hangingPunct="1">
              <a:spcBef>
                <a:spcPct val="50000"/>
              </a:spcBef>
              <a:defRPr/>
            </a:pPr>
            <a:r>
              <a:rPr lang="en-US" altLang="zh-CN" sz="3200" b="1">
                <a:solidFill>
                  <a:srgbClr val="006600"/>
                </a:solidFill>
                <a:effectLst>
                  <a:outerShdw blurRad="38100" dist="38100" dir="2700000" algn="tl">
                    <a:srgbClr val="C0C0C0"/>
                  </a:outerShdw>
                </a:effectLst>
                <a:latin typeface="华文新魏" panose="02010800040101010101" pitchFamily="2" charset="-122"/>
                <a:ea typeface="华文新魏" panose="02010800040101010101" pitchFamily="2" charset="-122"/>
              </a:rPr>
              <a:t>【</a:t>
            </a:r>
            <a:r>
              <a:rPr lang="zh-CN" altLang="en-US" sz="3200" b="1">
                <a:solidFill>
                  <a:srgbClr val="006600"/>
                </a:solidFill>
                <a:effectLst>
                  <a:outerShdw blurRad="38100" dist="38100" dir="2700000" algn="tl">
                    <a:srgbClr val="C0C0C0"/>
                  </a:outerShdw>
                </a:effectLst>
                <a:latin typeface="华文新魏" panose="02010800040101010101" pitchFamily="2" charset="-122"/>
                <a:ea typeface="华文新魏" panose="02010800040101010101" pitchFamily="2" charset="-122"/>
              </a:rPr>
              <a:t>例</a:t>
            </a:r>
            <a:r>
              <a:rPr lang="en-US" altLang="zh-CN" sz="3200" b="1">
                <a:solidFill>
                  <a:srgbClr val="006600"/>
                </a:solidFill>
                <a:effectLst>
                  <a:outerShdw blurRad="38100" dist="38100" dir="2700000" algn="tl">
                    <a:srgbClr val="C0C0C0"/>
                  </a:outerShdw>
                </a:effectLst>
                <a:latin typeface="华文新魏" panose="02010800040101010101" pitchFamily="2" charset="-122"/>
                <a:ea typeface="华文新魏" panose="02010800040101010101" pitchFamily="2" charset="-122"/>
              </a:rPr>
              <a:t>】</a:t>
            </a:r>
          </a:p>
        </p:txBody>
      </p:sp>
      <p:sp>
        <p:nvSpPr>
          <p:cNvPr id="62471" name="Rectangle 5">
            <a:extLst>
              <a:ext uri="{FF2B5EF4-FFF2-40B4-BE49-F238E27FC236}">
                <a16:creationId xmlns:a16="http://schemas.microsoft.com/office/drawing/2014/main" id="{A7BB305D-49C8-4E2D-803E-5FE6D63DB92D}"/>
              </a:ext>
            </a:extLst>
          </p:cNvPr>
          <p:cNvSpPr>
            <a:spLocks noChangeArrowheads="1"/>
          </p:cNvSpPr>
          <p:nvPr/>
        </p:nvSpPr>
        <p:spPr bwMode="auto">
          <a:xfrm>
            <a:off x="2112963" y="2884488"/>
            <a:ext cx="5411787" cy="2057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3333FF"/>
                </a:solidFill>
                <a:miter lim="800000"/>
                <a:headEnd/>
                <a:tailEnd/>
              </a14:hiddenLine>
            </a:ext>
          </a:extLst>
        </p:spPr>
        <p:txBody>
          <a:bodyPr/>
          <a:lstStyle>
            <a:lvl1pPr marL="342900" indent="-342900">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Tx/>
              <a:buNone/>
            </a:pPr>
            <a:r>
              <a:rPr lang="zh-CN" altLang="en-US" b="1">
                <a:latin typeface="华文新魏" panose="02010800040101010101" pitchFamily="2" charset="-122"/>
                <a:ea typeface="华文新魏" panose="02010800040101010101" pitchFamily="2" charset="-122"/>
              </a:rPr>
              <a:t>令：</a:t>
            </a:r>
            <a:r>
              <a:rPr lang="en-US" altLang="zh-CN" b="1">
                <a:latin typeface="华文新魏" panose="02010800040101010101" pitchFamily="2" charset="-122"/>
                <a:ea typeface="华文新魏" panose="02010800040101010101" pitchFamily="2" charset="-122"/>
              </a:rPr>
              <a:t>P</a:t>
            </a:r>
            <a:r>
              <a:rPr lang="zh-CN" altLang="en-US" b="1">
                <a:latin typeface="华文新魏" panose="02010800040101010101" pitchFamily="2" charset="-122"/>
                <a:ea typeface="华文新魏" panose="02010800040101010101" pitchFamily="2" charset="-122"/>
              </a:rPr>
              <a:t>：天气好。   </a:t>
            </a:r>
            <a:r>
              <a:rPr lang="en-US" altLang="zh-CN" b="1">
                <a:latin typeface="华文新魏" panose="02010800040101010101" pitchFamily="2" charset="-122"/>
                <a:ea typeface="华文新魏" panose="02010800040101010101" pitchFamily="2" charset="-122"/>
              </a:rPr>
              <a:t>Q</a:t>
            </a:r>
            <a:r>
              <a:rPr lang="zh-CN" altLang="en-US" b="1">
                <a:latin typeface="华文新魏" panose="02010800040101010101" pitchFamily="2" charset="-122"/>
                <a:ea typeface="华文新魏" panose="02010800040101010101" pitchFamily="2" charset="-122"/>
              </a:rPr>
              <a:t>：我去公园。</a:t>
            </a:r>
          </a:p>
          <a:p>
            <a:pPr eaLnBrk="1" hangingPunct="1">
              <a:lnSpc>
                <a:spcPct val="90000"/>
              </a:lnSpc>
              <a:buFontTx/>
              <a:buNone/>
            </a:pPr>
            <a:r>
              <a:rPr lang="en-US" altLang="zh-CN" b="1">
                <a:latin typeface="华文新魏" panose="02010800040101010101" pitchFamily="2" charset="-122"/>
                <a:ea typeface="华文新魏" panose="02010800040101010101" pitchFamily="2" charset="-122"/>
              </a:rPr>
              <a:t>1.</a:t>
            </a:r>
            <a:r>
              <a:rPr lang="zh-CN" altLang="en-US" b="1">
                <a:latin typeface="华文新魏" panose="02010800040101010101" pitchFamily="2" charset="-122"/>
                <a:ea typeface="华文新魏" panose="02010800040101010101" pitchFamily="2" charset="-122"/>
              </a:rPr>
              <a:t>如果天气好，我就去公园。</a:t>
            </a:r>
            <a:r>
              <a:rPr lang="zh-CN" altLang="en-US" b="1">
                <a:solidFill>
                  <a:srgbClr val="3333FF"/>
                </a:solidFill>
                <a:latin typeface="华文新魏" panose="02010800040101010101" pitchFamily="2" charset="-122"/>
                <a:ea typeface="华文新魏" panose="02010800040101010101" pitchFamily="2" charset="-122"/>
              </a:rPr>
              <a:t>（充分）</a:t>
            </a:r>
          </a:p>
          <a:p>
            <a:pPr eaLnBrk="1" hangingPunct="1">
              <a:lnSpc>
                <a:spcPct val="90000"/>
              </a:lnSpc>
              <a:buFontTx/>
              <a:buNone/>
            </a:pPr>
            <a:r>
              <a:rPr lang="en-US" altLang="zh-CN" b="1">
                <a:latin typeface="华文新魏" panose="02010800040101010101" pitchFamily="2" charset="-122"/>
                <a:ea typeface="华文新魏" panose="02010800040101010101" pitchFamily="2" charset="-122"/>
              </a:rPr>
              <a:t>2.</a:t>
            </a:r>
            <a:r>
              <a:rPr lang="zh-CN" altLang="en-US" b="1">
                <a:latin typeface="华文新魏" panose="02010800040101010101" pitchFamily="2" charset="-122"/>
                <a:ea typeface="华文新魏" panose="02010800040101010101" pitchFamily="2" charset="-122"/>
              </a:rPr>
              <a:t>只要天气好，我就去公园。</a:t>
            </a:r>
            <a:r>
              <a:rPr lang="zh-CN" altLang="en-US" b="1">
                <a:solidFill>
                  <a:srgbClr val="3333FF"/>
                </a:solidFill>
                <a:latin typeface="华文新魏" panose="02010800040101010101" pitchFamily="2" charset="-122"/>
                <a:ea typeface="华文新魏" panose="02010800040101010101" pitchFamily="2" charset="-122"/>
              </a:rPr>
              <a:t>（充分）</a:t>
            </a:r>
          </a:p>
          <a:p>
            <a:pPr eaLnBrk="1" hangingPunct="1">
              <a:lnSpc>
                <a:spcPct val="90000"/>
              </a:lnSpc>
              <a:buFontTx/>
              <a:buNone/>
            </a:pPr>
            <a:r>
              <a:rPr lang="en-US" altLang="zh-CN" b="1">
                <a:latin typeface="华文新魏" panose="02010800040101010101" pitchFamily="2" charset="-122"/>
                <a:ea typeface="华文新魏" panose="02010800040101010101" pitchFamily="2" charset="-122"/>
              </a:rPr>
              <a:t>3.</a:t>
            </a:r>
            <a:r>
              <a:rPr lang="zh-CN" altLang="en-US" b="1">
                <a:latin typeface="华文新魏" panose="02010800040101010101" pitchFamily="2" charset="-122"/>
                <a:ea typeface="华文新魏" panose="02010800040101010101" pitchFamily="2" charset="-122"/>
              </a:rPr>
              <a:t>仅当天气好，我才去公园。</a:t>
            </a:r>
            <a:r>
              <a:rPr lang="zh-CN" altLang="en-US" b="1">
                <a:solidFill>
                  <a:srgbClr val="FF6600"/>
                </a:solidFill>
                <a:latin typeface="华文新魏" panose="02010800040101010101" pitchFamily="2" charset="-122"/>
                <a:ea typeface="华文新魏" panose="02010800040101010101" pitchFamily="2" charset="-122"/>
              </a:rPr>
              <a:t>（必要）</a:t>
            </a:r>
          </a:p>
          <a:p>
            <a:pPr eaLnBrk="1" hangingPunct="1">
              <a:lnSpc>
                <a:spcPct val="90000"/>
              </a:lnSpc>
              <a:buFontTx/>
              <a:buNone/>
            </a:pPr>
            <a:r>
              <a:rPr lang="en-US" altLang="zh-CN" b="1">
                <a:latin typeface="华文新魏" panose="02010800040101010101" pitchFamily="2" charset="-122"/>
                <a:ea typeface="华文新魏" panose="02010800040101010101" pitchFamily="2" charset="-122"/>
              </a:rPr>
              <a:t>4.</a:t>
            </a:r>
            <a:r>
              <a:rPr lang="zh-CN" altLang="en-US" b="1">
                <a:latin typeface="华文新魏" panose="02010800040101010101" pitchFamily="2" charset="-122"/>
                <a:ea typeface="华文新魏" panose="02010800040101010101" pitchFamily="2" charset="-122"/>
              </a:rPr>
              <a:t>只有天气好，我才去公园。</a:t>
            </a:r>
            <a:r>
              <a:rPr lang="zh-CN" altLang="en-US" b="1">
                <a:solidFill>
                  <a:srgbClr val="FF6600"/>
                </a:solidFill>
                <a:latin typeface="华文新魏" panose="02010800040101010101" pitchFamily="2" charset="-122"/>
                <a:ea typeface="华文新魏" panose="02010800040101010101" pitchFamily="2" charset="-122"/>
              </a:rPr>
              <a:t>（必要）</a:t>
            </a:r>
          </a:p>
        </p:txBody>
      </p:sp>
      <p:sp>
        <p:nvSpPr>
          <p:cNvPr id="62472" name="Text Box 6">
            <a:extLst>
              <a:ext uri="{FF2B5EF4-FFF2-40B4-BE49-F238E27FC236}">
                <a16:creationId xmlns:a16="http://schemas.microsoft.com/office/drawing/2014/main" id="{974450ED-207F-483A-9868-03999EC154F8}"/>
              </a:ext>
            </a:extLst>
          </p:cNvPr>
          <p:cNvSpPr txBox="1">
            <a:spLocks noChangeArrowheads="1"/>
          </p:cNvSpPr>
          <p:nvPr/>
        </p:nvSpPr>
        <p:spPr bwMode="auto">
          <a:xfrm>
            <a:off x="2514600" y="5181600"/>
            <a:ext cx="4724400" cy="1074738"/>
          </a:xfrm>
          <a:prstGeom prst="rect">
            <a:avLst/>
          </a:prstGeom>
          <a:solidFill>
            <a:srgbClr val="FFFFCC"/>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Tx/>
              <a:buNone/>
            </a:pPr>
            <a:r>
              <a:rPr lang="zh-CN" altLang="en-US" sz="3200" b="1">
                <a:solidFill>
                  <a:srgbClr val="FF0000"/>
                </a:solidFill>
                <a:latin typeface="隶书" panose="02010509060101010101" pitchFamily="49" charset="-122"/>
                <a:ea typeface="隶书" panose="02010509060101010101" pitchFamily="49" charset="-122"/>
              </a:rPr>
              <a:t>命题</a:t>
            </a:r>
            <a:r>
              <a:rPr lang="en-US" altLang="zh-CN" sz="3200" b="1">
                <a:solidFill>
                  <a:srgbClr val="FF0000"/>
                </a:solidFill>
                <a:latin typeface="隶书" panose="02010509060101010101" pitchFamily="49" charset="-122"/>
                <a:ea typeface="隶书" panose="02010509060101010101" pitchFamily="49" charset="-122"/>
              </a:rPr>
              <a:t>1</a:t>
            </a:r>
            <a:r>
              <a:rPr lang="zh-CN" altLang="en-US" sz="3200" b="1">
                <a:solidFill>
                  <a:srgbClr val="FF0000"/>
                </a:solidFill>
                <a:latin typeface="隶书" panose="02010509060101010101" pitchFamily="49" charset="-122"/>
                <a:ea typeface="隶书" panose="02010509060101010101" pitchFamily="49" charset="-122"/>
              </a:rPr>
              <a:t>、</a:t>
            </a:r>
            <a:r>
              <a:rPr lang="en-US" altLang="zh-CN" sz="3200" b="1">
                <a:solidFill>
                  <a:srgbClr val="FF0000"/>
                </a:solidFill>
                <a:latin typeface="隶书" panose="02010509060101010101" pitchFamily="49" charset="-122"/>
                <a:ea typeface="隶书" panose="02010509060101010101" pitchFamily="49" charset="-122"/>
              </a:rPr>
              <a:t>2 </a:t>
            </a:r>
            <a:r>
              <a:rPr lang="zh-CN" altLang="en-US" sz="3200" b="1">
                <a:solidFill>
                  <a:srgbClr val="FF0000"/>
                </a:solidFill>
                <a:latin typeface="隶书" panose="02010509060101010101" pitchFamily="49" charset="-122"/>
                <a:ea typeface="隶书" panose="02010509060101010101" pitchFamily="49" charset="-122"/>
              </a:rPr>
              <a:t>写成： </a:t>
            </a:r>
            <a:r>
              <a:rPr lang="en-US" altLang="zh-CN" sz="3200" b="1">
                <a:solidFill>
                  <a:srgbClr val="FF0000"/>
                </a:solidFill>
                <a:latin typeface="隶书" panose="02010509060101010101" pitchFamily="49" charset="-122"/>
                <a:ea typeface="隶书" panose="02010509060101010101" pitchFamily="49" charset="-122"/>
              </a:rPr>
              <a:t>P</a:t>
            </a:r>
            <a:r>
              <a:rPr lang="en-US" altLang="zh-CN" sz="3200" b="1">
                <a:solidFill>
                  <a:srgbClr val="FF0000"/>
                </a:solidFill>
                <a:latin typeface="隶书" panose="02010509060101010101" pitchFamily="49" charset="-122"/>
                <a:ea typeface="隶书" panose="02010509060101010101" pitchFamily="49" charset="-122"/>
                <a:sym typeface="Symbol" panose="05050102010706020507" pitchFamily="18" charset="2"/>
              </a:rPr>
              <a:t></a:t>
            </a:r>
            <a:r>
              <a:rPr lang="en-US" altLang="zh-CN" sz="3200" b="1">
                <a:solidFill>
                  <a:srgbClr val="FF0000"/>
                </a:solidFill>
                <a:latin typeface="隶书" panose="02010509060101010101" pitchFamily="49" charset="-122"/>
                <a:ea typeface="隶书" panose="02010509060101010101" pitchFamily="49" charset="-122"/>
              </a:rPr>
              <a:t>Q  </a:t>
            </a:r>
          </a:p>
          <a:p>
            <a:pPr eaLnBrk="1" hangingPunct="1">
              <a:lnSpc>
                <a:spcPct val="90000"/>
              </a:lnSpc>
              <a:buFontTx/>
              <a:buNone/>
            </a:pPr>
            <a:r>
              <a:rPr lang="zh-CN" altLang="en-US" sz="3200" b="1">
                <a:solidFill>
                  <a:srgbClr val="FF0000"/>
                </a:solidFill>
                <a:latin typeface="隶书" panose="02010509060101010101" pitchFamily="49" charset="-122"/>
                <a:ea typeface="隶书" panose="02010509060101010101" pitchFamily="49" charset="-122"/>
              </a:rPr>
              <a:t>命题</a:t>
            </a:r>
            <a:r>
              <a:rPr lang="en-US" altLang="zh-CN" sz="3200" b="1">
                <a:solidFill>
                  <a:srgbClr val="FF0000"/>
                </a:solidFill>
                <a:latin typeface="隶书" panose="02010509060101010101" pitchFamily="49" charset="-122"/>
                <a:ea typeface="隶书" panose="02010509060101010101" pitchFamily="49" charset="-122"/>
              </a:rPr>
              <a:t>3</a:t>
            </a:r>
            <a:r>
              <a:rPr lang="zh-CN" altLang="en-US" sz="3200" b="1">
                <a:solidFill>
                  <a:srgbClr val="FF0000"/>
                </a:solidFill>
                <a:latin typeface="隶书" panose="02010509060101010101" pitchFamily="49" charset="-122"/>
                <a:ea typeface="隶书" panose="02010509060101010101" pitchFamily="49" charset="-122"/>
              </a:rPr>
              <a:t>、</a:t>
            </a:r>
            <a:r>
              <a:rPr lang="en-US" altLang="zh-CN" sz="3200" b="1">
                <a:solidFill>
                  <a:srgbClr val="FF0000"/>
                </a:solidFill>
                <a:latin typeface="隶书" panose="02010509060101010101" pitchFamily="49" charset="-122"/>
                <a:ea typeface="隶书" panose="02010509060101010101" pitchFamily="49" charset="-122"/>
              </a:rPr>
              <a:t>4 </a:t>
            </a:r>
            <a:r>
              <a:rPr lang="zh-CN" altLang="en-US" sz="3200" b="1">
                <a:solidFill>
                  <a:srgbClr val="FF0000"/>
                </a:solidFill>
                <a:latin typeface="隶书" panose="02010509060101010101" pitchFamily="49" charset="-122"/>
                <a:ea typeface="隶书" panose="02010509060101010101" pitchFamily="49" charset="-122"/>
              </a:rPr>
              <a:t>写成： </a:t>
            </a:r>
            <a:r>
              <a:rPr lang="en-US" altLang="zh-CN" sz="3200" b="1">
                <a:solidFill>
                  <a:srgbClr val="FF0000"/>
                </a:solidFill>
                <a:latin typeface="隶书" panose="02010509060101010101" pitchFamily="49" charset="-122"/>
                <a:ea typeface="隶书" panose="02010509060101010101" pitchFamily="49" charset="-122"/>
              </a:rPr>
              <a:t>Q</a:t>
            </a:r>
            <a:r>
              <a:rPr lang="en-US" altLang="zh-CN" sz="3200" b="1">
                <a:solidFill>
                  <a:srgbClr val="FF0000"/>
                </a:solidFill>
                <a:latin typeface="隶书" panose="02010509060101010101" pitchFamily="49" charset="-122"/>
                <a:ea typeface="隶书" panose="02010509060101010101" pitchFamily="49" charset="-122"/>
                <a:sym typeface="Symbol" panose="05050102010706020507" pitchFamily="18" charset="2"/>
              </a:rPr>
              <a:t></a:t>
            </a:r>
            <a:r>
              <a:rPr lang="en-US" altLang="zh-CN" sz="3200" b="1">
                <a:solidFill>
                  <a:srgbClr val="FF0000"/>
                </a:solidFill>
                <a:latin typeface="隶书" panose="02010509060101010101" pitchFamily="49" charset="-122"/>
                <a:ea typeface="隶书" panose="02010509060101010101" pitchFamily="49" charset="-122"/>
              </a:rPr>
              <a:t>P</a:t>
            </a:r>
            <a:endParaRPr lang="en-US" altLang="zh-CN" sz="3200" b="1">
              <a:solidFill>
                <a:srgbClr val="FF0000"/>
              </a:solidFill>
              <a:latin typeface="隶书" panose="02010509060101010101" pitchFamily="49" charset="-122"/>
              <a:ea typeface="隶书" panose="02010509060101010101" pitchFamily="49" charset="-122"/>
              <a:sym typeface="Symbol" panose="05050102010706020507" pitchFamily="18" charset="2"/>
            </a:endParaRPr>
          </a:p>
        </p:txBody>
      </p:sp>
      <p:sp>
        <p:nvSpPr>
          <p:cNvPr id="62473" name="Text Box 2">
            <a:extLst>
              <a:ext uri="{FF2B5EF4-FFF2-40B4-BE49-F238E27FC236}">
                <a16:creationId xmlns:a16="http://schemas.microsoft.com/office/drawing/2014/main" id="{5EC7D1DE-1EE0-4766-8509-83AAE6B26A44}"/>
              </a:ext>
            </a:extLst>
          </p:cNvPr>
          <p:cNvSpPr txBox="1">
            <a:spLocks noChangeArrowheads="1"/>
          </p:cNvSpPr>
          <p:nvPr/>
        </p:nvSpPr>
        <p:spPr bwMode="auto">
          <a:xfrm>
            <a:off x="1508125" y="620713"/>
            <a:ext cx="58007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Times New Roman" panose="02020603050405020304" pitchFamily="18" charset="0"/>
                <a:ea typeface="宋体" panose="02010600030101010101" pitchFamily="2" charset="-122"/>
                <a:cs typeface="Arial" panose="020B0604020202020204" pitchFamily="34" charset="0"/>
              </a:rPr>
              <a:t> “</a:t>
            </a: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蕴含</a:t>
            </a:r>
            <a:r>
              <a:rPr lang="zh-CN" altLang="en-US" sz="5400" b="1">
                <a:solidFill>
                  <a:schemeClr val="bg1"/>
                </a:solidFill>
                <a:latin typeface="Times New Roman" panose="02020603050405020304" pitchFamily="18" charset="0"/>
                <a:ea typeface="宋体" panose="02010600030101010101" pitchFamily="2" charset="-122"/>
                <a:cs typeface="Arial" panose="020B0604020202020204" pitchFamily="34" charset="0"/>
              </a:rPr>
              <a:t>”</a:t>
            </a: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运算</a:t>
            </a:r>
          </a:p>
        </p:txBody>
      </p:sp>
      <p:pic>
        <p:nvPicPr>
          <p:cNvPr id="62474" name="Picture 6" descr="C:\Program Files\Microsoft Office\MEDIA\CAGCAT10\j0293844.wmf">
            <a:extLst>
              <a:ext uri="{FF2B5EF4-FFF2-40B4-BE49-F238E27FC236}">
                <a16:creationId xmlns:a16="http://schemas.microsoft.com/office/drawing/2014/main" id="{954B909B-375D-466C-AE1E-EA97F1A667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07313" y="476250"/>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日期占位符 1">
            <a:extLst>
              <a:ext uri="{FF2B5EF4-FFF2-40B4-BE49-F238E27FC236}">
                <a16:creationId xmlns:a16="http://schemas.microsoft.com/office/drawing/2014/main" id="{82E937C1-3A40-447C-9798-23B2E698854F}"/>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38FE2962-1C5A-4B02-9B71-5B66488DD225}"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63491" name="页脚占位符 2">
            <a:extLst>
              <a:ext uri="{FF2B5EF4-FFF2-40B4-BE49-F238E27FC236}">
                <a16:creationId xmlns:a16="http://schemas.microsoft.com/office/drawing/2014/main" id="{FE68EE05-C76E-4E1D-9834-110D628E89B3}"/>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63492" name="灯片编号占位符 3">
            <a:extLst>
              <a:ext uri="{FF2B5EF4-FFF2-40B4-BE49-F238E27FC236}">
                <a16:creationId xmlns:a16="http://schemas.microsoft.com/office/drawing/2014/main" id="{772696E9-4516-41F0-A4BE-37C93D511C4D}"/>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7AAC058A-CCD8-4F67-946D-DE10127F21F7}" type="slidenum">
              <a:rPr lang="en-US" altLang="zh-CN" sz="1400" smtClean="0">
                <a:latin typeface="Times New Roman" panose="02020603050405020304" pitchFamily="18" charset="0"/>
                <a:ea typeface="宋体" panose="02010600030101010101" pitchFamily="2" charset="-122"/>
              </a:rPr>
              <a:pPr>
                <a:spcBef>
                  <a:spcPct val="0"/>
                </a:spcBef>
                <a:buFontTx/>
                <a:buNone/>
              </a:pPr>
              <a:t>46</a:t>
            </a:fld>
            <a:endParaRPr lang="en-US" altLang="zh-CN" sz="1400">
              <a:latin typeface="Times New Roman" panose="02020603050405020304" pitchFamily="18" charset="0"/>
              <a:ea typeface="宋体" panose="02010600030101010101" pitchFamily="2" charset="-122"/>
            </a:endParaRPr>
          </a:p>
        </p:txBody>
      </p:sp>
      <p:sp>
        <p:nvSpPr>
          <p:cNvPr id="63493" name="Text Box 2">
            <a:extLst>
              <a:ext uri="{FF2B5EF4-FFF2-40B4-BE49-F238E27FC236}">
                <a16:creationId xmlns:a16="http://schemas.microsoft.com/office/drawing/2014/main" id="{A7AF9B5F-5930-4280-BBD2-4C851B3FCC46}"/>
              </a:ext>
            </a:extLst>
          </p:cNvPr>
          <p:cNvSpPr txBox="1">
            <a:spLocks noChangeArrowheads="1"/>
          </p:cNvSpPr>
          <p:nvPr/>
        </p:nvSpPr>
        <p:spPr bwMode="auto">
          <a:xfrm>
            <a:off x="1508125" y="765175"/>
            <a:ext cx="58007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3"/>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Times New Roman" panose="02020603050405020304" pitchFamily="18" charset="0"/>
                <a:ea typeface="宋体" panose="02010600030101010101" pitchFamily="2" charset="-122"/>
                <a:cs typeface="Arial" panose="020B0604020202020204" pitchFamily="34" charset="0"/>
              </a:rPr>
              <a:t> “</a:t>
            </a: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等价</a:t>
            </a:r>
            <a:r>
              <a:rPr lang="zh-CN" altLang="en-US" sz="5400" b="1">
                <a:solidFill>
                  <a:schemeClr val="bg1"/>
                </a:solidFill>
                <a:latin typeface="Times New Roman" panose="02020603050405020304" pitchFamily="18" charset="0"/>
                <a:ea typeface="宋体" panose="02010600030101010101" pitchFamily="2" charset="-122"/>
                <a:cs typeface="Arial" panose="020B0604020202020204" pitchFamily="34" charset="0"/>
              </a:rPr>
              <a:t>”</a:t>
            </a: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运算</a:t>
            </a:r>
          </a:p>
        </p:txBody>
      </p:sp>
      <p:pic>
        <p:nvPicPr>
          <p:cNvPr id="63494" name="Picture 6" descr="C:\Program Files\Microsoft Office\MEDIA\CAGCAT10\j0293844.wmf">
            <a:extLst>
              <a:ext uri="{FF2B5EF4-FFF2-40B4-BE49-F238E27FC236}">
                <a16:creationId xmlns:a16="http://schemas.microsoft.com/office/drawing/2014/main" id="{4A6ACADC-CE24-48D6-A81A-B3B67595371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07313" y="476250"/>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CC5CB5DE-5CE4-48C6-A20F-F9270B7DFCF6}"/>
              </a:ext>
            </a:extLst>
          </p:cNvPr>
          <p:cNvSpPr>
            <a:spLocks noRot="1" noChangeAspect="1" noMove="1" noResize="1" noEditPoints="1" noAdjustHandles="1" noChangeArrowheads="1" noChangeShapeType="1" noTextEdit="1"/>
          </p:cNvSpPr>
          <p:nvPr/>
        </p:nvSpPr>
        <p:spPr>
          <a:xfrm>
            <a:off x="716997" y="2492896"/>
            <a:ext cx="7848872" cy="2246769"/>
          </a:xfrm>
          <a:prstGeom prst="rect">
            <a:avLst/>
          </a:prstGeom>
          <a:blipFill>
            <a:blip r:embed="rId5"/>
            <a:stretch>
              <a:fillRect l="-1552" t="-3774" b="-5391"/>
            </a:stretch>
          </a:blipFill>
          <a:ln>
            <a:solidFill>
              <a:srgbClr val="C00000"/>
            </a:solidFill>
          </a:ln>
        </p:spPr>
        <p:txBody>
          <a:bodyPr/>
          <a:lstStyle/>
          <a:p>
            <a:pPr>
              <a:defRPr/>
            </a:pPr>
            <a:r>
              <a:rPr lang="zh-CN" altLang="en-US">
                <a:noFill/>
              </a:rPr>
              <a:t> </a:t>
            </a: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日期占位符 1">
            <a:extLst>
              <a:ext uri="{FF2B5EF4-FFF2-40B4-BE49-F238E27FC236}">
                <a16:creationId xmlns:a16="http://schemas.microsoft.com/office/drawing/2014/main" id="{3AA1B80E-CBCB-4BAC-BCCC-DDF95EDE751E}"/>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11FC2067-6959-407B-9585-C7D32EB2FD5F}"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65539" name="页脚占位符 2">
            <a:extLst>
              <a:ext uri="{FF2B5EF4-FFF2-40B4-BE49-F238E27FC236}">
                <a16:creationId xmlns:a16="http://schemas.microsoft.com/office/drawing/2014/main" id="{870A4B92-6FF4-40B6-8FED-8E27DDB0661D}"/>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65540" name="灯片编号占位符 3">
            <a:extLst>
              <a:ext uri="{FF2B5EF4-FFF2-40B4-BE49-F238E27FC236}">
                <a16:creationId xmlns:a16="http://schemas.microsoft.com/office/drawing/2014/main" id="{402CF855-ABBC-457D-A673-35A433020982}"/>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9C015C13-1B7F-4BCC-8590-841EF7BE9F26}" type="slidenum">
              <a:rPr lang="en-US" altLang="zh-CN" sz="1400" smtClean="0">
                <a:latin typeface="Times New Roman" panose="02020603050405020304" pitchFamily="18" charset="0"/>
                <a:ea typeface="宋体" panose="02010600030101010101" pitchFamily="2" charset="-122"/>
              </a:rPr>
              <a:pPr>
                <a:spcBef>
                  <a:spcPct val="0"/>
                </a:spcBef>
                <a:buFontTx/>
                <a:buNone/>
              </a:pPr>
              <a:t>47</a:t>
            </a:fld>
            <a:endParaRPr lang="en-US" altLang="zh-CN" sz="1400">
              <a:latin typeface="Times New Roman" panose="02020603050405020304" pitchFamily="18" charset="0"/>
              <a:ea typeface="宋体" panose="02010600030101010101" pitchFamily="2" charset="-122"/>
            </a:endParaRPr>
          </a:p>
        </p:txBody>
      </p:sp>
      <p:sp>
        <p:nvSpPr>
          <p:cNvPr id="697349" name="Rectangle 3">
            <a:extLst>
              <a:ext uri="{FF2B5EF4-FFF2-40B4-BE49-F238E27FC236}">
                <a16:creationId xmlns:a16="http://schemas.microsoft.com/office/drawing/2014/main" id="{2E1A51C5-5261-40EE-94F8-6D4E4D1259C8}"/>
              </a:ext>
            </a:extLst>
          </p:cNvPr>
          <p:cNvSpPr>
            <a:spLocks noGrp="1" noChangeArrowheads="1"/>
          </p:cNvSpPr>
          <p:nvPr>
            <p:ph type="body" sz="half" idx="4294967295"/>
          </p:nvPr>
        </p:nvSpPr>
        <p:spPr>
          <a:xfrm>
            <a:off x="684213" y="1844675"/>
            <a:ext cx="7251700" cy="1368425"/>
          </a:xfrm>
        </p:spPr>
        <p:txBody>
          <a:bodyPr/>
          <a:lstStyle/>
          <a:p>
            <a:pPr marL="400050" indent="-400050" eaLnBrk="1" hangingPunct="1">
              <a:lnSpc>
                <a:spcPct val="90000"/>
              </a:lnSpc>
              <a:buFontTx/>
              <a:buNone/>
              <a:defRPr/>
            </a:pPr>
            <a:r>
              <a:rPr lang="en-US" altLang="zh-CN" b="1" dirty="0">
                <a:latin typeface="Times New Roman" panose="02020603050405020304" pitchFamily="18" charset="0"/>
                <a:ea typeface="宋体" panose="02010600030101010101" pitchFamily="2" charset="-122"/>
                <a:sym typeface="Symbol" panose="05050102010706020507" pitchFamily="18" charset="2"/>
              </a:rPr>
              <a:t>“</a:t>
            </a:r>
            <a:r>
              <a:rPr lang="en-US" altLang="zh-CN" sz="2800" b="1" dirty="0">
                <a:ea typeface="宋体" panose="02010600030101010101" pitchFamily="2" charset="-122"/>
                <a:sym typeface="Symbol" panose="05050102010706020507" pitchFamily="18" charset="2"/>
              </a:rPr>
              <a:t></a:t>
            </a:r>
            <a:r>
              <a:rPr lang="en-US" altLang="zh-CN" sz="2800" b="1" dirty="0">
                <a:latin typeface="Times New Roman" panose="02020603050405020304" pitchFamily="18" charset="0"/>
                <a:ea typeface="宋体" panose="02010600030101010101" pitchFamily="2" charset="-122"/>
                <a:sym typeface="Symbol" panose="05050102010706020507" pitchFamily="18" charset="2"/>
              </a:rPr>
              <a:t>”</a:t>
            </a:r>
            <a:r>
              <a:rPr lang="en-US" altLang="zh-CN" sz="2800" b="1" dirty="0">
                <a:ea typeface="宋体" panose="02010600030101010101" pitchFamily="2" charset="-122"/>
                <a:sym typeface="Symbol" panose="05050102010706020507" pitchFamily="18" charset="2"/>
              </a:rPr>
              <a:t> :</a:t>
            </a:r>
            <a:r>
              <a:rPr lang="zh-CN" altLang="en-US" sz="2800" b="1" dirty="0">
                <a:solidFill>
                  <a:schemeClr val="hlink"/>
                </a:solidFill>
                <a:ea typeface="宋体" panose="02010600030101010101" pitchFamily="2" charset="-122"/>
                <a:sym typeface="Symbol" panose="05050102010706020507" pitchFamily="18" charset="2"/>
              </a:rPr>
              <a:t>等价联结词</a:t>
            </a:r>
            <a:endParaRPr lang="zh-CN" altLang="en-US" sz="2800" b="1" dirty="0">
              <a:solidFill>
                <a:schemeClr val="hlink"/>
              </a:solidFill>
              <a:ea typeface="宋体" panose="02010600030101010101" pitchFamily="2" charset="-122"/>
            </a:endParaRPr>
          </a:p>
          <a:p>
            <a:pPr marL="400050" indent="-400050" eaLnBrk="1" hangingPunct="1">
              <a:lnSpc>
                <a:spcPct val="90000"/>
              </a:lnSpc>
              <a:buFontTx/>
              <a:buNone/>
              <a:defRPr/>
            </a:pPr>
            <a:r>
              <a:rPr lang="en-US" altLang="zh-CN" sz="2800" b="1" dirty="0">
                <a:ea typeface="宋体" panose="02010600030101010101" pitchFamily="2" charset="-122"/>
              </a:rPr>
              <a:t>P</a:t>
            </a:r>
            <a:r>
              <a:rPr lang="en-US" altLang="zh-CN" sz="2800" b="1" dirty="0">
                <a:ea typeface="宋体" panose="02010600030101010101" pitchFamily="2" charset="-122"/>
                <a:sym typeface="Symbol" panose="05050102010706020507" pitchFamily="18" charset="2"/>
              </a:rPr>
              <a:t>Q</a:t>
            </a:r>
            <a:r>
              <a:rPr lang="zh-CN" altLang="en-US" sz="2800" b="1" dirty="0">
                <a:ea typeface="宋体" panose="02010600030101010101" pitchFamily="2" charset="-122"/>
                <a:sym typeface="Symbol" panose="05050102010706020507" pitchFamily="18" charset="2"/>
              </a:rPr>
              <a:t>（</a:t>
            </a:r>
            <a:r>
              <a:rPr lang="en-US" altLang="zh-CN" sz="2800" b="1" dirty="0">
                <a:solidFill>
                  <a:schemeClr val="hlink"/>
                </a:solidFill>
                <a:ea typeface="宋体" panose="02010600030101010101" pitchFamily="2" charset="-122"/>
                <a:sym typeface="Symbol" panose="05050102010706020507" pitchFamily="18" charset="2"/>
              </a:rPr>
              <a:t>P</a:t>
            </a:r>
            <a:r>
              <a:rPr lang="zh-CN" altLang="en-US" sz="2800" b="1" dirty="0">
                <a:solidFill>
                  <a:schemeClr val="hlink"/>
                </a:solidFill>
                <a:ea typeface="宋体" panose="02010600030101010101" pitchFamily="2" charset="-122"/>
                <a:sym typeface="Symbol" panose="05050102010706020507" pitchFamily="18" charset="2"/>
              </a:rPr>
              <a:t>当且仅当</a:t>
            </a:r>
            <a:r>
              <a:rPr lang="en-US" altLang="zh-CN" sz="2800" b="1" dirty="0">
                <a:solidFill>
                  <a:schemeClr val="hlink"/>
                </a:solidFill>
                <a:ea typeface="宋体" panose="02010600030101010101" pitchFamily="2" charset="-122"/>
                <a:sym typeface="Symbol" panose="05050102010706020507" pitchFamily="18" charset="2"/>
              </a:rPr>
              <a:t>Q</a:t>
            </a:r>
            <a:r>
              <a:rPr lang="zh-CN" altLang="en-US" sz="2800" b="1" dirty="0">
                <a:ea typeface="宋体" panose="02010600030101010101" pitchFamily="2" charset="-122"/>
                <a:sym typeface="Symbol" panose="05050102010706020507" pitchFamily="18" charset="2"/>
              </a:rPr>
              <a:t>）：</a:t>
            </a:r>
            <a:r>
              <a:rPr lang="zh-CN" altLang="en-US" sz="2800" b="1" dirty="0">
                <a:solidFill>
                  <a:srgbClr val="006600"/>
                </a:solidFill>
                <a:ea typeface="宋体" panose="02010600030101010101" pitchFamily="2" charset="-122"/>
                <a:sym typeface="Symbol" panose="05050102010706020507" pitchFamily="18" charset="2"/>
              </a:rPr>
              <a:t>当</a:t>
            </a:r>
            <a:r>
              <a:rPr lang="en-US" altLang="zh-CN" sz="2800" b="1" dirty="0">
                <a:solidFill>
                  <a:srgbClr val="006600"/>
                </a:solidFill>
                <a:ea typeface="宋体" panose="02010600030101010101" pitchFamily="2" charset="-122"/>
                <a:sym typeface="Symbol" panose="05050102010706020507" pitchFamily="18" charset="2"/>
              </a:rPr>
              <a:t>p</a:t>
            </a:r>
            <a:r>
              <a:rPr lang="zh-CN" altLang="en-US" sz="2800" b="1" dirty="0">
                <a:solidFill>
                  <a:srgbClr val="006600"/>
                </a:solidFill>
                <a:ea typeface="宋体" panose="02010600030101010101" pitchFamily="2" charset="-122"/>
                <a:sym typeface="Symbol" panose="05050102010706020507" pitchFamily="18" charset="2"/>
              </a:rPr>
              <a:t>和</a:t>
            </a:r>
            <a:r>
              <a:rPr lang="en-US" altLang="zh-CN" sz="2800" b="1" dirty="0">
                <a:solidFill>
                  <a:srgbClr val="006600"/>
                </a:solidFill>
                <a:ea typeface="宋体" panose="02010600030101010101" pitchFamily="2" charset="-122"/>
                <a:sym typeface="Symbol" panose="05050102010706020507" pitchFamily="18" charset="2"/>
              </a:rPr>
              <a:t>q</a:t>
            </a:r>
            <a:r>
              <a:rPr lang="zh-CN" altLang="en-US" sz="2800" b="1" dirty="0">
                <a:solidFill>
                  <a:srgbClr val="006600"/>
                </a:solidFill>
                <a:ea typeface="宋体" panose="02010600030101010101" pitchFamily="2" charset="-122"/>
                <a:sym typeface="Symbol" panose="05050102010706020507" pitchFamily="18" charset="2"/>
              </a:rPr>
              <a:t>有着相同的真值时， </a:t>
            </a:r>
            <a:r>
              <a:rPr lang="en-US" altLang="zh-CN" sz="2800" b="1" dirty="0">
                <a:solidFill>
                  <a:srgbClr val="006600"/>
                </a:solidFill>
                <a:ea typeface="宋体" panose="02010600030101010101" pitchFamily="2" charset="-122"/>
              </a:rPr>
              <a:t>p </a:t>
            </a:r>
            <a:r>
              <a:rPr lang="en-US" altLang="zh-CN" sz="2800" b="1" dirty="0">
                <a:solidFill>
                  <a:srgbClr val="006600"/>
                </a:solidFill>
                <a:ea typeface="宋体" panose="02010600030101010101" pitchFamily="2" charset="-122"/>
                <a:sym typeface="Symbol" panose="05050102010706020507" pitchFamily="18" charset="2"/>
              </a:rPr>
              <a:t> q</a:t>
            </a:r>
            <a:r>
              <a:rPr lang="en-US" altLang="zh-CN" sz="2800" b="1" dirty="0">
                <a:solidFill>
                  <a:srgbClr val="006600"/>
                </a:solidFill>
                <a:ea typeface="宋体" panose="02010600030101010101" pitchFamily="2" charset="-122"/>
              </a:rPr>
              <a:t> </a:t>
            </a:r>
            <a:r>
              <a:rPr lang="zh-CN" altLang="en-US" sz="2800" b="1" dirty="0">
                <a:solidFill>
                  <a:srgbClr val="006600"/>
                </a:solidFill>
                <a:ea typeface="宋体" panose="02010600030101010101" pitchFamily="2" charset="-122"/>
              </a:rPr>
              <a:t>为真）</a:t>
            </a:r>
            <a:endParaRPr lang="zh-CN" altLang="en-US" sz="2800" dirty="0">
              <a:solidFill>
                <a:schemeClr val="hlink"/>
              </a:solidFill>
              <a:ea typeface="宋体" panose="02010600030101010101" pitchFamily="2" charset="-122"/>
            </a:endParaRPr>
          </a:p>
        </p:txBody>
      </p:sp>
      <p:graphicFrame>
        <p:nvGraphicFramePr>
          <p:cNvPr id="697378" name="Group 34">
            <a:extLst>
              <a:ext uri="{FF2B5EF4-FFF2-40B4-BE49-F238E27FC236}">
                <a16:creationId xmlns:a16="http://schemas.microsoft.com/office/drawing/2014/main" id="{5D0F226C-F3C3-4303-9B35-4C74B9D40650}"/>
              </a:ext>
            </a:extLst>
          </p:cNvPr>
          <p:cNvGraphicFramePr>
            <a:graphicFrameLocks noGrp="1"/>
          </p:cNvGraphicFramePr>
          <p:nvPr>
            <p:ph sz="half" idx="4294967295"/>
          </p:nvPr>
        </p:nvGraphicFramePr>
        <p:xfrm>
          <a:off x="2114550" y="3284538"/>
          <a:ext cx="4987925" cy="2895600"/>
        </p:xfrm>
        <a:graphic>
          <a:graphicData uri="http://schemas.openxmlformats.org/drawingml/2006/table">
            <a:tbl>
              <a:tblPr/>
              <a:tblGrid>
                <a:gridCol w="1662113">
                  <a:extLst>
                    <a:ext uri="{9D8B030D-6E8A-4147-A177-3AD203B41FA5}">
                      <a16:colId xmlns:a16="http://schemas.microsoft.com/office/drawing/2014/main" val="20000"/>
                    </a:ext>
                  </a:extLst>
                </a:gridCol>
                <a:gridCol w="1663700">
                  <a:extLst>
                    <a:ext uri="{9D8B030D-6E8A-4147-A177-3AD203B41FA5}">
                      <a16:colId xmlns:a16="http://schemas.microsoft.com/office/drawing/2014/main" val="20001"/>
                    </a:ext>
                  </a:extLst>
                </a:gridCol>
                <a:gridCol w="1662112">
                  <a:extLst>
                    <a:ext uri="{9D8B030D-6E8A-4147-A177-3AD203B41FA5}">
                      <a16:colId xmlns:a16="http://schemas.microsoft.com/office/drawing/2014/main" val="20002"/>
                    </a:ext>
                  </a:extLst>
                </a:gridCol>
              </a:tblGrid>
              <a:tr h="493713">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2" panose="05020102010507070707" pitchFamily="18" charset="2"/>
                        <a:buNone/>
                        <a:tabLst/>
                      </a:pPr>
                      <a:r>
                        <a:rPr kumimoji="1" lang="en-US" altLang="zh-CN" sz="32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P</a:t>
                      </a:r>
                      <a:endParaRPr kumimoji="1" lang="en-CA" altLang="zh-CN" sz="32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2" panose="05020102010507070707" pitchFamily="18" charset="2"/>
                        <a:buNone/>
                        <a:tabLst/>
                      </a:pPr>
                      <a:r>
                        <a:rPr kumimoji="1" lang="en-US" altLang="zh-CN" sz="32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Q</a:t>
                      </a:r>
                      <a:endParaRPr kumimoji="1" lang="en-CA" altLang="zh-CN" sz="32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2" panose="05020102010507070707" pitchFamily="18" charset="2"/>
                        <a:buNone/>
                        <a:tabLst/>
                      </a:pPr>
                      <a:r>
                        <a:rPr kumimoji="1" lang="en-US" altLang="zh-CN" sz="32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P</a:t>
                      </a:r>
                      <a:r>
                        <a:rPr kumimoji="1" lang="en-US" altLang="zh-CN" sz="32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sym typeface="Symbol" panose="05050102010706020507" pitchFamily="18" charset="2"/>
                        </a:rPr>
                        <a:t>Q</a:t>
                      </a:r>
                      <a:endParaRPr kumimoji="1" lang="en-CA" altLang="zh-CN" sz="32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sym typeface="Symbol" panose="05050102010706020507" pitchFamily="18" charset="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extLst>
                  <a:ext uri="{0D108BD9-81ED-4DB2-BD59-A6C34878D82A}">
                    <a16:rowId xmlns:a16="http://schemas.microsoft.com/office/drawing/2014/main" val="10000"/>
                  </a:ext>
                </a:extLst>
              </a:tr>
              <a:tr h="493713">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2" panose="05020102010507070707" pitchFamily="18" charset="2"/>
                        <a:buNone/>
                        <a:tabLst/>
                      </a:pPr>
                      <a:r>
                        <a:rPr kumimoji="1" lang="en-US" altLang="zh-CN" sz="32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T</a:t>
                      </a:r>
                      <a:endParaRPr kumimoji="1" lang="en-CA" altLang="zh-CN" sz="32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2" panose="05020102010507070707" pitchFamily="18" charset="2"/>
                        <a:buNone/>
                        <a:tabLst/>
                      </a:pPr>
                      <a:r>
                        <a:rPr kumimoji="1" lang="en-US" altLang="zh-CN" sz="32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T</a:t>
                      </a:r>
                      <a:endParaRPr kumimoji="1" lang="en-CA" altLang="zh-CN" sz="32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2" panose="05020102010507070707" pitchFamily="18" charset="2"/>
                        <a:buNone/>
                        <a:tabLst/>
                      </a:pPr>
                      <a:r>
                        <a:rPr kumimoji="1" lang="en-US" altLang="zh-CN" sz="32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T</a:t>
                      </a:r>
                      <a:endParaRPr kumimoji="1" lang="en-CA" altLang="zh-CN" sz="32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extLst>
                  <a:ext uri="{0D108BD9-81ED-4DB2-BD59-A6C34878D82A}">
                    <a16:rowId xmlns:a16="http://schemas.microsoft.com/office/drawing/2014/main" val="10001"/>
                  </a:ext>
                </a:extLst>
              </a:tr>
              <a:tr h="493713">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2" panose="05020102010507070707" pitchFamily="18" charset="2"/>
                        <a:buNone/>
                        <a:tabLst/>
                      </a:pPr>
                      <a:r>
                        <a:rPr kumimoji="1" lang="en-US" altLang="zh-CN" sz="32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T</a:t>
                      </a:r>
                      <a:endParaRPr kumimoji="1" lang="en-CA" altLang="zh-CN" sz="32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2" panose="05020102010507070707" pitchFamily="18" charset="2"/>
                        <a:buNone/>
                        <a:tabLst/>
                      </a:pPr>
                      <a:r>
                        <a:rPr kumimoji="1" lang="en-US" altLang="zh-CN" sz="32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F</a:t>
                      </a:r>
                      <a:endParaRPr kumimoji="1" lang="en-CA" altLang="zh-CN" sz="32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2" panose="05020102010507070707" pitchFamily="18" charset="2"/>
                        <a:buNone/>
                        <a:tabLst/>
                      </a:pPr>
                      <a:r>
                        <a:rPr kumimoji="1" lang="en-US" altLang="zh-CN" sz="32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F</a:t>
                      </a:r>
                      <a:endParaRPr kumimoji="1" lang="en-CA" altLang="zh-CN" sz="32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extLst>
                  <a:ext uri="{0D108BD9-81ED-4DB2-BD59-A6C34878D82A}">
                    <a16:rowId xmlns:a16="http://schemas.microsoft.com/office/drawing/2014/main" val="10002"/>
                  </a:ext>
                </a:extLst>
              </a:tr>
              <a:tr h="546100">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2" panose="05020102010507070707" pitchFamily="18" charset="2"/>
                        <a:buNone/>
                        <a:tabLst/>
                      </a:pPr>
                      <a:r>
                        <a:rPr kumimoji="1" lang="en-US" altLang="zh-CN" sz="32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F</a:t>
                      </a:r>
                      <a:endParaRPr kumimoji="1" lang="en-CA" altLang="zh-CN" sz="32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2" panose="05020102010507070707" pitchFamily="18" charset="2"/>
                        <a:buNone/>
                        <a:tabLst/>
                      </a:pPr>
                      <a:r>
                        <a:rPr kumimoji="1" lang="en-US" altLang="zh-CN" sz="32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T</a:t>
                      </a:r>
                      <a:endParaRPr kumimoji="1" lang="en-CA" altLang="zh-CN" sz="32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2" panose="05020102010507070707" pitchFamily="18" charset="2"/>
                        <a:buNone/>
                        <a:tabLst/>
                      </a:pPr>
                      <a:r>
                        <a:rPr kumimoji="1" lang="en-US" altLang="zh-CN" sz="32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F</a:t>
                      </a:r>
                      <a:endParaRPr kumimoji="1" lang="en-CA" altLang="zh-CN" sz="32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extLst>
                  <a:ext uri="{0D108BD9-81ED-4DB2-BD59-A6C34878D82A}">
                    <a16:rowId xmlns:a16="http://schemas.microsoft.com/office/drawing/2014/main" val="10003"/>
                  </a:ext>
                </a:extLst>
              </a:tr>
              <a:tr h="493713">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2" panose="05020102010507070707" pitchFamily="18" charset="2"/>
                        <a:buNone/>
                        <a:tabLst/>
                      </a:pPr>
                      <a:r>
                        <a:rPr kumimoji="1" lang="en-US" altLang="zh-CN" sz="32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F</a:t>
                      </a:r>
                      <a:endParaRPr kumimoji="1" lang="en-CA" altLang="zh-CN" sz="32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2" panose="05020102010507070707" pitchFamily="18" charset="2"/>
                        <a:buNone/>
                        <a:tabLst/>
                      </a:pPr>
                      <a:r>
                        <a:rPr kumimoji="1" lang="en-US" altLang="zh-CN" sz="32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F</a:t>
                      </a:r>
                      <a:endParaRPr kumimoji="1" lang="en-CA" altLang="zh-CN" sz="32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2" panose="05020102010507070707" pitchFamily="18" charset="2"/>
                        <a:buNone/>
                        <a:tabLst/>
                      </a:pPr>
                      <a:r>
                        <a:rPr kumimoji="1" lang="en-US" altLang="zh-CN" sz="32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T</a:t>
                      </a:r>
                      <a:endParaRPr kumimoji="1" lang="en-CA" altLang="zh-CN" sz="32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extLst>
                  <a:ext uri="{0D108BD9-81ED-4DB2-BD59-A6C34878D82A}">
                    <a16:rowId xmlns:a16="http://schemas.microsoft.com/office/drawing/2014/main" val="10004"/>
                  </a:ext>
                </a:extLst>
              </a:tr>
            </a:tbl>
          </a:graphicData>
        </a:graphic>
      </p:graphicFrame>
      <p:sp>
        <p:nvSpPr>
          <p:cNvPr id="65568" name="Text Box 2">
            <a:extLst>
              <a:ext uri="{FF2B5EF4-FFF2-40B4-BE49-F238E27FC236}">
                <a16:creationId xmlns:a16="http://schemas.microsoft.com/office/drawing/2014/main" id="{B5C6B022-662B-43E8-A524-CC5C280BA160}"/>
              </a:ext>
            </a:extLst>
          </p:cNvPr>
          <p:cNvSpPr txBox="1">
            <a:spLocks noChangeArrowheads="1"/>
          </p:cNvSpPr>
          <p:nvPr/>
        </p:nvSpPr>
        <p:spPr bwMode="auto">
          <a:xfrm>
            <a:off x="1508125" y="765175"/>
            <a:ext cx="58007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3"/>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Times New Roman" panose="02020603050405020304" pitchFamily="18" charset="0"/>
                <a:ea typeface="宋体" panose="02010600030101010101" pitchFamily="2" charset="-122"/>
                <a:cs typeface="Arial" panose="020B0604020202020204" pitchFamily="34" charset="0"/>
              </a:rPr>
              <a:t> “</a:t>
            </a: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等价</a:t>
            </a:r>
            <a:r>
              <a:rPr lang="zh-CN" altLang="en-US" sz="5400" b="1">
                <a:solidFill>
                  <a:schemeClr val="bg1"/>
                </a:solidFill>
                <a:latin typeface="Times New Roman" panose="02020603050405020304" pitchFamily="18" charset="0"/>
                <a:ea typeface="宋体" panose="02010600030101010101" pitchFamily="2" charset="-122"/>
                <a:cs typeface="Arial" panose="020B0604020202020204" pitchFamily="34" charset="0"/>
              </a:rPr>
              <a:t>”</a:t>
            </a: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运算</a:t>
            </a:r>
          </a:p>
        </p:txBody>
      </p:sp>
      <p:pic>
        <p:nvPicPr>
          <p:cNvPr id="65569" name="Picture 6" descr="C:\Program Files\Microsoft Office\MEDIA\CAGCAT10\j0293844.wmf">
            <a:extLst>
              <a:ext uri="{FF2B5EF4-FFF2-40B4-BE49-F238E27FC236}">
                <a16:creationId xmlns:a16="http://schemas.microsoft.com/office/drawing/2014/main" id="{1D35D6CF-80EE-42B1-BF1B-F3207F6880B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07313" y="476250"/>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日期占位符 1">
            <a:extLst>
              <a:ext uri="{FF2B5EF4-FFF2-40B4-BE49-F238E27FC236}">
                <a16:creationId xmlns:a16="http://schemas.microsoft.com/office/drawing/2014/main" id="{4C4777B7-B25C-4305-97C8-902C005F0779}"/>
              </a:ext>
            </a:extLst>
          </p:cNvPr>
          <p:cNvSpPr>
            <a:spLocks noGrp="1"/>
          </p:cNvSpPr>
          <p:nvPr>
            <p:ph type="dt" sz="quarter" idx="10"/>
          </p:nvPr>
        </p:nvSpPr>
        <p:spPr>
          <a:xfrm>
            <a:off x="684213" y="6400800"/>
            <a:ext cx="1905000" cy="4572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6EDAE558-19A7-4DC1-BD98-9DAD7A805FA5}"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67587" name="页脚占位符 2">
            <a:extLst>
              <a:ext uri="{FF2B5EF4-FFF2-40B4-BE49-F238E27FC236}">
                <a16:creationId xmlns:a16="http://schemas.microsoft.com/office/drawing/2014/main" id="{56101A5A-81A1-405A-88B0-28DD29400CE4}"/>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67588" name="灯片编号占位符 3">
            <a:extLst>
              <a:ext uri="{FF2B5EF4-FFF2-40B4-BE49-F238E27FC236}">
                <a16:creationId xmlns:a16="http://schemas.microsoft.com/office/drawing/2014/main" id="{71764654-8275-4E36-B4D2-A095665502D0}"/>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008E383C-7561-4DF0-B3A6-73DD11C2B75F}" type="slidenum">
              <a:rPr lang="en-US" altLang="zh-CN" sz="1400" smtClean="0">
                <a:latin typeface="Times New Roman" panose="02020603050405020304" pitchFamily="18" charset="0"/>
                <a:ea typeface="宋体" panose="02010600030101010101" pitchFamily="2" charset="-122"/>
              </a:rPr>
              <a:pPr>
                <a:spcBef>
                  <a:spcPct val="0"/>
                </a:spcBef>
                <a:buFontTx/>
                <a:buNone/>
              </a:pPr>
              <a:t>48</a:t>
            </a:fld>
            <a:endParaRPr lang="en-US" altLang="zh-CN" sz="1400">
              <a:latin typeface="Times New Roman" panose="02020603050405020304" pitchFamily="18" charset="0"/>
              <a:ea typeface="宋体" panose="02010600030101010101" pitchFamily="2" charset="-122"/>
            </a:endParaRPr>
          </a:p>
        </p:txBody>
      </p:sp>
      <p:sp>
        <p:nvSpPr>
          <p:cNvPr id="67589" name="Text Box 2">
            <a:extLst>
              <a:ext uri="{FF2B5EF4-FFF2-40B4-BE49-F238E27FC236}">
                <a16:creationId xmlns:a16="http://schemas.microsoft.com/office/drawing/2014/main" id="{5DCA02E6-E532-43E5-9328-5EC711E75C75}"/>
              </a:ext>
            </a:extLst>
          </p:cNvPr>
          <p:cNvSpPr txBox="1">
            <a:spLocks noChangeArrowheads="1"/>
          </p:cNvSpPr>
          <p:nvPr/>
        </p:nvSpPr>
        <p:spPr bwMode="auto">
          <a:xfrm>
            <a:off x="1508125" y="620713"/>
            <a:ext cx="58007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3"/>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小 结</a:t>
            </a:r>
          </a:p>
        </p:txBody>
      </p:sp>
      <p:pic>
        <p:nvPicPr>
          <p:cNvPr id="67590" name="Picture 6" descr="C:\Program Files\Microsoft Office\MEDIA\CAGCAT10\j0293844.wmf">
            <a:extLst>
              <a:ext uri="{FF2B5EF4-FFF2-40B4-BE49-F238E27FC236}">
                <a16:creationId xmlns:a16="http://schemas.microsoft.com/office/drawing/2014/main" id="{B69728BE-E4C3-4359-916E-979F12B6D6F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07313" y="476250"/>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591" name="Text Box 3">
            <a:extLst>
              <a:ext uri="{FF2B5EF4-FFF2-40B4-BE49-F238E27FC236}">
                <a16:creationId xmlns:a16="http://schemas.microsoft.com/office/drawing/2014/main" id="{1FC49192-C89D-412F-A523-0CEAF2133B84}"/>
              </a:ext>
            </a:extLst>
          </p:cNvPr>
          <p:cNvSpPr txBox="1">
            <a:spLocks noChangeArrowheads="1"/>
          </p:cNvSpPr>
          <p:nvPr/>
        </p:nvSpPr>
        <p:spPr bwMode="auto">
          <a:xfrm>
            <a:off x="204788" y="2255838"/>
            <a:ext cx="873442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36000" rIns="36000" bIns="36000">
            <a:spAutoFit/>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0"/>
              </a:spcBef>
              <a:buClr>
                <a:srgbClr val="00FF00"/>
              </a:buClr>
              <a:buFont typeface="Wingdings" panose="05000000000000000000" pitchFamily="2" charset="2"/>
              <a:buNone/>
            </a:pPr>
            <a:r>
              <a:rPr lang="zh-CN" altLang="en-US" sz="2600" b="1">
                <a:solidFill>
                  <a:srgbClr val="000000"/>
                </a:solidFill>
                <a:latin typeface="Times New Roman" panose="02020603050405020304" pitchFamily="18" charset="0"/>
                <a:ea typeface="黑体" panose="02010609060101010101" pitchFamily="49" charset="-122"/>
              </a:rPr>
              <a:t>设命题</a:t>
            </a:r>
            <a:r>
              <a:rPr lang="en-US" altLang="zh-CN" sz="2600" b="1">
                <a:solidFill>
                  <a:srgbClr val="000000"/>
                </a:solidFill>
                <a:latin typeface="Times New Roman" panose="02020603050405020304" pitchFamily="18" charset="0"/>
                <a:ea typeface="黑体" panose="02010609060101010101" pitchFamily="49" charset="-122"/>
              </a:rPr>
              <a:t>P,Q</a:t>
            </a:r>
            <a:r>
              <a:rPr lang="zh-CN" altLang="en-US" sz="2600" b="1">
                <a:solidFill>
                  <a:srgbClr val="000000"/>
                </a:solidFill>
                <a:latin typeface="Times New Roman" panose="02020603050405020304" pitchFamily="18" charset="0"/>
                <a:ea typeface="黑体" panose="02010609060101010101" pitchFamily="49" charset="-122"/>
              </a:rPr>
              <a:t>表示任意两个命题</a:t>
            </a:r>
            <a:r>
              <a:rPr lang="en-US" altLang="zh-CN" sz="2600" b="1">
                <a:solidFill>
                  <a:srgbClr val="000000"/>
                </a:solidFill>
                <a:latin typeface="Times New Roman" panose="02020603050405020304" pitchFamily="18" charset="0"/>
                <a:ea typeface="黑体" panose="02010609060101010101" pitchFamily="49" charset="-122"/>
              </a:rPr>
              <a:t>,</a:t>
            </a:r>
            <a:r>
              <a:rPr lang="zh-CN" altLang="en-US" sz="2600" b="1">
                <a:solidFill>
                  <a:srgbClr val="000000"/>
                </a:solidFill>
                <a:latin typeface="Times New Roman" panose="02020603050405020304" pitchFamily="18" charset="0"/>
                <a:ea typeface="黑体" panose="02010609060101010101" pitchFamily="49" charset="-122"/>
              </a:rPr>
              <a:t>则</a:t>
            </a:r>
            <a:r>
              <a:rPr lang="zh-CN" altLang="en-US" sz="2600" b="1">
                <a:solidFill>
                  <a:srgbClr val="006600"/>
                </a:solidFill>
                <a:latin typeface="Times New Roman" panose="02020603050405020304" pitchFamily="18" charset="0"/>
                <a:ea typeface="黑体" panose="02010609060101010101" pitchFamily="49" charset="-122"/>
              </a:rPr>
              <a:t>最常见的命题联结词有：</a:t>
            </a:r>
          </a:p>
        </p:txBody>
      </p:sp>
      <p:pic>
        <p:nvPicPr>
          <p:cNvPr id="67592" name="图片 1">
            <a:extLst>
              <a:ext uri="{FF2B5EF4-FFF2-40B4-BE49-F238E27FC236}">
                <a16:creationId xmlns:a16="http://schemas.microsoft.com/office/drawing/2014/main" id="{8060C86B-6CD6-4466-98E6-6E5206AAE916}"/>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15888" y="2968625"/>
            <a:ext cx="8993187" cy="216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日期占位符 1">
            <a:extLst>
              <a:ext uri="{FF2B5EF4-FFF2-40B4-BE49-F238E27FC236}">
                <a16:creationId xmlns:a16="http://schemas.microsoft.com/office/drawing/2014/main" id="{7FB6D50C-035C-4E64-B9DD-B9180B7E6E23}"/>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6B792F8A-D284-457F-B5E6-7F3883E4DFE8}"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69635" name="页脚占位符 2">
            <a:extLst>
              <a:ext uri="{FF2B5EF4-FFF2-40B4-BE49-F238E27FC236}">
                <a16:creationId xmlns:a16="http://schemas.microsoft.com/office/drawing/2014/main" id="{286AFFCE-24FB-4FBA-B260-1B7354E82DFF}"/>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69636" name="灯片编号占位符 3">
            <a:extLst>
              <a:ext uri="{FF2B5EF4-FFF2-40B4-BE49-F238E27FC236}">
                <a16:creationId xmlns:a16="http://schemas.microsoft.com/office/drawing/2014/main" id="{A78933F4-CB2D-4973-ADA7-0E6B8113EFFA}"/>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AA3BAC1E-0EAA-4D85-B0C7-C833E251A493}" type="slidenum">
              <a:rPr lang="en-US" altLang="zh-CN" sz="1400" smtClean="0">
                <a:latin typeface="Times New Roman" panose="02020603050405020304" pitchFamily="18" charset="0"/>
                <a:ea typeface="宋体" panose="02010600030101010101" pitchFamily="2" charset="-122"/>
              </a:rPr>
              <a:pPr>
                <a:spcBef>
                  <a:spcPct val="0"/>
                </a:spcBef>
                <a:buFontTx/>
                <a:buNone/>
              </a:pPr>
              <a:t>49</a:t>
            </a:fld>
            <a:endParaRPr lang="en-US" altLang="zh-CN" sz="1400">
              <a:latin typeface="Times New Roman" panose="02020603050405020304" pitchFamily="18" charset="0"/>
              <a:ea typeface="宋体" panose="02010600030101010101" pitchFamily="2" charset="-122"/>
            </a:endParaRPr>
          </a:p>
        </p:txBody>
      </p:sp>
      <p:sp>
        <p:nvSpPr>
          <p:cNvPr id="69637" name="页脚占位符 4">
            <a:extLst>
              <a:ext uri="{FF2B5EF4-FFF2-40B4-BE49-F238E27FC236}">
                <a16:creationId xmlns:a16="http://schemas.microsoft.com/office/drawing/2014/main" id="{574A0F72-7DCF-4867-BE46-68DA42C77628}"/>
              </a:ext>
            </a:extLst>
          </p:cNvPr>
          <p:cNvSpPr txBox="1">
            <a:spLocks noGrp="1"/>
          </p:cNvSpPr>
          <p:nvPr/>
        </p:nvSpPr>
        <p:spPr bwMode="black">
          <a:xfrm>
            <a:off x="609600" y="6470650"/>
            <a:ext cx="538163"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r">
              <a:spcBef>
                <a:spcPct val="0"/>
              </a:spcBef>
              <a:buFontTx/>
              <a:buNone/>
            </a:pPr>
            <a:fld id="{620DD0E7-C417-4247-9A4E-A7C0EF27A6EF}" type="slidenum">
              <a:rPr kumimoji="0" lang="en-US" altLang="zh-CN" sz="1000">
                <a:solidFill>
                  <a:schemeClr val="bg1"/>
                </a:solidFill>
                <a:latin typeface="Arial" panose="020B0604020202020204" pitchFamily="34" charset="0"/>
                <a:ea typeface="宋体" panose="02010600030101010101" pitchFamily="2" charset="-122"/>
              </a:rPr>
              <a:pPr algn="r">
                <a:spcBef>
                  <a:spcPct val="0"/>
                </a:spcBef>
                <a:buFontTx/>
                <a:buNone/>
              </a:pPr>
              <a:t>49</a:t>
            </a:fld>
            <a:endParaRPr kumimoji="0" lang="en-US" altLang="zh-CN" sz="1000">
              <a:solidFill>
                <a:schemeClr val="bg1"/>
              </a:solidFill>
              <a:latin typeface="Arial" panose="020B0604020202020204" pitchFamily="34" charset="0"/>
              <a:ea typeface="宋体" panose="02010600030101010101" pitchFamily="2" charset="-122"/>
            </a:endParaRPr>
          </a:p>
        </p:txBody>
      </p:sp>
      <p:sp>
        <p:nvSpPr>
          <p:cNvPr id="69638" name="日期占位符 5">
            <a:extLst>
              <a:ext uri="{FF2B5EF4-FFF2-40B4-BE49-F238E27FC236}">
                <a16:creationId xmlns:a16="http://schemas.microsoft.com/office/drawing/2014/main" id="{C3977CF5-25A0-4B70-AF7E-A28278385884}"/>
              </a:ext>
            </a:extLst>
          </p:cNvPr>
          <p:cNvSpPr txBox="1">
            <a:spLocks noGrp="1"/>
          </p:cNvSpPr>
          <p:nvPr/>
        </p:nvSpPr>
        <p:spPr bwMode="auto">
          <a:xfrm>
            <a:off x="1271588" y="6472238"/>
            <a:ext cx="946150"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fld id="{13090411-7CA2-43C8-B83E-8C2CBEBD799B}" type="datetime1">
              <a:rPr kumimoji="0" lang="zh-CN" altLang="en-US" sz="1000">
                <a:solidFill>
                  <a:schemeClr val="bg1"/>
                </a:solidFill>
                <a:latin typeface="Arial" panose="020B0604020202020204" pitchFamily="34" charset="0"/>
                <a:ea typeface="宋体" panose="02010600030101010101" pitchFamily="2" charset="-122"/>
              </a:rPr>
              <a:pPr eaLnBrk="1" hangingPunct="1">
                <a:spcBef>
                  <a:spcPct val="0"/>
                </a:spcBef>
                <a:buFontTx/>
                <a:buNone/>
              </a:pPr>
              <a:t>2020/9/7</a:t>
            </a:fld>
            <a:endParaRPr kumimoji="0" lang="en-US" altLang="zh-CN" sz="1000">
              <a:solidFill>
                <a:schemeClr val="bg1"/>
              </a:solidFill>
              <a:latin typeface="Arial" panose="020B0604020202020204" pitchFamily="34" charset="0"/>
              <a:ea typeface="宋体" panose="02010600030101010101" pitchFamily="2" charset="-122"/>
            </a:endParaRPr>
          </a:p>
        </p:txBody>
      </p:sp>
      <p:sp>
        <p:nvSpPr>
          <p:cNvPr id="69639" name="Text Box 2">
            <a:extLst>
              <a:ext uri="{FF2B5EF4-FFF2-40B4-BE49-F238E27FC236}">
                <a16:creationId xmlns:a16="http://schemas.microsoft.com/office/drawing/2014/main" id="{39E73CB9-03DE-4E96-BFD5-6D7FA04A5FFD}"/>
              </a:ext>
            </a:extLst>
          </p:cNvPr>
          <p:cNvSpPr txBox="1">
            <a:spLocks noChangeArrowheads="1"/>
          </p:cNvSpPr>
          <p:nvPr/>
        </p:nvSpPr>
        <p:spPr bwMode="auto">
          <a:xfrm>
            <a:off x="1508125" y="836613"/>
            <a:ext cx="58007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3"/>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小 结</a:t>
            </a:r>
          </a:p>
        </p:txBody>
      </p:sp>
      <p:pic>
        <p:nvPicPr>
          <p:cNvPr id="69640" name="Picture 6" descr="C:\Program Files\Microsoft Office\MEDIA\CAGCAT10\j0293844.wmf">
            <a:extLst>
              <a:ext uri="{FF2B5EF4-FFF2-40B4-BE49-F238E27FC236}">
                <a16:creationId xmlns:a16="http://schemas.microsoft.com/office/drawing/2014/main" id="{DB3D0432-85B3-4662-95AF-DA9554C8B08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07313" y="476250"/>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743526" name="Group 102">
            <a:extLst>
              <a:ext uri="{FF2B5EF4-FFF2-40B4-BE49-F238E27FC236}">
                <a16:creationId xmlns:a16="http://schemas.microsoft.com/office/drawing/2014/main" id="{D7AA8EA4-5F8A-4823-9913-C87DED4C20EA}"/>
              </a:ext>
            </a:extLst>
          </p:cNvPr>
          <p:cNvGraphicFramePr>
            <a:graphicFrameLocks noGrp="1"/>
          </p:cNvGraphicFramePr>
          <p:nvPr/>
        </p:nvGraphicFramePr>
        <p:xfrm>
          <a:off x="973138" y="3068638"/>
          <a:ext cx="7991475" cy="2647950"/>
        </p:xfrm>
        <a:graphic>
          <a:graphicData uri="http://schemas.openxmlformats.org/drawingml/2006/table">
            <a:tbl>
              <a:tblPr/>
              <a:tblGrid>
                <a:gridCol w="1196975">
                  <a:extLst>
                    <a:ext uri="{9D8B030D-6E8A-4147-A177-3AD203B41FA5}">
                      <a16:colId xmlns:a16="http://schemas.microsoft.com/office/drawing/2014/main" val="20000"/>
                    </a:ext>
                  </a:extLst>
                </a:gridCol>
                <a:gridCol w="1195387">
                  <a:extLst>
                    <a:ext uri="{9D8B030D-6E8A-4147-A177-3AD203B41FA5}">
                      <a16:colId xmlns:a16="http://schemas.microsoft.com/office/drawing/2014/main" val="20001"/>
                    </a:ext>
                  </a:extLst>
                </a:gridCol>
                <a:gridCol w="1350963">
                  <a:extLst>
                    <a:ext uri="{9D8B030D-6E8A-4147-A177-3AD203B41FA5}">
                      <a16:colId xmlns:a16="http://schemas.microsoft.com/office/drawing/2014/main" val="20002"/>
                    </a:ext>
                  </a:extLst>
                </a:gridCol>
                <a:gridCol w="1439862">
                  <a:extLst>
                    <a:ext uri="{9D8B030D-6E8A-4147-A177-3AD203B41FA5}">
                      <a16:colId xmlns:a16="http://schemas.microsoft.com/office/drawing/2014/main" val="20003"/>
                    </a:ext>
                  </a:extLst>
                </a:gridCol>
                <a:gridCol w="1441450">
                  <a:extLst>
                    <a:ext uri="{9D8B030D-6E8A-4147-A177-3AD203B41FA5}">
                      <a16:colId xmlns:a16="http://schemas.microsoft.com/office/drawing/2014/main" val="20004"/>
                    </a:ext>
                  </a:extLst>
                </a:gridCol>
                <a:gridCol w="1366838">
                  <a:extLst>
                    <a:ext uri="{9D8B030D-6E8A-4147-A177-3AD203B41FA5}">
                      <a16:colId xmlns:a16="http://schemas.microsoft.com/office/drawing/2014/main" val="20005"/>
                    </a:ext>
                  </a:extLst>
                </a:gridCol>
              </a:tblGrid>
              <a:tr h="577850">
                <a:tc>
                  <a:txBody>
                    <a:bodyPr/>
                    <a:lstStyle>
                      <a:lvl1pPr>
                        <a:defRPr kumimoji="1" sz="2000">
                          <a:solidFill>
                            <a:schemeClr val="tx1"/>
                          </a:solidFill>
                          <a:effectLst>
                            <a:outerShdw blurRad="38100" dist="38100" dir="2700000" algn="tl">
                              <a:srgbClr val="C0C0C0"/>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cs typeface="Times New Roman" panose="02020603050405020304" pitchFamily="18" charset="0"/>
                        </a:rPr>
                        <a:t>P  Q</a:t>
                      </a: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kumimoji="1" sz="2000">
                          <a:solidFill>
                            <a:schemeClr val="tx1"/>
                          </a:solidFill>
                          <a:effectLst>
                            <a:outerShdw blurRad="38100" dist="38100" dir="2700000" algn="tl">
                              <a:srgbClr val="C0C0C0"/>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t>┐</a:t>
                      </a:r>
                      <a:r>
                        <a:rPr kumimoji="1" lang="en-US" altLang="zh-CN" sz="2400" b="1"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cs typeface="Times New Roman" panose="02020603050405020304" pitchFamily="18" charset="0"/>
                        </a:rPr>
                        <a:t>P</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kumimoji="1" sz="2000">
                          <a:solidFill>
                            <a:schemeClr val="tx1"/>
                          </a:solidFill>
                          <a:effectLst>
                            <a:outerShdw blurRad="38100" dist="38100" dir="2700000" algn="tl">
                              <a:srgbClr val="C0C0C0"/>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cs typeface="Times New Roman" panose="02020603050405020304" pitchFamily="18" charset="0"/>
                        </a:rPr>
                        <a:t>P∧Q</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kumimoji="1" sz="2000">
                          <a:solidFill>
                            <a:schemeClr val="tx1"/>
                          </a:solidFill>
                          <a:effectLst>
                            <a:outerShdw blurRad="38100" dist="38100" dir="2700000" algn="tl">
                              <a:srgbClr val="C0C0C0"/>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cs typeface="Times New Roman" panose="02020603050405020304" pitchFamily="18" charset="0"/>
                        </a:rPr>
                        <a:t>P∨Q</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kumimoji="1" sz="2000">
                          <a:solidFill>
                            <a:schemeClr val="tx1"/>
                          </a:solidFill>
                          <a:effectLst>
                            <a:outerShdw blurRad="38100" dist="38100" dir="2700000" algn="tl">
                              <a:srgbClr val="C0C0C0"/>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cs typeface="Times New Roman" panose="02020603050405020304" pitchFamily="18" charset="0"/>
                        </a:rPr>
                        <a:t>P→Q</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kumimoji="1" sz="2000">
                          <a:solidFill>
                            <a:schemeClr val="tx1"/>
                          </a:solidFill>
                          <a:effectLst>
                            <a:outerShdw blurRad="38100" dist="38100" dir="2700000" algn="tl">
                              <a:srgbClr val="C0C0C0"/>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sym typeface="Symbol" panose="05050102010706020507" pitchFamily="18" charset="2"/>
                        </a:rPr>
                        <a:t>P↔</a:t>
                      </a:r>
                      <a:r>
                        <a:rPr kumimoji="1" lang="en-US" altLang="zh-CN" sz="2400" b="1"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cs typeface="Times New Roman" panose="02020603050405020304" pitchFamily="18" charset="0"/>
                        </a:rPr>
                        <a:t>Q</a:t>
                      </a: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7525">
                <a:tc>
                  <a:txBody>
                    <a:bodyPr/>
                    <a:lstStyle>
                      <a:lvl1pPr>
                        <a:defRPr kumimoji="1" sz="2000">
                          <a:solidFill>
                            <a:schemeClr val="tx1"/>
                          </a:solidFill>
                          <a:effectLst>
                            <a:outerShdw blurRad="38100" dist="38100" dir="2700000" algn="tl">
                              <a:srgbClr val="C0C0C0"/>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cs typeface="Times New Roman" panose="02020603050405020304" pitchFamily="18" charset="0"/>
                        </a:rPr>
                        <a:t>0  0</a:t>
                      </a: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kumimoji="1" sz="2000">
                          <a:solidFill>
                            <a:schemeClr val="tx1"/>
                          </a:solidFill>
                          <a:effectLst>
                            <a:outerShdw blurRad="38100" dist="38100" dir="2700000" algn="tl">
                              <a:srgbClr val="C0C0C0"/>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cs typeface="Times New Roman" panose="02020603050405020304" pitchFamily="18" charset="0"/>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kumimoji="1" sz="2000">
                          <a:solidFill>
                            <a:schemeClr val="tx1"/>
                          </a:solidFill>
                          <a:effectLst>
                            <a:outerShdw blurRad="38100" dist="38100" dir="2700000" algn="tl">
                              <a:srgbClr val="C0C0C0"/>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cs typeface="Times New Roman" panose="02020603050405020304" pitchFamily="18" charset="0"/>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kumimoji="1" sz="2000">
                          <a:solidFill>
                            <a:schemeClr val="tx1"/>
                          </a:solidFill>
                          <a:effectLst>
                            <a:outerShdw blurRad="38100" dist="38100" dir="2700000" algn="tl">
                              <a:srgbClr val="C0C0C0"/>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cs typeface="Times New Roman" panose="02020603050405020304" pitchFamily="18" charset="0"/>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kumimoji="1" sz="2000">
                          <a:solidFill>
                            <a:schemeClr val="tx1"/>
                          </a:solidFill>
                          <a:effectLst>
                            <a:outerShdw blurRad="38100" dist="38100" dir="2700000" algn="tl">
                              <a:srgbClr val="C0C0C0"/>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cs typeface="Times New Roman" panose="02020603050405020304" pitchFamily="18" charset="0"/>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kumimoji="1" sz="2000">
                          <a:solidFill>
                            <a:schemeClr val="tx1"/>
                          </a:solidFill>
                          <a:effectLst>
                            <a:outerShdw blurRad="38100" dist="38100" dir="2700000" algn="tl">
                              <a:srgbClr val="C0C0C0"/>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cs typeface="Times New Roman" panose="02020603050405020304" pitchFamily="18" charset="0"/>
                        </a:rPr>
                        <a:t>1</a:t>
                      </a: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7525">
                <a:tc>
                  <a:txBody>
                    <a:bodyPr/>
                    <a:lstStyle>
                      <a:lvl1pPr>
                        <a:defRPr kumimoji="1" sz="2000">
                          <a:solidFill>
                            <a:schemeClr val="tx1"/>
                          </a:solidFill>
                          <a:effectLst>
                            <a:outerShdw blurRad="38100" dist="38100" dir="2700000" algn="tl">
                              <a:srgbClr val="C0C0C0"/>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cs typeface="Times New Roman" panose="02020603050405020304" pitchFamily="18" charset="0"/>
                        </a:rPr>
                        <a:t>0  1</a:t>
                      </a: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kumimoji="1" sz="2000">
                          <a:solidFill>
                            <a:schemeClr val="tx1"/>
                          </a:solidFill>
                          <a:effectLst>
                            <a:outerShdw blurRad="38100" dist="38100" dir="2700000" algn="tl">
                              <a:srgbClr val="C0C0C0"/>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cs typeface="Times New Roman" panose="02020603050405020304" pitchFamily="18" charset="0"/>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kumimoji="1" sz="2000">
                          <a:solidFill>
                            <a:schemeClr val="tx1"/>
                          </a:solidFill>
                          <a:effectLst>
                            <a:outerShdw blurRad="38100" dist="38100" dir="2700000" algn="tl">
                              <a:srgbClr val="C0C0C0"/>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cs typeface="Times New Roman" panose="02020603050405020304" pitchFamily="18" charset="0"/>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kumimoji="1" sz="2000">
                          <a:solidFill>
                            <a:schemeClr val="tx1"/>
                          </a:solidFill>
                          <a:effectLst>
                            <a:outerShdw blurRad="38100" dist="38100" dir="2700000" algn="tl">
                              <a:srgbClr val="C0C0C0"/>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cs typeface="Times New Roman" panose="02020603050405020304" pitchFamily="18" charset="0"/>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kumimoji="1" sz="2000">
                          <a:solidFill>
                            <a:schemeClr val="tx1"/>
                          </a:solidFill>
                          <a:effectLst>
                            <a:outerShdw blurRad="38100" dist="38100" dir="2700000" algn="tl">
                              <a:srgbClr val="C0C0C0"/>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cs typeface="Times New Roman" panose="02020603050405020304" pitchFamily="18" charset="0"/>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kumimoji="1" sz="2000">
                          <a:solidFill>
                            <a:schemeClr val="tx1"/>
                          </a:solidFill>
                          <a:effectLst>
                            <a:outerShdw blurRad="38100" dist="38100" dir="2700000" algn="tl">
                              <a:srgbClr val="C0C0C0"/>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cs typeface="Times New Roman" panose="02020603050405020304" pitchFamily="18" charset="0"/>
                        </a:rPr>
                        <a:t>0</a:t>
                      </a: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7525">
                <a:tc>
                  <a:txBody>
                    <a:bodyPr/>
                    <a:lstStyle>
                      <a:lvl1pPr>
                        <a:defRPr kumimoji="1" sz="2000">
                          <a:solidFill>
                            <a:schemeClr val="tx1"/>
                          </a:solidFill>
                          <a:effectLst>
                            <a:outerShdw blurRad="38100" dist="38100" dir="2700000" algn="tl">
                              <a:srgbClr val="C0C0C0"/>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cs typeface="Times New Roman" panose="02020603050405020304" pitchFamily="18" charset="0"/>
                        </a:rPr>
                        <a:t>1  0</a:t>
                      </a: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kumimoji="1" sz="2000">
                          <a:solidFill>
                            <a:schemeClr val="tx1"/>
                          </a:solidFill>
                          <a:effectLst>
                            <a:outerShdw blurRad="38100" dist="38100" dir="2700000" algn="tl">
                              <a:srgbClr val="C0C0C0"/>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cs typeface="Times New Roman" panose="02020603050405020304" pitchFamily="18" charset="0"/>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kumimoji="1" sz="2000">
                          <a:solidFill>
                            <a:schemeClr val="tx1"/>
                          </a:solidFill>
                          <a:effectLst>
                            <a:outerShdw blurRad="38100" dist="38100" dir="2700000" algn="tl">
                              <a:srgbClr val="C0C0C0"/>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cs typeface="Times New Roman" panose="02020603050405020304" pitchFamily="18" charset="0"/>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kumimoji="1" sz="2000">
                          <a:solidFill>
                            <a:schemeClr val="tx1"/>
                          </a:solidFill>
                          <a:effectLst>
                            <a:outerShdw blurRad="38100" dist="38100" dir="2700000" algn="tl">
                              <a:srgbClr val="C0C0C0"/>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cs typeface="Times New Roman" panose="02020603050405020304" pitchFamily="18" charset="0"/>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kumimoji="1" sz="2000">
                          <a:solidFill>
                            <a:schemeClr val="tx1"/>
                          </a:solidFill>
                          <a:effectLst>
                            <a:outerShdw blurRad="38100" dist="38100" dir="2700000" algn="tl">
                              <a:srgbClr val="C0C0C0"/>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cs typeface="Times New Roman" panose="02020603050405020304" pitchFamily="18" charset="0"/>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kumimoji="1" sz="2000">
                          <a:solidFill>
                            <a:schemeClr val="tx1"/>
                          </a:solidFill>
                          <a:effectLst>
                            <a:outerShdw blurRad="38100" dist="38100" dir="2700000" algn="tl">
                              <a:srgbClr val="C0C0C0"/>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cs typeface="Times New Roman" panose="02020603050405020304" pitchFamily="18" charset="0"/>
                        </a:rPr>
                        <a:t>0</a:t>
                      </a: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7525">
                <a:tc>
                  <a:txBody>
                    <a:bodyPr/>
                    <a:lstStyle>
                      <a:lvl1pPr>
                        <a:defRPr kumimoji="1" sz="2000">
                          <a:solidFill>
                            <a:schemeClr val="tx1"/>
                          </a:solidFill>
                          <a:effectLst>
                            <a:outerShdw blurRad="38100" dist="38100" dir="2700000" algn="tl">
                              <a:srgbClr val="C0C0C0"/>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cs typeface="Times New Roman" panose="02020603050405020304" pitchFamily="18" charset="0"/>
                        </a:rPr>
                        <a:t>1  1</a:t>
                      </a: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kumimoji="1" sz="2000">
                          <a:solidFill>
                            <a:schemeClr val="tx1"/>
                          </a:solidFill>
                          <a:effectLst>
                            <a:outerShdw blurRad="38100" dist="38100" dir="2700000" algn="tl">
                              <a:srgbClr val="C0C0C0"/>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cs typeface="Times New Roman" panose="02020603050405020304" pitchFamily="18" charset="0"/>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kumimoji="1" sz="2000">
                          <a:solidFill>
                            <a:schemeClr val="tx1"/>
                          </a:solidFill>
                          <a:effectLst>
                            <a:outerShdw blurRad="38100" dist="38100" dir="2700000" algn="tl">
                              <a:srgbClr val="C0C0C0"/>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cs typeface="Times New Roman" panose="02020603050405020304" pitchFamily="18" charset="0"/>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kumimoji="1" sz="2000">
                          <a:solidFill>
                            <a:schemeClr val="tx1"/>
                          </a:solidFill>
                          <a:effectLst>
                            <a:outerShdw blurRad="38100" dist="38100" dir="2700000" algn="tl">
                              <a:srgbClr val="C0C0C0"/>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cs typeface="Times New Roman" panose="02020603050405020304" pitchFamily="18" charset="0"/>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kumimoji="1" sz="2000">
                          <a:solidFill>
                            <a:schemeClr val="tx1"/>
                          </a:solidFill>
                          <a:effectLst>
                            <a:outerShdw blurRad="38100" dist="38100" dir="2700000" algn="tl">
                              <a:srgbClr val="C0C0C0"/>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cs typeface="Times New Roman" panose="02020603050405020304" pitchFamily="18" charset="0"/>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kumimoji="1" sz="2000">
                          <a:solidFill>
                            <a:schemeClr val="tx1"/>
                          </a:solidFill>
                          <a:effectLst>
                            <a:outerShdw blurRad="38100" dist="38100" dir="2700000" algn="tl">
                              <a:srgbClr val="C0C0C0"/>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cs typeface="Times New Roman" panose="02020603050405020304" pitchFamily="18" charset="0"/>
                        </a:rPr>
                        <a:t>1</a:t>
                      </a: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69685" name="Text Box 3">
            <a:extLst>
              <a:ext uri="{FF2B5EF4-FFF2-40B4-BE49-F238E27FC236}">
                <a16:creationId xmlns:a16="http://schemas.microsoft.com/office/drawing/2014/main" id="{8E2551D8-BDD7-4281-A7D7-352B029DCA02}"/>
              </a:ext>
            </a:extLst>
          </p:cNvPr>
          <p:cNvSpPr txBox="1">
            <a:spLocks noChangeArrowheads="1"/>
          </p:cNvSpPr>
          <p:nvPr/>
        </p:nvSpPr>
        <p:spPr bwMode="auto">
          <a:xfrm>
            <a:off x="300038" y="2087563"/>
            <a:ext cx="5495925" cy="50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36000" rIns="36000" bIns="36000">
            <a:spAutoFit/>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0"/>
              </a:spcBef>
              <a:buClr>
                <a:srgbClr val="00FF00"/>
              </a:buClr>
              <a:buFont typeface="Wingdings" panose="05000000000000000000" pitchFamily="2" charset="2"/>
              <a:buNone/>
            </a:pPr>
            <a:r>
              <a:rPr lang="zh-CN" altLang="en-US" sz="2600" b="1">
                <a:solidFill>
                  <a:srgbClr val="000000"/>
                </a:solidFill>
                <a:latin typeface="Times New Roman" panose="02020603050405020304" pitchFamily="18" charset="0"/>
                <a:ea typeface="黑体" panose="02010609060101010101" pitchFamily="49" charset="-122"/>
              </a:rPr>
              <a:t>设命题</a:t>
            </a:r>
            <a:r>
              <a:rPr lang="en-US" altLang="zh-CN" sz="2600" b="1">
                <a:solidFill>
                  <a:srgbClr val="000000"/>
                </a:solidFill>
                <a:latin typeface="Times New Roman" panose="02020603050405020304" pitchFamily="18" charset="0"/>
                <a:ea typeface="黑体" panose="02010609060101010101" pitchFamily="49" charset="-122"/>
              </a:rPr>
              <a:t>P, Q</a:t>
            </a:r>
            <a:r>
              <a:rPr lang="zh-CN" altLang="en-US" sz="2600" b="1">
                <a:solidFill>
                  <a:srgbClr val="000000"/>
                </a:solidFill>
                <a:latin typeface="Times New Roman" panose="02020603050405020304" pitchFamily="18" charset="0"/>
                <a:ea typeface="黑体" panose="02010609060101010101" pitchFamily="49" charset="-122"/>
              </a:rPr>
              <a:t>表示任意两个命题</a:t>
            </a:r>
            <a:r>
              <a:rPr lang="en-US" altLang="zh-CN" sz="2600" b="1">
                <a:solidFill>
                  <a:srgbClr val="000000"/>
                </a:solidFill>
                <a:latin typeface="Times New Roman" panose="02020603050405020304" pitchFamily="18" charset="0"/>
                <a:ea typeface="黑体" panose="02010609060101010101" pitchFamily="49" charset="-122"/>
              </a:rPr>
              <a:t>,</a:t>
            </a:r>
            <a:r>
              <a:rPr lang="zh-CN" altLang="en-US" sz="2600" b="1">
                <a:latin typeface="Times New Roman" panose="02020603050405020304" pitchFamily="18" charset="0"/>
                <a:ea typeface="黑体" panose="02010609060101010101" pitchFamily="49" charset="-122"/>
              </a:rPr>
              <a:t>则有</a:t>
            </a:r>
            <a:r>
              <a:rPr lang="zh-CN" altLang="en-US" sz="2600" b="1">
                <a:solidFill>
                  <a:srgbClr val="006600"/>
                </a:solidFill>
                <a:latin typeface="Times New Roman" panose="02020603050405020304" pitchFamily="18" charset="0"/>
                <a:ea typeface="黑体" panose="02010609060101010101" pitchFamily="49" charset="-122"/>
              </a:rPr>
              <a:t>：</a:t>
            </a: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日期占位符 3">
            <a:extLst>
              <a:ext uri="{FF2B5EF4-FFF2-40B4-BE49-F238E27FC236}">
                <a16:creationId xmlns:a16="http://schemas.microsoft.com/office/drawing/2014/main" id="{16D7BF24-FC93-4D43-AFDD-B58F6632240E}"/>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C4EAD41C-D771-4D84-89F0-1F74593A4BC4}"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71683" name="页脚占位符 4">
            <a:extLst>
              <a:ext uri="{FF2B5EF4-FFF2-40B4-BE49-F238E27FC236}">
                <a16:creationId xmlns:a16="http://schemas.microsoft.com/office/drawing/2014/main" id="{6132669B-9616-4803-929B-324A992DCD95}"/>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71684" name="灯片编号占位符 5">
            <a:extLst>
              <a:ext uri="{FF2B5EF4-FFF2-40B4-BE49-F238E27FC236}">
                <a16:creationId xmlns:a16="http://schemas.microsoft.com/office/drawing/2014/main" id="{C7F204D9-7507-42A1-B19A-A00B012B86C7}"/>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73905CE7-78A7-4BE8-B428-7C335CB45116}" type="slidenum">
              <a:rPr lang="en-US" altLang="zh-CN" sz="1400" smtClean="0">
                <a:latin typeface="Times New Roman" panose="02020603050405020304" pitchFamily="18" charset="0"/>
                <a:ea typeface="宋体" panose="02010600030101010101" pitchFamily="2" charset="-122"/>
              </a:rPr>
              <a:pPr>
                <a:spcBef>
                  <a:spcPct val="0"/>
                </a:spcBef>
                <a:buFontTx/>
                <a:buNone/>
              </a:pPr>
              <a:t>50</a:t>
            </a:fld>
            <a:endParaRPr lang="en-US" altLang="zh-CN" sz="1400">
              <a:latin typeface="Times New Roman" panose="02020603050405020304" pitchFamily="18" charset="0"/>
              <a:ea typeface="宋体" panose="02010600030101010101" pitchFamily="2" charset="-122"/>
            </a:endParaRPr>
          </a:p>
        </p:txBody>
      </p:sp>
      <p:sp>
        <p:nvSpPr>
          <p:cNvPr id="71685" name="Text Box 2">
            <a:extLst>
              <a:ext uri="{FF2B5EF4-FFF2-40B4-BE49-F238E27FC236}">
                <a16:creationId xmlns:a16="http://schemas.microsoft.com/office/drawing/2014/main" id="{A9743071-6996-4127-82E2-320FD32100F0}"/>
              </a:ext>
            </a:extLst>
          </p:cNvPr>
          <p:cNvSpPr txBox="1">
            <a:spLocks noChangeArrowheads="1"/>
          </p:cNvSpPr>
          <p:nvPr/>
        </p:nvSpPr>
        <p:spPr bwMode="auto">
          <a:xfrm>
            <a:off x="1219200" y="838200"/>
            <a:ext cx="608965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命题符号化</a:t>
            </a:r>
          </a:p>
        </p:txBody>
      </p:sp>
      <p:sp>
        <p:nvSpPr>
          <p:cNvPr id="71686" name="Text Box 3">
            <a:extLst>
              <a:ext uri="{FF2B5EF4-FFF2-40B4-BE49-F238E27FC236}">
                <a16:creationId xmlns:a16="http://schemas.microsoft.com/office/drawing/2014/main" id="{3E685ED0-C899-4608-8A8F-0987BE9E7CAC}"/>
              </a:ext>
            </a:extLst>
          </p:cNvPr>
          <p:cNvSpPr txBox="1">
            <a:spLocks noChangeArrowheads="1"/>
          </p:cNvSpPr>
          <p:nvPr/>
        </p:nvSpPr>
        <p:spPr bwMode="auto">
          <a:xfrm>
            <a:off x="914400" y="2505075"/>
            <a:ext cx="7772400" cy="3209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3200">
                <a:latin typeface="华文新魏" panose="02010800040101010101" pitchFamily="2" charset="-122"/>
                <a:ea typeface="华文新魏" panose="02010800040101010101" pitchFamily="2" charset="-122"/>
              </a:rPr>
              <a:t>     </a:t>
            </a:r>
            <a:r>
              <a:rPr lang="en-US" altLang="zh-CN" sz="3200" b="1">
                <a:latin typeface="华文新魏" panose="02010800040101010101" pitchFamily="2" charset="-122"/>
                <a:ea typeface="华文新魏" panose="02010800040101010101" pitchFamily="2" charset="-122"/>
              </a:rPr>
              <a:t>1. </a:t>
            </a:r>
            <a:r>
              <a:rPr lang="zh-CN" altLang="en-US" sz="3200" b="1">
                <a:latin typeface="华文新魏" panose="02010800040101010101" pitchFamily="2" charset="-122"/>
                <a:ea typeface="华文新魏" panose="02010800040101010101" pitchFamily="2" charset="-122"/>
              </a:rPr>
              <a:t>首先要明确给定命题的含义。</a:t>
            </a:r>
          </a:p>
          <a:p>
            <a:pPr eaLnBrk="1" hangingPunct="1">
              <a:buFontTx/>
              <a:buNone/>
            </a:pPr>
            <a:r>
              <a:rPr lang="zh-CN" altLang="en-US" sz="3200" b="1">
                <a:latin typeface="华文新魏" panose="02010800040101010101" pitchFamily="2" charset="-122"/>
                <a:ea typeface="华文新魏" panose="02010800040101010101" pitchFamily="2" charset="-122"/>
              </a:rPr>
              <a:t>     </a:t>
            </a:r>
            <a:r>
              <a:rPr lang="en-US" altLang="zh-CN" sz="3200" b="1">
                <a:latin typeface="华文新魏" panose="02010800040101010101" pitchFamily="2" charset="-122"/>
                <a:ea typeface="华文新魏" panose="02010800040101010101" pitchFamily="2" charset="-122"/>
              </a:rPr>
              <a:t>2. </a:t>
            </a:r>
            <a:r>
              <a:rPr lang="zh-CN" altLang="en-US" sz="3200" b="1">
                <a:latin typeface="华文新魏" panose="02010800040101010101" pitchFamily="2" charset="-122"/>
                <a:ea typeface="华文新魏" panose="02010800040101010101" pitchFamily="2" charset="-122"/>
              </a:rPr>
              <a:t>对于复合命题，找联结词，用联结词断句，分解出各个原子命题。</a:t>
            </a:r>
          </a:p>
          <a:p>
            <a:pPr eaLnBrk="1" hangingPunct="1">
              <a:buFontTx/>
              <a:buNone/>
            </a:pPr>
            <a:r>
              <a:rPr lang="zh-CN" altLang="en-US" sz="3200" b="1">
                <a:latin typeface="华文新魏" panose="02010800040101010101" pitchFamily="2" charset="-122"/>
                <a:ea typeface="华文新魏" panose="02010800040101010101" pitchFamily="2" charset="-122"/>
              </a:rPr>
              <a:t>     </a:t>
            </a:r>
            <a:r>
              <a:rPr lang="en-US" altLang="zh-CN" sz="3200" b="1">
                <a:latin typeface="华文新魏" panose="02010800040101010101" pitchFamily="2" charset="-122"/>
                <a:ea typeface="华文新魏" panose="02010800040101010101" pitchFamily="2" charset="-122"/>
              </a:rPr>
              <a:t>3. </a:t>
            </a:r>
            <a:r>
              <a:rPr lang="zh-CN" altLang="en-US" sz="3200" b="1">
                <a:latin typeface="华文新魏" panose="02010800040101010101" pitchFamily="2" charset="-122"/>
                <a:ea typeface="华文新魏" panose="02010800040101010101" pitchFamily="2" charset="-122"/>
              </a:rPr>
              <a:t>设原子命题符号，并用逻辑联结词联结原子命题符号，构成给定命题的符号表达式。</a:t>
            </a:r>
          </a:p>
        </p:txBody>
      </p:sp>
      <p:pic>
        <p:nvPicPr>
          <p:cNvPr id="71687" name="Picture 6" descr="C:\Program Files\Microsoft Office\MEDIA\CAGCAT10\j0293844.wmf">
            <a:extLst>
              <a:ext uri="{FF2B5EF4-FFF2-40B4-BE49-F238E27FC236}">
                <a16:creationId xmlns:a16="http://schemas.microsoft.com/office/drawing/2014/main" id="{65D9587E-497A-4C5D-B8B7-6D6020DC8E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07313" y="476250"/>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日期占位符 2">
            <a:extLst>
              <a:ext uri="{FF2B5EF4-FFF2-40B4-BE49-F238E27FC236}">
                <a16:creationId xmlns:a16="http://schemas.microsoft.com/office/drawing/2014/main" id="{6F833537-314E-49A0-AE7E-A987CF5F9F19}"/>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288611F0-7E76-426D-99A2-328FC7FAFA8F}"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72707" name="页脚占位符 3">
            <a:extLst>
              <a:ext uri="{FF2B5EF4-FFF2-40B4-BE49-F238E27FC236}">
                <a16:creationId xmlns:a16="http://schemas.microsoft.com/office/drawing/2014/main" id="{98C563F1-3EE3-4BF4-BC8C-76FECA25F2E4}"/>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72708" name="灯片编号占位符 4">
            <a:extLst>
              <a:ext uri="{FF2B5EF4-FFF2-40B4-BE49-F238E27FC236}">
                <a16:creationId xmlns:a16="http://schemas.microsoft.com/office/drawing/2014/main" id="{BE277487-3C4A-45FD-A8A2-A56CE9853484}"/>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38E048B0-28CB-4AF8-8948-B1B5DCBA601D}" type="slidenum">
              <a:rPr lang="en-US" altLang="zh-CN" sz="1400" smtClean="0">
                <a:latin typeface="Times New Roman" panose="02020603050405020304" pitchFamily="18" charset="0"/>
                <a:ea typeface="宋体" panose="02010600030101010101" pitchFamily="2" charset="-122"/>
              </a:rPr>
              <a:pPr>
                <a:spcBef>
                  <a:spcPct val="0"/>
                </a:spcBef>
                <a:buFontTx/>
                <a:buNone/>
              </a:pPr>
              <a:t>51</a:t>
            </a:fld>
            <a:endParaRPr lang="en-US" altLang="zh-CN" sz="1400">
              <a:latin typeface="Times New Roman" panose="02020603050405020304" pitchFamily="18" charset="0"/>
              <a:ea typeface="宋体" panose="02010600030101010101" pitchFamily="2" charset="-122"/>
            </a:endParaRPr>
          </a:p>
        </p:txBody>
      </p:sp>
      <p:sp>
        <p:nvSpPr>
          <p:cNvPr id="72709" name="Text Box 2">
            <a:extLst>
              <a:ext uri="{FF2B5EF4-FFF2-40B4-BE49-F238E27FC236}">
                <a16:creationId xmlns:a16="http://schemas.microsoft.com/office/drawing/2014/main" id="{F7226388-3E98-4517-9928-4525F720FB37}"/>
              </a:ext>
            </a:extLst>
          </p:cNvPr>
          <p:cNvSpPr txBox="1">
            <a:spLocks noChangeArrowheads="1"/>
          </p:cNvSpPr>
          <p:nvPr/>
        </p:nvSpPr>
        <p:spPr bwMode="auto">
          <a:xfrm>
            <a:off x="1219200" y="838200"/>
            <a:ext cx="608965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若干要点</a:t>
            </a:r>
          </a:p>
        </p:txBody>
      </p:sp>
      <p:pic>
        <p:nvPicPr>
          <p:cNvPr id="72710" name="Picture 6" descr="C:\Program Files\Microsoft Office\MEDIA\CAGCAT10\j0293844.wmf">
            <a:extLst>
              <a:ext uri="{FF2B5EF4-FFF2-40B4-BE49-F238E27FC236}">
                <a16:creationId xmlns:a16="http://schemas.microsoft.com/office/drawing/2014/main" id="{C40A5438-915E-4BD2-BEBD-E36EEF05BB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07313" y="476250"/>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711" name="Rectangle 2">
            <a:extLst>
              <a:ext uri="{FF2B5EF4-FFF2-40B4-BE49-F238E27FC236}">
                <a16:creationId xmlns:a16="http://schemas.microsoft.com/office/drawing/2014/main" id="{F21C9EC5-9322-4252-BD07-AB6A7BDE5FF0}"/>
              </a:ext>
            </a:extLst>
          </p:cNvPr>
          <p:cNvSpPr>
            <a:spLocks noChangeArrowheads="1"/>
          </p:cNvSpPr>
          <p:nvPr/>
        </p:nvSpPr>
        <p:spPr bwMode="auto">
          <a:xfrm>
            <a:off x="611188" y="1917700"/>
            <a:ext cx="74168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33400" indent="-533400">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buFontTx/>
              <a:buNone/>
            </a:pPr>
            <a:r>
              <a:rPr lang="zh-CN" altLang="en-US" sz="2800" b="1">
                <a:latin typeface="Times New Roman" panose="02020603050405020304" pitchFamily="18" charset="0"/>
                <a:ea typeface="黑体" panose="02010609060101010101" pitchFamily="49" charset="-122"/>
              </a:rPr>
              <a:t>联结词与自然语言之间的对应</a:t>
            </a:r>
            <a:r>
              <a:rPr lang="zh-CN" altLang="en-US" sz="2800" b="1">
                <a:solidFill>
                  <a:srgbClr val="006600"/>
                </a:solidFill>
                <a:latin typeface="Times New Roman" panose="02020603050405020304" pitchFamily="18" charset="0"/>
                <a:ea typeface="黑体" panose="02010609060101010101" pitchFamily="49" charset="-122"/>
              </a:rPr>
              <a:t>并非一一对应</a:t>
            </a:r>
          </a:p>
        </p:txBody>
      </p:sp>
      <p:pic>
        <p:nvPicPr>
          <p:cNvPr id="72712" name="Picture 28" descr="QQ截图20140123202304">
            <a:extLst>
              <a:ext uri="{FF2B5EF4-FFF2-40B4-BE49-F238E27FC236}">
                <a16:creationId xmlns:a16="http://schemas.microsoft.com/office/drawing/2014/main" id="{06402FE9-135D-417A-BEEA-D73D1C0D8B3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450" y="2636838"/>
            <a:ext cx="7345363" cy="354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日期占位符 3">
            <a:extLst>
              <a:ext uri="{FF2B5EF4-FFF2-40B4-BE49-F238E27FC236}">
                <a16:creationId xmlns:a16="http://schemas.microsoft.com/office/drawing/2014/main" id="{0BFC6E77-349A-447E-9304-0DF4034FA23D}"/>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F304D612-733B-4031-B2CD-1A8191C4BB24}"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73731" name="页脚占位符 4">
            <a:extLst>
              <a:ext uri="{FF2B5EF4-FFF2-40B4-BE49-F238E27FC236}">
                <a16:creationId xmlns:a16="http://schemas.microsoft.com/office/drawing/2014/main" id="{5E7AD472-1455-450D-9ECC-21867574E2B8}"/>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73732" name="灯片编号占位符 5">
            <a:extLst>
              <a:ext uri="{FF2B5EF4-FFF2-40B4-BE49-F238E27FC236}">
                <a16:creationId xmlns:a16="http://schemas.microsoft.com/office/drawing/2014/main" id="{92A82EE3-EC04-4768-902D-E60689E58E4E}"/>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497E17DA-A7CF-4F4D-8C91-4B6DE68D22C8}" type="slidenum">
              <a:rPr lang="en-US" altLang="zh-CN" sz="1400" smtClean="0">
                <a:latin typeface="Times New Roman" panose="02020603050405020304" pitchFamily="18" charset="0"/>
                <a:ea typeface="宋体" panose="02010600030101010101" pitchFamily="2" charset="-122"/>
              </a:rPr>
              <a:pPr>
                <a:spcBef>
                  <a:spcPct val="0"/>
                </a:spcBef>
                <a:buFontTx/>
                <a:buNone/>
              </a:pPr>
              <a:t>52</a:t>
            </a:fld>
            <a:endParaRPr lang="en-US" altLang="zh-CN" sz="1400">
              <a:latin typeface="Times New Roman" panose="02020603050405020304" pitchFamily="18" charset="0"/>
              <a:ea typeface="宋体" panose="02010600030101010101" pitchFamily="2" charset="-122"/>
            </a:endParaRPr>
          </a:p>
        </p:txBody>
      </p:sp>
      <p:sp>
        <p:nvSpPr>
          <p:cNvPr id="73733" name="Text Box 2">
            <a:extLst>
              <a:ext uri="{FF2B5EF4-FFF2-40B4-BE49-F238E27FC236}">
                <a16:creationId xmlns:a16="http://schemas.microsoft.com/office/drawing/2014/main" id="{322708C3-7A75-4C98-94D8-62CE51F1D12F}"/>
              </a:ext>
            </a:extLst>
          </p:cNvPr>
          <p:cNvSpPr txBox="1">
            <a:spLocks noChangeArrowheads="1"/>
          </p:cNvSpPr>
          <p:nvPr/>
        </p:nvSpPr>
        <p:spPr bwMode="auto">
          <a:xfrm>
            <a:off x="1363663" y="765175"/>
            <a:ext cx="60166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例 题</a:t>
            </a:r>
          </a:p>
        </p:txBody>
      </p:sp>
      <p:sp>
        <p:nvSpPr>
          <p:cNvPr id="708611" name="Rectangle 3">
            <a:extLst>
              <a:ext uri="{FF2B5EF4-FFF2-40B4-BE49-F238E27FC236}">
                <a16:creationId xmlns:a16="http://schemas.microsoft.com/office/drawing/2014/main" id="{2B9269A9-8781-4357-AF0B-D641EB3055FE}"/>
              </a:ext>
            </a:extLst>
          </p:cNvPr>
          <p:cNvSpPr>
            <a:spLocks noGrp="1" noChangeArrowheads="1"/>
          </p:cNvSpPr>
          <p:nvPr>
            <p:ph type="body" idx="1"/>
          </p:nvPr>
        </p:nvSpPr>
        <p:spPr>
          <a:xfrm>
            <a:off x="1258888" y="2060575"/>
            <a:ext cx="6769100" cy="4032250"/>
          </a:xfrm>
          <a:solidFill>
            <a:schemeClr val="bg1"/>
          </a:solidFill>
        </p:spPr>
        <p:txBody>
          <a:bodyPr/>
          <a:lstStyle/>
          <a:p>
            <a:pPr eaLnBrk="1" hangingPunct="1">
              <a:buFontTx/>
              <a:buNone/>
              <a:defRPr/>
            </a:pPr>
            <a:r>
              <a:rPr kumimoji="0" lang="en-US" altLang="zh-CN" sz="2800" b="1">
                <a:solidFill>
                  <a:srgbClr val="006600"/>
                </a:solidFill>
                <a:effectLst/>
                <a:latin typeface="黑体" panose="02010609060101010101" pitchFamily="49" charset="-122"/>
                <a:ea typeface="黑体" panose="02010609060101010101" pitchFamily="49" charset="-122"/>
              </a:rPr>
              <a:t>【</a:t>
            </a:r>
            <a:r>
              <a:rPr kumimoji="0" lang="zh-CN" altLang="en-US" sz="2800" b="1">
                <a:solidFill>
                  <a:srgbClr val="006600"/>
                </a:solidFill>
                <a:effectLst/>
                <a:latin typeface="黑体" panose="02010609060101010101" pitchFamily="49" charset="-122"/>
                <a:ea typeface="黑体" panose="02010609060101010101" pitchFamily="49" charset="-122"/>
              </a:rPr>
              <a:t>例</a:t>
            </a:r>
            <a:r>
              <a:rPr kumimoji="0" lang="en-US" altLang="zh-CN" sz="2800" b="1">
                <a:solidFill>
                  <a:srgbClr val="006600"/>
                </a:solidFill>
                <a:effectLst/>
                <a:latin typeface="黑体" panose="02010609060101010101" pitchFamily="49" charset="-122"/>
                <a:ea typeface="黑体" panose="02010609060101010101" pitchFamily="49" charset="-122"/>
              </a:rPr>
              <a:t>】</a:t>
            </a:r>
            <a:r>
              <a:rPr kumimoji="0" lang="zh-CN" altLang="en-US" sz="2800" b="1">
                <a:solidFill>
                  <a:schemeClr val="accent2"/>
                </a:solidFill>
                <a:effectLst/>
                <a:latin typeface="黑体" panose="02010609060101010101" pitchFamily="49" charset="-122"/>
                <a:ea typeface="黑体" panose="02010609060101010101" pitchFamily="49" charset="-122"/>
              </a:rPr>
              <a:t>符号化下列命题</a:t>
            </a:r>
          </a:p>
          <a:p>
            <a:pPr eaLnBrk="1" hangingPunct="1">
              <a:buFontTx/>
              <a:buNone/>
              <a:defRPr/>
            </a:pPr>
            <a:r>
              <a:rPr lang="zh-CN" altLang="en-US" b="1">
                <a:latin typeface="黑体" panose="02010609060101010101" pitchFamily="49" charset="-122"/>
                <a:ea typeface="黑体" panose="02010609060101010101" pitchFamily="49" charset="-122"/>
              </a:rPr>
              <a:t>  说离散数学无用且枯燥无味是不对的。</a:t>
            </a:r>
          </a:p>
          <a:p>
            <a:pPr eaLnBrk="1" hangingPunct="1">
              <a:buFontTx/>
              <a:buNone/>
              <a:defRPr/>
            </a:pPr>
            <a:r>
              <a:rPr lang="zh-CN" altLang="en-US" b="1">
                <a:latin typeface="黑体" panose="02010609060101010101" pitchFamily="49" charset="-122"/>
                <a:ea typeface="黑体" panose="02010609060101010101" pitchFamily="49" charset="-122"/>
              </a:rPr>
              <a:t>          </a:t>
            </a:r>
            <a:r>
              <a:rPr lang="en-US" altLang="zh-CN" b="1">
                <a:solidFill>
                  <a:schemeClr val="accent2"/>
                </a:solidFill>
                <a:latin typeface="黑体" panose="02010609060101010101" pitchFamily="49" charset="-122"/>
                <a:ea typeface="黑体" panose="02010609060101010101" pitchFamily="49" charset="-122"/>
              </a:rPr>
              <a:t>P</a:t>
            </a:r>
            <a:r>
              <a:rPr lang="zh-CN" altLang="en-US" b="1">
                <a:solidFill>
                  <a:schemeClr val="accent2"/>
                </a:solidFill>
                <a:latin typeface="黑体" panose="02010609060101010101" pitchFamily="49" charset="-122"/>
                <a:ea typeface="黑体" panose="02010609060101010101" pitchFamily="49" charset="-122"/>
              </a:rPr>
              <a:t>：离散数学是有用的。</a:t>
            </a:r>
          </a:p>
          <a:p>
            <a:pPr eaLnBrk="1" hangingPunct="1">
              <a:buFontTx/>
              <a:buNone/>
              <a:defRPr/>
            </a:pPr>
            <a:r>
              <a:rPr lang="zh-CN" altLang="en-US" b="1">
                <a:solidFill>
                  <a:schemeClr val="accent2"/>
                </a:solidFill>
                <a:latin typeface="黑体" panose="02010609060101010101" pitchFamily="49" charset="-122"/>
                <a:ea typeface="黑体" panose="02010609060101010101" pitchFamily="49" charset="-122"/>
              </a:rPr>
              <a:t>          </a:t>
            </a:r>
            <a:r>
              <a:rPr lang="en-US" altLang="zh-CN" b="1">
                <a:solidFill>
                  <a:schemeClr val="accent2"/>
                </a:solidFill>
                <a:latin typeface="黑体" panose="02010609060101010101" pitchFamily="49" charset="-122"/>
                <a:ea typeface="黑体" panose="02010609060101010101" pitchFamily="49" charset="-122"/>
              </a:rPr>
              <a:t>Q</a:t>
            </a:r>
            <a:r>
              <a:rPr lang="zh-CN" altLang="en-US" b="1">
                <a:solidFill>
                  <a:schemeClr val="accent2"/>
                </a:solidFill>
                <a:latin typeface="黑体" panose="02010609060101010101" pitchFamily="49" charset="-122"/>
                <a:ea typeface="黑体" panose="02010609060101010101" pitchFamily="49" charset="-122"/>
              </a:rPr>
              <a:t>：离散数学是枯燥无味的。</a:t>
            </a:r>
          </a:p>
          <a:p>
            <a:pPr eaLnBrk="1" hangingPunct="1">
              <a:buFontTx/>
              <a:buNone/>
              <a:defRPr/>
            </a:pPr>
            <a:r>
              <a:rPr lang="zh-CN" altLang="en-US" b="1">
                <a:latin typeface="黑体" panose="02010609060101010101" pitchFamily="49" charset="-122"/>
                <a:ea typeface="黑体" panose="02010609060101010101" pitchFamily="49" charset="-122"/>
              </a:rPr>
              <a:t>         </a:t>
            </a:r>
            <a:r>
              <a:rPr lang="zh-CN" altLang="en-US" b="1">
                <a:solidFill>
                  <a:srgbClr val="006600"/>
                </a:solidFill>
                <a:latin typeface="黑体" panose="02010609060101010101" pitchFamily="49" charset="-122"/>
                <a:ea typeface="黑体" panose="02010609060101010101" pitchFamily="49" charset="-122"/>
              </a:rPr>
              <a:t>该命题可写成： </a:t>
            </a:r>
            <a:r>
              <a:rPr lang="zh-CN" altLang="en-US" b="1">
                <a:solidFill>
                  <a:srgbClr val="006600"/>
                </a:solidFill>
                <a:latin typeface="黑体" panose="02010609060101010101" pitchFamily="49" charset="-122"/>
                <a:ea typeface="黑体" panose="02010609060101010101" pitchFamily="49" charset="-122"/>
                <a:sym typeface="Symbol" panose="05050102010706020507" pitchFamily="18" charset="2"/>
              </a:rPr>
              <a:t></a:t>
            </a:r>
            <a:r>
              <a:rPr lang="zh-CN" altLang="en-US" b="1">
                <a:solidFill>
                  <a:srgbClr val="006600"/>
                </a:solidFill>
                <a:latin typeface="黑体" panose="02010609060101010101" pitchFamily="49" charset="-122"/>
                <a:ea typeface="黑体" panose="02010609060101010101" pitchFamily="49" charset="-122"/>
              </a:rPr>
              <a:t> </a:t>
            </a:r>
            <a:r>
              <a:rPr lang="en-US" altLang="zh-CN" b="1">
                <a:solidFill>
                  <a:srgbClr val="006600"/>
                </a:solidFill>
                <a:latin typeface="黑体" panose="02010609060101010101" pitchFamily="49" charset="-122"/>
                <a:ea typeface="黑体" panose="02010609060101010101" pitchFamily="49" charset="-122"/>
                <a:sym typeface="Symbol" panose="05050102010706020507" pitchFamily="18" charset="2"/>
              </a:rPr>
              <a:t>(P</a:t>
            </a:r>
            <a:r>
              <a:rPr lang="en-US" altLang="zh-CN" b="1">
                <a:solidFill>
                  <a:srgbClr val="006600"/>
                </a:solidFill>
                <a:latin typeface="黑体" panose="02010609060101010101" pitchFamily="49" charset="-122"/>
                <a:ea typeface="黑体" panose="02010609060101010101" pitchFamily="49" charset="-122"/>
                <a:sym typeface="Kingsoft Phonetic Plain" pitchFamily="2" charset="2"/>
              </a:rPr>
              <a:t>∧Q)</a:t>
            </a:r>
          </a:p>
          <a:p>
            <a:pPr eaLnBrk="1" hangingPunct="1">
              <a:buFontTx/>
              <a:buNone/>
              <a:defRPr/>
            </a:pPr>
            <a:r>
              <a:rPr lang="en-US" altLang="zh-CN" b="1">
                <a:latin typeface="黑体" panose="02010609060101010101" pitchFamily="49" charset="-122"/>
                <a:ea typeface="黑体" panose="02010609060101010101" pitchFamily="49" charset="-122"/>
              </a:rPr>
              <a:t>  </a:t>
            </a:r>
            <a:r>
              <a:rPr lang="zh-CN" altLang="en-US" b="1">
                <a:latin typeface="黑体" panose="02010609060101010101" pitchFamily="49" charset="-122"/>
                <a:ea typeface="黑体" panose="02010609060101010101" pitchFamily="49" charset="-122"/>
              </a:rPr>
              <a:t>人不犯我，我不犯人；人若犯我，我必犯人。</a:t>
            </a:r>
          </a:p>
          <a:p>
            <a:pPr eaLnBrk="1" hangingPunct="1">
              <a:buFontTx/>
              <a:buNone/>
              <a:defRPr/>
            </a:pPr>
            <a:r>
              <a:rPr lang="zh-CN" altLang="en-US" b="1">
                <a:latin typeface="黑体" panose="02010609060101010101" pitchFamily="49" charset="-122"/>
                <a:ea typeface="黑体" panose="02010609060101010101" pitchFamily="49" charset="-122"/>
              </a:rPr>
              <a:t>     </a:t>
            </a:r>
            <a:r>
              <a:rPr lang="zh-CN" altLang="zh-CN" b="1">
                <a:latin typeface="黑体" panose="02010609060101010101" pitchFamily="49" charset="-122"/>
                <a:ea typeface="黑体" panose="02010609060101010101" pitchFamily="49" charset="-122"/>
              </a:rPr>
              <a:t>    </a:t>
            </a:r>
            <a:r>
              <a:rPr lang="zh-CN" altLang="en-US" b="1">
                <a:latin typeface="黑体" panose="02010609060101010101" pitchFamily="49" charset="-122"/>
                <a:ea typeface="黑体" panose="02010609060101010101" pitchFamily="49" charset="-122"/>
              </a:rPr>
              <a:t> </a:t>
            </a:r>
            <a:r>
              <a:rPr lang="en-US" altLang="zh-CN" b="1">
                <a:solidFill>
                  <a:schemeClr val="accent2"/>
                </a:solidFill>
                <a:latin typeface="黑体" panose="02010609060101010101" pitchFamily="49" charset="-122"/>
                <a:ea typeface="黑体" panose="02010609060101010101" pitchFamily="49" charset="-122"/>
              </a:rPr>
              <a:t>P</a:t>
            </a:r>
            <a:r>
              <a:rPr lang="zh-CN" altLang="en-US" b="1">
                <a:solidFill>
                  <a:schemeClr val="accent2"/>
                </a:solidFill>
                <a:latin typeface="黑体" panose="02010609060101010101" pitchFamily="49" charset="-122"/>
                <a:ea typeface="黑体" panose="02010609060101010101" pitchFamily="49" charset="-122"/>
              </a:rPr>
              <a:t>：人犯我。</a:t>
            </a:r>
            <a:r>
              <a:rPr lang="en-US" altLang="zh-CN" b="1">
                <a:solidFill>
                  <a:schemeClr val="accent2"/>
                </a:solidFill>
                <a:latin typeface="黑体" panose="02010609060101010101" pitchFamily="49" charset="-122"/>
                <a:ea typeface="黑体" panose="02010609060101010101" pitchFamily="49" charset="-122"/>
              </a:rPr>
              <a:t>Q</a:t>
            </a:r>
            <a:r>
              <a:rPr lang="zh-CN" altLang="en-US" b="1">
                <a:solidFill>
                  <a:schemeClr val="accent2"/>
                </a:solidFill>
                <a:latin typeface="黑体" panose="02010609060101010101" pitchFamily="49" charset="-122"/>
                <a:ea typeface="黑体" panose="02010609060101010101" pitchFamily="49" charset="-122"/>
              </a:rPr>
              <a:t>：我犯人。</a:t>
            </a:r>
          </a:p>
          <a:p>
            <a:pPr eaLnBrk="1" hangingPunct="1">
              <a:buFontTx/>
              <a:buNone/>
              <a:defRPr/>
            </a:pPr>
            <a:r>
              <a:rPr lang="zh-CN" altLang="en-US" b="1">
                <a:latin typeface="黑体" panose="02010609060101010101" pitchFamily="49" charset="-122"/>
                <a:ea typeface="黑体" panose="02010609060101010101" pitchFamily="49" charset="-122"/>
              </a:rPr>
              <a:t>      </a:t>
            </a:r>
            <a:r>
              <a:rPr lang="zh-CN" altLang="en-US" b="1">
                <a:solidFill>
                  <a:srgbClr val="006600"/>
                </a:solidFill>
                <a:latin typeface="黑体" panose="02010609060101010101" pitchFamily="49" charset="-122"/>
                <a:ea typeface="黑体" panose="02010609060101010101" pitchFamily="49" charset="-122"/>
              </a:rPr>
              <a:t>该命题可写成：</a:t>
            </a:r>
            <a:r>
              <a:rPr lang="en-US" altLang="zh-CN" b="1">
                <a:solidFill>
                  <a:srgbClr val="006600"/>
                </a:solidFill>
                <a:latin typeface="黑体" panose="02010609060101010101" pitchFamily="49" charset="-122"/>
                <a:ea typeface="黑体" panose="02010609060101010101" pitchFamily="49" charset="-122"/>
              </a:rPr>
              <a:t>(</a:t>
            </a:r>
            <a:r>
              <a:rPr lang="en-US" altLang="zh-CN" b="1">
                <a:solidFill>
                  <a:srgbClr val="006600"/>
                </a:solidFill>
                <a:latin typeface="黑体" panose="02010609060101010101" pitchFamily="49" charset="-122"/>
                <a:ea typeface="黑体" panose="02010609060101010101" pitchFamily="49" charset="-122"/>
                <a:sym typeface="Symbol" panose="05050102010706020507" pitchFamily="18" charset="2"/>
              </a:rPr>
              <a:t>P</a:t>
            </a:r>
            <a:r>
              <a:rPr lang="en-US" altLang="zh-CN" b="1">
                <a:solidFill>
                  <a:srgbClr val="006600"/>
                </a:solidFill>
                <a:latin typeface="黑体" panose="02010609060101010101" pitchFamily="49" charset="-122"/>
                <a:ea typeface="黑体" panose="02010609060101010101" pitchFamily="49" charset="-122"/>
                <a:sym typeface="Kingsoft Phonetic Plain" pitchFamily="2" charset="2"/>
              </a:rPr>
              <a:t>Q)∧</a:t>
            </a:r>
            <a:r>
              <a:rPr lang="en-US" altLang="zh-CN" b="1">
                <a:solidFill>
                  <a:srgbClr val="006600"/>
                </a:solidFill>
                <a:latin typeface="黑体" panose="02010609060101010101" pitchFamily="49" charset="-122"/>
                <a:ea typeface="黑体" panose="02010609060101010101" pitchFamily="49" charset="-122"/>
              </a:rPr>
              <a:t>(P</a:t>
            </a:r>
            <a:r>
              <a:rPr lang="en-US" altLang="zh-CN" b="1">
                <a:solidFill>
                  <a:srgbClr val="006600"/>
                </a:solidFill>
                <a:latin typeface="黑体" panose="02010609060101010101" pitchFamily="49" charset="-122"/>
                <a:ea typeface="黑体" panose="02010609060101010101" pitchFamily="49" charset="-122"/>
                <a:sym typeface="Symbol" panose="05050102010706020507" pitchFamily="18" charset="2"/>
              </a:rPr>
              <a:t></a:t>
            </a:r>
            <a:r>
              <a:rPr lang="en-US" altLang="zh-CN" b="1">
                <a:solidFill>
                  <a:srgbClr val="006600"/>
                </a:solidFill>
                <a:latin typeface="黑体" panose="02010609060101010101" pitchFamily="49" charset="-122"/>
                <a:ea typeface="黑体" panose="02010609060101010101" pitchFamily="49" charset="-122"/>
                <a:sym typeface="Kingsoft Phonetic Plain" pitchFamily="2" charset="2"/>
              </a:rPr>
              <a:t>Q)</a:t>
            </a:r>
          </a:p>
          <a:p>
            <a:pPr eaLnBrk="1" hangingPunct="1">
              <a:buFontTx/>
              <a:buNone/>
              <a:defRPr/>
            </a:pPr>
            <a:r>
              <a:rPr lang="en-US" altLang="zh-CN" b="1">
                <a:solidFill>
                  <a:srgbClr val="006600"/>
                </a:solidFill>
                <a:latin typeface="黑体" panose="02010609060101010101" pitchFamily="49" charset="-122"/>
                <a:ea typeface="黑体" panose="02010609060101010101" pitchFamily="49" charset="-122"/>
                <a:sym typeface="Kingsoft Phonetic Plain" pitchFamily="2" charset="2"/>
              </a:rPr>
              <a:t>                       </a:t>
            </a:r>
            <a:r>
              <a:rPr lang="zh-CN" altLang="en-US" b="1">
                <a:solidFill>
                  <a:srgbClr val="006600"/>
                </a:solidFill>
                <a:latin typeface="黑体" panose="02010609060101010101" pitchFamily="49" charset="-122"/>
                <a:ea typeface="黑体" panose="02010609060101010101" pitchFamily="49" charset="-122"/>
                <a:sym typeface="Kingsoft Phonetic Plain" pitchFamily="2" charset="2"/>
              </a:rPr>
              <a:t>或写成： </a:t>
            </a:r>
            <a:r>
              <a:rPr lang="en-US" altLang="zh-CN" b="1">
                <a:solidFill>
                  <a:srgbClr val="006600"/>
                </a:solidFill>
                <a:latin typeface="黑体" panose="02010609060101010101" pitchFamily="49" charset="-122"/>
                <a:ea typeface="黑体" panose="02010609060101010101" pitchFamily="49" charset="-122"/>
              </a:rPr>
              <a:t>P</a:t>
            </a:r>
            <a:r>
              <a:rPr lang="en-US" altLang="zh-CN" b="1">
                <a:solidFill>
                  <a:srgbClr val="006600"/>
                </a:solidFill>
                <a:latin typeface="黑体" panose="02010609060101010101" pitchFamily="49" charset="-122"/>
                <a:ea typeface="黑体" panose="02010609060101010101" pitchFamily="49" charset="-122"/>
                <a:sym typeface="Symbol" panose="05050102010706020507" pitchFamily="18" charset="2"/>
              </a:rPr>
              <a:t></a:t>
            </a:r>
            <a:r>
              <a:rPr lang="en-US" altLang="zh-CN" b="1">
                <a:solidFill>
                  <a:srgbClr val="006600"/>
                </a:solidFill>
                <a:latin typeface="黑体" panose="02010609060101010101" pitchFamily="49" charset="-122"/>
                <a:ea typeface="黑体" panose="02010609060101010101" pitchFamily="49" charset="-122"/>
                <a:sym typeface="Kingsoft Phonetic Plain" pitchFamily="2" charset="2"/>
              </a:rPr>
              <a:t>Q</a:t>
            </a:r>
          </a:p>
        </p:txBody>
      </p:sp>
      <p:pic>
        <p:nvPicPr>
          <p:cNvPr id="73735" name="Picture 6" descr="C:\Program Files\Microsoft Office\MEDIA\CAGCAT10\j0293844.wmf">
            <a:extLst>
              <a:ext uri="{FF2B5EF4-FFF2-40B4-BE49-F238E27FC236}">
                <a16:creationId xmlns:a16="http://schemas.microsoft.com/office/drawing/2014/main" id="{1AE7084C-94F2-4566-B10F-511ADC542B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07313" y="476250"/>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日期占位符 1">
            <a:extLst>
              <a:ext uri="{FF2B5EF4-FFF2-40B4-BE49-F238E27FC236}">
                <a16:creationId xmlns:a16="http://schemas.microsoft.com/office/drawing/2014/main" id="{CB3AC5B9-7896-4E7A-9A39-BE8A67CEA837}"/>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CDB2F92C-F867-445C-8B76-107942F030B2}"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74755" name="页脚占位符 2">
            <a:extLst>
              <a:ext uri="{FF2B5EF4-FFF2-40B4-BE49-F238E27FC236}">
                <a16:creationId xmlns:a16="http://schemas.microsoft.com/office/drawing/2014/main" id="{3F1B05B5-3AE9-4F32-870F-57BAB2A40A86}"/>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74756" name="灯片编号占位符 3">
            <a:extLst>
              <a:ext uri="{FF2B5EF4-FFF2-40B4-BE49-F238E27FC236}">
                <a16:creationId xmlns:a16="http://schemas.microsoft.com/office/drawing/2014/main" id="{EDBB9B5A-D2C1-4B81-82A0-32A0D985467B}"/>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C43D550B-95CF-4906-B425-48355A5CF7B0}" type="slidenum">
              <a:rPr lang="en-US" altLang="zh-CN" sz="1400" smtClean="0">
                <a:latin typeface="Times New Roman" panose="02020603050405020304" pitchFamily="18" charset="0"/>
                <a:ea typeface="宋体" panose="02010600030101010101" pitchFamily="2" charset="-122"/>
              </a:rPr>
              <a:pPr>
                <a:spcBef>
                  <a:spcPct val="0"/>
                </a:spcBef>
                <a:buFontTx/>
                <a:buNone/>
              </a:pPr>
              <a:t>53</a:t>
            </a:fld>
            <a:endParaRPr lang="en-US" altLang="zh-CN" sz="1400">
              <a:latin typeface="Times New Roman" panose="02020603050405020304" pitchFamily="18" charset="0"/>
              <a:ea typeface="宋体" panose="02010600030101010101" pitchFamily="2" charset="-122"/>
            </a:endParaRPr>
          </a:p>
        </p:txBody>
      </p:sp>
      <p:sp>
        <p:nvSpPr>
          <p:cNvPr id="74757" name="页脚占位符 3">
            <a:extLst>
              <a:ext uri="{FF2B5EF4-FFF2-40B4-BE49-F238E27FC236}">
                <a16:creationId xmlns:a16="http://schemas.microsoft.com/office/drawing/2014/main" id="{AFFEC49B-77C9-4FF8-A0AF-99C096D23061}"/>
              </a:ext>
            </a:extLst>
          </p:cNvPr>
          <p:cNvSpPr txBox="1">
            <a:spLocks noGrp="1"/>
          </p:cNvSpPr>
          <p:nvPr/>
        </p:nvSpPr>
        <p:spPr bwMode="black">
          <a:xfrm>
            <a:off x="609600" y="6470650"/>
            <a:ext cx="538163"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r">
              <a:spcBef>
                <a:spcPct val="0"/>
              </a:spcBef>
              <a:buFontTx/>
              <a:buNone/>
            </a:pPr>
            <a:fld id="{06B42417-45C3-4C9E-AF72-F59FC9CFC996}" type="slidenum">
              <a:rPr kumimoji="0" lang="en-US" altLang="zh-CN" sz="1000">
                <a:solidFill>
                  <a:schemeClr val="bg1"/>
                </a:solidFill>
                <a:latin typeface="Arial" panose="020B0604020202020204" pitchFamily="34" charset="0"/>
                <a:ea typeface="宋体" panose="02010600030101010101" pitchFamily="2" charset="-122"/>
              </a:rPr>
              <a:pPr algn="r">
                <a:spcBef>
                  <a:spcPct val="0"/>
                </a:spcBef>
                <a:buFontTx/>
                <a:buNone/>
              </a:pPr>
              <a:t>53</a:t>
            </a:fld>
            <a:endParaRPr kumimoji="0" lang="en-US" altLang="zh-CN" sz="1000">
              <a:solidFill>
                <a:schemeClr val="bg1"/>
              </a:solidFill>
              <a:latin typeface="Arial" panose="020B0604020202020204" pitchFamily="34" charset="0"/>
              <a:ea typeface="宋体" panose="02010600030101010101" pitchFamily="2" charset="-122"/>
            </a:endParaRPr>
          </a:p>
        </p:txBody>
      </p:sp>
      <p:sp>
        <p:nvSpPr>
          <p:cNvPr id="74758" name="日期占位符 4">
            <a:extLst>
              <a:ext uri="{FF2B5EF4-FFF2-40B4-BE49-F238E27FC236}">
                <a16:creationId xmlns:a16="http://schemas.microsoft.com/office/drawing/2014/main" id="{750D49E6-A783-42AA-B9C6-82E286D8B0C8}"/>
              </a:ext>
            </a:extLst>
          </p:cNvPr>
          <p:cNvSpPr txBox="1">
            <a:spLocks noGrp="1"/>
          </p:cNvSpPr>
          <p:nvPr/>
        </p:nvSpPr>
        <p:spPr bwMode="auto">
          <a:xfrm>
            <a:off x="1271588" y="6472238"/>
            <a:ext cx="946150"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fld id="{25762A37-C0A3-45EF-9C67-35FF42989B8D}" type="datetime1">
              <a:rPr kumimoji="0" lang="zh-CN" altLang="en-US" sz="1000">
                <a:solidFill>
                  <a:schemeClr val="bg1"/>
                </a:solidFill>
                <a:latin typeface="Arial" panose="020B0604020202020204" pitchFamily="34" charset="0"/>
                <a:ea typeface="宋体" panose="02010600030101010101" pitchFamily="2" charset="-122"/>
              </a:rPr>
              <a:pPr eaLnBrk="1" hangingPunct="1">
                <a:spcBef>
                  <a:spcPct val="0"/>
                </a:spcBef>
                <a:buFontTx/>
                <a:buNone/>
              </a:pPr>
              <a:t>2020/9/7</a:t>
            </a:fld>
            <a:endParaRPr kumimoji="0" lang="en-US" altLang="zh-CN" sz="1000">
              <a:solidFill>
                <a:schemeClr val="bg1"/>
              </a:solidFill>
              <a:latin typeface="Arial" panose="020B0604020202020204" pitchFamily="34" charset="0"/>
              <a:ea typeface="宋体" panose="02010600030101010101" pitchFamily="2" charset="-122"/>
            </a:endParaRPr>
          </a:p>
        </p:txBody>
      </p:sp>
      <p:sp>
        <p:nvSpPr>
          <p:cNvPr id="74759" name="Text Box 2">
            <a:extLst>
              <a:ext uri="{FF2B5EF4-FFF2-40B4-BE49-F238E27FC236}">
                <a16:creationId xmlns:a16="http://schemas.microsoft.com/office/drawing/2014/main" id="{0EA5B198-B80F-4598-BC73-5CE497647E62}"/>
              </a:ext>
            </a:extLst>
          </p:cNvPr>
          <p:cNvSpPr txBox="1">
            <a:spLocks noChangeArrowheads="1"/>
          </p:cNvSpPr>
          <p:nvPr/>
        </p:nvSpPr>
        <p:spPr bwMode="auto">
          <a:xfrm>
            <a:off x="1363663" y="765175"/>
            <a:ext cx="60166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3"/>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例 题</a:t>
            </a:r>
          </a:p>
        </p:txBody>
      </p:sp>
      <p:pic>
        <p:nvPicPr>
          <p:cNvPr id="74760" name="Picture 6" descr="C:\Program Files\Microsoft Office\MEDIA\CAGCAT10\j0293844.wmf">
            <a:extLst>
              <a:ext uri="{FF2B5EF4-FFF2-40B4-BE49-F238E27FC236}">
                <a16:creationId xmlns:a16="http://schemas.microsoft.com/office/drawing/2014/main" id="{A2549F21-7664-4CE3-91BA-FF770B6A892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07313" y="476250"/>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761" name="Rectangle 7">
            <a:extLst>
              <a:ext uri="{FF2B5EF4-FFF2-40B4-BE49-F238E27FC236}">
                <a16:creationId xmlns:a16="http://schemas.microsoft.com/office/drawing/2014/main" id="{DFC2224B-32D4-4866-879E-1151AC36EB1B}"/>
              </a:ext>
            </a:extLst>
          </p:cNvPr>
          <p:cNvSpPr>
            <a:spLocks noChangeArrowheads="1"/>
          </p:cNvSpPr>
          <p:nvPr/>
        </p:nvSpPr>
        <p:spPr bwMode="auto">
          <a:xfrm>
            <a:off x="827088" y="2060575"/>
            <a:ext cx="7993062" cy="37338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buFontTx/>
              <a:buNone/>
            </a:pPr>
            <a:r>
              <a:rPr kumimoji="0" lang="en-US" altLang="zh-CN" sz="2800" b="1">
                <a:solidFill>
                  <a:srgbClr val="006600"/>
                </a:solidFill>
                <a:latin typeface="黑体" panose="02010609060101010101" pitchFamily="49" charset="-122"/>
                <a:ea typeface="黑体" panose="02010609060101010101" pitchFamily="49" charset="-122"/>
              </a:rPr>
              <a:t>【</a:t>
            </a:r>
            <a:r>
              <a:rPr kumimoji="0" lang="zh-CN" altLang="en-US" sz="2800" b="1">
                <a:solidFill>
                  <a:srgbClr val="006600"/>
                </a:solidFill>
                <a:latin typeface="黑体" panose="02010609060101010101" pitchFamily="49" charset="-122"/>
                <a:ea typeface="黑体" panose="02010609060101010101" pitchFamily="49" charset="-122"/>
              </a:rPr>
              <a:t>例</a:t>
            </a:r>
            <a:r>
              <a:rPr kumimoji="0" lang="en-US" altLang="zh-CN" sz="2800" b="1">
                <a:solidFill>
                  <a:srgbClr val="006600"/>
                </a:solidFill>
                <a:latin typeface="黑体" panose="02010609060101010101" pitchFamily="49" charset="-122"/>
                <a:ea typeface="黑体" panose="02010609060101010101" pitchFamily="49" charset="-122"/>
              </a:rPr>
              <a:t>】</a:t>
            </a:r>
            <a:r>
              <a:rPr kumimoji="0" lang="zh-CN" altLang="en-US" sz="2800" b="1">
                <a:solidFill>
                  <a:schemeClr val="accent2"/>
                </a:solidFill>
                <a:latin typeface="黑体" panose="02010609060101010101" pitchFamily="49" charset="-122"/>
                <a:ea typeface="黑体" panose="02010609060101010101" pitchFamily="49" charset="-122"/>
              </a:rPr>
              <a:t>符号化下列命题</a:t>
            </a:r>
            <a:endParaRPr kumimoji="0" lang="zh-CN" altLang="en-US" sz="2800" b="1">
              <a:solidFill>
                <a:srgbClr val="000000"/>
              </a:solidFill>
              <a:latin typeface="黑体" panose="02010609060101010101" pitchFamily="49" charset="-122"/>
              <a:ea typeface="黑体" panose="02010609060101010101" pitchFamily="49" charset="-122"/>
            </a:endParaRPr>
          </a:p>
          <a:p>
            <a:pPr eaLnBrk="1" hangingPunct="1">
              <a:lnSpc>
                <a:spcPct val="125000"/>
              </a:lnSpc>
              <a:buFontTx/>
              <a:buNone/>
            </a:pPr>
            <a:r>
              <a:rPr kumimoji="0" lang="zh-CN" altLang="en-US" b="1">
                <a:solidFill>
                  <a:srgbClr val="000000"/>
                </a:solidFill>
                <a:latin typeface="黑体" panose="02010609060101010101" pitchFamily="49" charset="-122"/>
                <a:ea typeface="黑体" panose="02010609060101010101" pitchFamily="49" charset="-122"/>
              </a:rPr>
              <a:t>   （</a:t>
            </a:r>
            <a:r>
              <a:rPr kumimoji="0" lang="en-US" altLang="zh-CN" b="1">
                <a:solidFill>
                  <a:srgbClr val="000000"/>
                </a:solidFill>
                <a:latin typeface="黑体" panose="02010609060101010101" pitchFamily="49" charset="-122"/>
                <a:ea typeface="黑体" panose="02010609060101010101" pitchFamily="49" charset="-122"/>
              </a:rPr>
              <a:t>1</a:t>
            </a:r>
            <a:r>
              <a:rPr kumimoji="0" lang="zh-CN" altLang="en-US" b="1">
                <a:solidFill>
                  <a:srgbClr val="000000"/>
                </a:solidFill>
                <a:latin typeface="黑体" panose="02010609060101010101" pitchFamily="49" charset="-122"/>
                <a:ea typeface="黑体" panose="02010609060101010101" pitchFamily="49" charset="-122"/>
              </a:rPr>
              <a:t>）四川不是人口最多的省份；</a:t>
            </a:r>
          </a:p>
          <a:p>
            <a:pPr eaLnBrk="1" hangingPunct="1">
              <a:lnSpc>
                <a:spcPct val="125000"/>
              </a:lnSpc>
              <a:buFontTx/>
              <a:buNone/>
            </a:pPr>
            <a:r>
              <a:rPr kumimoji="0" lang="zh-CN" altLang="en-US" b="1">
                <a:solidFill>
                  <a:srgbClr val="000000"/>
                </a:solidFill>
                <a:latin typeface="黑体" panose="02010609060101010101" pitchFamily="49" charset="-122"/>
                <a:ea typeface="黑体" panose="02010609060101010101" pitchFamily="49" charset="-122"/>
              </a:rPr>
              <a:t>   （</a:t>
            </a:r>
            <a:r>
              <a:rPr kumimoji="0" lang="en-US" altLang="zh-CN" b="1">
                <a:solidFill>
                  <a:srgbClr val="000000"/>
                </a:solidFill>
                <a:latin typeface="黑体" panose="02010609060101010101" pitchFamily="49" charset="-122"/>
                <a:ea typeface="黑体" panose="02010609060101010101" pitchFamily="49" charset="-122"/>
              </a:rPr>
              <a:t>2</a:t>
            </a:r>
            <a:r>
              <a:rPr kumimoji="0" lang="zh-CN" altLang="en-US" b="1">
                <a:solidFill>
                  <a:srgbClr val="000000"/>
                </a:solidFill>
                <a:latin typeface="黑体" panose="02010609060101010101" pitchFamily="49" charset="-122"/>
                <a:ea typeface="黑体" panose="02010609060101010101" pitchFamily="49" charset="-122"/>
              </a:rPr>
              <a:t>）王超是一个</a:t>
            </a:r>
            <a:r>
              <a:rPr kumimoji="0" lang="zh-CN" altLang="en-US" b="1">
                <a:solidFill>
                  <a:srgbClr val="FF0000"/>
                </a:solidFill>
                <a:latin typeface="黑体" panose="02010609060101010101" pitchFamily="49" charset="-122"/>
                <a:ea typeface="黑体" panose="02010609060101010101" pitchFamily="49" charset="-122"/>
              </a:rPr>
              <a:t>德智体</a:t>
            </a:r>
            <a:r>
              <a:rPr kumimoji="0" lang="zh-CN" altLang="en-US" b="1">
                <a:solidFill>
                  <a:srgbClr val="000000"/>
                </a:solidFill>
                <a:latin typeface="黑体" panose="02010609060101010101" pitchFamily="49" charset="-122"/>
                <a:ea typeface="黑体" panose="02010609060101010101" pitchFamily="49" charset="-122"/>
              </a:rPr>
              <a:t>全面发展的好学生；</a:t>
            </a:r>
          </a:p>
          <a:p>
            <a:pPr eaLnBrk="1" hangingPunct="1">
              <a:lnSpc>
                <a:spcPct val="125000"/>
              </a:lnSpc>
              <a:buFontTx/>
              <a:buNone/>
            </a:pPr>
            <a:r>
              <a:rPr kumimoji="0" lang="zh-CN" altLang="en-US" b="1">
                <a:solidFill>
                  <a:srgbClr val="000000"/>
                </a:solidFill>
                <a:latin typeface="黑体" panose="02010609060101010101" pitchFamily="49" charset="-122"/>
                <a:ea typeface="黑体" panose="02010609060101010101" pitchFamily="49" charset="-122"/>
              </a:rPr>
              <a:t>   （</a:t>
            </a:r>
            <a:r>
              <a:rPr kumimoji="0" lang="en-US" altLang="zh-CN" b="1">
                <a:solidFill>
                  <a:srgbClr val="000000"/>
                </a:solidFill>
                <a:latin typeface="黑体" panose="02010609060101010101" pitchFamily="49" charset="-122"/>
                <a:ea typeface="黑体" panose="02010609060101010101" pitchFamily="49" charset="-122"/>
              </a:rPr>
              <a:t>3</a:t>
            </a:r>
            <a:r>
              <a:rPr kumimoji="0" lang="zh-CN" altLang="en-US" b="1">
                <a:solidFill>
                  <a:srgbClr val="000000"/>
                </a:solidFill>
                <a:latin typeface="黑体" panose="02010609060101010101" pitchFamily="49" charset="-122"/>
                <a:ea typeface="黑体" panose="02010609060101010101" pitchFamily="49" charset="-122"/>
              </a:rPr>
              <a:t>）教室的灯不亮可能是灯管坏了</a:t>
            </a:r>
            <a:r>
              <a:rPr kumimoji="0" lang="zh-CN" altLang="en-US" b="1">
                <a:solidFill>
                  <a:srgbClr val="FF0000"/>
                </a:solidFill>
                <a:latin typeface="黑体" panose="02010609060101010101" pitchFamily="49" charset="-122"/>
                <a:ea typeface="黑体" panose="02010609060101010101" pitchFamily="49" charset="-122"/>
              </a:rPr>
              <a:t>或者</a:t>
            </a:r>
            <a:r>
              <a:rPr kumimoji="0" lang="zh-CN" altLang="en-US" b="1">
                <a:solidFill>
                  <a:srgbClr val="000000"/>
                </a:solidFill>
                <a:latin typeface="黑体" panose="02010609060101010101" pitchFamily="49" charset="-122"/>
                <a:ea typeface="黑体" panose="02010609060101010101" pitchFamily="49" charset="-122"/>
              </a:rPr>
              <a:t>是停电了；</a:t>
            </a:r>
          </a:p>
          <a:p>
            <a:pPr eaLnBrk="1" hangingPunct="1">
              <a:lnSpc>
                <a:spcPct val="125000"/>
              </a:lnSpc>
              <a:buFontTx/>
              <a:buNone/>
            </a:pPr>
            <a:r>
              <a:rPr kumimoji="0" lang="zh-CN" altLang="en-US" b="1">
                <a:solidFill>
                  <a:srgbClr val="000000"/>
                </a:solidFill>
                <a:latin typeface="黑体" panose="02010609060101010101" pitchFamily="49" charset="-122"/>
                <a:ea typeface="黑体" panose="02010609060101010101" pitchFamily="49" charset="-122"/>
              </a:rPr>
              <a:t>   （</a:t>
            </a:r>
            <a:r>
              <a:rPr kumimoji="0" lang="en-US" altLang="zh-CN" b="1">
                <a:solidFill>
                  <a:srgbClr val="000000"/>
                </a:solidFill>
                <a:latin typeface="黑体" panose="02010609060101010101" pitchFamily="49" charset="-122"/>
                <a:ea typeface="黑体" panose="02010609060101010101" pitchFamily="49" charset="-122"/>
              </a:rPr>
              <a:t>4</a:t>
            </a:r>
            <a:r>
              <a:rPr kumimoji="0" lang="zh-CN" altLang="en-US" b="1">
                <a:solidFill>
                  <a:srgbClr val="000000"/>
                </a:solidFill>
                <a:latin typeface="黑体" panose="02010609060101010101" pitchFamily="49" charset="-122"/>
                <a:ea typeface="黑体" panose="02010609060101010101" pitchFamily="49" charset="-122"/>
              </a:rPr>
              <a:t>）如果周末天气晴朗，那么学院将组织我们到石象湖春游；</a:t>
            </a:r>
          </a:p>
          <a:p>
            <a:pPr eaLnBrk="1" hangingPunct="1">
              <a:lnSpc>
                <a:spcPct val="125000"/>
              </a:lnSpc>
              <a:buFontTx/>
              <a:buNone/>
            </a:pPr>
            <a:r>
              <a:rPr kumimoji="0" lang="zh-CN" altLang="en-US" b="1">
                <a:solidFill>
                  <a:srgbClr val="000000"/>
                </a:solidFill>
                <a:latin typeface="黑体" panose="02010609060101010101" pitchFamily="49" charset="-122"/>
                <a:ea typeface="黑体" panose="02010609060101010101" pitchFamily="49" charset="-122"/>
              </a:rPr>
              <a:t>   （</a:t>
            </a:r>
            <a:r>
              <a:rPr kumimoji="0" lang="en-US" altLang="zh-CN" b="1">
                <a:solidFill>
                  <a:srgbClr val="000000"/>
                </a:solidFill>
                <a:latin typeface="黑体" panose="02010609060101010101" pitchFamily="49" charset="-122"/>
                <a:ea typeface="黑体" panose="02010609060101010101" pitchFamily="49" charset="-122"/>
              </a:rPr>
              <a:t>5</a:t>
            </a:r>
            <a:r>
              <a:rPr kumimoji="0" lang="zh-CN" altLang="en-US" b="1">
                <a:solidFill>
                  <a:srgbClr val="000000"/>
                </a:solidFill>
                <a:latin typeface="黑体" panose="02010609060101010101" pitchFamily="49" charset="-122"/>
                <a:ea typeface="黑体" panose="02010609060101010101" pitchFamily="49" charset="-122"/>
              </a:rPr>
              <a:t>）两个三角形全等</a:t>
            </a:r>
            <a:r>
              <a:rPr kumimoji="0" lang="zh-CN" altLang="en-US" b="1">
                <a:solidFill>
                  <a:srgbClr val="FF0000"/>
                </a:solidFill>
                <a:latin typeface="黑体" panose="02010609060101010101" pitchFamily="49" charset="-122"/>
                <a:ea typeface="黑体" panose="02010609060101010101" pitchFamily="49" charset="-122"/>
              </a:rPr>
              <a:t>当且仅当</a:t>
            </a:r>
            <a:r>
              <a:rPr kumimoji="0" lang="zh-CN" altLang="en-US" b="1">
                <a:solidFill>
                  <a:srgbClr val="000000"/>
                </a:solidFill>
                <a:latin typeface="黑体" panose="02010609060101010101" pitchFamily="49" charset="-122"/>
                <a:ea typeface="黑体" panose="02010609060101010101" pitchFamily="49" charset="-122"/>
              </a:rPr>
              <a:t>三角形三边对应相等。</a:t>
            </a:r>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日期占位符 1">
            <a:extLst>
              <a:ext uri="{FF2B5EF4-FFF2-40B4-BE49-F238E27FC236}">
                <a16:creationId xmlns:a16="http://schemas.microsoft.com/office/drawing/2014/main" id="{8EEE2220-FBDC-4646-B7B6-4F937A8969E4}"/>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BEE236C4-C776-41A0-863E-F4FE176B69BB}"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76803" name="页脚占位符 2">
            <a:extLst>
              <a:ext uri="{FF2B5EF4-FFF2-40B4-BE49-F238E27FC236}">
                <a16:creationId xmlns:a16="http://schemas.microsoft.com/office/drawing/2014/main" id="{3C2878E7-F2AB-4271-920E-502ACF03B293}"/>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76804" name="灯片编号占位符 3">
            <a:extLst>
              <a:ext uri="{FF2B5EF4-FFF2-40B4-BE49-F238E27FC236}">
                <a16:creationId xmlns:a16="http://schemas.microsoft.com/office/drawing/2014/main" id="{B9A834F4-B24E-45AC-A5B6-E25B7EAE0570}"/>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6C2E8860-17A8-4F2F-A28B-EAF7AF87479E}" type="slidenum">
              <a:rPr lang="en-US" altLang="zh-CN" sz="1400" smtClean="0">
                <a:latin typeface="Times New Roman" panose="02020603050405020304" pitchFamily="18" charset="0"/>
                <a:ea typeface="宋体" panose="02010600030101010101" pitchFamily="2" charset="-122"/>
              </a:rPr>
              <a:pPr>
                <a:spcBef>
                  <a:spcPct val="0"/>
                </a:spcBef>
                <a:buFontTx/>
                <a:buNone/>
              </a:pPr>
              <a:t>54</a:t>
            </a:fld>
            <a:endParaRPr lang="en-US" altLang="zh-CN" sz="1400">
              <a:latin typeface="Times New Roman" panose="02020603050405020304" pitchFamily="18" charset="0"/>
              <a:ea typeface="宋体" panose="02010600030101010101" pitchFamily="2" charset="-122"/>
            </a:endParaRPr>
          </a:p>
        </p:txBody>
      </p:sp>
      <p:sp>
        <p:nvSpPr>
          <p:cNvPr id="76805" name="页脚占位符 3">
            <a:extLst>
              <a:ext uri="{FF2B5EF4-FFF2-40B4-BE49-F238E27FC236}">
                <a16:creationId xmlns:a16="http://schemas.microsoft.com/office/drawing/2014/main" id="{4B258E47-697D-439C-BE21-2FA295AB50E2}"/>
              </a:ext>
            </a:extLst>
          </p:cNvPr>
          <p:cNvSpPr txBox="1">
            <a:spLocks noGrp="1"/>
          </p:cNvSpPr>
          <p:nvPr/>
        </p:nvSpPr>
        <p:spPr bwMode="black">
          <a:xfrm>
            <a:off x="609600" y="6470650"/>
            <a:ext cx="538163"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r">
              <a:spcBef>
                <a:spcPct val="0"/>
              </a:spcBef>
              <a:buFontTx/>
              <a:buNone/>
            </a:pPr>
            <a:fld id="{6F7B4C02-5481-45DB-8686-FEE354FF1450}" type="slidenum">
              <a:rPr kumimoji="0" lang="en-US" altLang="zh-CN" sz="1000">
                <a:solidFill>
                  <a:schemeClr val="bg1"/>
                </a:solidFill>
                <a:latin typeface="Arial" panose="020B0604020202020204" pitchFamily="34" charset="0"/>
                <a:ea typeface="宋体" panose="02010600030101010101" pitchFamily="2" charset="-122"/>
              </a:rPr>
              <a:pPr algn="r">
                <a:spcBef>
                  <a:spcPct val="0"/>
                </a:spcBef>
                <a:buFontTx/>
                <a:buNone/>
              </a:pPr>
              <a:t>54</a:t>
            </a:fld>
            <a:endParaRPr kumimoji="0" lang="en-US" altLang="zh-CN" sz="1000">
              <a:solidFill>
                <a:schemeClr val="bg1"/>
              </a:solidFill>
              <a:latin typeface="Arial" panose="020B0604020202020204" pitchFamily="34" charset="0"/>
              <a:ea typeface="宋体" panose="02010600030101010101" pitchFamily="2" charset="-122"/>
            </a:endParaRPr>
          </a:p>
        </p:txBody>
      </p:sp>
      <p:sp>
        <p:nvSpPr>
          <p:cNvPr id="76806" name="日期占位符 4">
            <a:extLst>
              <a:ext uri="{FF2B5EF4-FFF2-40B4-BE49-F238E27FC236}">
                <a16:creationId xmlns:a16="http://schemas.microsoft.com/office/drawing/2014/main" id="{110CBA42-2E7C-4EC4-A7B3-E9B9977D64AF}"/>
              </a:ext>
            </a:extLst>
          </p:cNvPr>
          <p:cNvSpPr txBox="1">
            <a:spLocks noGrp="1"/>
          </p:cNvSpPr>
          <p:nvPr/>
        </p:nvSpPr>
        <p:spPr bwMode="auto">
          <a:xfrm>
            <a:off x="1271588" y="6472238"/>
            <a:ext cx="946150"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fld id="{EAF28377-8875-4558-A3DA-CF43E7755E6B}" type="datetime1">
              <a:rPr kumimoji="0" lang="zh-CN" altLang="en-US" sz="1000">
                <a:solidFill>
                  <a:schemeClr val="bg1"/>
                </a:solidFill>
                <a:latin typeface="Arial" panose="020B0604020202020204" pitchFamily="34" charset="0"/>
                <a:ea typeface="宋体" panose="02010600030101010101" pitchFamily="2" charset="-122"/>
              </a:rPr>
              <a:pPr eaLnBrk="1" hangingPunct="1">
                <a:spcBef>
                  <a:spcPct val="0"/>
                </a:spcBef>
                <a:buFontTx/>
                <a:buNone/>
              </a:pPr>
              <a:t>2020/9/7</a:t>
            </a:fld>
            <a:endParaRPr kumimoji="0" lang="en-US" altLang="zh-CN" sz="1000">
              <a:solidFill>
                <a:schemeClr val="bg1"/>
              </a:solidFill>
              <a:latin typeface="Arial" panose="020B0604020202020204" pitchFamily="34" charset="0"/>
              <a:ea typeface="宋体" panose="02010600030101010101" pitchFamily="2" charset="-122"/>
            </a:endParaRPr>
          </a:p>
        </p:txBody>
      </p:sp>
      <p:sp>
        <p:nvSpPr>
          <p:cNvPr id="76807" name="Text Box 2">
            <a:extLst>
              <a:ext uri="{FF2B5EF4-FFF2-40B4-BE49-F238E27FC236}">
                <a16:creationId xmlns:a16="http://schemas.microsoft.com/office/drawing/2014/main" id="{0FA6B93D-F63E-4778-B294-847B0DA7482A}"/>
              </a:ext>
            </a:extLst>
          </p:cNvPr>
          <p:cNvSpPr txBox="1">
            <a:spLocks noChangeArrowheads="1"/>
          </p:cNvSpPr>
          <p:nvPr/>
        </p:nvSpPr>
        <p:spPr bwMode="auto">
          <a:xfrm>
            <a:off x="1363663" y="765175"/>
            <a:ext cx="60166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3"/>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例 题</a:t>
            </a:r>
          </a:p>
        </p:txBody>
      </p:sp>
      <p:pic>
        <p:nvPicPr>
          <p:cNvPr id="76808" name="Picture 6" descr="C:\Program Files\Microsoft Office\MEDIA\CAGCAT10\j0293844.wmf">
            <a:extLst>
              <a:ext uri="{FF2B5EF4-FFF2-40B4-BE49-F238E27FC236}">
                <a16:creationId xmlns:a16="http://schemas.microsoft.com/office/drawing/2014/main" id="{D7D8442E-93EF-43E0-8ABB-81DA3C7673F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07313" y="476250"/>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809" name="Rectangle 7">
            <a:extLst>
              <a:ext uri="{FF2B5EF4-FFF2-40B4-BE49-F238E27FC236}">
                <a16:creationId xmlns:a16="http://schemas.microsoft.com/office/drawing/2014/main" id="{0ABE3F40-5163-4FC2-A9BD-DBAB8D205641}"/>
              </a:ext>
            </a:extLst>
          </p:cNvPr>
          <p:cNvSpPr>
            <a:spLocks noChangeArrowheads="1"/>
          </p:cNvSpPr>
          <p:nvPr/>
        </p:nvSpPr>
        <p:spPr bwMode="auto">
          <a:xfrm>
            <a:off x="1187450" y="2349500"/>
            <a:ext cx="7488238" cy="31115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Blip>
                <a:blip r:embed="rId3"/>
              </a:buBlip>
              <a:defRPr kumimoji="1" sz="2400">
                <a:solidFill>
                  <a:schemeClr val="tx1"/>
                </a:solidFill>
                <a:latin typeface="楷体_GB2312" pitchFamily="49" charset="-122"/>
                <a:ea typeface="楷体_GB2312" pitchFamily="49" charset="-122"/>
              </a:defRPr>
            </a:lvl1pPr>
            <a:lvl2pPr marL="800100" indent="-34290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257300" indent="-3429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14500" indent="-3429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171700" indent="-3429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28900" indent="-3429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086100" indent="-3429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43300" indent="-3429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00500" indent="-3429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lnSpc>
                <a:spcPct val="140000"/>
              </a:lnSpc>
              <a:buFontTx/>
              <a:buNone/>
            </a:pPr>
            <a:r>
              <a:rPr kumimoji="0" lang="en-US" altLang="zh-CN" sz="3200" b="1">
                <a:solidFill>
                  <a:srgbClr val="006600"/>
                </a:solidFill>
                <a:latin typeface="黑体" panose="02010609060101010101" pitchFamily="49" charset="-122"/>
                <a:ea typeface="黑体" panose="02010609060101010101" pitchFamily="49" charset="-122"/>
              </a:rPr>
              <a:t>【</a:t>
            </a:r>
            <a:r>
              <a:rPr kumimoji="0" lang="zh-CN" altLang="en-US" sz="3200" b="1">
                <a:solidFill>
                  <a:srgbClr val="006600"/>
                </a:solidFill>
                <a:latin typeface="黑体" panose="02010609060101010101" pitchFamily="49" charset="-122"/>
                <a:ea typeface="黑体" panose="02010609060101010101" pitchFamily="49" charset="-122"/>
              </a:rPr>
              <a:t>例</a:t>
            </a:r>
            <a:r>
              <a:rPr kumimoji="0" lang="en-US" altLang="zh-CN" sz="3200" b="1">
                <a:solidFill>
                  <a:srgbClr val="006600"/>
                </a:solidFill>
                <a:latin typeface="黑体" panose="02010609060101010101" pitchFamily="49" charset="-122"/>
                <a:ea typeface="黑体" panose="02010609060101010101" pitchFamily="49" charset="-122"/>
              </a:rPr>
              <a:t>】</a:t>
            </a:r>
            <a:r>
              <a:rPr kumimoji="0" lang="zh-CN" altLang="en-US" sz="3200" b="1">
                <a:solidFill>
                  <a:schemeClr val="accent2"/>
                </a:solidFill>
                <a:latin typeface="黑体" panose="02010609060101010101" pitchFamily="49" charset="-122"/>
                <a:ea typeface="黑体" panose="02010609060101010101" pitchFamily="49" charset="-122"/>
              </a:rPr>
              <a:t>符号化下列命题</a:t>
            </a:r>
            <a:endParaRPr kumimoji="0" lang="zh-CN" altLang="en-US" b="1">
              <a:solidFill>
                <a:srgbClr val="FF0000"/>
              </a:solidFill>
              <a:latin typeface="黑体" panose="02010609060101010101" pitchFamily="49" charset="-122"/>
              <a:ea typeface="黑体" panose="02010609060101010101" pitchFamily="49" charset="-122"/>
            </a:endParaRPr>
          </a:p>
          <a:p>
            <a:pPr eaLnBrk="1" hangingPunct="1">
              <a:lnSpc>
                <a:spcPct val="140000"/>
              </a:lnSpc>
              <a:buFontTx/>
              <a:buNone/>
            </a:pPr>
            <a:r>
              <a:rPr kumimoji="0" lang="zh-CN" altLang="en-US" b="1">
                <a:solidFill>
                  <a:srgbClr val="FF0000"/>
                </a:solidFill>
                <a:latin typeface="黑体" panose="02010609060101010101" pitchFamily="49" charset="-122"/>
                <a:ea typeface="黑体" panose="02010609060101010101" pitchFamily="49" charset="-122"/>
              </a:rPr>
              <a:t>（</a:t>
            </a:r>
            <a:r>
              <a:rPr kumimoji="0" lang="en-US" altLang="zh-CN" b="1">
                <a:solidFill>
                  <a:srgbClr val="FF0000"/>
                </a:solidFill>
                <a:latin typeface="黑体" panose="02010609060101010101" pitchFamily="49" charset="-122"/>
                <a:ea typeface="黑体" panose="02010609060101010101" pitchFamily="49" charset="-122"/>
              </a:rPr>
              <a:t>1</a:t>
            </a:r>
            <a:r>
              <a:rPr kumimoji="0" lang="zh-CN" altLang="en-US" b="1">
                <a:solidFill>
                  <a:srgbClr val="FF0000"/>
                </a:solidFill>
                <a:latin typeface="黑体" panose="02010609060101010101" pitchFamily="49" charset="-122"/>
                <a:ea typeface="黑体" panose="02010609060101010101" pitchFamily="49" charset="-122"/>
              </a:rPr>
              <a:t>）除非</a:t>
            </a:r>
            <a:r>
              <a:rPr kumimoji="0" lang="zh-CN" altLang="en-US" b="1">
                <a:solidFill>
                  <a:srgbClr val="003366"/>
                </a:solidFill>
                <a:latin typeface="黑体" panose="02010609060101010101" pitchFamily="49" charset="-122"/>
                <a:ea typeface="黑体" panose="02010609060101010101" pitchFamily="49" charset="-122"/>
              </a:rPr>
              <a:t>明天不下雨且不下雪，否则我将不去学校；</a:t>
            </a:r>
          </a:p>
          <a:p>
            <a:pPr eaLnBrk="1" hangingPunct="1">
              <a:lnSpc>
                <a:spcPct val="140000"/>
              </a:lnSpc>
              <a:buFontTx/>
              <a:buNone/>
            </a:pPr>
            <a:r>
              <a:rPr kumimoji="0" lang="zh-CN" altLang="en-US" b="1">
                <a:solidFill>
                  <a:srgbClr val="FF0000"/>
                </a:solidFill>
                <a:latin typeface="黑体" panose="02010609060101010101" pitchFamily="49" charset="-122"/>
                <a:ea typeface="黑体" panose="02010609060101010101" pitchFamily="49" charset="-122"/>
              </a:rPr>
              <a:t>（</a:t>
            </a:r>
            <a:r>
              <a:rPr kumimoji="0" lang="en-US" altLang="zh-CN" b="1">
                <a:solidFill>
                  <a:srgbClr val="FF0000"/>
                </a:solidFill>
                <a:latin typeface="黑体" panose="02010609060101010101" pitchFamily="49" charset="-122"/>
                <a:ea typeface="黑体" panose="02010609060101010101" pitchFamily="49" charset="-122"/>
              </a:rPr>
              <a:t>2</a:t>
            </a:r>
            <a:r>
              <a:rPr kumimoji="0" lang="zh-CN" altLang="en-US" b="1">
                <a:solidFill>
                  <a:srgbClr val="FF0000"/>
                </a:solidFill>
                <a:latin typeface="黑体" panose="02010609060101010101" pitchFamily="49" charset="-122"/>
                <a:ea typeface="黑体" panose="02010609060101010101" pitchFamily="49" charset="-122"/>
              </a:rPr>
              <a:t>）只要</a:t>
            </a:r>
            <a:r>
              <a:rPr kumimoji="0" lang="zh-CN" altLang="en-US" b="1" noProof="1">
                <a:solidFill>
                  <a:srgbClr val="003366"/>
                </a:solidFill>
                <a:latin typeface="黑体" panose="02010609060101010101" pitchFamily="49" charset="-122"/>
                <a:ea typeface="黑体" panose="02010609060101010101" pitchFamily="49" charset="-122"/>
              </a:rPr>
              <a:t>明天</a:t>
            </a:r>
            <a:r>
              <a:rPr kumimoji="0" lang="zh-CN" altLang="en-US" b="1" noProof="1">
                <a:solidFill>
                  <a:srgbClr val="FF0000"/>
                </a:solidFill>
                <a:latin typeface="黑体" panose="02010609060101010101" pitchFamily="49" charset="-122"/>
                <a:ea typeface="黑体" panose="02010609060101010101" pitchFamily="49" charset="-122"/>
              </a:rPr>
              <a:t>不</a:t>
            </a:r>
            <a:r>
              <a:rPr kumimoji="0" lang="zh-CN" altLang="en-US" b="1" noProof="1">
                <a:solidFill>
                  <a:srgbClr val="003366"/>
                </a:solidFill>
                <a:latin typeface="黑体" panose="02010609060101010101" pitchFamily="49" charset="-122"/>
                <a:ea typeface="黑体" panose="02010609060101010101" pitchFamily="49" charset="-122"/>
              </a:rPr>
              <a:t>下雨</a:t>
            </a:r>
            <a:r>
              <a:rPr kumimoji="0" lang="zh-CN" altLang="en-US" b="1">
                <a:solidFill>
                  <a:srgbClr val="FF0000"/>
                </a:solidFill>
                <a:latin typeface="黑体" panose="02010609060101010101" pitchFamily="49" charset="-122"/>
                <a:ea typeface="黑体" panose="02010609060101010101" pitchFamily="49" charset="-122"/>
              </a:rPr>
              <a:t>或</a:t>
            </a:r>
            <a:r>
              <a:rPr kumimoji="0" lang="en-US" altLang="zh-CN" b="1">
                <a:solidFill>
                  <a:srgbClr val="0000FF"/>
                </a:solidFill>
                <a:latin typeface="黑体" panose="02010609060101010101" pitchFamily="49" charset="-122"/>
                <a:ea typeface="黑体" panose="02010609060101010101" pitchFamily="49" charset="-122"/>
              </a:rPr>
              <a:t>不</a:t>
            </a:r>
            <a:r>
              <a:rPr kumimoji="0" lang="en-US" altLang="zh-CN" b="1">
                <a:solidFill>
                  <a:srgbClr val="003366"/>
                </a:solidFill>
                <a:latin typeface="黑体" panose="02010609060101010101" pitchFamily="49" charset="-122"/>
                <a:ea typeface="黑体" panose="02010609060101010101" pitchFamily="49" charset="-122"/>
              </a:rPr>
              <a:t>下雪，</a:t>
            </a:r>
            <a:r>
              <a:rPr kumimoji="0" lang="zh-CN" altLang="en-US" b="1">
                <a:solidFill>
                  <a:srgbClr val="003366"/>
                </a:solidFill>
                <a:latin typeface="黑体" panose="02010609060101010101" pitchFamily="49" charset="-122"/>
                <a:ea typeface="黑体" panose="02010609060101010101" pitchFamily="49" charset="-122"/>
              </a:rPr>
              <a:t>我就去学校；</a:t>
            </a:r>
          </a:p>
          <a:p>
            <a:pPr eaLnBrk="1" hangingPunct="1">
              <a:lnSpc>
                <a:spcPct val="140000"/>
              </a:lnSpc>
              <a:buFontTx/>
              <a:buNone/>
            </a:pPr>
            <a:r>
              <a:rPr kumimoji="0" lang="zh-CN" altLang="en-US" b="1">
                <a:solidFill>
                  <a:srgbClr val="FF0000"/>
                </a:solidFill>
                <a:latin typeface="黑体" panose="02010609060101010101" pitchFamily="49" charset="-122"/>
                <a:ea typeface="黑体" panose="02010609060101010101" pitchFamily="49" charset="-122"/>
              </a:rPr>
              <a:t>（</a:t>
            </a:r>
            <a:r>
              <a:rPr kumimoji="0" lang="en-US" altLang="zh-CN" b="1">
                <a:solidFill>
                  <a:srgbClr val="FF0000"/>
                </a:solidFill>
                <a:latin typeface="黑体" panose="02010609060101010101" pitchFamily="49" charset="-122"/>
                <a:ea typeface="黑体" panose="02010609060101010101" pitchFamily="49" charset="-122"/>
              </a:rPr>
              <a:t>3</a:t>
            </a:r>
            <a:r>
              <a:rPr kumimoji="0" lang="zh-CN" altLang="en-US" b="1">
                <a:solidFill>
                  <a:srgbClr val="FF0000"/>
                </a:solidFill>
                <a:latin typeface="黑体" panose="02010609060101010101" pitchFamily="49" charset="-122"/>
                <a:ea typeface="黑体" panose="02010609060101010101" pitchFamily="49" charset="-122"/>
              </a:rPr>
              <a:t>）只有明天不是雨夹雪</a:t>
            </a:r>
            <a:r>
              <a:rPr kumimoji="0" lang="en-US" altLang="zh-CN" b="1">
                <a:solidFill>
                  <a:srgbClr val="003366"/>
                </a:solidFill>
                <a:latin typeface="黑体" panose="02010609060101010101" pitchFamily="49" charset="-122"/>
                <a:ea typeface="黑体" panose="02010609060101010101" pitchFamily="49" charset="-122"/>
              </a:rPr>
              <a:t>，我</a:t>
            </a:r>
            <a:r>
              <a:rPr kumimoji="0" lang="zh-CN" altLang="en-US" b="1">
                <a:solidFill>
                  <a:srgbClr val="003366"/>
                </a:solidFill>
                <a:latin typeface="黑体" panose="02010609060101010101" pitchFamily="49" charset="-122"/>
                <a:ea typeface="黑体" panose="02010609060101010101" pitchFamily="49" charset="-122"/>
              </a:rPr>
              <a:t>才</a:t>
            </a:r>
            <a:r>
              <a:rPr kumimoji="0" lang="zh-CN" altLang="en-US" b="1" noProof="1">
                <a:solidFill>
                  <a:srgbClr val="003366"/>
                </a:solidFill>
                <a:latin typeface="黑体" panose="02010609060101010101" pitchFamily="49" charset="-122"/>
                <a:ea typeface="黑体" panose="02010609060101010101" pitchFamily="49" charset="-122"/>
              </a:rPr>
              <a:t>去学校</a:t>
            </a:r>
            <a:r>
              <a:rPr kumimoji="0" lang="zh-CN" altLang="en-US" b="1">
                <a:solidFill>
                  <a:srgbClr val="003366"/>
                </a:solidFill>
                <a:latin typeface="黑体" panose="02010609060101010101" pitchFamily="49" charset="-122"/>
                <a:ea typeface="黑体" panose="02010609060101010101" pitchFamily="49" charset="-122"/>
              </a:rPr>
              <a:t>；</a:t>
            </a:r>
          </a:p>
          <a:p>
            <a:pPr eaLnBrk="1" hangingPunct="1">
              <a:lnSpc>
                <a:spcPct val="140000"/>
              </a:lnSpc>
              <a:buFontTx/>
              <a:buNone/>
            </a:pPr>
            <a:r>
              <a:rPr kumimoji="0" lang="zh-CN" altLang="en-US" b="1">
                <a:solidFill>
                  <a:srgbClr val="FF0000"/>
                </a:solidFill>
                <a:latin typeface="黑体" panose="02010609060101010101" pitchFamily="49" charset="-122"/>
                <a:ea typeface="黑体" panose="02010609060101010101" pitchFamily="49" charset="-122"/>
              </a:rPr>
              <a:t>（</a:t>
            </a:r>
            <a:r>
              <a:rPr kumimoji="0" lang="en-US" altLang="zh-CN" b="1">
                <a:solidFill>
                  <a:srgbClr val="FF0000"/>
                </a:solidFill>
                <a:latin typeface="黑体" panose="02010609060101010101" pitchFamily="49" charset="-122"/>
                <a:ea typeface="黑体" panose="02010609060101010101" pitchFamily="49" charset="-122"/>
              </a:rPr>
              <a:t>4</a:t>
            </a:r>
            <a:r>
              <a:rPr kumimoji="0" lang="zh-CN" altLang="en-US" b="1">
                <a:solidFill>
                  <a:srgbClr val="FF0000"/>
                </a:solidFill>
                <a:latin typeface="黑体" panose="02010609060101010101" pitchFamily="49" charset="-122"/>
                <a:ea typeface="黑体" panose="02010609060101010101" pitchFamily="49" charset="-122"/>
              </a:rPr>
              <a:t>）</a:t>
            </a:r>
            <a:r>
              <a:rPr kumimoji="0" lang="zh-CN" altLang="en-US" b="1" noProof="1">
                <a:solidFill>
                  <a:srgbClr val="003366"/>
                </a:solidFill>
                <a:latin typeface="黑体" panose="02010609060101010101" pitchFamily="49" charset="-122"/>
                <a:ea typeface="黑体" panose="02010609060101010101" pitchFamily="49" charset="-122"/>
              </a:rPr>
              <a:t>明天上午我将</a:t>
            </a:r>
            <a:r>
              <a:rPr kumimoji="0" lang="zh-CN" altLang="en-US" b="1" noProof="1">
                <a:solidFill>
                  <a:srgbClr val="FF0000"/>
                </a:solidFill>
                <a:latin typeface="黑体" panose="02010609060101010101" pitchFamily="49" charset="-122"/>
                <a:ea typeface="黑体" panose="02010609060101010101" pitchFamily="49" charset="-122"/>
              </a:rPr>
              <a:t>雨雪无阻</a:t>
            </a:r>
            <a:r>
              <a:rPr kumimoji="0" lang="zh-CN" altLang="en-US" b="1" noProof="1">
                <a:solidFill>
                  <a:srgbClr val="003366"/>
                </a:solidFill>
                <a:latin typeface="黑体" panose="02010609060101010101" pitchFamily="49" charset="-122"/>
                <a:ea typeface="黑体" panose="02010609060101010101" pitchFamily="49" charset="-122"/>
              </a:rPr>
              <a:t>一定去学校</a:t>
            </a:r>
            <a:r>
              <a:rPr kumimoji="0" lang="zh-CN" altLang="en-US" b="1">
                <a:solidFill>
                  <a:srgbClr val="003366"/>
                </a:solidFill>
                <a:latin typeface="黑体" panose="02010609060101010101" pitchFamily="49" charset="-122"/>
                <a:ea typeface="黑体" panose="02010609060101010101" pitchFamily="49" charset="-122"/>
              </a:rPr>
              <a:t>。</a:t>
            </a:r>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日期占位符 1">
            <a:extLst>
              <a:ext uri="{FF2B5EF4-FFF2-40B4-BE49-F238E27FC236}">
                <a16:creationId xmlns:a16="http://schemas.microsoft.com/office/drawing/2014/main" id="{3315F83E-FC02-41C6-B29C-A24BBDB3C603}"/>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B92DBD66-C7F5-437C-8CEF-91109F6B4381}"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78851" name="页脚占位符 2">
            <a:extLst>
              <a:ext uri="{FF2B5EF4-FFF2-40B4-BE49-F238E27FC236}">
                <a16:creationId xmlns:a16="http://schemas.microsoft.com/office/drawing/2014/main" id="{F8501E91-C61D-45BC-9EBA-6A8B3AC7F079}"/>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78852" name="灯片编号占位符 3">
            <a:extLst>
              <a:ext uri="{FF2B5EF4-FFF2-40B4-BE49-F238E27FC236}">
                <a16:creationId xmlns:a16="http://schemas.microsoft.com/office/drawing/2014/main" id="{3B82EEB3-E363-4A00-8A77-11B09B0C2E63}"/>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A15465DD-7B85-40A9-A32C-4C9E149E2FD2}" type="slidenum">
              <a:rPr lang="en-US" altLang="zh-CN" sz="1400" smtClean="0">
                <a:latin typeface="Times New Roman" panose="02020603050405020304" pitchFamily="18" charset="0"/>
                <a:ea typeface="宋体" panose="02010600030101010101" pitchFamily="2" charset="-122"/>
              </a:rPr>
              <a:pPr>
                <a:spcBef>
                  <a:spcPct val="0"/>
                </a:spcBef>
                <a:buFontTx/>
                <a:buNone/>
              </a:pPr>
              <a:t>55</a:t>
            </a:fld>
            <a:endParaRPr lang="en-US" altLang="zh-CN" sz="1400">
              <a:latin typeface="Times New Roman" panose="02020603050405020304" pitchFamily="18" charset="0"/>
              <a:ea typeface="宋体" panose="02010600030101010101" pitchFamily="2" charset="-122"/>
            </a:endParaRPr>
          </a:p>
        </p:txBody>
      </p:sp>
      <p:sp>
        <p:nvSpPr>
          <p:cNvPr id="78853" name="页脚占位符 3">
            <a:extLst>
              <a:ext uri="{FF2B5EF4-FFF2-40B4-BE49-F238E27FC236}">
                <a16:creationId xmlns:a16="http://schemas.microsoft.com/office/drawing/2014/main" id="{9C9CA3DF-F4A4-4D38-A7A6-9A5605DD910F}"/>
              </a:ext>
            </a:extLst>
          </p:cNvPr>
          <p:cNvSpPr txBox="1">
            <a:spLocks noGrp="1"/>
          </p:cNvSpPr>
          <p:nvPr/>
        </p:nvSpPr>
        <p:spPr bwMode="black">
          <a:xfrm>
            <a:off x="609600" y="6470650"/>
            <a:ext cx="538163"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r">
              <a:spcBef>
                <a:spcPct val="0"/>
              </a:spcBef>
              <a:buFontTx/>
              <a:buNone/>
            </a:pPr>
            <a:fld id="{42038188-4D81-4493-AA50-82A14185FF51}" type="slidenum">
              <a:rPr kumimoji="0" lang="en-US" altLang="zh-CN" sz="1000">
                <a:solidFill>
                  <a:schemeClr val="bg1"/>
                </a:solidFill>
                <a:latin typeface="Arial" panose="020B0604020202020204" pitchFamily="34" charset="0"/>
                <a:ea typeface="宋体" panose="02010600030101010101" pitchFamily="2" charset="-122"/>
              </a:rPr>
              <a:pPr algn="r">
                <a:spcBef>
                  <a:spcPct val="0"/>
                </a:spcBef>
                <a:buFontTx/>
                <a:buNone/>
              </a:pPr>
              <a:t>55</a:t>
            </a:fld>
            <a:endParaRPr kumimoji="0" lang="en-US" altLang="zh-CN" sz="1000">
              <a:solidFill>
                <a:schemeClr val="bg1"/>
              </a:solidFill>
              <a:latin typeface="Arial" panose="020B0604020202020204" pitchFamily="34" charset="0"/>
              <a:ea typeface="宋体" panose="02010600030101010101" pitchFamily="2" charset="-122"/>
            </a:endParaRPr>
          </a:p>
        </p:txBody>
      </p:sp>
      <p:sp>
        <p:nvSpPr>
          <p:cNvPr id="78854" name="日期占位符 4">
            <a:extLst>
              <a:ext uri="{FF2B5EF4-FFF2-40B4-BE49-F238E27FC236}">
                <a16:creationId xmlns:a16="http://schemas.microsoft.com/office/drawing/2014/main" id="{B1E27AF0-C0B3-42E2-AF7F-1398AA225F61}"/>
              </a:ext>
            </a:extLst>
          </p:cNvPr>
          <p:cNvSpPr txBox="1">
            <a:spLocks noGrp="1"/>
          </p:cNvSpPr>
          <p:nvPr/>
        </p:nvSpPr>
        <p:spPr bwMode="auto">
          <a:xfrm>
            <a:off x="1271588" y="6472238"/>
            <a:ext cx="946150"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fld id="{98DF5380-27E0-4CAB-84E0-D1B0B8B54CC1}" type="datetime1">
              <a:rPr kumimoji="0" lang="zh-CN" altLang="en-US" sz="1000">
                <a:solidFill>
                  <a:schemeClr val="bg1"/>
                </a:solidFill>
                <a:latin typeface="Arial" panose="020B0604020202020204" pitchFamily="34" charset="0"/>
                <a:ea typeface="宋体" panose="02010600030101010101" pitchFamily="2" charset="-122"/>
              </a:rPr>
              <a:pPr eaLnBrk="1" hangingPunct="1">
                <a:spcBef>
                  <a:spcPct val="0"/>
                </a:spcBef>
                <a:buFontTx/>
                <a:buNone/>
              </a:pPr>
              <a:t>2020/9/7</a:t>
            </a:fld>
            <a:endParaRPr kumimoji="0" lang="en-US" altLang="zh-CN" sz="1000">
              <a:solidFill>
                <a:schemeClr val="bg1"/>
              </a:solidFill>
              <a:latin typeface="Arial" panose="020B0604020202020204" pitchFamily="34" charset="0"/>
              <a:ea typeface="宋体" panose="02010600030101010101" pitchFamily="2" charset="-122"/>
            </a:endParaRPr>
          </a:p>
        </p:txBody>
      </p:sp>
      <p:sp>
        <p:nvSpPr>
          <p:cNvPr id="78855" name="Text Box 2">
            <a:extLst>
              <a:ext uri="{FF2B5EF4-FFF2-40B4-BE49-F238E27FC236}">
                <a16:creationId xmlns:a16="http://schemas.microsoft.com/office/drawing/2014/main" id="{B6F49F02-76AC-4B3D-AC79-6B86BEB827C1}"/>
              </a:ext>
            </a:extLst>
          </p:cNvPr>
          <p:cNvSpPr txBox="1">
            <a:spLocks noChangeArrowheads="1"/>
          </p:cNvSpPr>
          <p:nvPr/>
        </p:nvSpPr>
        <p:spPr bwMode="auto">
          <a:xfrm>
            <a:off x="1363663" y="765175"/>
            <a:ext cx="60166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3"/>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例 题</a:t>
            </a:r>
          </a:p>
        </p:txBody>
      </p:sp>
      <p:pic>
        <p:nvPicPr>
          <p:cNvPr id="78856" name="Picture 6" descr="C:\Program Files\Microsoft Office\MEDIA\CAGCAT10\j0293844.wmf">
            <a:extLst>
              <a:ext uri="{FF2B5EF4-FFF2-40B4-BE49-F238E27FC236}">
                <a16:creationId xmlns:a16="http://schemas.microsoft.com/office/drawing/2014/main" id="{D4611EAB-F95C-4321-9A91-380EFE1C5C9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07313" y="476250"/>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8857" name="Rectangle 6">
            <a:extLst>
              <a:ext uri="{FF2B5EF4-FFF2-40B4-BE49-F238E27FC236}">
                <a16:creationId xmlns:a16="http://schemas.microsoft.com/office/drawing/2014/main" id="{BCA8229D-C952-4FF5-8F88-4A8979EBA6B1}"/>
              </a:ext>
            </a:extLst>
          </p:cNvPr>
          <p:cNvSpPr>
            <a:spLocks noChangeArrowheads="1"/>
          </p:cNvSpPr>
          <p:nvPr/>
        </p:nvSpPr>
        <p:spPr bwMode="auto">
          <a:xfrm>
            <a:off x="755650" y="2708275"/>
            <a:ext cx="8245475" cy="26082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Blip>
                <a:blip r:embed="rId3"/>
              </a:buBlip>
              <a:defRPr kumimoji="1" sz="2400">
                <a:solidFill>
                  <a:schemeClr val="tx1"/>
                </a:solidFill>
                <a:latin typeface="楷体_GB2312" pitchFamily="49" charset="-122"/>
                <a:ea typeface="楷体_GB2312" pitchFamily="49" charset="-122"/>
              </a:defRPr>
            </a:lvl1pPr>
            <a:lvl2pPr marL="800100" indent="-34290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257300" indent="-3429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14500" indent="-3429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171700" indent="-3429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28900" indent="-3429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086100" indent="-3429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43300" indent="-3429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00500" indent="-3429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lnSpc>
                <a:spcPct val="145000"/>
              </a:lnSpc>
              <a:buFontTx/>
              <a:buNone/>
            </a:pPr>
            <a:r>
              <a:rPr kumimoji="0" lang="en-US" altLang="zh-CN" sz="3200" b="1">
                <a:solidFill>
                  <a:srgbClr val="006600"/>
                </a:solidFill>
                <a:latin typeface="黑体" panose="02010609060101010101" pitchFamily="49" charset="-122"/>
                <a:ea typeface="黑体" panose="02010609060101010101" pitchFamily="49" charset="-122"/>
              </a:rPr>
              <a:t>【</a:t>
            </a:r>
            <a:r>
              <a:rPr kumimoji="0" lang="zh-CN" altLang="en-US" sz="3200" b="1">
                <a:solidFill>
                  <a:srgbClr val="006600"/>
                </a:solidFill>
                <a:latin typeface="黑体" panose="02010609060101010101" pitchFamily="49" charset="-122"/>
                <a:ea typeface="黑体" panose="02010609060101010101" pitchFamily="49" charset="-122"/>
              </a:rPr>
              <a:t>例</a:t>
            </a:r>
            <a:r>
              <a:rPr kumimoji="0" lang="en-US" altLang="zh-CN" sz="3200" b="1">
                <a:solidFill>
                  <a:srgbClr val="006600"/>
                </a:solidFill>
                <a:latin typeface="黑体" panose="02010609060101010101" pitchFamily="49" charset="-122"/>
                <a:ea typeface="黑体" panose="02010609060101010101" pitchFamily="49" charset="-122"/>
              </a:rPr>
              <a:t>】</a:t>
            </a:r>
            <a:r>
              <a:rPr kumimoji="0" lang="zh-CN" altLang="en-US" sz="3200" b="1">
                <a:solidFill>
                  <a:schemeClr val="accent2"/>
                </a:solidFill>
                <a:latin typeface="黑体" panose="02010609060101010101" pitchFamily="49" charset="-122"/>
                <a:ea typeface="黑体" panose="02010609060101010101" pitchFamily="49" charset="-122"/>
              </a:rPr>
              <a:t>符号化下列命题</a:t>
            </a:r>
            <a:endParaRPr kumimoji="0" lang="zh-CN" altLang="en-US" sz="3200" b="1">
              <a:solidFill>
                <a:srgbClr val="000000"/>
              </a:solidFill>
              <a:latin typeface="黑体" panose="02010609060101010101" pitchFamily="49" charset="-122"/>
              <a:ea typeface="黑体" panose="02010609060101010101" pitchFamily="49" charset="-122"/>
            </a:endParaRPr>
          </a:p>
          <a:p>
            <a:pPr eaLnBrk="1" hangingPunct="1">
              <a:lnSpc>
                <a:spcPct val="145000"/>
              </a:lnSpc>
              <a:buFontTx/>
              <a:buNone/>
            </a:pPr>
            <a:r>
              <a:rPr kumimoji="0" lang="zh-CN" altLang="en-US" b="1">
                <a:solidFill>
                  <a:srgbClr val="003366"/>
                </a:solidFill>
                <a:latin typeface="黑体" panose="02010609060101010101" pitchFamily="49" charset="-122"/>
                <a:ea typeface="黑体" panose="02010609060101010101" pitchFamily="49" charset="-122"/>
              </a:rPr>
              <a:t> </a:t>
            </a:r>
            <a:r>
              <a:rPr kumimoji="0" lang="zh-CN" altLang="en-US" b="1" noProof="1">
                <a:solidFill>
                  <a:srgbClr val="003366"/>
                </a:solidFill>
                <a:latin typeface="黑体" panose="02010609060101010101" pitchFamily="49" charset="-122"/>
                <a:ea typeface="黑体" panose="02010609060101010101" pitchFamily="49" charset="-122"/>
              </a:rPr>
              <a:t>⑴</a:t>
            </a:r>
            <a:r>
              <a:rPr kumimoji="0" lang="zh-CN" altLang="en-US" b="1">
                <a:solidFill>
                  <a:srgbClr val="003366"/>
                </a:solidFill>
                <a:latin typeface="黑体" panose="02010609060101010101" pitchFamily="49" charset="-122"/>
                <a:ea typeface="黑体" panose="02010609060101010101" pitchFamily="49" charset="-122"/>
              </a:rPr>
              <a:t> </a:t>
            </a:r>
            <a:r>
              <a:rPr kumimoji="0" lang="zh-CN" altLang="en-US" b="1" noProof="1">
                <a:solidFill>
                  <a:srgbClr val="CC3300"/>
                </a:solidFill>
                <a:latin typeface="黑体" panose="02010609060101010101" pitchFamily="49" charset="-122"/>
                <a:ea typeface="黑体" panose="02010609060101010101" pitchFamily="49" charset="-122"/>
              </a:rPr>
              <a:t>除非</a:t>
            </a:r>
            <a:r>
              <a:rPr kumimoji="0" lang="zh-CN" altLang="en-US" b="1" noProof="1">
                <a:solidFill>
                  <a:srgbClr val="003366"/>
                </a:solidFill>
                <a:latin typeface="黑体" panose="02010609060101010101" pitchFamily="49" charset="-122"/>
                <a:ea typeface="黑体" panose="02010609060101010101" pitchFamily="49" charset="-122"/>
              </a:rPr>
              <a:t>你陪伴我或代我叫车子，</a:t>
            </a:r>
            <a:r>
              <a:rPr kumimoji="0" lang="zh-CN" altLang="en-US" b="1" noProof="1">
                <a:solidFill>
                  <a:srgbClr val="CC3300"/>
                </a:solidFill>
                <a:latin typeface="黑体" panose="02010609060101010101" pitchFamily="49" charset="-122"/>
                <a:ea typeface="黑体" panose="02010609060101010101" pitchFamily="49" charset="-122"/>
              </a:rPr>
              <a:t>否则</a:t>
            </a:r>
            <a:r>
              <a:rPr kumimoji="0" lang="zh-CN" altLang="en-US" b="1" noProof="1">
                <a:solidFill>
                  <a:srgbClr val="003366"/>
                </a:solidFill>
                <a:latin typeface="黑体" panose="02010609060101010101" pitchFamily="49" charset="-122"/>
                <a:ea typeface="黑体" panose="02010609060101010101" pitchFamily="49" charset="-122"/>
              </a:rPr>
              <a:t>我将</a:t>
            </a:r>
            <a:r>
              <a:rPr kumimoji="0" lang="zh-CN" altLang="en-US" b="1" noProof="1">
                <a:solidFill>
                  <a:srgbClr val="CC3300"/>
                </a:solidFill>
                <a:latin typeface="黑体" panose="02010609060101010101" pitchFamily="49" charset="-122"/>
                <a:ea typeface="黑体" panose="02010609060101010101" pitchFamily="49" charset="-122"/>
              </a:rPr>
              <a:t>不</a:t>
            </a:r>
            <a:r>
              <a:rPr kumimoji="0" lang="zh-CN" altLang="en-US" b="1" noProof="1">
                <a:solidFill>
                  <a:srgbClr val="003366"/>
                </a:solidFill>
                <a:latin typeface="黑体" panose="02010609060101010101" pitchFamily="49" charset="-122"/>
                <a:ea typeface="黑体" panose="02010609060101010101" pitchFamily="49" charset="-122"/>
              </a:rPr>
              <a:t>出去</a:t>
            </a:r>
            <a:r>
              <a:rPr kumimoji="0" lang="en-US" altLang="zh-CN" b="1">
                <a:solidFill>
                  <a:srgbClr val="003366"/>
                </a:solidFill>
                <a:latin typeface="黑体" panose="02010609060101010101" pitchFamily="49" charset="-122"/>
                <a:ea typeface="黑体" panose="02010609060101010101" pitchFamily="49" charset="-122"/>
              </a:rPr>
              <a:t>。</a:t>
            </a:r>
            <a:endParaRPr kumimoji="0" lang="en-US" altLang="en-US" b="1" noProof="1">
              <a:solidFill>
                <a:srgbClr val="003366"/>
              </a:solidFill>
              <a:latin typeface="黑体" panose="02010609060101010101" pitchFamily="49" charset="-122"/>
              <a:ea typeface="黑体" panose="02010609060101010101" pitchFamily="49" charset="-122"/>
            </a:endParaRPr>
          </a:p>
          <a:p>
            <a:pPr eaLnBrk="1" hangingPunct="1">
              <a:lnSpc>
                <a:spcPct val="145000"/>
              </a:lnSpc>
              <a:buFontTx/>
              <a:buNone/>
            </a:pPr>
            <a:r>
              <a:rPr kumimoji="0" lang="zh-CN" altLang="en-US" b="1">
                <a:solidFill>
                  <a:srgbClr val="003366"/>
                </a:solidFill>
                <a:latin typeface="黑体" panose="02010609060101010101" pitchFamily="49" charset="-122"/>
                <a:ea typeface="黑体" panose="02010609060101010101" pitchFamily="49" charset="-122"/>
              </a:rPr>
              <a:t> </a:t>
            </a:r>
            <a:r>
              <a:rPr kumimoji="0" lang="zh-CN" altLang="en-US" b="1" noProof="1">
                <a:solidFill>
                  <a:srgbClr val="003366"/>
                </a:solidFill>
                <a:latin typeface="黑体" panose="02010609060101010101" pitchFamily="49" charset="-122"/>
                <a:ea typeface="黑体" panose="02010609060101010101" pitchFamily="49" charset="-122"/>
              </a:rPr>
              <a:t>⑵</a:t>
            </a:r>
            <a:r>
              <a:rPr kumimoji="0" lang="zh-CN" altLang="en-US" b="1">
                <a:solidFill>
                  <a:srgbClr val="003366"/>
                </a:solidFill>
                <a:latin typeface="黑体" panose="02010609060101010101" pitchFamily="49" charset="-122"/>
                <a:ea typeface="黑体" panose="02010609060101010101" pitchFamily="49" charset="-122"/>
              </a:rPr>
              <a:t> </a:t>
            </a:r>
            <a:r>
              <a:rPr kumimoji="0" lang="zh-CN" altLang="en-US" b="1" noProof="1">
                <a:solidFill>
                  <a:srgbClr val="CC3300"/>
                </a:solidFill>
                <a:latin typeface="黑体" panose="02010609060101010101" pitchFamily="49" charset="-122"/>
                <a:ea typeface="黑体" panose="02010609060101010101" pitchFamily="49" charset="-122"/>
              </a:rPr>
              <a:t>如果</a:t>
            </a:r>
            <a:r>
              <a:rPr kumimoji="0" lang="zh-CN" altLang="en-US" b="1" noProof="1">
                <a:solidFill>
                  <a:srgbClr val="003366"/>
                </a:solidFill>
                <a:latin typeface="黑体" panose="02010609060101010101" pitchFamily="49" charset="-122"/>
                <a:ea typeface="黑体" panose="02010609060101010101" pitchFamily="49" charset="-122"/>
              </a:rPr>
              <a:t>你陪伴我</a:t>
            </a:r>
            <a:r>
              <a:rPr kumimoji="0" lang="zh-CN" altLang="en-US" b="1" noProof="1">
                <a:solidFill>
                  <a:srgbClr val="CC3300"/>
                </a:solidFill>
                <a:latin typeface="黑体" panose="02010609060101010101" pitchFamily="49" charset="-122"/>
                <a:ea typeface="黑体" panose="02010609060101010101" pitchFamily="49" charset="-122"/>
              </a:rPr>
              <a:t>并且</a:t>
            </a:r>
            <a:r>
              <a:rPr kumimoji="0" lang="zh-CN" altLang="en-US" b="1" noProof="1">
                <a:solidFill>
                  <a:srgbClr val="003366"/>
                </a:solidFill>
                <a:latin typeface="黑体" panose="02010609060101010101" pitchFamily="49" charset="-122"/>
                <a:ea typeface="黑体" panose="02010609060101010101" pitchFamily="49" charset="-122"/>
              </a:rPr>
              <a:t>代我叫辆车子，</a:t>
            </a:r>
            <a:r>
              <a:rPr kumimoji="0" lang="zh-CN" altLang="en-US" b="1">
                <a:solidFill>
                  <a:srgbClr val="CC3300"/>
                </a:solidFill>
                <a:latin typeface="黑体" panose="02010609060101010101" pitchFamily="49" charset="-122"/>
                <a:ea typeface="黑体" panose="02010609060101010101" pitchFamily="49" charset="-122"/>
              </a:rPr>
              <a:t>那么</a:t>
            </a:r>
            <a:r>
              <a:rPr kumimoji="0" lang="zh-CN" altLang="en-US" b="1" noProof="1">
                <a:solidFill>
                  <a:srgbClr val="003366"/>
                </a:solidFill>
                <a:latin typeface="黑体" panose="02010609060101010101" pitchFamily="49" charset="-122"/>
                <a:ea typeface="黑体" panose="02010609060101010101" pitchFamily="49" charset="-122"/>
              </a:rPr>
              <a:t>我将出去</a:t>
            </a:r>
            <a:r>
              <a:rPr kumimoji="0" lang="en-US" altLang="zh-CN" b="1">
                <a:solidFill>
                  <a:srgbClr val="003366"/>
                </a:solidFill>
                <a:latin typeface="黑体" panose="02010609060101010101" pitchFamily="49" charset="-122"/>
                <a:ea typeface="黑体" panose="02010609060101010101" pitchFamily="49" charset="-122"/>
              </a:rPr>
              <a:t>。</a:t>
            </a:r>
            <a:endParaRPr kumimoji="0" lang="en-US" altLang="en-US" b="1" noProof="1">
              <a:solidFill>
                <a:srgbClr val="003366"/>
              </a:solidFill>
              <a:latin typeface="黑体" panose="02010609060101010101" pitchFamily="49" charset="-122"/>
              <a:ea typeface="黑体" panose="02010609060101010101" pitchFamily="49" charset="-122"/>
            </a:endParaRPr>
          </a:p>
          <a:p>
            <a:pPr eaLnBrk="1" hangingPunct="1">
              <a:lnSpc>
                <a:spcPct val="145000"/>
              </a:lnSpc>
              <a:buFontTx/>
              <a:buNone/>
            </a:pPr>
            <a:r>
              <a:rPr kumimoji="0" lang="zh-CN" altLang="en-US" b="1">
                <a:solidFill>
                  <a:srgbClr val="003366"/>
                </a:solidFill>
                <a:latin typeface="黑体" panose="02010609060101010101" pitchFamily="49" charset="-122"/>
                <a:ea typeface="黑体" panose="02010609060101010101" pitchFamily="49" charset="-122"/>
              </a:rPr>
              <a:t> </a:t>
            </a:r>
            <a:r>
              <a:rPr kumimoji="0" lang="zh-CN" altLang="en-US" b="1" noProof="1">
                <a:solidFill>
                  <a:srgbClr val="003366"/>
                </a:solidFill>
                <a:latin typeface="黑体" panose="02010609060101010101" pitchFamily="49" charset="-122"/>
                <a:ea typeface="黑体" panose="02010609060101010101" pitchFamily="49" charset="-122"/>
              </a:rPr>
              <a:t>⑶</a:t>
            </a:r>
            <a:r>
              <a:rPr kumimoji="0" lang="zh-CN" altLang="en-US" b="1">
                <a:solidFill>
                  <a:srgbClr val="003366"/>
                </a:solidFill>
                <a:latin typeface="黑体" panose="02010609060101010101" pitchFamily="49" charset="-122"/>
                <a:ea typeface="黑体" panose="02010609060101010101" pitchFamily="49" charset="-122"/>
              </a:rPr>
              <a:t> </a:t>
            </a:r>
            <a:r>
              <a:rPr kumimoji="0" lang="zh-CN" altLang="en-US" b="1" noProof="1">
                <a:solidFill>
                  <a:srgbClr val="CC3300"/>
                </a:solidFill>
                <a:latin typeface="黑体" panose="02010609060101010101" pitchFamily="49" charset="-122"/>
                <a:ea typeface="黑体" panose="02010609060101010101" pitchFamily="49" charset="-122"/>
              </a:rPr>
              <a:t>如果</a:t>
            </a:r>
            <a:r>
              <a:rPr kumimoji="0" lang="zh-CN" altLang="en-US" b="1" noProof="1">
                <a:solidFill>
                  <a:srgbClr val="003366"/>
                </a:solidFill>
                <a:latin typeface="黑体" panose="02010609060101010101" pitchFamily="49" charset="-122"/>
                <a:ea typeface="黑体" panose="02010609060101010101" pitchFamily="49" charset="-122"/>
              </a:rPr>
              <a:t>你</a:t>
            </a:r>
            <a:r>
              <a:rPr kumimoji="0" lang="zh-CN" altLang="en-US" b="1" noProof="1">
                <a:solidFill>
                  <a:srgbClr val="CC3300"/>
                </a:solidFill>
                <a:latin typeface="黑体" panose="02010609060101010101" pitchFamily="49" charset="-122"/>
                <a:ea typeface="黑体" panose="02010609060101010101" pitchFamily="49" charset="-122"/>
              </a:rPr>
              <a:t>不</a:t>
            </a:r>
            <a:r>
              <a:rPr kumimoji="0" lang="zh-CN" altLang="en-US" b="1" noProof="1">
                <a:solidFill>
                  <a:srgbClr val="003366"/>
                </a:solidFill>
                <a:latin typeface="黑体" panose="02010609060101010101" pitchFamily="49" charset="-122"/>
                <a:ea typeface="黑体" panose="02010609060101010101" pitchFamily="49" charset="-122"/>
              </a:rPr>
              <a:t>陪伴我</a:t>
            </a:r>
            <a:r>
              <a:rPr kumimoji="0" lang="zh-CN" altLang="en-US" b="1" noProof="1">
                <a:solidFill>
                  <a:srgbClr val="CC3300"/>
                </a:solidFill>
                <a:latin typeface="黑体" panose="02010609060101010101" pitchFamily="49" charset="-122"/>
                <a:ea typeface="黑体" panose="02010609060101010101" pitchFamily="49" charset="-122"/>
              </a:rPr>
              <a:t>或</a:t>
            </a:r>
            <a:r>
              <a:rPr kumimoji="0" lang="zh-CN" altLang="en-US" b="1" noProof="1">
                <a:solidFill>
                  <a:srgbClr val="0000CC"/>
                </a:solidFill>
                <a:latin typeface="黑体" panose="02010609060101010101" pitchFamily="49" charset="-122"/>
                <a:ea typeface="黑体" panose="02010609060101010101" pitchFamily="49" charset="-122"/>
              </a:rPr>
              <a:t>不</a:t>
            </a:r>
            <a:r>
              <a:rPr kumimoji="0" lang="zh-CN" altLang="en-US" b="1" noProof="1">
                <a:solidFill>
                  <a:srgbClr val="003366"/>
                </a:solidFill>
                <a:latin typeface="黑体" panose="02010609060101010101" pitchFamily="49" charset="-122"/>
                <a:ea typeface="黑体" panose="02010609060101010101" pitchFamily="49" charset="-122"/>
              </a:rPr>
              <a:t>代我叫辆车子，</a:t>
            </a:r>
            <a:r>
              <a:rPr kumimoji="0" lang="zh-CN" altLang="en-US" b="1">
                <a:solidFill>
                  <a:srgbClr val="003366"/>
                </a:solidFill>
                <a:latin typeface="黑体" panose="02010609060101010101" pitchFamily="49" charset="-122"/>
                <a:ea typeface="黑体" panose="02010609060101010101" pitchFamily="49" charset="-122"/>
              </a:rPr>
              <a:t>那么</a:t>
            </a:r>
            <a:r>
              <a:rPr kumimoji="0" lang="zh-CN" altLang="en-US" b="1" noProof="1">
                <a:solidFill>
                  <a:srgbClr val="003366"/>
                </a:solidFill>
                <a:latin typeface="黑体" panose="02010609060101010101" pitchFamily="49" charset="-122"/>
                <a:ea typeface="黑体" panose="02010609060101010101" pitchFamily="49" charset="-122"/>
              </a:rPr>
              <a:t>我将</a:t>
            </a:r>
            <a:r>
              <a:rPr kumimoji="0" lang="zh-CN" altLang="en-US" b="1" noProof="1">
                <a:solidFill>
                  <a:srgbClr val="FF0000"/>
                </a:solidFill>
                <a:latin typeface="黑体" panose="02010609060101010101" pitchFamily="49" charset="-122"/>
                <a:ea typeface="黑体" panose="02010609060101010101" pitchFamily="49" charset="-122"/>
              </a:rPr>
              <a:t>不</a:t>
            </a:r>
            <a:r>
              <a:rPr kumimoji="0" lang="zh-CN" altLang="en-US" b="1" noProof="1">
                <a:solidFill>
                  <a:srgbClr val="003366"/>
                </a:solidFill>
                <a:latin typeface="黑体" panose="02010609060101010101" pitchFamily="49" charset="-122"/>
                <a:ea typeface="黑体" panose="02010609060101010101" pitchFamily="49" charset="-122"/>
              </a:rPr>
              <a:t>出去</a:t>
            </a:r>
            <a:r>
              <a:rPr kumimoji="0" lang="en-US" altLang="zh-CN" b="1">
                <a:solidFill>
                  <a:srgbClr val="003366"/>
                </a:solidFill>
                <a:latin typeface="黑体" panose="02010609060101010101" pitchFamily="49" charset="-122"/>
                <a:ea typeface="黑体" panose="02010609060101010101" pitchFamily="49" charset="-122"/>
              </a:rPr>
              <a:t>。</a:t>
            </a:r>
            <a:endParaRPr kumimoji="0" lang="en-US" altLang="en-US" b="1" noProof="1">
              <a:solidFill>
                <a:srgbClr val="003366"/>
              </a:solidFill>
              <a:latin typeface="黑体" panose="02010609060101010101" pitchFamily="49" charset="-122"/>
              <a:ea typeface="黑体" panose="02010609060101010101" pitchFamily="49" charset="-122"/>
            </a:endParaRPr>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日期占位符 1">
            <a:extLst>
              <a:ext uri="{FF2B5EF4-FFF2-40B4-BE49-F238E27FC236}">
                <a16:creationId xmlns:a16="http://schemas.microsoft.com/office/drawing/2014/main" id="{81673AB4-B6F1-425A-83C7-84C995EEF5D2}"/>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54B1E085-F49A-4ADD-96EA-D616187FC130}"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80899" name="页脚占位符 2">
            <a:extLst>
              <a:ext uri="{FF2B5EF4-FFF2-40B4-BE49-F238E27FC236}">
                <a16:creationId xmlns:a16="http://schemas.microsoft.com/office/drawing/2014/main" id="{89FE170D-6C0A-4083-80A0-17ABF27A719F}"/>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80900" name="灯片编号占位符 3">
            <a:extLst>
              <a:ext uri="{FF2B5EF4-FFF2-40B4-BE49-F238E27FC236}">
                <a16:creationId xmlns:a16="http://schemas.microsoft.com/office/drawing/2014/main" id="{07E37250-0046-4655-A943-CD194130E472}"/>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43E6961C-99AA-4601-9F6A-05D52416E957}" type="slidenum">
              <a:rPr lang="en-US" altLang="zh-CN" sz="1400" smtClean="0">
                <a:latin typeface="Times New Roman" panose="02020603050405020304" pitchFamily="18" charset="0"/>
                <a:ea typeface="宋体" panose="02010600030101010101" pitchFamily="2" charset="-122"/>
              </a:rPr>
              <a:pPr>
                <a:spcBef>
                  <a:spcPct val="0"/>
                </a:spcBef>
                <a:buFontTx/>
                <a:buNone/>
              </a:pPr>
              <a:t>56</a:t>
            </a:fld>
            <a:endParaRPr lang="en-US" altLang="zh-CN" sz="1400">
              <a:latin typeface="Times New Roman" panose="02020603050405020304" pitchFamily="18" charset="0"/>
              <a:ea typeface="宋体" panose="02010600030101010101" pitchFamily="2" charset="-122"/>
            </a:endParaRPr>
          </a:p>
        </p:txBody>
      </p:sp>
      <p:sp>
        <p:nvSpPr>
          <p:cNvPr id="80901" name="页脚占位符 3">
            <a:extLst>
              <a:ext uri="{FF2B5EF4-FFF2-40B4-BE49-F238E27FC236}">
                <a16:creationId xmlns:a16="http://schemas.microsoft.com/office/drawing/2014/main" id="{09965B97-9D4D-435E-8E33-5E037B8769F1}"/>
              </a:ext>
            </a:extLst>
          </p:cNvPr>
          <p:cNvSpPr txBox="1">
            <a:spLocks noGrp="1"/>
          </p:cNvSpPr>
          <p:nvPr/>
        </p:nvSpPr>
        <p:spPr bwMode="black">
          <a:xfrm>
            <a:off x="609600" y="6470650"/>
            <a:ext cx="538163"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r">
              <a:spcBef>
                <a:spcPct val="0"/>
              </a:spcBef>
              <a:buFontTx/>
              <a:buNone/>
            </a:pPr>
            <a:fld id="{3A6A5E6B-592C-4F6D-93CF-ED4C1FA5F3C7}" type="slidenum">
              <a:rPr kumimoji="0" lang="en-US" altLang="zh-CN" sz="1000">
                <a:solidFill>
                  <a:schemeClr val="bg1"/>
                </a:solidFill>
                <a:latin typeface="Arial" panose="020B0604020202020204" pitchFamily="34" charset="0"/>
                <a:ea typeface="宋体" panose="02010600030101010101" pitchFamily="2" charset="-122"/>
              </a:rPr>
              <a:pPr algn="r">
                <a:spcBef>
                  <a:spcPct val="0"/>
                </a:spcBef>
                <a:buFontTx/>
                <a:buNone/>
              </a:pPr>
              <a:t>56</a:t>
            </a:fld>
            <a:endParaRPr kumimoji="0" lang="en-US" altLang="zh-CN" sz="1000">
              <a:solidFill>
                <a:schemeClr val="bg1"/>
              </a:solidFill>
              <a:latin typeface="Arial" panose="020B0604020202020204" pitchFamily="34" charset="0"/>
              <a:ea typeface="宋体" panose="02010600030101010101" pitchFamily="2" charset="-122"/>
            </a:endParaRPr>
          </a:p>
        </p:txBody>
      </p:sp>
      <p:sp>
        <p:nvSpPr>
          <p:cNvPr id="80902" name="日期占位符 4">
            <a:extLst>
              <a:ext uri="{FF2B5EF4-FFF2-40B4-BE49-F238E27FC236}">
                <a16:creationId xmlns:a16="http://schemas.microsoft.com/office/drawing/2014/main" id="{CAFC7565-D243-4124-8EB3-EBEFA3AC2E71}"/>
              </a:ext>
            </a:extLst>
          </p:cNvPr>
          <p:cNvSpPr txBox="1">
            <a:spLocks noGrp="1"/>
          </p:cNvSpPr>
          <p:nvPr/>
        </p:nvSpPr>
        <p:spPr bwMode="auto">
          <a:xfrm>
            <a:off x="1271588" y="6472238"/>
            <a:ext cx="946150"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fld id="{98066302-D132-4326-AEB1-8889FDDEFA90}" type="datetime1">
              <a:rPr kumimoji="0" lang="zh-CN" altLang="en-US" sz="1000">
                <a:solidFill>
                  <a:schemeClr val="bg1"/>
                </a:solidFill>
                <a:latin typeface="Arial" panose="020B0604020202020204" pitchFamily="34" charset="0"/>
                <a:ea typeface="宋体" panose="02010600030101010101" pitchFamily="2" charset="-122"/>
              </a:rPr>
              <a:pPr eaLnBrk="1" hangingPunct="1">
                <a:spcBef>
                  <a:spcPct val="0"/>
                </a:spcBef>
                <a:buFontTx/>
                <a:buNone/>
              </a:pPr>
              <a:t>2020/9/7</a:t>
            </a:fld>
            <a:endParaRPr kumimoji="0" lang="en-US" altLang="zh-CN" sz="1000">
              <a:solidFill>
                <a:schemeClr val="bg1"/>
              </a:solidFill>
              <a:latin typeface="Arial" panose="020B0604020202020204" pitchFamily="34" charset="0"/>
              <a:ea typeface="宋体" panose="02010600030101010101" pitchFamily="2" charset="-122"/>
            </a:endParaRPr>
          </a:p>
        </p:txBody>
      </p:sp>
      <p:sp>
        <p:nvSpPr>
          <p:cNvPr id="80903" name="Text Box 2">
            <a:extLst>
              <a:ext uri="{FF2B5EF4-FFF2-40B4-BE49-F238E27FC236}">
                <a16:creationId xmlns:a16="http://schemas.microsoft.com/office/drawing/2014/main" id="{844F2857-D537-4D8E-A22C-C573A04FF19D}"/>
              </a:ext>
            </a:extLst>
          </p:cNvPr>
          <p:cNvSpPr txBox="1">
            <a:spLocks noChangeArrowheads="1"/>
          </p:cNvSpPr>
          <p:nvPr/>
        </p:nvSpPr>
        <p:spPr bwMode="auto">
          <a:xfrm>
            <a:off x="1363663" y="765175"/>
            <a:ext cx="60166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3"/>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联结词的应用</a:t>
            </a:r>
          </a:p>
        </p:txBody>
      </p:sp>
      <p:pic>
        <p:nvPicPr>
          <p:cNvPr id="80904" name="Picture 6" descr="C:\Program Files\Microsoft Office\MEDIA\CAGCAT10\j0293844.wmf">
            <a:extLst>
              <a:ext uri="{FF2B5EF4-FFF2-40B4-BE49-F238E27FC236}">
                <a16:creationId xmlns:a16="http://schemas.microsoft.com/office/drawing/2014/main" id="{902540F3-E1B2-47E8-A17F-6AB767FBBFD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07313" y="476250"/>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3671" name="Rectangle 7">
            <a:extLst>
              <a:ext uri="{FF2B5EF4-FFF2-40B4-BE49-F238E27FC236}">
                <a16:creationId xmlns:a16="http://schemas.microsoft.com/office/drawing/2014/main" id="{1A3D08ED-47BD-45E1-AB22-18D0B0AA1EAE}"/>
              </a:ext>
            </a:extLst>
          </p:cNvPr>
          <p:cNvSpPr>
            <a:spLocks noChangeArrowheads="1"/>
          </p:cNvSpPr>
          <p:nvPr/>
        </p:nvSpPr>
        <p:spPr bwMode="auto">
          <a:xfrm>
            <a:off x="1042988" y="2492375"/>
            <a:ext cx="7632700" cy="2822575"/>
          </a:xfrm>
          <a:prstGeom prst="rect">
            <a:avLst/>
          </a:prstGeom>
          <a:solidFill>
            <a:schemeClr val="bg1"/>
          </a:solidFill>
          <a:ln>
            <a:noFill/>
          </a:ln>
          <a:effec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lnSpc>
                <a:spcPct val="140000"/>
              </a:lnSpc>
              <a:spcBef>
                <a:spcPct val="20000"/>
              </a:spcBef>
              <a:buClr>
                <a:srgbClr val="3333CC"/>
              </a:buClr>
              <a:buSzPct val="60000"/>
              <a:buFont typeface="Wingdings" panose="05000000000000000000" pitchFamily="2" charset="2"/>
              <a:buNone/>
              <a:defRPr/>
            </a:pPr>
            <a:r>
              <a:rPr kumimoji="0" lang="en-US" altLang="zh-CN" b="1" dirty="0">
                <a:solidFill>
                  <a:srgbClr val="003366"/>
                </a:solidFill>
                <a:effectLst>
                  <a:outerShdw blurRad="38100" dist="38100" dir="2700000" algn="tl">
                    <a:srgbClr val="C0C0C0"/>
                  </a:outerShdw>
                </a:effectLst>
                <a:latin typeface="黑体" panose="02010609060101010101" pitchFamily="49" charset="-122"/>
                <a:ea typeface="黑体" panose="02010609060101010101" pitchFamily="49" charset="-122"/>
              </a:rPr>
              <a:t>    </a:t>
            </a:r>
            <a:r>
              <a:rPr kumimoji="0" lang="zh-CN" altLang="en-US" sz="3200" b="1" dirty="0">
                <a:solidFill>
                  <a:srgbClr val="006600"/>
                </a:solidFill>
                <a:effectLst>
                  <a:outerShdw blurRad="38100" dist="38100" dir="2700000" algn="tl">
                    <a:srgbClr val="C0C0C0"/>
                  </a:outerShdw>
                </a:effectLst>
                <a:latin typeface="黑体" panose="02010609060101010101" pitchFamily="49" charset="-122"/>
                <a:ea typeface="黑体" panose="02010609060101010101" pitchFamily="49" charset="-122"/>
              </a:rPr>
              <a:t>联结词“∧”、“∨”、“┐”同构成计算机的与门、或门和非门电路是相对应的，从而命题逻辑是计算机硬件电路的表示、分析和设计的重要工具。</a:t>
            </a:r>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日期占位符 1">
            <a:extLst>
              <a:ext uri="{FF2B5EF4-FFF2-40B4-BE49-F238E27FC236}">
                <a16:creationId xmlns:a16="http://schemas.microsoft.com/office/drawing/2014/main" id="{6497CD22-E146-4278-965C-D31B165CE05B}"/>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7237E9F0-4507-41AC-A87D-2D8E6098E6AB}"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82947" name="页脚占位符 2">
            <a:extLst>
              <a:ext uri="{FF2B5EF4-FFF2-40B4-BE49-F238E27FC236}">
                <a16:creationId xmlns:a16="http://schemas.microsoft.com/office/drawing/2014/main" id="{D4AE321E-E3B9-4486-BAEF-4EAC861566CB}"/>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82948" name="灯片编号占位符 3">
            <a:extLst>
              <a:ext uri="{FF2B5EF4-FFF2-40B4-BE49-F238E27FC236}">
                <a16:creationId xmlns:a16="http://schemas.microsoft.com/office/drawing/2014/main" id="{F0A99A36-6A97-498C-91CB-375E2B21A8D7}"/>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384BB34F-F0AB-4C60-8B50-68758BD98C28}" type="slidenum">
              <a:rPr lang="en-US" altLang="zh-CN" sz="1400" smtClean="0">
                <a:latin typeface="Times New Roman" panose="02020603050405020304" pitchFamily="18" charset="0"/>
                <a:ea typeface="宋体" panose="02010600030101010101" pitchFamily="2" charset="-122"/>
              </a:rPr>
              <a:pPr>
                <a:spcBef>
                  <a:spcPct val="0"/>
                </a:spcBef>
                <a:buFontTx/>
                <a:buNone/>
              </a:pPr>
              <a:t>57</a:t>
            </a:fld>
            <a:endParaRPr lang="en-US" altLang="zh-CN" sz="1400">
              <a:latin typeface="Times New Roman" panose="02020603050405020304" pitchFamily="18" charset="0"/>
              <a:ea typeface="宋体" panose="02010600030101010101" pitchFamily="2" charset="-122"/>
            </a:endParaRPr>
          </a:p>
        </p:txBody>
      </p:sp>
      <p:sp>
        <p:nvSpPr>
          <p:cNvPr id="82949" name="页脚占位符 3">
            <a:extLst>
              <a:ext uri="{FF2B5EF4-FFF2-40B4-BE49-F238E27FC236}">
                <a16:creationId xmlns:a16="http://schemas.microsoft.com/office/drawing/2014/main" id="{B09398AA-02B4-4D61-8F40-723C96BB9E39}"/>
              </a:ext>
            </a:extLst>
          </p:cNvPr>
          <p:cNvSpPr txBox="1">
            <a:spLocks noGrp="1"/>
          </p:cNvSpPr>
          <p:nvPr/>
        </p:nvSpPr>
        <p:spPr bwMode="black">
          <a:xfrm>
            <a:off x="609600" y="6470650"/>
            <a:ext cx="538163"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r">
              <a:spcBef>
                <a:spcPct val="0"/>
              </a:spcBef>
              <a:buFontTx/>
              <a:buNone/>
            </a:pPr>
            <a:fld id="{625D51AB-28C0-41F6-BC1A-A007E3426B41}" type="slidenum">
              <a:rPr kumimoji="0" lang="en-US" altLang="zh-CN" sz="1000">
                <a:solidFill>
                  <a:schemeClr val="bg1"/>
                </a:solidFill>
                <a:latin typeface="Arial" panose="020B0604020202020204" pitchFamily="34" charset="0"/>
                <a:ea typeface="宋体" panose="02010600030101010101" pitchFamily="2" charset="-122"/>
              </a:rPr>
              <a:pPr algn="r">
                <a:spcBef>
                  <a:spcPct val="0"/>
                </a:spcBef>
                <a:buFontTx/>
                <a:buNone/>
              </a:pPr>
              <a:t>57</a:t>
            </a:fld>
            <a:endParaRPr kumimoji="0" lang="en-US" altLang="zh-CN" sz="1000">
              <a:solidFill>
                <a:schemeClr val="bg1"/>
              </a:solidFill>
              <a:latin typeface="Arial" panose="020B0604020202020204" pitchFamily="34" charset="0"/>
              <a:ea typeface="宋体" panose="02010600030101010101" pitchFamily="2" charset="-122"/>
            </a:endParaRPr>
          </a:p>
        </p:txBody>
      </p:sp>
      <p:sp>
        <p:nvSpPr>
          <p:cNvPr id="82950" name="日期占位符 4">
            <a:extLst>
              <a:ext uri="{FF2B5EF4-FFF2-40B4-BE49-F238E27FC236}">
                <a16:creationId xmlns:a16="http://schemas.microsoft.com/office/drawing/2014/main" id="{49BC9567-4AAE-4F70-A4EA-70DD589CFDAF}"/>
              </a:ext>
            </a:extLst>
          </p:cNvPr>
          <p:cNvSpPr txBox="1">
            <a:spLocks noGrp="1"/>
          </p:cNvSpPr>
          <p:nvPr/>
        </p:nvSpPr>
        <p:spPr bwMode="auto">
          <a:xfrm>
            <a:off x="1271588" y="6472238"/>
            <a:ext cx="946150"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fld id="{58300AC0-543F-4F39-9AD2-05D957A0BFD5}" type="datetime1">
              <a:rPr kumimoji="0" lang="zh-CN" altLang="en-US" sz="1000">
                <a:solidFill>
                  <a:schemeClr val="bg1"/>
                </a:solidFill>
                <a:latin typeface="Arial" panose="020B0604020202020204" pitchFamily="34" charset="0"/>
                <a:ea typeface="宋体" panose="02010600030101010101" pitchFamily="2" charset="-122"/>
              </a:rPr>
              <a:pPr eaLnBrk="1" hangingPunct="1">
                <a:spcBef>
                  <a:spcPct val="0"/>
                </a:spcBef>
                <a:buFontTx/>
                <a:buNone/>
              </a:pPr>
              <a:t>2020/9/7</a:t>
            </a:fld>
            <a:endParaRPr kumimoji="0" lang="en-US" altLang="zh-CN" sz="1000">
              <a:solidFill>
                <a:schemeClr val="bg1"/>
              </a:solidFill>
              <a:latin typeface="Arial" panose="020B0604020202020204" pitchFamily="34" charset="0"/>
              <a:ea typeface="宋体" panose="02010600030101010101" pitchFamily="2" charset="-122"/>
            </a:endParaRPr>
          </a:p>
        </p:txBody>
      </p:sp>
      <p:sp>
        <p:nvSpPr>
          <p:cNvPr id="7" name="Rectangle 2">
            <a:extLst>
              <a:ext uri="{FF2B5EF4-FFF2-40B4-BE49-F238E27FC236}">
                <a16:creationId xmlns:a16="http://schemas.microsoft.com/office/drawing/2014/main" id="{3D3EAE3C-5547-45EC-B94C-0E52524A2F54}"/>
              </a:ext>
            </a:extLst>
          </p:cNvPr>
          <p:cNvSpPr txBox="1">
            <a:spLocks noChangeArrowheads="1"/>
          </p:cNvSpPr>
          <p:nvPr/>
        </p:nvSpPr>
        <p:spPr bwMode="auto">
          <a:xfrm>
            <a:off x="827088" y="1960563"/>
            <a:ext cx="7773987" cy="604837"/>
          </a:xfrm>
          <a:prstGeom prst="rect">
            <a:avLst/>
          </a:prstGeom>
          <a:noFill/>
          <a:ln>
            <a:noFill/>
          </a:ln>
          <a:effectLst/>
        </p:spPr>
        <p:txBody>
          <a:bodyPr/>
          <a:lstStyle>
            <a:lvl1pPr marL="342900" indent="-342900">
              <a:spcBef>
                <a:spcPct val="0"/>
              </a:spcBef>
              <a:defRPr>
                <a:solidFill>
                  <a:schemeClr val="tx1"/>
                </a:solidFill>
                <a:latin typeface="Arial" panose="020B0604020202020204" pitchFamily="34" charset="0"/>
                <a:ea typeface="宋体" panose="02010600030101010101" pitchFamily="2" charset="-122"/>
              </a:defRPr>
            </a:lvl1pPr>
            <a:lvl2pPr marL="742950" indent="-285750">
              <a:spcBef>
                <a:spcPct val="0"/>
              </a:spcBef>
              <a:defRPr>
                <a:solidFill>
                  <a:schemeClr val="tx1"/>
                </a:solidFill>
                <a:latin typeface="Arial" panose="020B0604020202020204" pitchFamily="34" charset="0"/>
                <a:ea typeface="宋体" panose="02010600030101010101" pitchFamily="2" charset="-122"/>
              </a:defRPr>
            </a:lvl2pPr>
            <a:lvl3pPr marL="1143000" indent="-228600">
              <a:spcBef>
                <a:spcPct val="0"/>
              </a:spcBef>
              <a:defRPr>
                <a:solidFill>
                  <a:schemeClr val="tx1"/>
                </a:solidFill>
                <a:latin typeface="Arial" panose="020B0604020202020204" pitchFamily="34" charset="0"/>
                <a:ea typeface="宋体" panose="02010600030101010101" pitchFamily="2" charset="-122"/>
              </a:defRPr>
            </a:lvl3pPr>
            <a:lvl4pPr marL="1600200" indent="-228600">
              <a:spcBef>
                <a:spcPct val="0"/>
              </a:spcBef>
              <a:defRPr>
                <a:solidFill>
                  <a:schemeClr val="tx1"/>
                </a:solidFill>
                <a:latin typeface="Arial" panose="020B0604020202020204" pitchFamily="34" charset="0"/>
                <a:ea typeface="宋体" panose="02010600030101010101" pitchFamily="2" charset="-122"/>
              </a:defRPr>
            </a:lvl4pPr>
            <a:lvl5pPr marL="2057400" indent="-228600">
              <a:spcBef>
                <a:spcPct val="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rgbClr val="3333CC"/>
              </a:buClr>
              <a:buSzPct val="60000"/>
              <a:buFont typeface="Wingdings" panose="05000000000000000000" pitchFamily="2" charset="2"/>
              <a:buNone/>
              <a:defRPr/>
            </a:pPr>
            <a:r>
              <a:rPr kumimoji="0" lang="en-US" altLang="zh-CN" b="1">
                <a:solidFill>
                  <a:srgbClr val="006600"/>
                </a:solidFill>
                <a:effectLst>
                  <a:outerShdw blurRad="38100" dist="38100" dir="2700000" algn="tl">
                    <a:srgbClr val="C0C0C0"/>
                  </a:outerShdw>
                </a:effectLst>
                <a:latin typeface="宋体" panose="02010600030101010101" pitchFamily="2" charset="-122"/>
              </a:rPr>
              <a:t>【</a:t>
            </a:r>
            <a:r>
              <a:rPr kumimoji="0" lang="zh-CN" altLang="en-US" b="1">
                <a:solidFill>
                  <a:srgbClr val="006600"/>
                </a:solidFill>
                <a:effectLst>
                  <a:outerShdw blurRad="38100" dist="38100" dir="2700000" algn="tl">
                    <a:srgbClr val="C0C0C0"/>
                  </a:outerShdw>
                </a:effectLst>
                <a:latin typeface="宋体" panose="02010600030101010101" pitchFamily="2" charset="-122"/>
              </a:rPr>
              <a:t>例</a:t>
            </a:r>
            <a:r>
              <a:rPr kumimoji="0" lang="en-US" altLang="zh-CN" b="1">
                <a:solidFill>
                  <a:srgbClr val="006600"/>
                </a:solidFill>
                <a:effectLst>
                  <a:outerShdw blurRad="38100" dist="38100" dir="2700000" algn="tl">
                    <a:srgbClr val="C0C0C0"/>
                  </a:outerShdw>
                </a:effectLst>
                <a:latin typeface="宋体" panose="02010600030101010101" pitchFamily="2" charset="-122"/>
              </a:rPr>
              <a:t>】</a:t>
            </a:r>
            <a:r>
              <a:rPr kumimoji="0" lang="zh-CN" altLang="en-US" noProof="1">
                <a:solidFill>
                  <a:srgbClr val="003366"/>
                </a:solidFill>
                <a:effectLst>
                  <a:outerShdw blurRad="38100" dist="38100" dir="2700000" algn="tl">
                    <a:srgbClr val="C0C0C0"/>
                  </a:outerShdw>
                </a:effectLst>
                <a:latin typeface="Tahoma" panose="020B0604030504040204" pitchFamily="34" charset="0"/>
                <a:ea typeface="楷体_GB2312" pitchFamily="49" charset="-122"/>
              </a:rPr>
              <a:t>用复合命题表示如下图所示的逻辑电路</a:t>
            </a:r>
            <a:endParaRPr kumimoji="0" lang="zh-CN" altLang="en-US">
              <a:solidFill>
                <a:srgbClr val="003366"/>
              </a:solidFill>
              <a:effectLst>
                <a:outerShdw blurRad="38100" dist="38100" dir="2700000" algn="tl">
                  <a:srgbClr val="C0C0C0"/>
                </a:outerShdw>
              </a:effectLst>
              <a:latin typeface="Tahoma" panose="020B0604030504040204" pitchFamily="34" charset="0"/>
              <a:ea typeface="楷体_GB2312" pitchFamily="49" charset="-122"/>
            </a:endParaRPr>
          </a:p>
        </p:txBody>
      </p:sp>
      <p:grpSp>
        <p:nvGrpSpPr>
          <p:cNvPr id="82952" name="Group 4">
            <a:extLst>
              <a:ext uri="{FF2B5EF4-FFF2-40B4-BE49-F238E27FC236}">
                <a16:creationId xmlns:a16="http://schemas.microsoft.com/office/drawing/2014/main" id="{04B7133E-7DA6-4FD1-B396-AAF489E730FD}"/>
              </a:ext>
            </a:extLst>
          </p:cNvPr>
          <p:cNvGrpSpPr>
            <a:grpSpLocks/>
          </p:cNvGrpSpPr>
          <p:nvPr/>
        </p:nvGrpSpPr>
        <p:grpSpPr bwMode="auto">
          <a:xfrm>
            <a:off x="538163" y="2760663"/>
            <a:ext cx="2881312" cy="884237"/>
            <a:chOff x="839" y="1298"/>
            <a:chExt cx="2259" cy="636"/>
          </a:xfrm>
        </p:grpSpPr>
        <p:sp>
          <p:nvSpPr>
            <p:cNvPr id="9" name="Line 5">
              <a:extLst>
                <a:ext uri="{FF2B5EF4-FFF2-40B4-BE49-F238E27FC236}">
                  <a16:creationId xmlns:a16="http://schemas.microsoft.com/office/drawing/2014/main" id="{6C82D0E2-7DA7-4D1D-A9DF-45D23CAFB555}"/>
                </a:ext>
              </a:extLst>
            </p:cNvPr>
            <p:cNvSpPr>
              <a:spLocks noChangeShapeType="1"/>
            </p:cNvSpPr>
            <p:nvPr/>
          </p:nvSpPr>
          <p:spPr bwMode="auto">
            <a:xfrm flipH="1">
              <a:off x="1104" y="1752"/>
              <a:ext cx="480" cy="0"/>
            </a:xfrm>
            <a:prstGeom prst="line">
              <a:avLst/>
            </a:prstGeom>
            <a:noFill/>
            <a:ln w="9525">
              <a:solidFill>
                <a:srgbClr val="000000"/>
              </a:solidFill>
              <a:round/>
              <a:headEnd/>
              <a:tailEnd/>
            </a:ln>
            <a:effectLst/>
          </p:spPr>
          <p:txBody>
            <a:bodyPr wrap="none" anchor="ctr"/>
            <a:lstStyle/>
            <a:p>
              <a:pPr algn="ctr" eaLnBrk="1" fontAlgn="auto" hangingPunct="1">
                <a:spcBef>
                  <a:spcPts val="0"/>
                </a:spcBef>
                <a:spcAft>
                  <a:spcPts val="0"/>
                </a:spcAft>
                <a:defRPr/>
              </a:pPr>
              <a:endParaRPr kumimoji="0" lang="zh-CN" altLang="en-US" sz="1800" kern="0">
                <a:solidFill>
                  <a:sysClr val="windowText" lastClr="000000"/>
                </a:solidFill>
                <a:latin typeface="Arial" charset="0"/>
              </a:endParaRPr>
            </a:p>
          </p:txBody>
        </p:sp>
        <p:pic>
          <p:nvPicPr>
            <p:cNvPr id="82974" name="Picture 6" descr="2114">
              <a:extLst>
                <a:ext uri="{FF2B5EF4-FFF2-40B4-BE49-F238E27FC236}">
                  <a16:creationId xmlns:a16="http://schemas.microsoft.com/office/drawing/2014/main" id="{921DE4F2-B2D0-464B-AE21-7E559FC79A7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4" y="1530"/>
              <a:ext cx="432" cy="288"/>
            </a:xfrm>
            <a:prstGeom prst="rect">
              <a:avLst/>
            </a:prstGeom>
            <a:solidFill>
              <a:srgbClr val="333399"/>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11" name="Line 7">
              <a:extLst>
                <a:ext uri="{FF2B5EF4-FFF2-40B4-BE49-F238E27FC236}">
                  <a16:creationId xmlns:a16="http://schemas.microsoft.com/office/drawing/2014/main" id="{EFED93B2-2AE1-47DC-8E29-620629A30847}"/>
                </a:ext>
              </a:extLst>
            </p:cNvPr>
            <p:cNvSpPr>
              <a:spLocks noChangeShapeType="1"/>
            </p:cNvSpPr>
            <p:nvPr/>
          </p:nvSpPr>
          <p:spPr bwMode="auto">
            <a:xfrm flipH="1">
              <a:off x="1104" y="1578"/>
              <a:ext cx="480" cy="0"/>
            </a:xfrm>
            <a:prstGeom prst="line">
              <a:avLst/>
            </a:prstGeom>
            <a:noFill/>
            <a:ln w="9525">
              <a:solidFill>
                <a:srgbClr val="000000"/>
              </a:solidFill>
              <a:round/>
              <a:headEnd/>
              <a:tailEnd/>
            </a:ln>
            <a:effectLst/>
          </p:spPr>
          <p:txBody>
            <a:bodyPr wrap="none" anchor="ctr"/>
            <a:lstStyle/>
            <a:p>
              <a:pPr algn="ctr" eaLnBrk="1" fontAlgn="auto" hangingPunct="1">
                <a:spcBef>
                  <a:spcPts val="0"/>
                </a:spcBef>
                <a:spcAft>
                  <a:spcPts val="0"/>
                </a:spcAft>
                <a:defRPr/>
              </a:pPr>
              <a:endParaRPr kumimoji="0" lang="zh-CN" altLang="en-US" sz="1800" kern="0">
                <a:solidFill>
                  <a:sysClr val="windowText" lastClr="000000"/>
                </a:solidFill>
                <a:latin typeface="Arial" charset="0"/>
              </a:endParaRPr>
            </a:p>
          </p:txBody>
        </p:sp>
        <p:sp>
          <p:nvSpPr>
            <p:cNvPr id="12" name="Line 8">
              <a:extLst>
                <a:ext uri="{FF2B5EF4-FFF2-40B4-BE49-F238E27FC236}">
                  <a16:creationId xmlns:a16="http://schemas.microsoft.com/office/drawing/2014/main" id="{AD3B2B31-3478-4777-B8B5-3FB35EF8490A}"/>
                </a:ext>
              </a:extLst>
            </p:cNvPr>
            <p:cNvSpPr>
              <a:spLocks noChangeShapeType="1"/>
            </p:cNvSpPr>
            <p:nvPr/>
          </p:nvSpPr>
          <p:spPr bwMode="auto">
            <a:xfrm>
              <a:off x="2016" y="1674"/>
              <a:ext cx="382" cy="0"/>
            </a:xfrm>
            <a:prstGeom prst="line">
              <a:avLst/>
            </a:prstGeom>
            <a:noFill/>
            <a:ln w="9525">
              <a:solidFill>
                <a:srgbClr val="000000"/>
              </a:solidFill>
              <a:round/>
              <a:headEnd/>
              <a:tailEnd type="triangle" w="med" len="med"/>
            </a:ln>
            <a:effectLst/>
          </p:spPr>
          <p:txBody>
            <a:bodyPr wrap="none" anchor="ctr"/>
            <a:lstStyle/>
            <a:p>
              <a:pPr algn="ctr" eaLnBrk="1" fontAlgn="auto" hangingPunct="1">
                <a:spcBef>
                  <a:spcPts val="0"/>
                </a:spcBef>
                <a:spcAft>
                  <a:spcPts val="0"/>
                </a:spcAft>
                <a:defRPr/>
              </a:pPr>
              <a:endParaRPr kumimoji="0" lang="zh-CN" altLang="en-US" sz="1800" kern="0">
                <a:solidFill>
                  <a:sysClr val="windowText" lastClr="000000"/>
                </a:solidFill>
                <a:latin typeface="Arial" charset="0"/>
              </a:endParaRPr>
            </a:p>
          </p:txBody>
        </p:sp>
        <p:graphicFrame>
          <p:nvGraphicFramePr>
            <p:cNvPr id="82977" name="Object 9">
              <a:extLst>
                <a:ext uri="{FF2B5EF4-FFF2-40B4-BE49-F238E27FC236}">
                  <a16:creationId xmlns:a16="http://schemas.microsoft.com/office/drawing/2014/main" id="{5B82AC94-CC01-4D69-8003-77F302FD3DB0}"/>
                </a:ext>
              </a:extLst>
            </p:cNvPr>
            <p:cNvGraphicFramePr>
              <a:graphicFrameLocks noChangeAspect="1"/>
            </p:cNvGraphicFramePr>
            <p:nvPr/>
          </p:nvGraphicFramePr>
          <p:xfrm>
            <a:off x="2426" y="1516"/>
            <a:ext cx="672" cy="346"/>
          </p:xfrm>
          <a:graphic>
            <a:graphicData uri="http://schemas.openxmlformats.org/presentationml/2006/ole">
              <mc:AlternateContent xmlns:mc="http://schemas.openxmlformats.org/markup-compatibility/2006">
                <mc:Choice xmlns:v="urn:schemas-microsoft-com:vml" Requires="v">
                  <p:oleObj spid="_x0000_s82991" name="公式" r:id="rId5" imgW="393529" imgH="203112" progId="Equation.3">
                    <p:embed/>
                  </p:oleObj>
                </mc:Choice>
                <mc:Fallback>
                  <p:oleObj name="公式" r:id="rId5" imgW="393529" imgH="203112"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26" y="1516"/>
                          <a:ext cx="672" cy="3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978" name="Object 10">
              <a:extLst>
                <a:ext uri="{FF2B5EF4-FFF2-40B4-BE49-F238E27FC236}">
                  <a16:creationId xmlns:a16="http://schemas.microsoft.com/office/drawing/2014/main" id="{DBD981B0-0118-471C-A28E-CF1B8A9A61BD}"/>
                </a:ext>
              </a:extLst>
            </p:cNvPr>
            <p:cNvGraphicFramePr>
              <a:graphicFrameLocks noChangeAspect="1"/>
            </p:cNvGraphicFramePr>
            <p:nvPr/>
          </p:nvGraphicFramePr>
          <p:xfrm>
            <a:off x="1248" y="1335"/>
            <a:ext cx="195" cy="195"/>
          </p:xfrm>
          <a:graphic>
            <a:graphicData uri="http://schemas.openxmlformats.org/presentationml/2006/ole">
              <mc:AlternateContent xmlns:mc="http://schemas.openxmlformats.org/markup-compatibility/2006">
                <mc:Choice xmlns:v="urn:schemas-microsoft-com:vml" Requires="v">
                  <p:oleObj spid="_x0000_s82992" name="公式" r:id="rId7" imgW="164885" imgH="164885" progId="Equation.3">
                    <p:embed/>
                  </p:oleObj>
                </mc:Choice>
                <mc:Fallback>
                  <p:oleObj name="公式" r:id="rId7" imgW="164885" imgH="164885" progId="Equation.3">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48" y="1335"/>
                          <a:ext cx="195" cy="19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979" name="Object 11">
              <a:extLst>
                <a:ext uri="{FF2B5EF4-FFF2-40B4-BE49-F238E27FC236}">
                  <a16:creationId xmlns:a16="http://schemas.microsoft.com/office/drawing/2014/main" id="{C1F37DA4-BA8E-46C2-8C8A-B4B802A6C9DD}"/>
                </a:ext>
              </a:extLst>
            </p:cNvPr>
            <p:cNvGraphicFramePr>
              <a:graphicFrameLocks noChangeAspect="1"/>
            </p:cNvGraphicFramePr>
            <p:nvPr/>
          </p:nvGraphicFramePr>
          <p:xfrm>
            <a:off x="1248" y="1738"/>
            <a:ext cx="195" cy="195"/>
          </p:xfrm>
          <a:graphic>
            <a:graphicData uri="http://schemas.openxmlformats.org/presentationml/2006/ole">
              <mc:AlternateContent xmlns:mc="http://schemas.openxmlformats.org/markup-compatibility/2006">
                <mc:Choice xmlns:v="urn:schemas-microsoft-com:vml" Requires="v">
                  <p:oleObj spid="_x0000_s82993" name="公式" r:id="rId9" imgW="164885" imgH="164885" progId="Equation.3">
                    <p:embed/>
                  </p:oleObj>
                </mc:Choice>
                <mc:Fallback>
                  <p:oleObj name="公式" r:id="rId9" imgW="164885" imgH="164885" progId="Equation.3">
                    <p:embed/>
                    <p:pic>
                      <p:nvPicPr>
                        <p:cNvPr id="0"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48" y="1738"/>
                          <a:ext cx="195" cy="19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980" name="Object 12">
              <a:extLst>
                <a:ext uri="{FF2B5EF4-FFF2-40B4-BE49-F238E27FC236}">
                  <a16:creationId xmlns:a16="http://schemas.microsoft.com/office/drawing/2014/main" id="{061475CA-D04D-473C-A5DE-5106DAFF7008}"/>
                </a:ext>
              </a:extLst>
            </p:cNvPr>
            <p:cNvGraphicFramePr>
              <a:graphicFrameLocks noChangeAspect="1"/>
            </p:cNvGraphicFramePr>
            <p:nvPr/>
          </p:nvGraphicFramePr>
          <p:xfrm>
            <a:off x="2061" y="1431"/>
            <a:ext cx="195" cy="195"/>
          </p:xfrm>
          <a:graphic>
            <a:graphicData uri="http://schemas.openxmlformats.org/presentationml/2006/ole">
              <mc:AlternateContent xmlns:mc="http://schemas.openxmlformats.org/markup-compatibility/2006">
                <mc:Choice xmlns:v="urn:schemas-microsoft-com:vml" Requires="v">
                  <p:oleObj spid="_x0000_s82994" name="公式" r:id="rId10" imgW="164885" imgH="164885" progId="Equation.3">
                    <p:embed/>
                  </p:oleObj>
                </mc:Choice>
                <mc:Fallback>
                  <p:oleObj name="公式" r:id="rId10" imgW="164885" imgH="164885" progId="Equation.3">
                    <p:embed/>
                    <p:pic>
                      <p:nvPicPr>
                        <p:cNvPr id="0"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61" y="1431"/>
                          <a:ext cx="195" cy="19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981" name="Rectangle 13">
              <a:extLst>
                <a:ext uri="{FF2B5EF4-FFF2-40B4-BE49-F238E27FC236}">
                  <a16:creationId xmlns:a16="http://schemas.microsoft.com/office/drawing/2014/main" id="{D11E5094-F353-4F3C-B9C0-A470203C688D}"/>
                </a:ext>
              </a:extLst>
            </p:cNvPr>
            <p:cNvSpPr>
              <a:spLocks noChangeArrowheads="1"/>
            </p:cNvSpPr>
            <p:nvPr/>
          </p:nvSpPr>
          <p:spPr bwMode="auto">
            <a:xfrm>
              <a:off x="839" y="1298"/>
              <a:ext cx="344" cy="636"/>
            </a:xfrm>
            <a:prstGeom prst="rect">
              <a:avLst/>
            </a:prstGeom>
            <a:noFill/>
            <a:ln>
              <a:noFill/>
            </a:ln>
            <a:effectLst/>
            <a:extLst>
              <a:ext uri="{909E8E84-426E-40DD-AFC4-6F175D3DCCD1}">
                <a14:hiddenFill xmlns:a14="http://schemas.microsoft.com/office/drawing/2010/main">
                  <a:solidFill>
                    <a:srgbClr val="FFFF66">
                      <a:alpha val="89803"/>
                    </a:srgbClr>
                  </a:solidFill>
                </a14:hiddenFill>
              </a:ext>
              <a:ext uri="{91240B29-F687-4F45-9708-019B960494DF}">
                <a14:hiddenLine xmlns:a14="http://schemas.microsoft.com/office/drawing/2010/main" w="12700" algn="ctr">
                  <a:solidFill>
                    <a:srgbClr val="00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kumimoji="0" lang="en-US" altLang="zh-CN" sz="2000" b="1" noProof="1">
                  <a:solidFill>
                    <a:srgbClr val="000000"/>
                  </a:solidFill>
                  <a:latin typeface="黑体" panose="02010609060101010101" pitchFamily="49" charset="-122"/>
                  <a:ea typeface="黑体" panose="02010609060101010101" pitchFamily="49" charset="-122"/>
                </a:rPr>
                <a:t>P</a:t>
              </a:r>
              <a:r>
                <a:rPr kumimoji="0" lang="en-US" altLang="zh-CN" sz="3200" b="1" noProof="1">
                  <a:solidFill>
                    <a:srgbClr val="000000"/>
                  </a:solidFill>
                  <a:latin typeface="黑体" panose="02010609060101010101" pitchFamily="49" charset="-122"/>
                  <a:ea typeface="黑体" panose="02010609060101010101" pitchFamily="49" charset="-122"/>
                </a:rPr>
                <a:t>                     </a:t>
              </a:r>
              <a:br>
                <a:rPr kumimoji="0" lang="en-US" altLang="zh-CN" sz="3200" b="1" noProof="1">
                  <a:solidFill>
                    <a:srgbClr val="000000"/>
                  </a:solidFill>
                  <a:latin typeface="黑体" panose="02010609060101010101" pitchFamily="49" charset="-122"/>
                  <a:ea typeface="黑体" panose="02010609060101010101" pitchFamily="49" charset="-122"/>
                </a:rPr>
              </a:br>
              <a:r>
                <a:rPr kumimoji="0" lang="en-US" altLang="zh-CN" sz="2000" b="1" noProof="1">
                  <a:solidFill>
                    <a:srgbClr val="000000"/>
                  </a:solidFill>
                  <a:latin typeface="黑体" panose="02010609060101010101" pitchFamily="49" charset="-122"/>
                  <a:ea typeface="黑体" panose="02010609060101010101" pitchFamily="49" charset="-122"/>
                </a:rPr>
                <a:t>Q</a:t>
              </a:r>
              <a:endParaRPr kumimoji="0" lang="en-US" altLang="zh-CN" sz="2000" b="1">
                <a:solidFill>
                  <a:srgbClr val="000000"/>
                </a:solidFill>
                <a:latin typeface="黑体" panose="02010609060101010101" pitchFamily="49" charset="-122"/>
                <a:ea typeface="黑体" panose="02010609060101010101" pitchFamily="49" charset="-122"/>
              </a:endParaRPr>
            </a:p>
          </p:txBody>
        </p:sp>
      </p:grpSp>
      <p:grpSp>
        <p:nvGrpSpPr>
          <p:cNvPr id="82953" name="Group 14">
            <a:extLst>
              <a:ext uri="{FF2B5EF4-FFF2-40B4-BE49-F238E27FC236}">
                <a16:creationId xmlns:a16="http://schemas.microsoft.com/office/drawing/2014/main" id="{D0422F95-453D-489C-B881-5A54AB5B5949}"/>
              </a:ext>
            </a:extLst>
          </p:cNvPr>
          <p:cNvGrpSpPr>
            <a:grpSpLocks/>
          </p:cNvGrpSpPr>
          <p:nvPr/>
        </p:nvGrpSpPr>
        <p:grpSpPr bwMode="auto">
          <a:xfrm>
            <a:off x="3635375" y="2855913"/>
            <a:ext cx="2762250" cy="717550"/>
            <a:chOff x="1732" y="2441"/>
            <a:chExt cx="2108" cy="640"/>
          </a:xfrm>
        </p:grpSpPr>
        <p:sp>
          <p:nvSpPr>
            <p:cNvPr id="19" name="AutoShape 15">
              <a:extLst>
                <a:ext uri="{FF2B5EF4-FFF2-40B4-BE49-F238E27FC236}">
                  <a16:creationId xmlns:a16="http://schemas.microsoft.com/office/drawing/2014/main" id="{140ACA85-DE04-49FF-B324-5E7B31ABC822}"/>
                </a:ext>
              </a:extLst>
            </p:cNvPr>
            <p:cNvSpPr>
              <a:spLocks noChangeArrowheads="1"/>
            </p:cNvSpPr>
            <p:nvPr/>
          </p:nvSpPr>
          <p:spPr bwMode="auto">
            <a:xfrm flipH="1">
              <a:off x="2304" y="2544"/>
              <a:ext cx="480" cy="432"/>
            </a:xfrm>
            <a:prstGeom prst="moon">
              <a:avLst>
                <a:gd name="adj" fmla="val 50000"/>
              </a:avLst>
            </a:prstGeom>
            <a:noFill/>
            <a:ln w="9525">
              <a:solidFill>
                <a:srgbClr val="000000"/>
              </a:solidFill>
              <a:miter lim="800000"/>
              <a:headEnd/>
              <a:tailEnd/>
            </a:ln>
            <a:effectLst/>
          </p:spPr>
          <p:txBody>
            <a:bodyPr wrap="none" anchor="ctr"/>
            <a:lstStyle/>
            <a:p>
              <a:pPr algn="ctr" eaLnBrk="1" fontAlgn="auto" hangingPunct="1">
                <a:spcBef>
                  <a:spcPts val="0"/>
                </a:spcBef>
                <a:spcAft>
                  <a:spcPts val="0"/>
                </a:spcAft>
                <a:defRPr/>
              </a:pPr>
              <a:endParaRPr kumimoji="0" lang="zh-CN" altLang="en-US" sz="1800" kern="0">
                <a:solidFill>
                  <a:sysClr val="windowText" lastClr="000000"/>
                </a:solidFill>
                <a:latin typeface="Arial" charset="0"/>
              </a:endParaRPr>
            </a:p>
          </p:txBody>
        </p:sp>
        <p:sp>
          <p:nvSpPr>
            <p:cNvPr id="20" name="Line 16">
              <a:extLst>
                <a:ext uri="{FF2B5EF4-FFF2-40B4-BE49-F238E27FC236}">
                  <a16:creationId xmlns:a16="http://schemas.microsoft.com/office/drawing/2014/main" id="{07E44247-AF4E-4DB3-9465-73359B50302A}"/>
                </a:ext>
              </a:extLst>
            </p:cNvPr>
            <p:cNvSpPr>
              <a:spLocks noChangeShapeType="1"/>
            </p:cNvSpPr>
            <p:nvPr/>
          </p:nvSpPr>
          <p:spPr bwMode="auto">
            <a:xfrm flipH="1">
              <a:off x="2015" y="2880"/>
              <a:ext cx="481" cy="0"/>
            </a:xfrm>
            <a:prstGeom prst="line">
              <a:avLst/>
            </a:prstGeom>
            <a:noFill/>
            <a:ln w="9525">
              <a:solidFill>
                <a:srgbClr val="000000"/>
              </a:solidFill>
              <a:round/>
              <a:headEnd/>
              <a:tailEnd/>
            </a:ln>
            <a:effectLst/>
          </p:spPr>
          <p:txBody>
            <a:bodyPr wrap="none" anchor="ctr"/>
            <a:lstStyle/>
            <a:p>
              <a:pPr algn="ctr" eaLnBrk="1" fontAlgn="auto" hangingPunct="1">
                <a:spcBef>
                  <a:spcPts val="0"/>
                </a:spcBef>
                <a:spcAft>
                  <a:spcPts val="0"/>
                </a:spcAft>
                <a:defRPr/>
              </a:pPr>
              <a:endParaRPr kumimoji="0" lang="zh-CN" altLang="en-US" sz="1800" kern="0">
                <a:solidFill>
                  <a:sysClr val="windowText" lastClr="000000"/>
                </a:solidFill>
                <a:latin typeface="Arial" charset="0"/>
              </a:endParaRPr>
            </a:p>
          </p:txBody>
        </p:sp>
        <p:sp>
          <p:nvSpPr>
            <p:cNvPr id="21" name="Line 17">
              <a:extLst>
                <a:ext uri="{FF2B5EF4-FFF2-40B4-BE49-F238E27FC236}">
                  <a16:creationId xmlns:a16="http://schemas.microsoft.com/office/drawing/2014/main" id="{CB8539BD-AF7C-4B5D-AD69-6F1D4CDABDA7}"/>
                </a:ext>
              </a:extLst>
            </p:cNvPr>
            <p:cNvSpPr>
              <a:spLocks noChangeShapeType="1"/>
            </p:cNvSpPr>
            <p:nvPr/>
          </p:nvSpPr>
          <p:spPr bwMode="auto">
            <a:xfrm flipH="1">
              <a:off x="2015" y="2687"/>
              <a:ext cx="481" cy="0"/>
            </a:xfrm>
            <a:prstGeom prst="line">
              <a:avLst/>
            </a:prstGeom>
            <a:noFill/>
            <a:ln w="9525">
              <a:solidFill>
                <a:srgbClr val="000000"/>
              </a:solidFill>
              <a:round/>
              <a:headEnd/>
              <a:tailEnd/>
            </a:ln>
            <a:effectLst/>
          </p:spPr>
          <p:txBody>
            <a:bodyPr wrap="none" anchor="ctr"/>
            <a:lstStyle/>
            <a:p>
              <a:pPr algn="ctr" eaLnBrk="1" fontAlgn="auto" hangingPunct="1">
                <a:spcBef>
                  <a:spcPts val="0"/>
                </a:spcBef>
                <a:spcAft>
                  <a:spcPts val="0"/>
                </a:spcAft>
                <a:defRPr/>
              </a:pPr>
              <a:endParaRPr kumimoji="0" lang="zh-CN" altLang="en-US" sz="1800" kern="0">
                <a:solidFill>
                  <a:sysClr val="windowText" lastClr="000000"/>
                </a:solidFill>
                <a:latin typeface="Arial" charset="0"/>
              </a:endParaRPr>
            </a:p>
          </p:txBody>
        </p:sp>
        <p:sp>
          <p:nvSpPr>
            <p:cNvPr id="22" name="Line 18">
              <a:extLst>
                <a:ext uri="{FF2B5EF4-FFF2-40B4-BE49-F238E27FC236}">
                  <a16:creationId xmlns:a16="http://schemas.microsoft.com/office/drawing/2014/main" id="{F66195C9-1A7F-4B02-954E-D3E74A224226}"/>
                </a:ext>
              </a:extLst>
            </p:cNvPr>
            <p:cNvSpPr>
              <a:spLocks noChangeShapeType="1"/>
            </p:cNvSpPr>
            <p:nvPr/>
          </p:nvSpPr>
          <p:spPr bwMode="auto">
            <a:xfrm>
              <a:off x="2784" y="2784"/>
              <a:ext cx="384" cy="0"/>
            </a:xfrm>
            <a:prstGeom prst="line">
              <a:avLst/>
            </a:prstGeom>
            <a:noFill/>
            <a:ln w="9525">
              <a:solidFill>
                <a:srgbClr val="000000"/>
              </a:solidFill>
              <a:round/>
              <a:headEnd/>
              <a:tailEnd type="triangle" w="med" len="med"/>
            </a:ln>
            <a:effectLst/>
          </p:spPr>
          <p:txBody>
            <a:bodyPr wrap="none" anchor="ctr"/>
            <a:lstStyle/>
            <a:p>
              <a:pPr algn="ctr" eaLnBrk="1" fontAlgn="auto" hangingPunct="1">
                <a:spcBef>
                  <a:spcPts val="0"/>
                </a:spcBef>
                <a:spcAft>
                  <a:spcPts val="0"/>
                </a:spcAft>
                <a:defRPr/>
              </a:pPr>
              <a:endParaRPr kumimoji="0" lang="zh-CN" altLang="en-US" sz="1800" kern="0">
                <a:solidFill>
                  <a:sysClr val="windowText" lastClr="000000"/>
                </a:solidFill>
                <a:latin typeface="Arial" charset="0"/>
              </a:endParaRPr>
            </a:p>
          </p:txBody>
        </p:sp>
        <p:graphicFrame>
          <p:nvGraphicFramePr>
            <p:cNvPr id="82968" name="Object 19">
              <a:extLst>
                <a:ext uri="{FF2B5EF4-FFF2-40B4-BE49-F238E27FC236}">
                  <a16:creationId xmlns:a16="http://schemas.microsoft.com/office/drawing/2014/main" id="{025D50D9-A777-41AC-BCF9-804E4690EE66}"/>
                </a:ext>
              </a:extLst>
            </p:cNvPr>
            <p:cNvGraphicFramePr>
              <a:graphicFrameLocks noChangeAspect="1"/>
            </p:cNvGraphicFramePr>
            <p:nvPr/>
          </p:nvGraphicFramePr>
          <p:xfrm>
            <a:off x="2829" y="2544"/>
            <a:ext cx="195" cy="195"/>
          </p:xfrm>
          <a:graphic>
            <a:graphicData uri="http://schemas.openxmlformats.org/presentationml/2006/ole">
              <mc:AlternateContent xmlns:mc="http://schemas.openxmlformats.org/markup-compatibility/2006">
                <mc:Choice xmlns:v="urn:schemas-microsoft-com:vml" Requires="v">
                  <p:oleObj spid="_x0000_s82995" name="公式" r:id="rId11" imgW="164885" imgH="164885" progId="Equation.3">
                    <p:embed/>
                  </p:oleObj>
                </mc:Choice>
                <mc:Fallback>
                  <p:oleObj name="公式" r:id="rId11" imgW="164885" imgH="164885" progId="Equation.3">
                    <p:embed/>
                    <p:pic>
                      <p:nvPicPr>
                        <p:cNvPr id="0" name="Object 1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29" y="2544"/>
                          <a:ext cx="195" cy="19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969" name="Object 20">
              <a:extLst>
                <a:ext uri="{FF2B5EF4-FFF2-40B4-BE49-F238E27FC236}">
                  <a16:creationId xmlns:a16="http://schemas.microsoft.com/office/drawing/2014/main" id="{FAE715AD-E0CA-4DFE-B3D7-472FCC7B4D2E}"/>
                </a:ext>
              </a:extLst>
            </p:cNvPr>
            <p:cNvGraphicFramePr>
              <a:graphicFrameLocks noChangeAspect="1"/>
            </p:cNvGraphicFramePr>
            <p:nvPr/>
          </p:nvGraphicFramePr>
          <p:xfrm>
            <a:off x="2109" y="2886"/>
            <a:ext cx="195" cy="195"/>
          </p:xfrm>
          <a:graphic>
            <a:graphicData uri="http://schemas.openxmlformats.org/presentationml/2006/ole">
              <mc:AlternateContent xmlns:mc="http://schemas.openxmlformats.org/markup-compatibility/2006">
                <mc:Choice xmlns:v="urn:schemas-microsoft-com:vml" Requires="v">
                  <p:oleObj spid="_x0000_s82996" name="公式" r:id="rId12" imgW="164885" imgH="164885" progId="Equation.3">
                    <p:embed/>
                  </p:oleObj>
                </mc:Choice>
                <mc:Fallback>
                  <p:oleObj name="公式" r:id="rId12" imgW="164885" imgH="164885" progId="Equation.3">
                    <p:embed/>
                    <p:pic>
                      <p:nvPicPr>
                        <p:cNvPr id="0" name="Object 2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09" y="2886"/>
                          <a:ext cx="195" cy="19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970" name="Object 21">
              <a:extLst>
                <a:ext uri="{FF2B5EF4-FFF2-40B4-BE49-F238E27FC236}">
                  <a16:creationId xmlns:a16="http://schemas.microsoft.com/office/drawing/2014/main" id="{D80FA59F-5972-4094-B5A4-859288736B9D}"/>
                </a:ext>
              </a:extLst>
            </p:cNvPr>
            <p:cNvGraphicFramePr>
              <a:graphicFrameLocks noChangeAspect="1"/>
            </p:cNvGraphicFramePr>
            <p:nvPr/>
          </p:nvGraphicFramePr>
          <p:xfrm>
            <a:off x="2095" y="2464"/>
            <a:ext cx="195" cy="195"/>
          </p:xfrm>
          <a:graphic>
            <a:graphicData uri="http://schemas.openxmlformats.org/presentationml/2006/ole">
              <mc:AlternateContent xmlns:mc="http://schemas.openxmlformats.org/markup-compatibility/2006">
                <mc:Choice xmlns:v="urn:schemas-microsoft-com:vml" Requires="v">
                  <p:oleObj spid="_x0000_s82997" name="公式" r:id="rId13" imgW="164885" imgH="164885" progId="Equation.3">
                    <p:embed/>
                  </p:oleObj>
                </mc:Choice>
                <mc:Fallback>
                  <p:oleObj name="公式" r:id="rId13" imgW="164885" imgH="164885" progId="Equation.3">
                    <p:embed/>
                    <p:pic>
                      <p:nvPicPr>
                        <p:cNvPr id="0" name="Object 2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95" y="2464"/>
                          <a:ext cx="195" cy="19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971" name="Object 22">
              <a:extLst>
                <a:ext uri="{FF2B5EF4-FFF2-40B4-BE49-F238E27FC236}">
                  <a16:creationId xmlns:a16="http://schemas.microsoft.com/office/drawing/2014/main" id="{2978760F-B8A2-449A-B316-A588E2E5FF4E}"/>
                </a:ext>
              </a:extLst>
            </p:cNvPr>
            <p:cNvGraphicFramePr>
              <a:graphicFrameLocks noChangeAspect="1"/>
            </p:cNvGraphicFramePr>
            <p:nvPr/>
          </p:nvGraphicFramePr>
          <p:xfrm>
            <a:off x="3168" y="2630"/>
            <a:ext cx="672" cy="346"/>
          </p:xfrm>
          <a:graphic>
            <a:graphicData uri="http://schemas.openxmlformats.org/presentationml/2006/ole">
              <mc:AlternateContent xmlns:mc="http://schemas.openxmlformats.org/markup-compatibility/2006">
                <mc:Choice xmlns:v="urn:schemas-microsoft-com:vml" Requires="v">
                  <p:oleObj spid="_x0000_s82998" name="公式" r:id="rId14" imgW="393529" imgH="203112" progId="Equation.3">
                    <p:embed/>
                  </p:oleObj>
                </mc:Choice>
                <mc:Fallback>
                  <p:oleObj name="公式" r:id="rId14" imgW="393529" imgH="203112" progId="Equation.3">
                    <p:embed/>
                    <p:pic>
                      <p:nvPicPr>
                        <p:cNvPr id="0" name="Object 2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168" y="2630"/>
                          <a:ext cx="672" cy="3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972" name="Rectangle 23">
              <a:extLst>
                <a:ext uri="{FF2B5EF4-FFF2-40B4-BE49-F238E27FC236}">
                  <a16:creationId xmlns:a16="http://schemas.microsoft.com/office/drawing/2014/main" id="{51D8DCDC-A85E-4378-A7FF-00CEFD3A107A}"/>
                </a:ext>
              </a:extLst>
            </p:cNvPr>
            <p:cNvSpPr>
              <a:spLocks noChangeArrowheads="1"/>
            </p:cNvSpPr>
            <p:nvPr/>
          </p:nvSpPr>
          <p:spPr bwMode="auto">
            <a:xfrm>
              <a:off x="1732" y="2441"/>
              <a:ext cx="237" cy="624"/>
            </a:xfrm>
            <a:prstGeom prst="rect">
              <a:avLst/>
            </a:prstGeom>
            <a:noFill/>
            <a:ln>
              <a:noFill/>
            </a:ln>
            <a:effectLst/>
            <a:extLst>
              <a:ext uri="{909E8E84-426E-40DD-AFC4-6F175D3DCCD1}">
                <a14:hiddenFill xmlns:a14="http://schemas.microsoft.com/office/drawing/2010/main">
                  <a:solidFill>
                    <a:srgbClr val="FFFF66">
                      <a:alpha val="89803"/>
                    </a:srgbClr>
                  </a:solidFill>
                </a14:hiddenFill>
              </a:ext>
              <a:ext uri="{91240B29-F687-4F45-9708-019B960494DF}">
                <a14:hiddenLine xmlns:a14="http://schemas.microsoft.com/office/drawing/2010/main" w="12700" algn="ctr">
                  <a:solidFill>
                    <a:srgbClr val="00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kumimoji="0" lang="en-US" altLang="zh-CN" sz="2000" b="1" noProof="1">
                  <a:solidFill>
                    <a:srgbClr val="000000"/>
                  </a:solidFill>
                  <a:latin typeface="黑体" panose="02010609060101010101" pitchFamily="49" charset="-122"/>
                  <a:ea typeface="黑体" panose="02010609060101010101" pitchFamily="49" charset="-122"/>
                </a:rPr>
                <a:t>P</a:t>
              </a:r>
              <a:br>
                <a:rPr kumimoji="0" lang="en-US" altLang="zh-CN" sz="2000" b="1" noProof="1">
                  <a:solidFill>
                    <a:srgbClr val="000000"/>
                  </a:solidFill>
                  <a:latin typeface="黑体" panose="02010609060101010101" pitchFamily="49" charset="-122"/>
                  <a:ea typeface="黑体" panose="02010609060101010101" pitchFamily="49" charset="-122"/>
                </a:rPr>
              </a:br>
              <a:r>
                <a:rPr kumimoji="0" lang="en-US" altLang="zh-CN" sz="2000" b="1" noProof="1">
                  <a:solidFill>
                    <a:srgbClr val="000000"/>
                  </a:solidFill>
                  <a:latin typeface="黑体" panose="02010609060101010101" pitchFamily="49" charset="-122"/>
                  <a:ea typeface="黑体" panose="02010609060101010101" pitchFamily="49" charset="-122"/>
                </a:rPr>
                <a:t>Q</a:t>
              </a:r>
              <a:endParaRPr kumimoji="0" lang="en-US" altLang="zh-CN" sz="2000" b="1">
                <a:solidFill>
                  <a:srgbClr val="000000"/>
                </a:solidFill>
                <a:latin typeface="黑体" panose="02010609060101010101" pitchFamily="49" charset="-122"/>
                <a:ea typeface="黑体" panose="02010609060101010101" pitchFamily="49" charset="-122"/>
              </a:endParaRPr>
            </a:p>
          </p:txBody>
        </p:sp>
      </p:grpSp>
      <p:grpSp>
        <p:nvGrpSpPr>
          <p:cNvPr id="82954" name="Group 24">
            <a:extLst>
              <a:ext uri="{FF2B5EF4-FFF2-40B4-BE49-F238E27FC236}">
                <a16:creationId xmlns:a16="http://schemas.microsoft.com/office/drawing/2014/main" id="{11249C44-5A3D-4A23-9FC5-C495587243F0}"/>
              </a:ext>
            </a:extLst>
          </p:cNvPr>
          <p:cNvGrpSpPr>
            <a:grpSpLocks/>
          </p:cNvGrpSpPr>
          <p:nvPr/>
        </p:nvGrpSpPr>
        <p:grpSpPr bwMode="auto">
          <a:xfrm>
            <a:off x="6629400" y="2921000"/>
            <a:ext cx="2190750" cy="579438"/>
            <a:chOff x="3202" y="3203"/>
            <a:chExt cx="2154" cy="365"/>
          </a:xfrm>
        </p:grpSpPr>
        <p:sp>
          <p:nvSpPr>
            <p:cNvPr id="29" name="AutoShape 25">
              <a:extLst>
                <a:ext uri="{FF2B5EF4-FFF2-40B4-BE49-F238E27FC236}">
                  <a16:creationId xmlns:a16="http://schemas.microsoft.com/office/drawing/2014/main" id="{EB88A186-92D8-4638-874E-995807FFC01B}"/>
                </a:ext>
              </a:extLst>
            </p:cNvPr>
            <p:cNvSpPr>
              <a:spLocks noChangeArrowheads="1"/>
            </p:cNvSpPr>
            <p:nvPr/>
          </p:nvSpPr>
          <p:spPr bwMode="auto">
            <a:xfrm rot="5400000" flipH="1">
              <a:off x="4080" y="3168"/>
              <a:ext cx="288" cy="482"/>
            </a:xfrm>
            <a:prstGeom prst="triangle">
              <a:avLst>
                <a:gd name="adj" fmla="val 50000"/>
              </a:avLst>
            </a:prstGeom>
            <a:noFill/>
            <a:ln w="9525">
              <a:solidFill>
                <a:srgbClr val="000000"/>
              </a:solidFill>
              <a:miter lim="800000"/>
              <a:headEnd/>
              <a:tailEnd/>
            </a:ln>
            <a:effectLst/>
          </p:spPr>
          <p:txBody>
            <a:bodyPr rot="10800000" vert="eaVert" wrap="none" anchor="ctr"/>
            <a:lstStyle/>
            <a:p>
              <a:pPr algn="ctr" eaLnBrk="1" fontAlgn="auto" hangingPunct="1">
                <a:spcBef>
                  <a:spcPts val="0"/>
                </a:spcBef>
                <a:spcAft>
                  <a:spcPts val="0"/>
                </a:spcAft>
                <a:defRPr/>
              </a:pPr>
              <a:endParaRPr kumimoji="0" lang="zh-CN" altLang="en-US" sz="1800" kern="0">
                <a:solidFill>
                  <a:sysClr val="windowText" lastClr="000000"/>
                </a:solidFill>
                <a:latin typeface="Arial" charset="0"/>
              </a:endParaRPr>
            </a:p>
          </p:txBody>
        </p:sp>
        <p:sp>
          <p:nvSpPr>
            <p:cNvPr id="30" name="AutoShape 26">
              <a:extLst>
                <a:ext uri="{FF2B5EF4-FFF2-40B4-BE49-F238E27FC236}">
                  <a16:creationId xmlns:a16="http://schemas.microsoft.com/office/drawing/2014/main" id="{CCE1CE0D-9C15-4F23-990C-F31F4EF60739}"/>
                </a:ext>
              </a:extLst>
            </p:cNvPr>
            <p:cNvSpPr>
              <a:spLocks noChangeArrowheads="1"/>
            </p:cNvSpPr>
            <p:nvPr/>
          </p:nvSpPr>
          <p:spPr bwMode="auto">
            <a:xfrm>
              <a:off x="4466" y="3411"/>
              <a:ext cx="45" cy="45"/>
            </a:xfrm>
            <a:prstGeom prst="flowChartConnector">
              <a:avLst/>
            </a:prstGeom>
            <a:solidFill>
              <a:srgbClr val="FFFFFF"/>
            </a:solidFill>
            <a:ln w="9525">
              <a:solidFill>
                <a:srgbClr val="000000"/>
              </a:solidFill>
              <a:round/>
              <a:headEnd/>
              <a:tailEnd/>
            </a:ln>
            <a:effectLst/>
          </p:spPr>
          <p:txBody>
            <a:bodyPr wrap="none" anchor="ctr"/>
            <a:lstStyle/>
            <a:p>
              <a:pPr algn="ctr" eaLnBrk="1" fontAlgn="auto" hangingPunct="1">
                <a:spcBef>
                  <a:spcPts val="0"/>
                </a:spcBef>
                <a:spcAft>
                  <a:spcPts val="0"/>
                </a:spcAft>
                <a:defRPr/>
              </a:pPr>
              <a:endParaRPr kumimoji="0" lang="zh-CN" altLang="en-US" sz="1800" kern="0">
                <a:solidFill>
                  <a:sysClr val="windowText" lastClr="000000"/>
                </a:solidFill>
                <a:latin typeface="Arial" charset="0"/>
              </a:endParaRPr>
            </a:p>
          </p:txBody>
        </p:sp>
        <p:sp>
          <p:nvSpPr>
            <p:cNvPr id="31" name="Line 27">
              <a:extLst>
                <a:ext uri="{FF2B5EF4-FFF2-40B4-BE49-F238E27FC236}">
                  <a16:creationId xmlns:a16="http://schemas.microsoft.com/office/drawing/2014/main" id="{C48A4A70-5FB5-49CB-B14F-19D4C1FBE354}"/>
                </a:ext>
              </a:extLst>
            </p:cNvPr>
            <p:cNvSpPr>
              <a:spLocks noChangeShapeType="1"/>
            </p:cNvSpPr>
            <p:nvPr/>
          </p:nvSpPr>
          <p:spPr bwMode="auto">
            <a:xfrm flipH="1">
              <a:off x="3503" y="3408"/>
              <a:ext cx="481" cy="0"/>
            </a:xfrm>
            <a:prstGeom prst="line">
              <a:avLst/>
            </a:prstGeom>
            <a:noFill/>
            <a:ln w="9525">
              <a:solidFill>
                <a:srgbClr val="000000"/>
              </a:solidFill>
              <a:round/>
              <a:headEnd/>
              <a:tailEnd/>
            </a:ln>
            <a:effectLst/>
          </p:spPr>
          <p:txBody>
            <a:bodyPr wrap="none" anchor="ctr"/>
            <a:lstStyle/>
            <a:p>
              <a:pPr algn="ctr" eaLnBrk="1" fontAlgn="auto" hangingPunct="1">
                <a:spcBef>
                  <a:spcPts val="0"/>
                </a:spcBef>
                <a:spcAft>
                  <a:spcPts val="0"/>
                </a:spcAft>
                <a:defRPr/>
              </a:pPr>
              <a:endParaRPr kumimoji="0" lang="zh-CN" altLang="en-US" sz="1800" kern="0">
                <a:solidFill>
                  <a:sysClr val="windowText" lastClr="000000"/>
                </a:solidFill>
                <a:latin typeface="Arial" charset="0"/>
              </a:endParaRPr>
            </a:p>
          </p:txBody>
        </p:sp>
        <p:graphicFrame>
          <p:nvGraphicFramePr>
            <p:cNvPr id="82961" name="Object 28">
              <a:extLst>
                <a:ext uri="{FF2B5EF4-FFF2-40B4-BE49-F238E27FC236}">
                  <a16:creationId xmlns:a16="http://schemas.microsoft.com/office/drawing/2014/main" id="{0BC9314A-D80B-41BE-B658-87D1F3453591}"/>
                </a:ext>
              </a:extLst>
            </p:cNvPr>
            <p:cNvGraphicFramePr>
              <a:graphicFrameLocks noChangeAspect="1"/>
            </p:cNvGraphicFramePr>
            <p:nvPr/>
          </p:nvGraphicFramePr>
          <p:xfrm>
            <a:off x="4992" y="3256"/>
            <a:ext cx="364" cy="248"/>
          </p:xfrm>
          <a:graphic>
            <a:graphicData uri="http://schemas.openxmlformats.org/presentationml/2006/ole">
              <mc:AlternateContent xmlns:mc="http://schemas.openxmlformats.org/markup-compatibility/2006">
                <mc:Choice xmlns:v="urn:schemas-microsoft-com:vml" Requires="v">
                  <p:oleObj spid="_x0000_s82999" name="公式" r:id="rId16" imgW="241091" imgH="164957" progId="Equation.3">
                    <p:embed/>
                  </p:oleObj>
                </mc:Choice>
                <mc:Fallback>
                  <p:oleObj name="公式" r:id="rId16" imgW="241091" imgH="164957" progId="Equation.3">
                    <p:embed/>
                    <p:pic>
                      <p:nvPicPr>
                        <p:cNvPr id="0" name="Object 2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992" y="3256"/>
                          <a:ext cx="364"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3" name="Line 29">
              <a:extLst>
                <a:ext uri="{FF2B5EF4-FFF2-40B4-BE49-F238E27FC236}">
                  <a16:creationId xmlns:a16="http://schemas.microsoft.com/office/drawing/2014/main" id="{25E88B78-841E-4578-9DF8-E3C611A75B36}"/>
                </a:ext>
              </a:extLst>
            </p:cNvPr>
            <p:cNvSpPr>
              <a:spLocks noChangeShapeType="1"/>
            </p:cNvSpPr>
            <p:nvPr/>
          </p:nvSpPr>
          <p:spPr bwMode="auto">
            <a:xfrm>
              <a:off x="4512" y="3408"/>
              <a:ext cx="432" cy="0"/>
            </a:xfrm>
            <a:prstGeom prst="line">
              <a:avLst/>
            </a:prstGeom>
            <a:noFill/>
            <a:ln w="9525">
              <a:solidFill>
                <a:srgbClr val="000000"/>
              </a:solidFill>
              <a:round/>
              <a:headEnd/>
              <a:tailEnd type="triangle" w="med" len="med"/>
            </a:ln>
            <a:effectLst/>
          </p:spPr>
          <p:txBody>
            <a:bodyPr wrap="none"/>
            <a:lstStyle/>
            <a:p>
              <a:pPr algn="ctr" eaLnBrk="1" fontAlgn="auto" hangingPunct="1">
                <a:spcBef>
                  <a:spcPts val="0"/>
                </a:spcBef>
                <a:spcAft>
                  <a:spcPts val="0"/>
                </a:spcAft>
                <a:defRPr/>
              </a:pPr>
              <a:endParaRPr kumimoji="0" lang="zh-CN" altLang="en-US" sz="1800" kern="0">
                <a:solidFill>
                  <a:sysClr val="windowText" lastClr="000000"/>
                </a:solidFill>
                <a:latin typeface="Arial" charset="0"/>
              </a:endParaRPr>
            </a:p>
          </p:txBody>
        </p:sp>
        <p:sp>
          <p:nvSpPr>
            <p:cNvPr id="34" name="Rectangle 30">
              <a:extLst>
                <a:ext uri="{FF2B5EF4-FFF2-40B4-BE49-F238E27FC236}">
                  <a16:creationId xmlns:a16="http://schemas.microsoft.com/office/drawing/2014/main" id="{54981586-1283-4898-BD70-0F51E46BC2CA}"/>
                </a:ext>
              </a:extLst>
            </p:cNvPr>
            <p:cNvSpPr>
              <a:spLocks noChangeArrowheads="1"/>
            </p:cNvSpPr>
            <p:nvPr/>
          </p:nvSpPr>
          <p:spPr bwMode="auto">
            <a:xfrm>
              <a:off x="3202" y="3203"/>
              <a:ext cx="382" cy="365"/>
            </a:xfrm>
            <a:prstGeom prst="rect">
              <a:avLst/>
            </a:prstGeom>
            <a:noFill/>
            <a:ln>
              <a:noFill/>
            </a:ln>
            <a:effectLst/>
          </p:spPr>
          <p:txBody>
            <a:bodyPr wrap="none">
              <a:spAutoFit/>
            </a:bodyPr>
            <a:lstStyle/>
            <a:p>
              <a:pPr algn="ctr" eaLnBrk="1" fontAlgn="auto" hangingPunct="1">
                <a:spcBef>
                  <a:spcPts val="0"/>
                </a:spcBef>
                <a:spcAft>
                  <a:spcPts val="0"/>
                </a:spcAft>
                <a:defRPr/>
              </a:pPr>
              <a:r>
                <a:rPr kumimoji="0" lang="en-US" altLang="zh-CN" sz="3200" b="1" kern="0" noProof="1">
                  <a:solidFill>
                    <a:sysClr val="windowText" lastClr="000000"/>
                  </a:solidFill>
                  <a:latin typeface="黑体" pitchFamily="2" charset="-122"/>
                  <a:ea typeface="黑体" pitchFamily="2" charset="-122"/>
                </a:rPr>
                <a:t>P</a:t>
              </a:r>
              <a:endParaRPr kumimoji="0" lang="en-US" altLang="zh-CN" sz="3200" b="1" kern="0">
                <a:solidFill>
                  <a:sysClr val="windowText" lastClr="000000"/>
                </a:solidFill>
                <a:latin typeface="黑体" pitchFamily="2" charset="-122"/>
                <a:ea typeface="黑体" pitchFamily="2" charset="-122"/>
              </a:endParaRPr>
            </a:p>
          </p:txBody>
        </p:sp>
      </p:grpSp>
      <p:sp>
        <p:nvSpPr>
          <p:cNvPr id="35" name="Rectangle 31">
            <a:extLst>
              <a:ext uri="{FF2B5EF4-FFF2-40B4-BE49-F238E27FC236}">
                <a16:creationId xmlns:a16="http://schemas.microsoft.com/office/drawing/2014/main" id="{F7DDE8C3-3891-4911-BD92-2ED315A7F199}"/>
              </a:ext>
            </a:extLst>
          </p:cNvPr>
          <p:cNvSpPr>
            <a:spLocks noChangeArrowheads="1"/>
          </p:cNvSpPr>
          <p:nvPr/>
        </p:nvSpPr>
        <p:spPr bwMode="auto">
          <a:xfrm>
            <a:off x="684213" y="3944938"/>
            <a:ext cx="8351837" cy="2085975"/>
          </a:xfrm>
          <a:prstGeom prst="rect">
            <a:avLst/>
          </a:prstGeom>
          <a:noFill/>
          <a:ln>
            <a:noFill/>
          </a:ln>
          <a:effectLst/>
        </p:spPr>
        <p:txBody>
          <a:bodyPr anchor="ctr">
            <a:spAutoFit/>
          </a:bodyPr>
          <a:lstStyle>
            <a:lvl1pPr>
              <a:spcBef>
                <a:spcPct val="0"/>
              </a:spcBef>
              <a:defRPr>
                <a:solidFill>
                  <a:schemeClr val="tx1"/>
                </a:solidFill>
                <a:latin typeface="Arial" panose="020B0604020202020204" pitchFamily="34" charset="0"/>
                <a:ea typeface="宋体" panose="02010600030101010101" pitchFamily="2" charset="-122"/>
              </a:defRPr>
            </a:lvl1pPr>
            <a:lvl2pPr marL="742950" indent="-285750">
              <a:spcBef>
                <a:spcPct val="0"/>
              </a:spcBef>
              <a:defRPr>
                <a:solidFill>
                  <a:schemeClr val="tx1"/>
                </a:solidFill>
                <a:latin typeface="Arial" panose="020B0604020202020204" pitchFamily="34" charset="0"/>
                <a:ea typeface="宋体" panose="02010600030101010101" pitchFamily="2" charset="-122"/>
              </a:defRPr>
            </a:lvl2pPr>
            <a:lvl3pPr marL="1143000" indent="-228600">
              <a:spcBef>
                <a:spcPct val="0"/>
              </a:spcBef>
              <a:defRPr>
                <a:solidFill>
                  <a:schemeClr val="tx1"/>
                </a:solidFill>
                <a:latin typeface="Arial" panose="020B0604020202020204" pitchFamily="34" charset="0"/>
                <a:ea typeface="宋体" panose="02010600030101010101" pitchFamily="2" charset="-122"/>
              </a:defRPr>
            </a:lvl3pPr>
            <a:lvl4pPr marL="1600200" indent="-228600">
              <a:spcBef>
                <a:spcPct val="0"/>
              </a:spcBef>
              <a:defRPr>
                <a:solidFill>
                  <a:schemeClr val="tx1"/>
                </a:solidFill>
                <a:latin typeface="Arial" panose="020B0604020202020204" pitchFamily="34" charset="0"/>
                <a:ea typeface="宋体" panose="02010600030101010101" pitchFamily="2" charset="-122"/>
              </a:defRPr>
            </a:lvl4pPr>
            <a:lvl5pPr marL="2057400" indent="-228600">
              <a:spcBef>
                <a:spcPct val="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spcAft>
                <a:spcPct val="20000"/>
              </a:spcAft>
              <a:buClr>
                <a:schemeClr val="hlink"/>
              </a:buClr>
              <a:buFont typeface="Wingdings 2" panose="05020102010507070707" pitchFamily="18" charset="2"/>
              <a:buNone/>
              <a:defRPr/>
            </a:pPr>
            <a:r>
              <a:rPr kumimoji="0" lang="en-US" altLang="zh-CN" sz="2400" b="1" dirty="0">
                <a:solidFill>
                  <a:srgbClr val="006600"/>
                </a:solidFill>
                <a:effectLst>
                  <a:outerShdw blurRad="38100" dist="38100" dir="2700000" algn="tl">
                    <a:srgbClr val="C0C0C0"/>
                  </a:outerShdw>
                </a:effectLst>
                <a:latin typeface="宋体" panose="02010600030101010101" pitchFamily="2" charset="-122"/>
              </a:rPr>
              <a:t>【</a:t>
            </a:r>
            <a:r>
              <a:rPr kumimoji="0" lang="zh-CN" altLang="en-US" sz="2400" b="1" dirty="0">
                <a:solidFill>
                  <a:srgbClr val="006600"/>
                </a:solidFill>
                <a:effectLst>
                  <a:outerShdw blurRad="38100" dist="38100" dir="2700000" algn="tl">
                    <a:srgbClr val="C0C0C0"/>
                  </a:outerShdw>
                </a:effectLst>
                <a:latin typeface="宋体" panose="02010600030101010101" pitchFamily="2" charset="-122"/>
              </a:rPr>
              <a:t>解</a:t>
            </a:r>
            <a:r>
              <a:rPr kumimoji="0" lang="en-US" altLang="zh-CN" sz="2400" b="1" dirty="0">
                <a:solidFill>
                  <a:srgbClr val="006600"/>
                </a:solidFill>
                <a:effectLst>
                  <a:outerShdw blurRad="38100" dist="38100" dir="2700000" algn="tl">
                    <a:srgbClr val="C0C0C0"/>
                  </a:outerShdw>
                </a:effectLst>
                <a:latin typeface="宋体" panose="02010600030101010101" pitchFamily="2" charset="-122"/>
              </a:rPr>
              <a:t>】</a:t>
            </a:r>
            <a:r>
              <a:rPr lang="zh-CN" altLang="en-US" sz="2400" b="1" dirty="0">
                <a:solidFill>
                  <a:srgbClr val="2203DD"/>
                </a:solidFill>
                <a:latin typeface="黑体" panose="02010609060101010101" pitchFamily="49" charset="-122"/>
                <a:ea typeface="黑体" panose="02010609060101010101" pitchFamily="49" charset="-122"/>
              </a:rPr>
              <a:t>设</a:t>
            </a:r>
            <a:r>
              <a:rPr lang="en-US" altLang="zh-CN" sz="2400" b="1" dirty="0">
                <a:solidFill>
                  <a:srgbClr val="2203DD"/>
                </a:solidFill>
                <a:latin typeface="黑体" panose="02010609060101010101" pitchFamily="49" charset="-122"/>
                <a:ea typeface="黑体" panose="02010609060101010101" pitchFamily="49" charset="-122"/>
              </a:rPr>
              <a:t>P</a:t>
            </a:r>
            <a:r>
              <a:rPr lang="zh-CN" altLang="en-US" sz="2400" b="1" dirty="0">
                <a:solidFill>
                  <a:srgbClr val="2203DD"/>
                </a:solidFill>
                <a:latin typeface="黑体" panose="02010609060101010101" pitchFamily="49" charset="-122"/>
                <a:ea typeface="黑体" panose="02010609060101010101" pitchFamily="49" charset="-122"/>
              </a:rPr>
              <a:t>：输入端Ｐ为高电位，</a:t>
            </a:r>
            <a:r>
              <a:rPr lang="en-US" altLang="zh-CN" sz="2400" b="1" dirty="0">
                <a:solidFill>
                  <a:srgbClr val="2203DD"/>
                </a:solidFill>
                <a:latin typeface="黑体" panose="02010609060101010101" pitchFamily="49" charset="-122"/>
                <a:ea typeface="黑体" panose="02010609060101010101" pitchFamily="49" charset="-122"/>
              </a:rPr>
              <a:t>Q</a:t>
            </a:r>
            <a:r>
              <a:rPr lang="zh-CN" altLang="en-US" sz="2400" b="1" dirty="0">
                <a:solidFill>
                  <a:srgbClr val="2203DD"/>
                </a:solidFill>
                <a:latin typeface="黑体" panose="02010609060101010101" pitchFamily="49" charset="-122"/>
                <a:ea typeface="黑体" panose="02010609060101010101" pitchFamily="49" charset="-122"/>
              </a:rPr>
              <a:t>：输入端Ｑ为高电位</a:t>
            </a:r>
            <a:r>
              <a:rPr lang="en-US" altLang="zh-CN" sz="2400" b="1" dirty="0">
                <a:solidFill>
                  <a:srgbClr val="2203DD"/>
                </a:solidFill>
                <a:latin typeface="黑体" panose="02010609060101010101" pitchFamily="49" charset="-122"/>
                <a:ea typeface="黑体" panose="02010609060101010101" pitchFamily="49" charset="-122"/>
              </a:rPr>
              <a:t>,</a:t>
            </a:r>
            <a:r>
              <a:rPr lang="zh-CN" altLang="en-US" sz="2400" b="1" dirty="0">
                <a:solidFill>
                  <a:srgbClr val="2203DD"/>
                </a:solidFill>
                <a:latin typeface="黑体" panose="02010609060101010101" pitchFamily="49" charset="-122"/>
                <a:ea typeface="黑体" panose="02010609060101010101" pitchFamily="49" charset="-122"/>
              </a:rPr>
              <a:t>则</a:t>
            </a:r>
            <a:endParaRPr lang="en-US" altLang="zh-CN" sz="2400" b="1" dirty="0">
              <a:solidFill>
                <a:srgbClr val="2203DD"/>
              </a:solidFill>
              <a:latin typeface="黑体" panose="02010609060101010101" pitchFamily="49" charset="-122"/>
              <a:ea typeface="黑体" panose="02010609060101010101" pitchFamily="49" charset="-122"/>
            </a:endParaRPr>
          </a:p>
          <a:p>
            <a:pPr eaLnBrk="1" hangingPunct="1">
              <a:lnSpc>
                <a:spcPct val="120000"/>
              </a:lnSpc>
              <a:spcAft>
                <a:spcPct val="20000"/>
              </a:spcAft>
              <a:buClr>
                <a:schemeClr val="hlink"/>
              </a:buClr>
              <a:buFont typeface="Wingdings 2" panose="05020102010507070707" pitchFamily="18" charset="2"/>
              <a:buNone/>
              <a:defRPr/>
            </a:pPr>
            <a:r>
              <a:rPr lang="zh-CN" altLang="en-US" sz="2400" b="1" dirty="0">
                <a:solidFill>
                  <a:srgbClr val="000000"/>
                </a:solidFill>
                <a:latin typeface="黑体" panose="02010609060101010101" pitchFamily="49" charset="-122"/>
                <a:ea typeface="黑体" panose="02010609060101010101" pitchFamily="49" charset="-122"/>
              </a:rPr>
              <a:t>        </a:t>
            </a:r>
            <a:r>
              <a:rPr lang="zh-CN" altLang="en-US" sz="2400" b="1" dirty="0">
                <a:solidFill>
                  <a:srgbClr val="008000"/>
                </a:solidFill>
                <a:ea typeface="黑体" panose="02010609060101010101" pitchFamily="49" charset="-122"/>
              </a:rPr>
              <a:t>“</a:t>
            </a:r>
            <a:r>
              <a:rPr lang="zh-CN" altLang="en-US" sz="2400" b="1" dirty="0">
                <a:solidFill>
                  <a:srgbClr val="008000"/>
                </a:solidFill>
                <a:latin typeface="黑体" panose="02010609060101010101" pitchFamily="49" charset="-122"/>
                <a:ea typeface="黑体" panose="02010609060101010101" pitchFamily="49" charset="-122"/>
              </a:rPr>
              <a:t>与门</a:t>
            </a:r>
            <a:r>
              <a:rPr lang="zh-CN" altLang="en-US" sz="2400" b="1" dirty="0">
                <a:solidFill>
                  <a:srgbClr val="008000"/>
                </a:solidFill>
                <a:ea typeface="黑体" panose="02010609060101010101" pitchFamily="49" charset="-122"/>
              </a:rPr>
              <a:t>”</a:t>
            </a:r>
            <a:r>
              <a:rPr lang="zh-CN" altLang="en-US" sz="2400" b="1" dirty="0">
                <a:solidFill>
                  <a:srgbClr val="008000"/>
                </a:solidFill>
                <a:latin typeface="黑体" panose="02010609060101010101" pitchFamily="49" charset="-122"/>
                <a:ea typeface="黑体" panose="02010609060101010101" pitchFamily="49" charset="-122"/>
              </a:rPr>
              <a:t>  </a:t>
            </a:r>
            <a:r>
              <a:rPr lang="zh-CN" altLang="en-US" sz="2400" b="1" dirty="0">
                <a:solidFill>
                  <a:srgbClr val="000000"/>
                </a:solidFill>
                <a:latin typeface="黑体" panose="02010609060101010101" pitchFamily="49" charset="-122"/>
                <a:ea typeface="黑体" panose="02010609060101010101" pitchFamily="49" charset="-122"/>
              </a:rPr>
              <a:t>对应于  </a:t>
            </a:r>
            <a:r>
              <a:rPr lang="en-US" altLang="zh-CN" sz="2400" b="1" dirty="0">
                <a:solidFill>
                  <a:srgbClr val="FF0000"/>
                </a:solidFill>
                <a:latin typeface="黑体" panose="02010609060101010101" pitchFamily="49" charset="-122"/>
                <a:ea typeface="黑体" panose="02010609060101010101" pitchFamily="49" charset="-122"/>
              </a:rPr>
              <a:t>P∧Q</a:t>
            </a:r>
            <a:r>
              <a:rPr lang="en-US" altLang="zh-CN" sz="2400" b="1" dirty="0">
                <a:solidFill>
                  <a:srgbClr val="000000"/>
                </a:solidFill>
                <a:latin typeface="黑体" panose="02010609060101010101" pitchFamily="49" charset="-122"/>
                <a:ea typeface="黑体" panose="02010609060101010101" pitchFamily="49" charset="-122"/>
              </a:rPr>
              <a:t> </a:t>
            </a:r>
          </a:p>
          <a:p>
            <a:pPr eaLnBrk="1" hangingPunct="1">
              <a:lnSpc>
                <a:spcPct val="120000"/>
              </a:lnSpc>
              <a:spcAft>
                <a:spcPct val="20000"/>
              </a:spcAft>
              <a:buClr>
                <a:schemeClr val="hlink"/>
              </a:buClr>
              <a:buFont typeface="Wingdings 2" panose="05020102010507070707" pitchFamily="18" charset="2"/>
              <a:buNone/>
              <a:defRPr/>
            </a:pPr>
            <a:r>
              <a:rPr lang="en-US" altLang="zh-CN" sz="2400" b="1" dirty="0">
                <a:solidFill>
                  <a:srgbClr val="008000"/>
                </a:solidFill>
                <a:latin typeface="黑体" panose="02010609060101010101" pitchFamily="49" charset="-122"/>
                <a:ea typeface="黑体" panose="02010609060101010101" pitchFamily="49" charset="-122"/>
              </a:rPr>
              <a:t>         </a:t>
            </a:r>
            <a:r>
              <a:rPr lang="en-US" altLang="zh-CN" sz="2400" b="1" dirty="0">
                <a:solidFill>
                  <a:srgbClr val="008000"/>
                </a:solidFill>
                <a:ea typeface="黑体" panose="02010609060101010101" pitchFamily="49" charset="-122"/>
              </a:rPr>
              <a:t>“</a:t>
            </a:r>
            <a:r>
              <a:rPr lang="zh-CN" altLang="en-US" sz="2400" b="1" dirty="0">
                <a:solidFill>
                  <a:srgbClr val="008000"/>
                </a:solidFill>
                <a:latin typeface="黑体" panose="02010609060101010101" pitchFamily="49" charset="-122"/>
                <a:ea typeface="黑体" panose="02010609060101010101" pitchFamily="49" charset="-122"/>
              </a:rPr>
              <a:t>或门</a:t>
            </a:r>
            <a:r>
              <a:rPr lang="zh-CN" altLang="en-US" sz="2400" b="1" dirty="0">
                <a:solidFill>
                  <a:srgbClr val="008000"/>
                </a:solidFill>
                <a:ea typeface="黑体" panose="02010609060101010101" pitchFamily="49" charset="-122"/>
              </a:rPr>
              <a:t>”</a:t>
            </a:r>
            <a:r>
              <a:rPr lang="zh-CN" altLang="en-US" sz="2400" b="1" dirty="0">
                <a:solidFill>
                  <a:srgbClr val="008000"/>
                </a:solidFill>
                <a:latin typeface="黑体" panose="02010609060101010101" pitchFamily="49" charset="-122"/>
                <a:ea typeface="黑体" panose="02010609060101010101" pitchFamily="49" charset="-122"/>
              </a:rPr>
              <a:t>  </a:t>
            </a:r>
            <a:r>
              <a:rPr lang="zh-CN" altLang="en-US" sz="2400" b="1" dirty="0">
                <a:solidFill>
                  <a:srgbClr val="000000"/>
                </a:solidFill>
                <a:latin typeface="黑体" panose="02010609060101010101" pitchFamily="49" charset="-122"/>
                <a:ea typeface="黑体" panose="02010609060101010101" pitchFamily="49" charset="-122"/>
              </a:rPr>
              <a:t>对应于 </a:t>
            </a:r>
            <a:r>
              <a:rPr lang="zh-CN" altLang="en-US" sz="2400" b="1" dirty="0">
                <a:solidFill>
                  <a:srgbClr val="FF0000"/>
                </a:solidFill>
                <a:latin typeface="黑体" panose="02010609060101010101" pitchFamily="49" charset="-122"/>
                <a:ea typeface="黑体" panose="02010609060101010101" pitchFamily="49" charset="-122"/>
              </a:rPr>
              <a:t> </a:t>
            </a:r>
            <a:r>
              <a:rPr lang="en-US" altLang="zh-CN" sz="2400" b="1" dirty="0">
                <a:solidFill>
                  <a:srgbClr val="FF0000"/>
                </a:solidFill>
                <a:latin typeface="黑体" panose="02010609060101010101" pitchFamily="49" charset="-122"/>
                <a:ea typeface="黑体" panose="02010609060101010101" pitchFamily="49" charset="-122"/>
              </a:rPr>
              <a:t>P∨Q</a:t>
            </a:r>
          </a:p>
          <a:p>
            <a:pPr eaLnBrk="1" hangingPunct="1">
              <a:lnSpc>
                <a:spcPct val="120000"/>
              </a:lnSpc>
              <a:spcAft>
                <a:spcPct val="20000"/>
              </a:spcAft>
              <a:buClr>
                <a:schemeClr val="hlink"/>
              </a:buClr>
              <a:buFont typeface="Wingdings 2" panose="05020102010507070707" pitchFamily="18" charset="2"/>
              <a:buNone/>
              <a:defRPr/>
            </a:pPr>
            <a:r>
              <a:rPr lang="en-US" altLang="zh-CN" sz="2400" b="1" dirty="0">
                <a:solidFill>
                  <a:srgbClr val="008000"/>
                </a:solidFill>
                <a:latin typeface="黑体" panose="02010609060101010101" pitchFamily="49" charset="-122"/>
                <a:ea typeface="黑体" panose="02010609060101010101" pitchFamily="49" charset="-122"/>
              </a:rPr>
              <a:t>        “</a:t>
            </a:r>
            <a:r>
              <a:rPr lang="zh-CN" altLang="en-US" sz="2400" b="1" dirty="0">
                <a:solidFill>
                  <a:srgbClr val="008000"/>
                </a:solidFill>
                <a:latin typeface="黑体" panose="02010609060101010101" pitchFamily="49" charset="-122"/>
                <a:ea typeface="黑体" panose="02010609060101010101" pitchFamily="49" charset="-122"/>
              </a:rPr>
              <a:t>非门”</a:t>
            </a:r>
            <a:r>
              <a:rPr lang="zh-CN" altLang="en-US" sz="2400" b="1" dirty="0">
                <a:solidFill>
                  <a:srgbClr val="000000"/>
                </a:solidFill>
                <a:latin typeface="黑体" panose="02010609060101010101" pitchFamily="49" charset="-122"/>
                <a:ea typeface="黑体" panose="02010609060101010101" pitchFamily="49" charset="-122"/>
              </a:rPr>
              <a:t>对应于   </a:t>
            </a:r>
            <a:r>
              <a:rPr lang="zh-CN" altLang="en-US" sz="2400" b="1" dirty="0">
                <a:solidFill>
                  <a:srgbClr val="FF0000"/>
                </a:solidFill>
                <a:latin typeface="黑体" panose="02010609060101010101" pitchFamily="49" charset="-122"/>
                <a:ea typeface="黑体" panose="02010609060101010101" pitchFamily="49" charset="-122"/>
                <a:sym typeface="Symbol" panose="05050102010706020507" pitchFamily="18" charset="2"/>
              </a:rPr>
              <a:t></a:t>
            </a:r>
            <a:r>
              <a:rPr lang="en-US" altLang="zh-CN" sz="2400" b="1" dirty="0">
                <a:solidFill>
                  <a:srgbClr val="FF0000"/>
                </a:solidFill>
                <a:latin typeface="黑体" panose="02010609060101010101" pitchFamily="49" charset="-122"/>
                <a:ea typeface="黑体" panose="02010609060101010101" pitchFamily="49" charset="-122"/>
              </a:rPr>
              <a:t>P</a:t>
            </a:r>
          </a:p>
        </p:txBody>
      </p:sp>
      <p:sp>
        <p:nvSpPr>
          <p:cNvPr id="82956" name="Text Box 2">
            <a:extLst>
              <a:ext uri="{FF2B5EF4-FFF2-40B4-BE49-F238E27FC236}">
                <a16:creationId xmlns:a16="http://schemas.microsoft.com/office/drawing/2014/main" id="{39714610-139B-49B9-A67F-41F28BFD2A5E}"/>
              </a:ext>
            </a:extLst>
          </p:cNvPr>
          <p:cNvSpPr txBox="1">
            <a:spLocks noChangeArrowheads="1"/>
          </p:cNvSpPr>
          <p:nvPr/>
        </p:nvSpPr>
        <p:spPr bwMode="auto">
          <a:xfrm>
            <a:off x="1435100" y="785813"/>
            <a:ext cx="60166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3"/>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应用实例</a:t>
            </a:r>
          </a:p>
        </p:txBody>
      </p:sp>
      <p:pic>
        <p:nvPicPr>
          <p:cNvPr id="82957" name="Picture 6" descr="C:\Program Files\Microsoft Office\MEDIA\CAGCAT10\j0293844.wmf">
            <a:extLst>
              <a:ext uri="{FF2B5EF4-FFF2-40B4-BE49-F238E27FC236}">
                <a16:creationId xmlns:a16="http://schemas.microsoft.com/office/drawing/2014/main" id="{A8A2860D-7F2C-41F9-B367-68810BFF83A1}"/>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778750" y="5143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日期占位符 1">
            <a:extLst>
              <a:ext uri="{FF2B5EF4-FFF2-40B4-BE49-F238E27FC236}">
                <a16:creationId xmlns:a16="http://schemas.microsoft.com/office/drawing/2014/main" id="{7EFBA489-5486-47CF-8E12-61502A9DB49B}"/>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18170186-3A8F-472D-ACD2-82B0F8171E52}"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83971" name="页脚占位符 2">
            <a:extLst>
              <a:ext uri="{FF2B5EF4-FFF2-40B4-BE49-F238E27FC236}">
                <a16:creationId xmlns:a16="http://schemas.microsoft.com/office/drawing/2014/main" id="{E4FC97D6-4808-47C9-BB80-D9A6490EB840}"/>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83972" name="灯片编号占位符 3">
            <a:extLst>
              <a:ext uri="{FF2B5EF4-FFF2-40B4-BE49-F238E27FC236}">
                <a16:creationId xmlns:a16="http://schemas.microsoft.com/office/drawing/2014/main" id="{FEE019EA-9BB3-4482-9736-32005A5F91AC}"/>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C20FD61E-1749-4DC0-8977-338F091C7CD8}" type="slidenum">
              <a:rPr lang="en-US" altLang="zh-CN" sz="1400" smtClean="0">
                <a:latin typeface="Times New Roman" panose="02020603050405020304" pitchFamily="18" charset="0"/>
                <a:ea typeface="宋体" panose="02010600030101010101" pitchFamily="2" charset="-122"/>
              </a:rPr>
              <a:pPr>
                <a:spcBef>
                  <a:spcPct val="0"/>
                </a:spcBef>
                <a:buFontTx/>
                <a:buNone/>
              </a:pPr>
              <a:t>58</a:t>
            </a:fld>
            <a:endParaRPr lang="en-US" altLang="zh-CN" sz="1400">
              <a:latin typeface="Times New Roman" panose="02020603050405020304" pitchFamily="18" charset="0"/>
              <a:ea typeface="宋体" panose="02010600030101010101" pitchFamily="2" charset="-122"/>
            </a:endParaRPr>
          </a:p>
        </p:txBody>
      </p:sp>
      <p:sp>
        <p:nvSpPr>
          <p:cNvPr id="83973" name="Text Box 2">
            <a:extLst>
              <a:ext uri="{FF2B5EF4-FFF2-40B4-BE49-F238E27FC236}">
                <a16:creationId xmlns:a16="http://schemas.microsoft.com/office/drawing/2014/main" id="{2F1AFBC7-A336-492E-A05A-A8FCB540D421}"/>
              </a:ext>
            </a:extLst>
          </p:cNvPr>
          <p:cNvSpPr txBox="1">
            <a:spLocks noChangeArrowheads="1"/>
          </p:cNvSpPr>
          <p:nvPr/>
        </p:nvSpPr>
        <p:spPr bwMode="auto">
          <a:xfrm>
            <a:off x="1435100" y="785813"/>
            <a:ext cx="60166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应用实例</a:t>
            </a:r>
          </a:p>
        </p:txBody>
      </p:sp>
      <p:pic>
        <p:nvPicPr>
          <p:cNvPr id="83974" name="Picture 6" descr="C:\Program Files\Microsoft Office\MEDIA\CAGCAT10\j0293844.wmf">
            <a:extLst>
              <a:ext uri="{FF2B5EF4-FFF2-40B4-BE49-F238E27FC236}">
                <a16:creationId xmlns:a16="http://schemas.microsoft.com/office/drawing/2014/main" id="{80FDE8B7-6B77-45EE-999B-FB4F986C5C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5143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E226E4B8-5E6E-49CF-BA48-698367F5357B}"/>
              </a:ext>
            </a:extLst>
          </p:cNvPr>
          <p:cNvSpPr>
            <a:spLocks noRot="1" noChangeAspect="1" noMove="1" noResize="1" noEditPoints="1" noAdjustHandles="1" noChangeArrowheads="1" noChangeShapeType="1" noTextEdit="1"/>
          </p:cNvSpPr>
          <p:nvPr/>
        </p:nvSpPr>
        <p:spPr>
          <a:xfrm>
            <a:off x="629816" y="2492896"/>
            <a:ext cx="7884368" cy="2246769"/>
          </a:xfrm>
          <a:prstGeom prst="rect">
            <a:avLst/>
          </a:prstGeom>
          <a:blipFill>
            <a:blip r:embed="rId4"/>
            <a:stretch>
              <a:fillRect l="-1546" t="-2981" r="-1546" b="-5420"/>
            </a:stretch>
          </a:blipFill>
        </p:spPr>
        <p:txBody>
          <a:bodyPr/>
          <a:lstStyle/>
          <a:p>
            <a:pPr>
              <a:defRPr/>
            </a:pPr>
            <a:r>
              <a:rPr lang="zh-CN" altLang="en-US">
                <a:noFill/>
              </a:rPr>
              <a:t> </a:t>
            </a:r>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日期占位符 1">
            <a:extLst>
              <a:ext uri="{FF2B5EF4-FFF2-40B4-BE49-F238E27FC236}">
                <a16:creationId xmlns:a16="http://schemas.microsoft.com/office/drawing/2014/main" id="{4CC542D9-A4F4-4F71-9571-146135B14A5F}"/>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3D455340-5173-46E8-A6A4-4CEBEDCE3A2E}"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84995" name="页脚占位符 2">
            <a:extLst>
              <a:ext uri="{FF2B5EF4-FFF2-40B4-BE49-F238E27FC236}">
                <a16:creationId xmlns:a16="http://schemas.microsoft.com/office/drawing/2014/main" id="{5E4EC4BA-8C05-4E58-BEFC-228C8B556562}"/>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84996" name="灯片编号占位符 3">
            <a:extLst>
              <a:ext uri="{FF2B5EF4-FFF2-40B4-BE49-F238E27FC236}">
                <a16:creationId xmlns:a16="http://schemas.microsoft.com/office/drawing/2014/main" id="{38C604D4-22D2-4733-B977-0A88711DCA61}"/>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06143150-55AD-4908-8540-1FDD33F639D9}" type="slidenum">
              <a:rPr lang="en-US" altLang="zh-CN" sz="1400" smtClean="0">
                <a:latin typeface="Times New Roman" panose="02020603050405020304" pitchFamily="18" charset="0"/>
                <a:ea typeface="宋体" panose="02010600030101010101" pitchFamily="2" charset="-122"/>
              </a:rPr>
              <a:pPr>
                <a:spcBef>
                  <a:spcPct val="0"/>
                </a:spcBef>
                <a:buFontTx/>
                <a:buNone/>
              </a:pPr>
              <a:t>59</a:t>
            </a:fld>
            <a:endParaRPr lang="en-US" altLang="zh-CN" sz="1400">
              <a:latin typeface="Times New Roman" panose="02020603050405020304" pitchFamily="18" charset="0"/>
              <a:ea typeface="宋体" panose="02010600030101010101" pitchFamily="2" charset="-122"/>
            </a:endParaRPr>
          </a:p>
        </p:txBody>
      </p:sp>
      <p:sp>
        <p:nvSpPr>
          <p:cNvPr id="84997" name="Text Box 2">
            <a:extLst>
              <a:ext uri="{FF2B5EF4-FFF2-40B4-BE49-F238E27FC236}">
                <a16:creationId xmlns:a16="http://schemas.microsoft.com/office/drawing/2014/main" id="{DC922013-EBB3-4960-B040-A239EA114289}"/>
              </a:ext>
            </a:extLst>
          </p:cNvPr>
          <p:cNvSpPr txBox="1">
            <a:spLocks noChangeArrowheads="1"/>
          </p:cNvSpPr>
          <p:nvPr/>
        </p:nvSpPr>
        <p:spPr bwMode="auto">
          <a:xfrm>
            <a:off x="1435100" y="785813"/>
            <a:ext cx="60166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应用实例</a:t>
            </a:r>
          </a:p>
        </p:txBody>
      </p:sp>
      <p:pic>
        <p:nvPicPr>
          <p:cNvPr id="84998" name="Picture 6" descr="C:\Program Files\Microsoft Office\MEDIA\CAGCAT10\j0293844.wmf">
            <a:extLst>
              <a:ext uri="{FF2B5EF4-FFF2-40B4-BE49-F238E27FC236}">
                <a16:creationId xmlns:a16="http://schemas.microsoft.com/office/drawing/2014/main" id="{79C6FA6E-91B6-42FC-B1C0-F1761D9C74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5143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4999" name="矩形 1">
            <a:extLst>
              <a:ext uri="{FF2B5EF4-FFF2-40B4-BE49-F238E27FC236}">
                <a16:creationId xmlns:a16="http://schemas.microsoft.com/office/drawing/2014/main" id="{E22946FE-ECE1-464B-9B82-F46E92760E5F}"/>
              </a:ext>
            </a:extLst>
          </p:cNvPr>
          <p:cNvSpPr>
            <a:spLocks noChangeArrowheads="1"/>
          </p:cNvSpPr>
          <p:nvPr/>
        </p:nvSpPr>
        <p:spPr bwMode="auto">
          <a:xfrm>
            <a:off x="468313" y="2085975"/>
            <a:ext cx="8496300" cy="419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nSpc>
                <a:spcPts val="4000"/>
              </a:lnSpc>
              <a:spcBef>
                <a:spcPct val="0"/>
              </a:spcBef>
              <a:buFontTx/>
              <a:buNone/>
            </a:pPr>
            <a:r>
              <a:rPr lang="en-US" altLang="zh-CN" sz="2800">
                <a:solidFill>
                  <a:srgbClr val="006600"/>
                </a:solidFill>
                <a:latin typeface="Times New Roman" panose="02020603050405020304" pitchFamily="18" charset="0"/>
                <a:ea typeface="宋体" panose="02010600030101010101" pitchFamily="2" charset="-122"/>
              </a:rPr>
              <a:t>【</a:t>
            </a:r>
            <a:r>
              <a:rPr lang="zh-CN" altLang="en-US" sz="2800">
                <a:solidFill>
                  <a:srgbClr val="006600"/>
                </a:solidFill>
                <a:latin typeface="Times New Roman" panose="02020603050405020304" pitchFamily="18" charset="0"/>
                <a:ea typeface="宋体" panose="02010600030101010101" pitchFamily="2" charset="-122"/>
              </a:rPr>
              <a:t>解</a:t>
            </a:r>
            <a:r>
              <a:rPr lang="en-US" altLang="zh-CN" sz="2800">
                <a:solidFill>
                  <a:srgbClr val="006600"/>
                </a:solidFill>
                <a:latin typeface="Times New Roman" panose="02020603050405020304" pitchFamily="18" charset="0"/>
                <a:ea typeface="宋体" panose="02010600030101010101" pitchFamily="2" charset="-122"/>
              </a:rPr>
              <a:t>】</a:t>
            </a:r>
            <a:r>
              <a:rPr lang="zh-CN" altLang="en-US" sz="2800">
                <a:latin typeface="Times New Roman" panose="02020603050405020304" pitchFamily="18" charset="0"/>
                <a:ea typeface="宋体" panose="02010600030101010101" pitchFamily="2" charset="-122"/>
              </a:rPr>
              <a:t>令</a:t>
            </a:r>
            <a:r>
              <a:rPr lang="en-US" altLang="zh-CN" sz="2800">
                <a:latin typeface="Times New Roman" panose="02020603050405020304" pitchFamily="18" charset="0"/>
                <a:ea typeface="宋体" panose="02010600030101010101" pitchFamily="2" charset="-122"/>
              </a:rPr>
              <a:t>P</a:t>
            </a:r>
            <a:r>
              <a:rPr lang="zh-CN" altLang="en-US" sz="2800">
                <a:latin typeface="Times New Roman" panose="02020603050405020304" pitchFamily="18" charset="0"/>
                <a:ea typeface="宋体" panose="02010600030101010101" pitchFamily="2" charset="-122"/>
              </a:rPr>
              <a:t>表示 “</a:t>
            </a:r>
            <a:r>
              <a:rPr lang="en-US" altLang="zh-CN" sz="2800">
                <a:latin typeface="Times New Roman" panose="02020603050405020304" pitchFamily="18" charset="0"/>
                <a:ea typeface="宋体" panose="02010600030101010101" pitchFamily="2" charset="-122"/>
              </a:rPr>
              <a:t>A</a:t>
            </a:r>
            <a:r>
              <a:rPr lang="zh-CN" altLang="en-US" sz="2800">
                <a:latin typeface="Times New Roman" panose="02020603050405020304" pitchFamily="18" charset="0"/>
                <a:ea typeface="宋体" panose="02010600030101010101" pitchFamily="2" charset="-122"/>
              </a:rPr>
              <a:t>是骑士”，</a:t>
            </a:r>
            <a:r>
              <a:rPr lang="en-US" altLang="zh-CN" sz="2800">
                <a:latin typeface="Times New Roman" panose="02020603050405020304" pitchFamily="18" charset="0"/>
                <a:ea typeface="宋体" panose="02010600030101010101" pitchFamily="2" charset="-122"/>
              </a:rPr>
              <a:t>Q</a:t>
            </a:r>
            <a:r>
              <a:rPr lang="zh-CN" altLang="en-US" sz="2800">
                <a:latin typeface="Times New Roman" panose="02020603050405020304" pitchFamily="18" charset="0"/>
                <a:ea typeface="宋体" panose="02010600030101010101" pitchFamily="2" charset="-122"/>
              </a:rPr>
              <a:t>表示 “</a:t>
            </a:r>
            <a:r>
              <a:rPr lang="en-US" altLang="zh-CN" sz="2800">
                <a:latin typeface="Times New Roman" panose="02020603050405020304" pitchFamily="18" charset="0"/>
                <a:ea typeface="宋体" panose="02010600030101010101" pitchFamily="2" charset="-122"/>
              </a:rPr>
              <a:t>B</a:t>
            </a:r>
            <a:r>
              <a:rPr lang="zh-CN" altLang="en-US" sz="2800">
                <a:latin typeface="Times New Roman" panose="02020603050405020304" pitchFamily="18" charset="0"/>
                <a:ea typeface="宋体" panose="02010600030101010101" pitchFamily="2" charset="-122"/>
              </a:rPr>
              <a:t>是骑士”，则</a:t>
            </a:r>
            <a:r>
              <a:rPr lang="en-US" altLang="zh-CN" sz="2800">
                <a:latin typeface="Times New Roman" panose="02020603050405020304" pitchFamily="18" charset="0"/>
                <a:ea typeface="宋体" panose="02010600030101010101" pitchFamily="2" charset="-122"/>
              </a:rPr>
              <a:t>¬P</a:t>
            </a:r>
            <a:r>
              <a:rPr lang="zh-CN" altLang="en-US" sz="2800">
                <a:latin typeface="Times New Roman" panose="02020603050405020304" pitchFamily="18" charset="0"/>
                <a:ea typeface="宋体" panose="02010600030101010101" pitchFamily="2" charset="-122"/>
              </a:rPr>
              <a:t>和</a:t>
            </a:r>
            <a:r>
              <a:rPr lang="en-US" altLang="zh-CN" sz="2800">
                <a:latin typeface="Times New Roman" panose="02020603050405020304" pitchFamily="18" charset="0"/>
                <a:ea typeface="宋体" panose="02010600030101010101" pitchFamily="2" charset="-122"/>
              </a:rPr>
              <a:t>¬ Q</a:t>
            </a:r>
            <a:r>
              <a:rPr lang="zh-CN" altLang="en-US" sz="2800">
                <a:latin typeface="Times New Roman" panose="02020603050405020304" pitchFamily="18" charset="0"/>
                <a:ea typeface="宋体" panose="02010600030101010101" pitchFamily="2" charset="-122"/>
              </a:rPr>
              <a:t>分别表示 “</a:t>
            </a:r>
            <a:r>
              <a:rPr lang="en-US" altLang="zh-CN" sz="2800">
                <a:latin typeface="Times New Roman" panose="02020603050405020304" pitchFamily="18" charset="0"/>
                <a:ea typeface="宋体" panose="02010600030101010101" pitchFamily="2" charset="-122"/>
              </a:rPr>
              <a:t>A</a:t>
            </a:r>
            <a:r>
              <a:rPr lang="zh-CN" altLang="en-US" sz="2800">
                <a:latin typeface="Times New Roman" panose="02020603050405020304" pitchFamily="18" charset="0"/>
                <a:ea typeface="宋体" panose="02010600030101010101" pitchFamily="2" charset="-122"/>
              </a:rPr>
              <a:t>是流氓”和“</a:t>
            </a:r>
            <a:r>
              <a:rPr lang="en-US" altLang="zh-CN" sz="2800">
                <a:latin typeface="Times New Roman" panose="02020603050405020304" pitchFamily="18" charset="0"/>
                <a:ea typeface="宋体" panose="02010600030101010101" pitchFamily="2" charset="-122"/>
              </a:rPr>
              <a:t>B</a:t>
            </a:r>
            <a:r>
              <a:rPr lang="zh-CN" altLang="en-US" sz="2800">
                <a:latin typeface="Times New Roman" panose="02020603050405020304" pitchFamily="18" charset="0"/>
                <a:ea typeface="宋体" panose="02010600030101010101" pitchFamily="2" charset="-122"/>
              </a:rPr>
              <a:t>是流氓”。</a:t>
            </a:r>
            <a:endParaRPr lang="en-US" altLang="zh-CN" sz="2800">
              <a:latin typeface="Times New Roman" panose="02020603050405020304" pitchFamily="18" charset="0"/>
              <a:ea typeface="宋体" panose="02010600030101010101" pitchFamily="2" charset="-122"/>
            </a:endParaRPr>
          </a:p>
          <a:p>
            <a:pPr>
              <a:lnSpc>
                <a:spcPts val="4000"/>
              </a:lnSpc>
              <a:spcBef>
                <a:spcPct val="0"/>
              </a:spcBef>
              <a:buFontTx/>
              <a:buNone/>
            </a:pPr>
            <a:r>
              <a:rPr lang="en-US" altLang="zh-CN" sz="2800">
                <a:latin typeface="Times New Roman" panose="02020603050405020304" pitchFamily="18" charset="0"/>
                <a:ea typeface="宋体" panose="02010600030101010101" pitchFamily="2" charset="-122"/>
              </a:rPr>
              <a:t>   </a:t>
            </a:r>
            <a:r>
              <a:rPr lang="zh-CN" altLang="en-US" sz="2800">
                <a:latin typeface="Times New Roman" panose="02020603050405020304" pitchFamily="18" charset="0"/>
                <a:ea typeface="宋体" panose="02010600030101010101" pitchFamily="2" charset="-122"/>
              </a:rPr>
              <a:t>首先假设</a:t>
            </a:r>
            <a:r>
              <a:rPr lang="en-US" altLang="zh-CN" sz="2800">
                <a:latin typeface="Times New Roman" panose="02020603050405020304" pitchFamily="18" charset="0"/>
                <a:ea typeface="宋体" panose="02010600030101010101" pitchFamily="2" charset="-122"/>
              </a:rPr>
              <a:t>A</a:t>
            </a:r>
            <a:r>
              <a:rPr lang="zh-CN" altLang="en-US" sz="2800">
                <a:latin typeface="Times New Roman" panose="02020603050405020304" pitchFamily="18" charset="0"/>
                <a:ea typeface="宋体" panose="02010600030101010101" pitchFamily="2" charset="-122"/>
              </a:rPr>
              <a:t>是骑士，即</a:t>
            </a:r>
            <a:r>
              <a:rPr lang="en-US" altLang="zh-CN" sz="2800">
                <a:latin typeface="Times New Roman" panose="02020603050405020304" pitchFamily="18" charset="0"/>
                <a:ea typeface="宋体" panose="02010600030101010101" pitchFamily="2" charset="-122"/>
              </a:rPr>
              <a:t>P</a:t>
            </a:r>
            <a:r>
              <a:rPr lang="zh-CN" altLang="en-US" sz="2800">
                <a:latin typeface="Times New Roman" panose="02020603050405020304" pitchFamily="18" charset="0"/>
                <a:ea typeface="宋体" panose="02010600030101010101" pitchFamily="2" charset="-122"/>
              </a:rPr>
              <a:t>为真。由于</a:t>
            </a:r>
            <a:r>
              <a:rPr lang="en-US" altLang="zh-CN" sz="2800">
                <a:latin typeface="Times New Roman" panose="02020603050405020304" pitchFamily="18" charset="0"/>
                <a:ea typeface="宋体" panose="02010600030101010101" pitchFamily="2" charset="-122"/>
              </a:rPr>
              <a:t>A</a:t>
            </a:r>
            <a:r>
              <a:rPr lang="zh-CN" altLang="en-US" sz="2800">
                <a:latin typeface="Times New Roman" panose="02020603050405020304" pitchFamily="18" charset="0"/>
                <a:ea typeface="宋体" panose="02010600030101010101" pitchFamily="2" charset="-122"/>
              </a:rPr>
              <a:t>是骑士，故</a:t>
            </a:r>
            <a:r>
              <a:rPr lang="en-US" altLang="zh-CN" sz="2800">
                <a:latin typeface="Times New Roman" panose="02020603050405020304" pitchFamily="18" charset="0"/>
                <a:ea typeface="宋体" panose="02010600030101010101" pitchFamily="2" charset="-122"/>
              </a:rPr>
              <a:t>A</a:t>
            </a:r>
            <a:r>
              <a:rPr lang="zh-CN" altLang="en-US" sz="2800">
                <a:latin typeface="Times New Roman" panose="02020603050405020304" pitchFamily="18" charset="0"/>
                <a:ea typeface="宋体" panose="02010600030101010101" pitchFamily="2" charset="-122"/>
              </a:rPr>
              <a:t>说的命题“</a:t>
            </a:r>
            <a:r>
              <a:rPr lang="en-US" altLang="zh-CN" sz="2800">
                <a:latin typeface="Times New Roman" panose="02020603050405020304" pitchFamily="18" charset="0"/>
                <a:ea typeface="宋体" panose="02010600030101010101" pitchFamily="2" charset="-122"/>
              </a:rPr>
              <a:t>B</a:t>
            </a:r>
            <a:r>
              <a:rPr lang="zh-CN" altLang="en-US" sz="2800">
                <a:latin typeface="Times New Roman" panose="02020603050405020304" pitchFamily="18" charset="0"/>
                <a:ea typeface="宋体" panose="02010600030101010101" pitchFamily="2" charset="-122"/>
              </a:rPr>
              <a:t>是骑士”为真，即</a:t>
            </a:r>
            <a:r>
              <a:rPr lang="en-US" altLang="zh-CN" sz="2800">
                <a:latin typeface="Times New Roman" panose="02020603050405020304" pitchFamily="18" charset="0"/>
                <a:ea typeface="宋体" panose="02010600030101010101" pitchFamily="2" charset="-122"/>
              </a:rPr>
              <a:t>Q</a:t>
            </a:r>
            <a:r>
              <a:rPr lang="zh-CN" altLang="en-US" sz="2800">
                <a:latin typeface="Times New Roman" panose="02020603050405020304" pitchFamily="18" charset="0"/>
                <a:ea typeface="宋体" panose="02010600030101010101" pitchFamily="2" charset="-122"/>
              </a:rPr>
              <a:t>为真。此时，</a:t>
            </a:r>
            <a:r>
              <a:rPr lang="en-US" altLang="zh-CN" sz="2800">
                <a:latin typeface="Times New Roman" panose="02020603050405020304" pitchFamily="18" charset="0"/>
                <a:ea typeface="宋体" panose="02010600030101010101" pitchFamily="2" charset="-122"/>
              </a:rPr>
              <a:t>A</a:t>
            </a:r>
            <a:r>
              <a:rPr lang="zh-CN" altLang="en-US" sz="2800">
                <a:latin typeface="Times New Roman" panose="02020603050405020304" pitchFamily="18" charset="0"/>
                <a:ea typeface="宋体" panose="02010600030101010101" pitchFamily="2" charset="-122"/>
              </a:rPr>
              <a:t>和</a:t>
            </a:r>
            <a:r>
              <a:rPr lang="en-US" altLang="zh-CN" sz="2800">
                <a:latin typeface="Times New Roman" panose="02020603050405020304" pitchFamily="18" charset="0"/>
                <a:ea typeface="宋体" panose="02010600030101010101" pitchFamily="2" charset="-122"/>
              </a:rPr>
              <a:t>B</a:t>
            </a:r>
            <a:r>
              <a:rPr lang="zh-CN" altLang="en-US" sz="2800">
                <a:latin typeface="Times New Roman" panose="02020603050405020304" pitchFamily="18" charset="0"/>
                <a:ea typeface="宋体" panose="02010600030101010101" pitchFamily="2" charset="-122"/>
              </a:rPr>
              <a:t>就是一类人。但如果</a:t>
            </a:r>
            <a:r>
              <a:rPr lang="en-US" altLang="zh-CN" sz="2800">
                <a:latin typeface="Times New Roman" panose="02020603050405020304" pitchFamily="18" charset="0"/>
                <a:ea typeface="宋体" panose="02010600030101010101" pitchFamily="2" charset="-122"/>
              </a:rPr>
              <a:t>B</a:t>
            </a:r>
            <a:r>
              <a:rPr lang="zh-CN" altLang="en-US" sz="2800">
                <a:latin typeface="Times New Roman" panose="02020603050405020304" pitchFamily="18" charset="0"/>
                <a:ea typeface="宋体" panose="02010600030101010101" pitchFamily="2" charset="-122"/>
              </a:rPr>
              <a:t>是骑士，则</a:t>
            </a:r>
            <a:r>
              <a:rPr lang="en-US" altLang="zh-CN" sz="2800">
                <a:latin typeface="Times New Roman" panose="02020603050405020304" pitchFamily="18" charset="0"/>
                <a:ea typeface="宋体" panose="02010600030101010101" pitchFamily="2" charset="-122"/>
              </a:rPr>
              <a:t>B</a:t>
            </a:r>
            <a:r>
              <a:rPr lang="zh-CN" altLang="en-US" sz="2800">
                <a:latin typeface="Times New Roman" panose="02020603050405020304" pitchFamily="18" charset="0"/>
                <a:ea typeface="宋体" panose="02010600030101010101" pitchFamily="2" charset="-122"/>
              </a:rPr>
              <a:t>的话也为真，即：</a:t>
            </a:r>
            <a:endParaRPr lang="en-US" altLang="zh-CN" sz="2800">
              <a:latin typeface="Times New Roman" panose="02020603050405020304" pitchFamily="18" charset="0"/>
              <a:ea typeface="宋体" panose="02010600030101010101" pitchFamily="2" charset="-122"/>
            </a:endParaRPr>
          </a:p>
          <a:p>
            <a:pPr>
              <a:lnSpc>
                <a:spcPts val="4000"/>
              </a:lnSpc>
              <a:spcBef>
                <a:spcPct val="0"/>
              </a:spcBef>
              <a:buFontTx/>
              <a:buNone/>
            </a:pPr>
            <a:r>
              <a:rPr lang="en-US" altLang="zh-CN" sz="2800">
                <a:latin typeface="Times New Roman" panose="02020603050405020304" pitchFamily="18" charset="0"/>
                <a:ea typeface="宋体" panose="02010600030101010101" pitchFamily="2" charset="-122"/>
              </a:rPr>
              <a:t>                     (P∧¬Q)∨(¬P∧Q)</a:t>
            </a:r>
          </a:p>
          <a:p>
            <a:pPr>
              <a:lnSpc>
                <a:spcPts val="4000"/>
              </a:lnSpc>
              <a:spcBef>
                <a:spcPct val="0"/>
              </a:spcBef>
              <a:buFontTx/>
              <a:buNone/>
            </a:pPr>
            <a:r>
              <a:rPr lang="zh-CN" altLang="en-US" sz="2800">
                <a:latin typeface="Times New Roman" panose="02020603050405020304" pitchFamily="18" charset="0"/>
                <a:ea typeface="宋体" panose="02010600030101010101" pitchFamily="2" charset="-122"/>
              </a:rPr>
              <a:t>为真，由此得到矛盾，因为</a:t>
            </a:r>
            <a:r>
              <a:rPr lang="en-US" altLang="zh-CN" sz="2800">
                <a:latin typeface="Times New Roman" panose="02020603050405020304" pitchFamily="18" charset="0"/>
                <a:ea typeface="宋体" panose="02010600030101010101" pitchFamily="2" charset="-122"/>
              </a:rPr>
              <a:t>A</a:t>
            </a:r>
            <a:r>
              <a:rPr lang="zh-CN" altLang="en-US" sz="2800">
                <a:latin typeface="Times New Roman" panose="02020603050405020304" pitchFamily="18" charset="0"/>
                <a:ea typeface="宋体" panose="02010600030101010101" pitchFamily="2" charset="-122"/>
              </a:rPr>
              <a:t>和</a:t>
            </a:r>
            <a:r>
              <a:rPr lang="en-US" altLang="zh-CN" sz="2800">
                <a:latin typeface="Times New Roman" panose="02020603050405020304" pitchFamily="18" charset="0"/>
                <a:ea typeface="宋体" panose="02010600030101010101" pitchFamily="2" charset="-122"/>
              </a:rPr>
              <a:t>B</a:t>
            </a:r>
            <a:r>
              <a:rPr lang="zh-CN" altLang="en-US" sz="2800">
                <a:latin typeface="Times New Roman" panose="02020603050405020304" pitchFamily="18" charset="0"/>
                <a:ea typeface="宋体" panose="02010600030101010101" pitchFamily="2" charset="-122"/>
              </a:rPr>
              <a:t>都是骑士。</a:t>
            </a:r>
            <a:endParaRPr lang="en-US" altLang="zh-CN" sz="2800">
              <a:latin typeface="Times New Roman" panose="02020603050405020304" pitchFamily="18" charset="0"/>
              <a:ea typeface="宋体" panose="02010600030101010101" pitchFamily="2" charset="-122"/>
            </a:endParaRPr>
          </a:p>
          <a:p>
            <a:pPr>
              <a:lnSpc>
                <a:spcPts val="4000"/>
              </a:lnSpc>
              <a:spcBef>
                <a:spcPct val="0"/>
              </a:spcBef>
              <a:buFontTx/>
              <a:buNone/>
            </a:pPr>
            <a:r>
              <a:rPr lang="en-US" altLang="zh-CN" sz="2800">
                <a:latin typeface="Times New Roman" panose="02020603050405020304" pitchFamily="18" charset="0"/>
                <a:ea typeface="宋体" panose="02010600030101010101" pitchFamily="2" charset="-122"/>
              </a:rPr>
              <a:t>        </a:t>
            </a:r>
            <a:r>
              <a:rPr lang="zh-CN" altLang="en-US" sz="2800" b="1">
                <a:latin typeface="Times New Roman" panose="02020603050405020304" pitchFamily="18" charset="0"/>
                <a:ea typeface="宋体" panose="02010600030101010101" pitchFamily="2" charset="-122"/>
              </a:rPr>
              <a:t>故不存在</a:t>
            </a:r>
            <a:r>
              <a:rPr lang="en-US" altLang="zh-CN" sz="2800" b="1">
                <a:latin typeface="Times New Roman" panose="02020603050405020304" pitchFamily="18" charset="0"/>
                <a:ea typeface="宋体" panose="02010600030101010101" pitchFamily="2" charset="-122"/>
              </a:rPr>
              <a:t>A</a:t>
            </a:r>
            <a:r>
              <a:rPr lang="zh-CN" altLang="en-US" sz="2800" b="1">
                <a:latin typeface="Times New Roman" panose="02020603050405020304" pitchFamily="18" charset="0"/>
                <a:ea typeface="宋体" panose="02010600030101010101" pitchFamily="2" charset="-122"/>
              </a:rPr>
              <a:t>是骑士的情形。</a:t>
            </a:r>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日期占位符 1">
            <a:extLst>
              <a:ext uri="{FF2B5EF4-FFF2-40B4-BE49-F238E27FC236}">
                <a16:creationId xmlns:a16="http://schemas.microsoft.com/office/drawing/2014/main" id="{871729D6-6987-48CC-9F52-A6067A5D8B4D}"/>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2813E177-FA1B-4D87-9A20-68C2D6987843}"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86019" name="页脚占位符 2">
            <a:extLst>
              <a:ext uri="{FF2B5EF4-FFF2-40B4-BE49-F238E27FC236}">
                <a16:creationId xmlns:a16="http://schemas.microsoft.com/office/drawing/2014/main" id="{20DDF635-9B3C-4B60-8289-D771DBC0D58D}"/>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86020" name="灯片编号占位符 3">
            <a:extLst>
              <a:ext uri="{FF2B5EF4-FFF2-40B4-BE49-F238E27FC236}">
                <a16:creationId xmlns:a16="http://schemas.microsoft.com/office/drawing/2014/main" id="{9AADB65C-858C-473C-A036-E31845E64CFA}"/>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BFEBAF9B-AAA1-4304-986B-32F056455AA1}" type="slidenum">
              <a:rPr lang="en-US" altLang="zh-CN" sz="1400" smtClean="0">
                <a:latin typeface="Times New Roman" panose="02020603050405020304" pitchFamily="18" charset="0"/>
                <a:ea typeface="宋体" panose="02010600030101010101" pitchFamily="2" charset="-122"/>
              </a:rPr>
              <a:pPr>
                <a:spcBef>
                  <a:spcPct val="0"/>
                </a:spcBef>
                <a:buFontTx/>
                <a:buNone/>
              </a:pPr>
              <a:t>60</a:t>
            </a:fld>
            <a:endParaRPr lang="en-US" altLang="zh-CN" sz="1400">
              <a:latin typeface="Times New Roman" panose="02020603050405020304" pitchFamily="18" charset="0"/>
              <a:ea typeface="宋体" panose="02010600030101010101" pitchFamily="2" charset="-122"/>
            </a:endParaRPr>
          </a:p>
        </p:txBody>
      </p:sp>
      <p:sp>
        <p:nvSpPr>
          <p:cNvPr id="86021" name="Text Box 2">
            <a:extLst>
              <a:ext uri="{FF2B5EF4-FFF2-40B4-BE49-F238E27FC236}">
                <a16:creationId xmlns:a16="http://schemas.microsoft.com/office/drawing/2014/main" id="{F99F550D-0F10-4765-AFE6-A0522A8C5193}"/>
              </a:ext>
            </a:extLst>
          </p:cNvPr>
          <p:cNvSpPr txBox="1">
            <a:spLocks noChangeArrowheads="1"/>
          </p:cNvSpPr>
          <p:nvPr/>
        </p:nvSpPr>
        <p:spPr bwMode="auto">
          <a:xfrm>
            <a:off x="1435100" y="785813"/>
            <a:ext cx="60166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应用实例</a:t>
            </a:r>
          </a:p>
        </p:txBody>
      </p:sp>
      <p:pic>
        <p:nvPicPr>
          <p:cNvPr id="86022" name="Picture 6" descr="C:\Program Files\Microsoft Office\MEDIA\CAGCAT10\j0293844.wmf">
            <a:extLst>
              <a:ext uri="{FF2B5EF4-FFF2-40B4-BE49-F238E27FC236}">
                <a16:creationId xmlns:a16="http://schemas.microsoft.com/office/drawing/2014/main" id="{FBB91608-FFB1-4CDC-80CC-C72B0ED083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5143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6023" name="矩形 1">
            <a:extLst>
              <a:ext uri="{FF2B5EF4-FFF2-40B4-BE49-F238E27FC236}">
                <a16:creationId xmlns:a16="http://schemas.microsoft.com/office/drawing/2014/main" id="{AEE6BBF8-CB77-48C7-86C1-AD3A43430E44}"/>
              </a:ext>
            </a:extLst>
          </p:cNvPr>
          <p:cNvSpPr>
            <a:spLocks noChangeArrowheads="1"/>
          </p:cNvSpPr>
          <p:nvPr/>
        </p:nvSpPr>
        <p:spPr bwMode="auto">
          <a:xfrm>
            <a:off x="827088" y="2420938"/>
            <a:ext cx="7993062" cy="332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nSpc>
                <a:spcPct val="150000"/>
              </a:lnSpc>
              <a:spcBef>
                <a:spcPct val="0"/>
              </a:spcBef>
              <a:buFontTx/>
              <a:buNone/>
            </a:pPr>
            <a:r>
              <a:rPr lang="zh-CN" altLang="en-US" sz="2800">
                <a:latin typeface="Times New Roman" panose="02020603050405020304" pitchFamily="18" charset="0"/>
                <a:ea typeface="宋体" panose="02010600030101010101" pitchFamily="2" charset="-122"/>
              </a:rPr>
              <a:t>      如果</a:t>
            </a:r>
            <a:r>
              <a:rPr lang="en-US" altLang="zh-CN" sz="2800">
                <a:latin typeface="Times New Roman" panose="02020603050405020304" pitchFamily="18" charset="0"/>
                <a:ea typeface="宋体" panose="02010600030101010101" pitchFamily="2" charset="-122"/>
              </a:rPr>
              <a:t>A</a:t>
            </a:r>
            <a:r>
              <a:rPr lang="zh-CN" altLang="en-US" sz="2800">
                <a:latin typeface="Times New Roman" panose="02020603050405020304" pitchFamily="18" charset="0"/>
                <a:ea typeface="宋体" panose="02010600030101010101" pitchFamily="2" charset="-122"/>
              </a:rPr>
              <a:t>是流氓，则由题意知</a:t>
            </a:r>
            <a:r>
              <a:rPr lang="en-US" altLang="zh-CN" sz="2800">
                <a:latin typeface="Times New Roman" panose="02020603050405020304" pitchFamily="18" charset="0"/>
                <a:ea typeface="宋体" panose="02010600030101010101" pitchFamily="2" charset="-122"/>
              </a:rPr>
              <a:t>A</a:t>
            </a:r>
            <a:r>
              <a:rPr lang="zh-CN" altLang="en-US" sz="2800">
                <a:latin typeface="Times New Roman" panose="02020603050405020304" pitchFamily="18" charset="0"/>
                <a:ea typeface="宋体" panose="02010600030101010101" pitchFamily="2" charset="-122"/>
              </a:rPr>
              <a:t>所说的命题“</a:t>
            </a:r>
            <a:r>
              <a:rPr lang="en-US" altLang="zh-CN" sz="2800">
                <a:latin typeface="Times New Roman" panose="02020603050405020304" pitchFamily="18" charset="0"/>
                <a:ea typeface="宋体" panose="02010600030101010101" pitchFamily="2" charset="-122"/>
              </a:rPr>
              <a:t>B</a:t>
            </a:r>
            <a:r>
              <a:rPr lang="zh-CN" altLang="en-US" sz="2800">
                <a:latin typeface="Times New Roman" panose="02020603050405020304" pitchFamily="18" charset="0"/>
                <a:ea typeface="宋体" panose="02010600030101010101" pitchFamily="2" charset="-122"/>
              </a:rPr>
              <a:t>是骑士”为假，也就是说</a:t>
            </a:r>
            <a:r>
              <a:rPr lang="en-US" altLang="zh-CN" sz="2800">
                <a:latin typeface="Times New Roman" panose="02020603050405020304" pitchFamily="18" charset="0"/>
                <a:ea typeface="宋体" panose="02010600030101010101" pitchFamily="2" charset="-122"/>
              </a:rPr>
              <a:t>Q</a:t>
            </a:r>
            <a:r>
              <a:rPr lang="zh-CN" altLang="en-US" sz="2800">
                <a:latin typeface="Times New Roman" panose="02020603050405020304" pitchFamily="18" charset="0"/>
                <a:ea typeface="宋体" panose="02010600030101010101" pitchFamily="2" charset="-122"/>
              </a:rPr>
              <a:t>为假，即</a:t>
            </a:r>
            <a:r>
              <a:rPr lang="en-US" altLang="zh-CN" sz="2800">
                <a:latin typeface="Times New Roman" panose="02020603050405020304" pitchFamily="18" charset="0"/>
                <a:ea typeface="宋体" panose="02010600030101010101" pitchFamily="2" charset="-122"/>
              </a:rPr>
              <a:t>B</a:t>
            </a:r>
            <a:r>
              <a:rPr lang="zh-CN" altLang="en-US" sz="2800">
                <a:latin typeface="Times New Roman" panose="02020603050405020304" pitchFamily="18" charset="0"/>
                <a:ea typeface="宋体" panose="02010600030101010101" pitchFamily="2" charset="-122"/>
              </a:rPr>
              <a:t>也是流氓。</a:t>
            </a:r>
            <a:endParaRPr lang="en-US" altLang="zh-CN" sz="2800">
              <a:latin typeface="Times New Roman" panose="02020603050405020304" pitchFamily="18" charset="0"/>
              <a:ea typeface="宋体" panose="02010600030101010101" pitchFamily="2" charset="-122"/>
            </a:endParaRPr>
          </a:p>
          <a:p>
            <a:pPr>
              <a:lnSpc>
                <a:spcPct val="150000"/>
              </a:lnSpc>
              <a:spcBef>
                <a:spcPct val="0"/>
              </a:spcBef>
              <a:buFontTx/>
              <a:buNone/>
            </a:pPr>
            <a:r>
              <a:rPr lang="en-US" altLang="zh-CN" sz="2800">
                <a:latin typeface="Times New Roman" panose="02020603050405020304" pitchFamily="18" charset="0"/>
                <a:ea typeface="宋体" panose="02010600030101010101" pitchFamily="2" charset="-122"/>
              </a:rPr>
              <a:t>     </a:t>
            </a:r>
            <a:r>
              <a:rPr lang="zh-CN" altLang="en-US" sz="2800">
                <a:latin typeface="Times New Roman" panose="02020603050405020304" pitchFamily="18" charset="0"/>
                <a:ea typeface="宋体" panose="02010600030101010101" pitchFamily="2" charset="-122"/>
              </a:rPr>
              <a:t>如果</a:t>
            </a:r>
            <a:r>
              <a:rPr lang="en-US" altLang="zh-CN" sz="2800">
                <a:latin typeface="Times New Roman" panose="02020603050405020304" pitchFamily="18" charset="0"/>
                <a:ea typeface="宋体" panose="02010600030101010101" pitchFamily="2" charset="-122"/>
              </a:rPr>
              <a:t>B</a:t>
            </a:r>
            <a:r>
              <a:rPr lang="zh-CN" altLang="en-US" sz="2800">
                <a:latin typeface="Times New Roman" panose="02020603050405020304" pitchFamily="18" charset="0"/>
                <a:ea typeface="宋体" panose="02010600030101010101" pitchFamily="2" charset="-122"/>
              </a:rPr>
              <a:t>是流氓，那么</a:t>
            </a:r>
            <a:r>
              <a:rPr lang="en-US" altLang="zh-CN" sz="2800">
                <a:latin typeface="Times New Roman" panose="02020603050405020304" pitchFamily="18" charset="0"/>
                <a:ea typeface="宋体" panose="02010600030101010101" pitchFamily="2" charset="-122"/>
              </a:rPr>
              <a:t>B</a:t>
            </a:r>
            <a:r>
              <a:rPr lang="zh-CN" altLang="en-US" sz="2800">
                <a:latin typeface="Times New Roman" panose="02020603050405020304" pitchFamily="18" charset="0"/>
                <a:ea typeface="宋体" panose="02010600030101010101" pitchFamily="2" charset="-122"/>
              </a:rPr>
              <a:t>说的命题也为假，这与</a:t>
            </a:r>
            <a:r>
              <a:rPr lang="en-US" altLang="zh-CN" sz="2800">
                <a:latin typeface="Times New Roman" panose="02020603050405020304" pitchFamily="18" charset="0"/>
                <a:ea typeface="宋体" panose="02010600030101010101" pitchFamily="2" charset="-122"/>
              </a:rPr>
              <a:t>A</a:t>
            </a:r>
            <a:r>
              <a:rPr lang="zh-CN" altLang="en-US" sz="2800">
                <a:latin typeface="Times New Roman" panose="02020603050405020304" pitchFamily="18" charset="0"/>
                <a:ea typeface="宋体" panose="02010600030101010101" pitchFamily="2" charset="-122"/>
              </a:rPr>
              <a:t>和</a:t>
            </a:r>
            <a:r>
              <a:rPr lang="en-US" altLang="zh-CN" sz="2800">
                <a:latin typeface="Times New Roman" panose="02020603050405020304" pitchFamily="18" charset="0"/>
                <a:ea typeface="宋体" panose="02010600030101010101" pitchFamily="2" charset="-122"/>
              </a:rPr>
              <a:t>B</a:t>
            </a:r>
            <a:r>
              <a:rPr lang="zh-CN" altLang="en-US" sz="2800">
                <a:latin typeface="Times New Roman" panose="02020603050405020304" pitchFamily="18" charset="0"/>
                <a:ea typeface="宋体" panose="02010600030101010101" pitchFamily="2" charset="-122"/>
              </a:rPr>
              <a:t>都是流氓判断一致。</a:t>
            </a:r>
            <a:endParaRPr lang="en-US" altLang="zh-CN" sz="2800">
              <a:latin typeface="Times New Roman" panose="02020603050405020304" pitchFamily="18" charset="0"/>
              <a:ea typeface="宋体" panose="02010600030101010101" pitchFamily="2" charset="-122"/>
            </a:endParaRPr>
          </a:p>
          <a:p>
            <a:pPr>
              <a:lnSpc>
                <a:spcPct val="150000"/>
              </a:lnSpc>
              <a:spcBef>
                <a:spcPct val="0"/>
              </a:spcBef>
              <a:buFontTx/>
              <a:buNone/>
            </a:pPr>
            <a:r>
              <a:rPr lang="zh-CN" altLang="en-US" sz="2800" b="1">
                <a:latin typeface="Times New Roman" panose="02020603050405020304" pitchFamily="18" charset="0"/>
                <a:ea typeface="宋体" panose="02010600030101010101" pitchFamily="2" charset="-122"/>
              </a:rPr>
              <a:t>     因此，结论为：</a:t>
            </a:r>
            <a:r>
              <a:rPr lang="en-US" altLang="zh-CN" sz="2800" b="1">
                <a:latin typeface="Times New Roman" panose="02020603050405020304" pitchFamily="18" charset="0"/>
                <a:ea typeface="宋体" panose="02010600030101010101" pitchFamily="2" charset="-122"/>
              </a:rPr>
              <a:t>A</a:t>
            </a:r>
            <a:r>
              <a:rPr lang="zh-CN" altLang="en-US" sz="2800" b="1">
                <a:latin typeface="Times New Roman" panose="02020603050405020304" pitchFamily="18" charset="0"/>
                <a:ea typeface="宋体" panose="02010600030101010101" pitchFamily="2" charset="-122"/>
              </a:rPr>
              <a:t>和</a:t>
            </a:r>
            <a:r>
              <a:rPr lang="en-US" altLang="zh-CN" sz="2800" b="1">
                <a:latin typeface="Times New Roman" panose="02020603050405020304" pitchFamily="18" charset="0"/>
                <a:ea typeface="宋体" panose="02010600030101010101" pitchFamily="2" charset="-122"/>
              </a:rPr>
              <a:t>B</a:t>
            </a:r>
            <a:r>
              <a:rPr lang="zh-CN" altLang="en-US" sz="2800" b="1">
                <a:latin typeface="Times New Roman" panose="02020603050405020304" pitchFamily="18" charset="0"/>
                <a:ea typeface="宋体" panose="02010600030101010101" pitchFamily="2" charset="-122"/>
              </a:rPr>
              <a:t>都是流氓。</a:t>
            </a:r>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日期占位符 3">
            <a:extLst>
              <a:ext uri="{FF2B5EF4-FFF2-40B4-BE49-F238E27FC236}">
                <a16:creationId xmlns:a16="http://schemas.microsoft.com/office/drawing/2014/main" id="{BDCB4829-A32E-4B6E-B396-8987ABBA680A}"/>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655DA017-877F-4CD4-AB18-8FF9DCF00A55}"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87043" name="页脚占位符 4">
            <a:extLst>
              <a:ext uri="{FF2B5EF4-FFF2-40B4-BE49-F238E27FC236}">
                <a16:creationId xmlns:a16="http://schemas.microsoft.com/office/drawing/2014/main" id="{DAE23E2B-6F33-4128-A6BE-C92F0F65752E}"/>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87044" name="灯片编号占位符 5">
            <a:extLst>
              <a:ext uri="{FF2B5EF4-FFF2-40B4-BE49-F238E27FC236}">
                <a16:creationId xmlns:a16="http://schemas.microsoft.com/office/drawing/2014/main" id="{E5ED4A64-76FF-42B0-A7B8-D387655F3421}"/>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8DE68E2B-596C-4DC4-88C5-2968898DFC10}" type="slidenum">
              <a:rPr lang="en-US" altLang="zh-CN" sz="1400" smtClean="0">
                <a:latin typeface="Times New Roman" panose="02020603050405020304" pitchFamily="18" charset="0"/>
                <a:ea typeface="宋体" panose="02010600030101010101" pitchFamily="2" charset="-122"/>
              </a:rPr>
              <a:pPr>
                <a:spcBef>
                  <a:spcPct val="0"/>
                </a:spcBef>
                <a:buFontTx/>
                <a:buNone/>
              </a:pPr>
              <a:t>61</a:t>
            </a:fld>
            <a:endParaRPr lang="en-US" altLang="zh-CN" sz="1400">
              <a:latin typeface="Times New Roman" panose="02020603050405020304" pitchFamily="18" charset="0"/>
              <a:ea typeface="宋体" panose="02010600030101010101" pitchFamily="2" charset="-122"/>
            </a:endParaRPr>
          </a:p>
        </p:txBody>
      </p:sp>
      <p:sp>
        <p:nvSpPr>
          <p:cNvPr id="87045" name="Text Box 2">
            <a:extLst>
              <a:ext uri="{FF2B5EF4-FFF2-40B4-BE49-F238E27FC236}">
                <a16:creationId xmlns:a16="http://schemas.microsoft.com/office/drawing/2014/main" id="{C73530A0-F062-4197-8A03-16FFA97FF216}"/>
              </a:ext>
            </a:extLst>
          </p:cNvPr>
          <p:cNvSpPr txBox="1">
            <a:spLocks noChangeArrowheads="1"/>
          </p:cNvSpPr>
          <p:nvPr/>
        </p:nvSpPr>
        <p:spPr bwMode="auto">
          <a:xfrm>
            <a:off x="1676400" y="1524000"/>
            <a:ext cx="6335713"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None/>
            </a:pPr>
            <a:r>
              <a:rPr lang="zh-CN" altLang="en-US" sz="5400" b="1">
                <a:solidFill>
                  <a:schemeClr val="bg1"/>
                </a:solidFill>
                <a:latin typeface="宋体" panose="02010600030101010101" pitchFamily="2" charset="-122"/>
                <a:ea typeface="宋体" panose="02010600030101010101" pitchFamily="2" charset="-122"/>
              </a:rPr>
              <a:t>本节内容到此结束</a:t>
            </a:r>
          </a:p>
        </p:txBody>
      </p:sp>
      <p:sp>
        <p:nvSpPr>
          <p:cNvPr id="87046" name="WordArt 3">
            <a:extLst>
              <a:ext uri="{FF2B5EF4-FFF2-40B4-BE49-F238E27FC236}">
                <a16:creationId xmlns:a16="http://schemas.microsoft.com/office/drawing/2014/main" id="{2C54E1CC-9161-4621-88B2-2386960F4BC2}"/>
              </a:ext>
            </a:extLst>
          </p:cNvPr>
          <p:cNvSpPr>
            <a:spLocks noChangeArrowheads="1" noChangeShapeType="1" noTextEdit="1"/>
          </p:cNvSpPr>
          <p:nvPr/>
        </p:nvSpPr>
        <p:spPr bwMode="auto">
          <a:xfrm>
            <a:off x="2590800" y="3048000"/>
            <a:ext cx="4419600" cy="2514600"/>
          </a:xfrm>
          <a:prstGeom prst="rect">
            <a:avLst/>
          </a:prstGeom>
        </p:spPr>
        <p:txBody>
          <a:bodyPr wrap="none" fromWordArt="1">
            <a:prstTxWarp prst="textCascadeUp">
              <a:avLst>
                <a:gd name="adj" fmla="val 44444"/>
              </a:avLst>
            </a:prstTxWarp>
            <a:scene3d>
              <a:camera prst="legacyPerspectiveFront">
                <a:rot lat="20519961" lon="1080000" rev="0"/>
              </a:camera>
              <a:lightRig rig="legacyHarsh2" dir="b"/>
            </a:scene3d>
            <a:sp3d extrusionH="430200" prstMaterial="legacyMatte">
              <a:extrusionClr>
                <a:srgbClr val="FF6600"/>
              </a:extrusionClr>
              <a:contourClr>
                <a:srgbClr val="FFE701"/>
              </a:contourClr>
            </a:sp3d>
          </a:bodyPr>
          <a:lstStyle/>
          <a:p>
            <a:pPr algn="ctr"/>
            <a:r>
              <a:rPr lang="zh-CN" altLang="en-US" sz="3600" kern="10">
                <a:ln w="9525">
                  <a:round/>
                  <a:headEnd/>
                  <a:tailEnd/>
                </a:ln>
                <a:gradFill rotWithShape="1">
                  <a:gsLst>
                    <a:gs pos="0">
                      <a:srgbClr val="FFE701"/>
                    </a:gs>
                    <a:gs pos="100000">
                      <a:srgbClr val="FE3E02"/>
                    </a:gs>
                  </a:gsLst>
                  <a:lin ang="5400000" scaled="1"/>
                </a:gradFill>
                <a:latin typeface="宋体" panose="02010600030101010101" pitchFamily="2" charset="-122"/>
              </a:rPr>
              <a:t>谢谢大家！</a:t>
            </a:r>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日期占位符 3">
            <a:extLst>
              <a:ext uri="{FF2B5EF4-FFF2-40B4-BE49-F238E27FC236}">
                <a16:creationId xmlns:a16="http://schemas.microsoft.com/office/drawing/2014/main" id="{9A7D057E-2182-4FB1-88B3-5CBEB047D60A}"/>
              </a:ext>
            </a:extLst>
          </p:cNvPr>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fld id="{8D3724BE-CC1A-4BE1-BD55-0771F19AD3E4}" type="datetime1">
              <a:rPr kumimoji="0" lang="zh-CN" altLang="en-US" sz="1400" b="1">
                <a:solidFill>
                  <a:srgbClr val="FF0000"/>
                </a:solidFill>
                <a:latin typeface="黑体" panose="02010609060101010101" pitchFamily="49" charset="-122"/>
              </a:rPr>
              <a:pPr eaLnBrk="1" hangingPunct="1">
                <a:spcBef>
                  <a:spcPct val="0"/>
                </a:spcBef>
                <a:buFontTx/>
                <a:buNone/>
              </a:pPr>
              <a:t>2020/9/7</a:t>
            </a:fld>
            <a:endParaRPr kumimoji="0" lang="en-US" altLang="zh-CN" sz="1400" b="1">
              <a:solidFill>
                <a:srgbClr val="FF0000"/>
              </a:solidFill>
              <a:latin typeface="黑体" panose="02010609060101010101" pitchFamily="49" charset="-122"/>
            </a:endParaRPr>
          </a:p>
        </p:txBody>
      </p:sp>
      <p:grpSp>
        <p:nvGrpSpPr>
          <p:cNvPr id="88067" name="Group 18">
            <a:extLst>
              <a:ext uri="{FF2B5EF4-FFF2-40B4-BE49-F238E27FC236}">
                <a16:creationId xmlns:a16="http://schemas.microsoft.com/office/drawing/2014/main" id="{7C45E8C2-B2EA-43B3-B2D5-5BE407E45A37}"/>
              </a:ext>
            </a:extLst>
          </p:cNvPr>
          <p:cNvGrpSpPr>
            <a:grpSpLocks/>
          </p:cNvGrpSpPr>
          <p:nvPr/>
        </p:nvGrpSpPr>
        <p:grpSpPr bwMode="auto">
          <a:xfrm>
            <a:off x="2411413" y="2708275"/>
            <a:ext cx="4724400" cy="1970088"/>
            <a:chOff x="1522" y="1661"/>
            <a:chExt cx="2976" cy="1241"/>
          </a:xfrm>
        </p:grpSpPr>
        <p:sp>
          <p:nvSpPr>
            <p:cNvPr id="1170441" name="AutoShape 9">
              <a:extLst>
                <a:ext uri="{FF2B5EF4-FFF2-40B4-BE49-F238E27FC236}">
                  <a16:creationId xmlns:a16="http://schemas.microsoft.com/office/drawing/2014/main" id="{6527708C-3777-4268-9E7B-544C43797365}"/>
                </a:ext>
              </a:extLst>
            </p:cNvPr>
            <p:cNvSpPr>
              <a:spLocks noChangeArrowheads="1"/>
            </p:cNvSpPr>
            <p:nvPr/>
          </p:nvSpPr>
          <p:spPr bwMode="gray">
            <a:xfrm>
              <a:off x="1760" y="1760"/>
              <a:ext cx="2711" cy="382"/>
            </a:xfrm>
            <a:prstGeom prst="roundRect">
              <a:avLst>
                <a:gd name="adj" fmla="val 16667"/>
              </a:avLst>
            </a:prstGeom>
            <a:gradFill rotWithShape="1">
              <a:gsLst>
                <a:gs pos="0">
                  <a:schemeClr val="hlink"/>
                </a:gs>
                <a:gs pos="50000">
                  <a:schemeClr val="hlink">
                    <a:gamma/>
                    <a:tint val="21176"/>
                    <a:invGamma/>
                  </a:schemeClr>
                </a:gs>
                <a:gs pos="100000">
                  <a:schemeClr val="hlink"/>
                </a:gs>
              </a:gsLst>
              <a:lin ang="5400000" scaled="1"/>
            </a:gradFill>
            <a:ln w="12700" algn="ctr">
              <a:solidFill>
                <a:schemeClr val="bg1"/>
              </a:solidFill>
              <a:round/>
              <a:headEnd/>
              <a:tailEnd/>
            </a:ln>
            <a:effectLst/>
          </p:spPr>
          <p:txBody>
            <a:bodyPr wrap="none" anchor="ctr"/>
            <a:lstStyle/>
            <a:p>
              <a:pPr eaLnBrk="1" hangingPunct="1">
                <a:defRPr/>
              </a:pPr>
              <a:endParaRPr kumimoji="0" lang="zh-CN" altLang="en-US" sz="3200">
                <a:solidFill>
                  <a:srgbClr val="FF0000"/>
                </a:solidFill>
                <a:latin typeface="黑体" pitchFamily="2" charset="-122"/>
                <a:ea typeface="黑体" pitchFamily="2" charset="-122"/>
              </a:endParaRPr>
            </a:p>
          </p:txBody>
        </p:sp>
        <p:sp>
          <p:nvSpPr>
            <p:cNvPr id="88074" name="AutoShape 10">
              <a:extLst>
                <a:ext uri="{FF2B5EF4-FFF2-40B4-BE49-F238E27FC236}">
                  <a16:creationId xmlns:a16="http://schemas.microsoft.com/office/drawing/2014/main" id="{3FD3E9C5-394D-480A-9D8D-D88E04613591}"/>
                </a:ext>
              </a:extLst>
            </p:cNvPr>
            <p:cNvSpPr>
              <a:spLocks noChangeArrowheads="1"/>
            </p:cNvSpPr>
            <p:nvPr/>
          </p:nvSpPr>
          <p:spPr bwMode="gray">
            <a:xfrm>
              <a:off x="1522" y="1661"/>
              <a:ext cx="428" cy="573"/>
            </a:xfrm>
            <a:prstGeom prst="diamond">
              <a:avLst/>
            </a:prstGeom>
            <a:solidFill>
              <a:schemeClr val="hlink"/>
            </a:solidFill>
            <a:ln w="25400" algn="ctr">
              <a:solidFill>
                <a:schemeClr val="bg1"/>
              </a:solidFill>
              <a:miter lim="800000"/>
              <a:headEnd/>
              <a:tailEnd/>
            </a:ln>
            <a:effectLst/>
            <a:extLst>
              <a:ext uri="{AF507438-7753-43E0-B8FC-AC1667EBCBE1}">
                <a14:hiddenEffects xmlns:a14="http://schemas.microsoft.com/office/drawing/2010/main">
                  <a:effectLst>
                    <a:outerShdw dist="63500" dir="2212194" algn="ctr" rotWithShape="0">
                      <a:srgbClr val="333333">
                        <a:alpha val="50000"/>
                      </a:srgbClr>
                    </a:outerShdw>
                  </a:effectLst>
                </a14:hiddenEffects>
              </a:ext>
            </a:extLst>
          </p:spPr>
          <p:txBody>
            <a:bodyPr wrap="none"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88075" name="Text Box 11">
              <a:extLst>
                <a:ext uri="{FF2B5EF4-FFF2-40B4-BE49-F238E27FC236}">
                  <a16:creationId xmlns:a16="http://schemas.microsoft.com/office/drawing/2014/main" id="{A7222429-029D-4166-9E4F-43A15C949160}"/>
                </a:ext>
              </a:extLst>
            </p:cNvPr>
            <p:cNvSpPr txBox="1">
              <a:spLocks noChangeArrowheads="1"/>
            </p:cNvSpPr>
            <p:nvPr/>
          </p:nvSpPr>
          <p:spPr bwMode="gray">
            <a:xfrm>
              <a:off x="1994" y="1807"/>
              <a:ext cx="2292"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zh-CN" altLang="en-US" sz="2800" b="1">
                  <a:latin typeface="黑体" panose="02010609060101010101" pitchFamily="49" charset="-122"/>
                  <a:ea typeface="黑体" panose="02010609060101010101" pitchFamily="49" charset="-122"/>
                </a:rPr>
                <a:t>命题的概念与运算</a:t>
              </a:r>
            </a:p>
          </p:txBody>
        </p:sp>
        <p:sp>
          <p:nvSpPr>
            <p:cNvPr id="88076" name="Text Box 12">
              <a:extLst>
                <a:ext uri="{FF2B5EF4-FFF2-40B4-BE49-F238E27FC236}">
                  <a16:creationId xmlns:a16="http://schemas.microsoft.com/office/drawing/2014/main" id="{C5C05890-5021-45E3-A87F-17173FFC008B}"/>
                </a:ext>
              </a:extLst>
            </p:cNvPr>
            <p:cNvSpPr txBox="1">
              <a:spLocks noChangeArrowheads="1"/>
            </p:cNvSpPr>
            <p:nvPr/>
          </p:nvSpPr>
          <p:spPr bwMode="gray">
            <a:xfrm>
              <a:off x="1613" y="1782"/>
              <a:ext cx="226"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92457" dir="9843276" algn="ctr" rotWithShape="0">
                      <a:schemeClr val="bg2"/>
                    </a:outerShdw>
                  </a:effectLst>
                </a14:hiddenEffects>
              </a:ext>
            </a:extLst>
          </p:spPr>
          <p:txBody>
            <a:bodyPr wrap="none">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en-US" altLang="zh-CN" sz="2800" b="1">
                  <a:solidFill>
                    <a:schemeClr val="bg1"/>
                  </a:solidFill>
                  <a:latin typeface="黑体" panose="02010609060101010101" pitchFamily="49" charset="-122"/>
                </a:rPr>
                <a:t>1</a:t>
              </a:r>
            </a:p>
          </p:txBody>
        </p:sp>
        <p:sp>
          <p:nvSpPr>
            <p:cNvPr id="88077" name="AutoShape 19">
              <a:extLst>
                <a:ext uri="{FF2B5EF4-FFF2-40B4-BE49-F238E27FC236}">
                  <a16:creationId xmlns:a16="http://schemas.microsoft.com/office/drawing/2014/main" id="{6CA3F319-A4E0-4FE3-9E57-96DDAC9877E9}"/>
                </a:ext>
              </a:extLst>
            </p:cNvPr>
            <p:cNvSpPr>
              <a:spLocks noChangeArrowheads="1"/>
            </p:cNvSpPr>
            <p:nvPr/>
          </p:nvSpPr>
          <p:spPr bwMode="gray">
            <a:xfrm>
              <a:off x="1762" y="2438"/>
              <a:ext cx="2736" cy="374"/>
            </a:xfrm>
            <a:prstGeom prst="roundRect">
              <a:avLst>
                <a:gd name="adj" fmla="val 16667"/>
              </a:avLst>
            </a:prstGeom>
            <a:gradFill rotWithShape="1">
              <a:gsLst>
                <a:gs pos="0">
                  <a:srgbClr val="765E00"/>
                </a:gs>
                <a:gs pos="50000">
                  <a:srgbClr val="FFCC00"/>
                </a:gs>
                <a:gs pos="100000">
                  <a:srgbClr val="765E00"/>
                </a:gs>
              </a:gsLst>
              <a:lin ang="5400000" scaled="1"/>
            </a:gradFill>
            <a:ln w="12700" algn="ctr">
              <a:solidFill>
                <a:schemeClr val="bg1"/>
              </a:solidFill>
              <a:round/>
              <a:headEnd/>
              <a:tailEnd/>
            </a:ln>
            <a:effectLst/>
            <a:extLst>
              <a:ext uri="{AF507438-7753-43E0-B8FC-AC1667EBCBE1}">
                <a14:hiddenEffects xmlns:a14="http://schemas.microsoft.com/office/drawing/2010/main">
                  <a:effectLst>
                    <a:outerShdw dist="99190" dir="2388334" algn="ctr" rotWithShape="0">
                      <a:srgbClr val="333333">
                        <a:alpha val="50000"/>
                      </a:srgbClr>
                    </a:outerShdw>
                  </a:effectLst>
                </a14:hiddenEffects>
              </a:ext>
            </a:extLst>
          </p:spPr>
          <p:txBody>
            <a:bodyPr wrap="none"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88078" name="AutoShape 20">
              <a:extLst>
                <a:ext uri="{FF2B5EF4-FFF2-40B4-BE49-F238E27FC236}">
                  <a16:creationId xmlns:a16="http://schemas.microsoft.com/office/drawing/2014/main" id="{94BE3B6B-DC8D-4751-AA3D-08A23FA38AC1}"/>
                </a:ext>
              </a:extLst>
            </p:cNvPr>
            <p:cNvSpPr>
              <a:spLocks noChangeArrowheads="1"/>
            </p:cNvSpPr>
            <p:nvPr/>
          </p:nvSpPr>
          <p:spPr bwMode="gray">
            <a:xfrm>
              <a:off x="1522" y="2341"/>
              <a:ext cx="432" cy="561"/>
            </a:xfrm>
            <a:prstGeom prst="diamond">
              <a:avLst/>
            </a:prstGeom>
            <a:solidFill>
              <a:srgbClr val="CC9900"/>
            </a:solidFill>
            <a:ln w="25400" algn="ctr">
              <a:solidFill>
                <a:schemeClr val="bg1"/>
              </a:solidFill>
              <a:miter lim="800000"/>
              <a:headEnd/>
              <a:tailEnd/>
            </a:ln>
            <a:effectLst/>
            <a:extLst>
              <a:ext uri="{AF507438-7753-43E0-B8FC-AC1667EBCBE1}">
                <a14:hiddenEffects xmlns:a14="http://schemas.microsoft.com/office/drawing/2010/main">
                  <a:effectLst>
                    <a:outerShdw dist="63500" dir="2212194" algn="ctr" rotWithShape="0">
                      <a:srgbClr val="333333">
                        <a:alpha val="50000"/>
                      </a:srgbClr>
                    </a:outerShdw>
                  </a:effectLst>
                </a14:hiddenEffects>
              </a:ext>
            </a:extLst>
          </p:spPr>
          <p:txBody>
            <a:bodyPr wrap="none"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88079" name="Text Box 21">
              <a:extLst>
                <a:ext uri="{FF2B5EF4-FFF2-40B4-BE49-F238E27FC236}">
                  <a16:creationId xmlns:a16="http://schemas.microsoft.com/office/drawing/2014/main" id="{AAE3DAAA-0C47-47F3-9051-497213983168}"/>
                </a:ext>
              </a:extLst>
            </p:cNvPr>
            <p:cNvSpPr txBox="1">
              <a:spLocks noChangeArrowheads="1"/>
            </p:cNvSpPr>
            <p:nvPr/>
          </p:nvSpPr>
          <p:spPr bwMode="gray">
            <a:xfrm>
              <a:off x="2172" y="2474"/>
              <a:ext cx="216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zh-CN" altLang="en-US" sz="2800" b="1">
                  <a:latin typeface="黑体" panose="02010609060101010101" pitchFamily="49" charset="-122"/>
                  <a:ea typeface="黑体" panose="02010609060101010101" pitchFamily="49" charset="-122"/>
                </a:rPr>
                <a:t>命题公式与等值演算</a:t>
              </a:r>
            </a:p>
          </p:txBody>
        </p:sp>
        <p:sp>
          <p:nvSpPr>
            <p:cNvPr id="88080" name="Text Box 22">
              <a:extLst>
                <a:ext uri="{FF2B5EF4-FFF2-40B4-BE49-F238E27FC236}">
                  <a16:creationId xmlns:a16="http://schemas.microsoft.com/office/drawing/2014/main" id="{6D9B32E4-8D76-4F55-B82D-63E2DAD68656}"/>
                </a:ext>
              </a:extLst>
            </p:cNvPr>
            <p:cNvSpPr txBox="1">
              <a:spLocks noChangeArrowheads="1"/>
            </p:cNvSpPr>
            <p:nvPr/>
          </p:nvSpPr>
          <p:spPr bwMode="gray">
            <a:xfrm>
              <a:off x="1613" y="2421"/>
              <a:ext cx="228"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92457" dir="9843276" algn="ctr" rotWithShape="0">
                      <a:schemeClr val="bg2"/>
                    </a:outerShdw>
                  </a:effectLst>
                </a14:hiddenEffects>
              </a:ext>
            </a:extLst>
          </p:spPr>
          <p:txBody>
            <a:bodyPr wrap="none">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en-US" altLang="zh-CN" sz="2800" b="1">
                  <a:solidFill>
                    <a:schemeClr val="bg1"/>
                  </a:solidFill>
                  <a:latin typeface="黑体" panose="02010609060101010101" pitchFamily="49" charset="-122"/>
                </a:rPr>
                <a:t>2</a:t>
              </a:r>
            </a:p>
          </p:txBody>
        </p:sp>
      </p:grpSp>
      <p:sp>
        <p:nvSpPr>
          <p:cNvPr id="88068" name="Text Box 2">
            <a:extLst>
              <a:ext uri="{FF2B5EF4-FFF2-40B4-BE49-F238E27FC236}">
                <a16:creationId xmlns:a16="http://schemas.microsoft.com/office/drawing/2014/main" id="{F7DDEF81-CC3A-4985-80AD-207CFFF4D9EB}"/>
              </a:ext>
            </a:extLst>
          </p:cNvPr>
          <p:cNvSpPr txBox="1">
            <a:spLocks noChangeArrowheads="1"/>
          </p:cNvSpPr>
          <p:nvPr/>
        </p:nvSpPr>
        <p:spPr bwMode="auto">
          <a:xfrm>
            <a:off x="1403350" y="836613"/>
            <a:ext cx="7086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Clr>
                <a:schemeClr val="bg1"/>
              </a:buClr>
              <a:buSzPts val="5400"/>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本章学习内容</a:t>
            </a:r>
            <a:r>
              <a:rPr lang="en-US" altLang="zh-CN" sz="5400" b="1">
                <a:solidFill>
                  <a:schemeClr val="bg1"/>
                </a:solidFill>
                <a:latin typeface="宋体" panose="02010600030101010101" pitchFamily="2" charset="-122"/>
                <a:ea typeface="宋体" panose="02010600030101010101" pitchFamily="2" charset="-122"/>
              </a:rPr>
              <a:t>(</a:t>
            </a:r>
            <a:r>
              <a:rPr lang="zh-CN" altLang="en-US" sz="5400" b="1">
                <a:solidFill>
                  <a:schemeClr val="bg1"/>
                </a:solidFill>
                <a:latin typeface="宋体" panose="02010600030101010101" pitchFamily="2" charset="-122"/>
                <a:ea typeface="宋体" panose="02010600030101010101" pitchFamily="2" charset="-122"/>
              </a:rPr>
              <a:t>上</a:t>
            </a:r>
            <a:r>
              <a:rPr lang="en-US" altLang="zh-CN" sz="5400" b="1">
                <a:solidFill>
                  <a:schemeClr val="bg1"/>
                </a:solidFill>
                <a:latin typeface="宋体" panose="02010600030101010101" pitchFamily="2" charset="-122"/>
                <a:ea typeface="宋体" panose="02010600030101010101" pitchFamily="2" charset="-122"/>
              </a:rPr>
              <a:t>)</a:t>
            </a:r>
            <a:endParaRPr lang="en-US" altLang="zh-CN" sz="2800">
              <a:latin typeface="Times New Roman" panose="02020603050405020304" pitchFamily="18" charset="0"/>
              <a:ea typeface="宋体" panose="02010600030101010101" pitchFamily="2" charset="-122"/>
            </a:endParaRPr>
          </a:p>
        </p:txBody>
      </p:sp>
      <p:sp>
        <p:nvSpPr>
          <p:cNvPr id="13" name="AutoShape 14">
            <a:extLst>
              <a:ext uri="{FF2B5EF4-FFF2-40B4-BE49-F238E27FC236}">
                <a16:creationId xmlns:a16="http://schemas.microsoft.com/office/drawing/2014/main" id="{E30315E9-8BD8-4FBC-B7CC-F95ED1CFE7D3}"/>
              </a:ext>
            </a:extLst>
          </p:cNvPr>
          <p:cNvSpPr>
            <a:spLocks noChangeArrowheads="1"/>
          </p:cNvSpPr>
          <p:nvPr/>
        </p:nvSpPr>
        <p:spPr bwMode="gray">
          <a:xfrm>
            <a:off x="2789238" y="5075238"/>
            <a:ext cx="4343400" cy="590550"/>
          </a:xfrm>
          <a:prstGeom prst="roundRect">
            <a:avLst>
              <a:gd name="adj" fmla="val 16667"/>
            </a:avLst>
          </a:prstGeom>
          <a:gradFill rotWithShape="1">
            <a:gsLst>
              <a:gs pos="0">
                <a:schemeClr val="folHlink"/>
              </a:gs>
              <a:gs pos="50000">
                <a:schemeClr val="folHlink">
                  <a:gamma/>
                  <a:tint val="21176"/>
                  <a:invGamma/>
                </a:schemeClr>
              </a:gs>
              <a:gs pos="100000">
                <a:schemeClr val="folHlink"/>
              </a:gs>
            </a:gsLst>
            <a:lin ang="5400000" scaled="1"/>
          </a:gradFill>
          <a:ln w="12700" algn="ctr">
            <a:solidFill>
              <a:schemeClr val="bg1"/>
            </a:solidFill>
            <a:round/>
            <a:headEnd/>
            <a:tailEnd/>
          </a:ln>
          <a:effectLst/>
        </p:spPr>
        <p:txBody>
          <a:bodyPr wrap="none" anchor="ctr"/>
          <a:lstStyle/>
          <a:p>
            <a:pPr eaLnBrk="1" hangingPunct="1">
              <a:defRPr/>
            </a:pPr>
            <a:endParaRPr kumimoji="0" lang="zh-CN" altLang="en-US" sz="3200">
              <a:solidFill>
                <a:srgbClr val="FF0000"/>
              </a:solidFill>
              <a:latin typeface="黑体" pitchFamily="2" charset="-122"/>
              <a:ea typeface="黑体" pitchFamily="2" charset="-122"/>
            </a:endParaRPr>
          </a:p>
        </p:txBody>
      </p:sp>
      <p:sp>
        <p:nvSpPr>
          <p:cNvPr id="88070" name="AutoShape 15">
            <a:extLst>
              <a:ext uri="{FF2B5EF4-FFF2-40B4-BE49-F238E27FC236}">
                <a16:creationId xmlns:a16="http://schemas.microsoft.com/office/drawing/2014/main" id="{CD86CED1-D753-4D9C-A589-C2388989DC8E}"/>
              </a:ext>
            </a:extLst>
          </p:cNvPr>
          <p:cNvSpPr>
            <a:spLocks noChangeArrowheads="1"/>
          </p:cNvSpPr>
          <p:nvPr/>
        </p:nvSpPr>
        <p:spPr bwMode="gray">
          <a:xfrm>
            <a:off x="2446338" y="4929188"/>
            <a:ext cx="685800" cy="881062"/>
          </a:xfrm>
          <a:prstGeom prst="diamond">
            <a:avLst/>
          </a:prstGeom>
          <a:solidFill>
            <a:schemeClr val="folHlink"/>
          </a:solidFill>
          <a:ln w="25400" algn="ctr">
            <a:solidFill>
              <a:schemeClr val="bg1"/>
            </a:solidFill>
            <a:miter lim="800000"/>
            <a:headEnd/>
            <a:tailEnd/>
          </a:ln>
          <a:effectLst/>
          <a:extLst>
            <a:ext uri="{AF507438-7753-43E0-B8FC-AC1667EBCBE1}">
              <a14:hiddenEffects xmlns:a14="http://schemas.microsoft.com/office/drawing/2010/main">
                <a:effectLst>
                  <a:outerShdw dist="63500" dir="2212194" algn="ctr" rotWithShape="0">
                    <a:srgbClr val="333333">
                      <a:alpha val="50000"/>
                    </a:srgbClr>
                  </a:outerShdw>
                </a:effectLst>
              </a14:hiddenEffects>
            </a:ext>
          </a:extLst>
        </p:spPr>
        <p:txBody>
          <a:bodyPr wrap="none"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88071" name="Text Box 17">
            <a:extLst>
              <a:ext uri="{FF2B5EF4-FFF2-40B4-BE49-F238E27FC236}">
                <a16:creationId xmlns:a16="http://schemas.microsoft.com/office/drawing/2014/main" id="{7DE93446-0B74-4953-92CE-6F94F5D5A04D}"/>
              </a:ext>
            </a:extLst>
          </p:cNvPr>
          <p:cNvSpPr txBox="1">
            <a:spLocks noChangeArrowheads="1"/>
          </p:cNvSpPr>
          <p:nvPr/>
        </p:nvSpPr>
        <p:spPr bwMode="gray">
          <a:xfrm>
            <a:off x="2608263" y="5089525"/>
            <a:ext cx="361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92457" dir="9843276" algn="ctr" rotWithShape="0">
                    <a:schemeClr val="bg2"/>
                  </a:outerShdw>
                </a:effectLst>
              </a14:hiddenEffects>
            </a:ext>
          </a:extLst>
        </p:spPr>
        <p:txBody>
          <a:bodyPr wrap="none">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en-US" altLang="zh-CN" sz="2800" b="1">
                <a:solidFill>
                  <a:schemeClr val="bg1"/>
                </a:solidFill>
                <a:latin typeface="黑体" panose="02010609060101010101" pitchFamily="49" charset="-122"/>
              </a:rPr>
              <a:t>3</a:t>
            </a:r>
          </a:p>
        </p:txBody>
      </p:sp>
      <p:sp>
        <p:nvSpPr>
          <p:cNvPr id="88072" name="Text Box 21">
            <a:extLst>
              <a:ext uri="{FF2B5EF4-FFF2-40B4-BE49-F238E27FC236}">
                <a16:creationId xmlns:a16="http://schemas.microsoft.com/office/drawing/2014/main" id="{7AE113D8-9F6C-4701-A2DF-5EE4833A98F1}"/>
              </a:ext>
            </a:extLst>
          </p:cNvPr>
          <p:cNvSpPr txBox="1">
            <a:spLocks noChangeArrowheads="1"/>
          </p:cNvSpPr>
          <p:nvPr/>
        </p:nvSpPr>
        <p:spPr bwMode="gray">
          <a:xfrm>
            <a:off x="3227388" y="5110163"/>
            <a:ext cx="3429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zh-CN" altLang="en-US" sz="2800" b="1">
                <a:latin typeface="黑体" panose="02010609060101010101" pitchFamily="49" charset="-122"/>
                <a:ea typeface="黑体" panose="02010609060101010101" pitchFamily="49" charset="-122"/>
              </a:rPr>
              <a:t> 联结词的完备集</a:t>
            </a:r>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日期占位符 3">
            <a:extLst>
              <a:ext uri="{FF2B5EF4-FFF2-40B4-BE49-F238E27FC236}">
                <a16:creationId xmlns:a16="http://schemas.microsoft.com/office/drawing/2014/main" id="{403ABFFC-929D-4AFF-98D8-AC6D31E5575B}"/>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2684FD29-F7C1-400F-9B16-D27E2BFEFB32}"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89091" name="页脚占位符 4">
            <a:extLst>
              <a:ext uri="{FF2B5EF4-FFF2-40B4-BE49-F238E27FC236}">
                <a16:creationId xmlns:a16="http://schemas.microsoft.com/office/drawing/2014/main" id="{9C3F9EB8-474B-4A0D-9229-022A465A3B73}"/>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89092" name="灯片编号占位符 5">
            <a:extLst>
              <a:ext uri="{FF2B5EF4-FFF2-40B4-BE49-F238E27FC236}">
                <a16:creationId xmlns:a16="http://schemas.microsoft.com/office/drawing/2014/main" id="{9282307E-CFA0-478E-83DF-A75C471E79A7}"/>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3ADCFF6D-9FBA-417C-8F35-3B1AF441BFF6}" type="slidenum">
              <a:rPr lang="en-US" altLang="zh-CN" sz="1400" smtClean="0">
                <a:latin typeface="Times New Roman" panose="02020603050405020304" pitchFamily="18" charset="0"/>
                <a:ea typeface="宋体" panose="02010600030101010101" pitchFamily="2" charset="-122"/>
              </a:rPr>
              <a:pPr>
                <a:spcBef>
                  <a:spcPct val="0"/>
                </a:spcBef>
                <a:buFontTx/>
                <a:buNone/>
              </a:pPr>
              <a:t>63</a:t>
            </a:fld>
            <a:endParaRPr lang="en-US" altLang="zh-CN" sz="1400">
              <a:latin typeface="Times New Roman" panose="02020603050405020304" pitchFamily="18" charset="0"/>
              <a:ea typeface="宋体" panose="02010600030101010101" pitchFamily="2" charset="-122"/>
            </a:endParaRPr>
          </a:p>
        </p:txBody>
      </p:sp>
      <p:sp>
        <p:nvSpPr>
          <p:cNvPr id="89093" name="Rectangle 2">
            <a:extLst>
              <a:ext uri="{FF2B5EF4-FFF2-40B4-BE49-F238E27FC236}">
                <a16:creationId xmlns:a16="http://schemas.microsoft.com/office/drawing/2014/main" id="{42913D4A-BBE8-4488-982A-60E6A2971128}"/>
              </a:ext>
            </a:extLst>
          </p:cNvPr>
          <p:cNvSpPr>
            <a:spLocks noGrp="1" noChangeArrowheads="1"/>
          </p:cNvSpPr>
          <p:nvPr>
            <p:ph type="ctrTitle"/>
          </p:nvPr>
        </p:nvSpPr>
        <p:spPr>
          <a:xfrm>
            <a:off x="1190625" y="2565400"/>
            <a:ext cx="7197725" cy="1439863"/>
          </a:xfrm>
          <a:solidFill>
            <a:srgbClr val="0000FF"/>
          </a:solidFill>
        </p:spPr>
        <p:txBody>
          <a:bodyPr anchor="ctr"/>
          <a:lstStyle/>
          <a:p>
            <a:pPr eaLnBrk="1" hangingPunct="1"/>
            <a:r>
              <a:rPr lang="zh-CN" altLang="en-US" b="1">
                <a:solidFill>
                  <a:schemeClr val="bg1"/>
                </a:solidFill>
              </a:rPr>
              <a:t>命题公式与等值演算</a:t>
            </a:r>
          </a:p>
        </p:txBody>
      </p:sp>
      <p:pic>
        <p:nvPicPr>
          <p:cNvPr id="89094" name="Picture 7" descr="C:\Program Files\Microsoft Office\MEDIA\CAGCAT10\j0292982.wmf">
            <a:extLst>
              <a:ext uri="{FF2B5EF4-FFF2-40B4-BE49-F238E27FC236}">
                <a16:creationId xmlns:a16="http://schemas.microsoft.com/office/drawing/2014/main" id="{76F25130-F787-4C2A-AB69-E6C387D695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21575" y="4738688"/>
            <a:ext cx="1371600" cy="135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ext Box 2">
            <a:extLst>
              <a:ext uri="{FF2B5EF4-FFF2-40B4-BE49-F238E27FC236}">
                <a16:creationId xmlns:a16="http://schemas.microsoft.com/office/drawing/2014/main" id="{03B3A929-0CB4-461B-A7E5-2D00DAE91E60}"/>
              </a:ext>
            </a:extLst>
          </p:cNvPr>
          <p:cNvSpPr txBox="1">
            <a:spLocks noChangeArrowheads="1"/>
          </p:cNvSpPr>
          <p:nvPr/>
        </p:nvSpPr>
        <p:spPr bwMode="auto">
          <a:xfrm>
            <a:off x="1258888" y="931863"/>
            <a:ext cx="6337300" cy="76835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800">
                <a:solidFill>
                  <a:schemeClr val="tx1"/>
                </a:solidFill>
                <a:latin typeface="Times New Roman" panose="02020603050405020304" pitchFamily="18" charset="0"/>
                <a:ea typeface="宋体" panose="02010600030101010101" pitchFamily="2" charset="-122"/>
              </a:defRPr>
            </a:lvl1pPr>
            <a:lvl2pPr marL="838200" indent="-381000">
              <a:defRPr kumimoji="1" sz="2800">
                <a:solidFill>
                  <a:schemeClr val="tx1"/>
                </a:solidFill>
                <a:latin typeface="Times New Roman" panose="02020603050405020304" pitchFamily="18" charset="0"/>
                <a:ea typeface="宋体" panose="02010600030101010101" pitchFamily="2" charset="-122"/>
              </a:defRPr>
            </a:lvl2pPr>
            <a:lvl3pPr marL="1295400" indent="-381000">
              <a:defRPr kumimoji="1" sz="2800">
                <a:solidFill>
                  <a:schemeClr val="tx1"/>
                </a:solidFill>
                <a:latin typeface="Times New Roman" panose="02020603050405020304" pitchFamily="18" charset="0"/>
                <a:ea typeface="宋体" panose="02010600030101010101" pitchFamily="2" charset="-122"/>
              </a:defRPr>
            </a:lvl3pPr>
            <a:lvl4pPr marL="1752600" indent="-381000">
              <a:defRPr kumimoji="1" sz="2800">
                <a:solidFill>
                  <a:schemeClr val="tx1"/>
                </a:solidFill>
                <a:latin typeface="Times New Roman" panose="02020603050405020304" pitchFamily="18" charset="0"/>
                <a:ea typeface="宋体" panose="02010600030101010101" pitchFamily="2" charset="-122"/>
              </a:defRPr>
            </a:lvl4pPr>
            <a:lvl5pPr marL="2209800" indent="-381000">
              <a:defRPr kumimoji="1" sz="28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4400" b="1">
                <a:solidFill>
                  <a:schemeClr val="bg1"/>
                </a:solidFill>
                <a:latin typeface="宋体" panose="02010600030101010101" pitchFamily="2" charset="-122"/>
              </a:rPr>
              <a:t> 命题公式与等值演算</a:t>
            </a:r>
          </a:p>
        </p:txBody>
      </p:sp>
      <p:sp>
        <p:nvSpPr>
          <p:cNvPr id="90115" name="Rectangle 3">
            <a:extLst>
              <a:ext uri="{FF2B5EF4-FFF2-40B4-BE49-F238E27FC236}">
                <a16:creationId xmlns:a16="http://schemas.microsoft.com/office/drawing/2014/main" id="{FF6BE679-F02F-48D6-892E-BDC594E246A2}"/>
              </a:ext>
            </a:extLst>
          </p:cNvPr>
          <p:cNvSpPr>
            <a:spLocks noGrp="1" noChangeArrowheads="1"/>
          </p:cNvSpPr>
          <p:nvPr>
            <p:ph type="body" sz="half" idx="1"/>
          </p:nvPr>
        </p:nvSpPr>
        <p:spPr>
          <a:xfrm>
            <a:off x="1763713" y="2636838"/>
            <a:ext cx="5472112" cy="2592387"/>
          </a:xfrm>
          <a:noFill/>
          <a:extLst>
            <a:ext uri="{909E8E84-426E-40DD-AFC4-6F175D3DCCD1}">
              <a14:hiddenFill xmlns:a14="http://schemas.microsoft.com/office/drawing/2010/main">
                <a:solidFill>
                  <a:schemeClr val="accent1"/>
                </a:solidFill>
              </a14:hiddenFill>
            </a:ext>
          </a:extLst>
        </p:spPr>
        <p:txBody>
          <a:bodyPr lIns="92075" tIns="46038" rIns="92075" bIns="46038"/>
          <a:lstStyle/>
          <a:p>
            <a:pPr>
              <a:lnSpc>
                <a:spcPct val="150000"/>
              </a:lnSpc>
              <a:buFont typeface="Wingdings" panose="05000000000000000000" pitchFamily="2" charset="2"/>
              <a:buChar char="J"/>
            </a:pPr>
            <a:r>
              <a:rPr lang="zh-CN" altLang="en-US" sz="3600" b="1">
                <a:solidFill>
                  <a:schemeClr val="accent2"/>
                </a:solidFill>
                <a:effectLst/>
                <a:latin typeface="黑体" panose="02010609060101010101" pitchFamily="49" charset="-122"/>
                <a:ea typeface="黑体" panose="02010609060101010101" pitchFamily="49" charset="-122"/>
              </a:rPr>
              <a:t> 命题公式的基本知识</a:t>
            </a:r>
          </a:p>
          <a:p>
            <a:pPr>
              <a:lnSpc>
                <a:spcPct val="150000"/>
              </a:lnSpc>
              <a:buFont typeface="Wingdings" panose="05000000000000000000" pitchFamily="2" charset="2"/>
              <a:buChar char="4"/>
            </a:pPr>
            <a:r>
              <a:rPr lang="zh-CN" altLang="en-US" sz="3600" b="1">
                <a:effectLst/>
                <a:latin typeface="黑体" panose="02010609060101010101" pitchFamily="49" charset="-122"/>
                <a:ea typeface="黑体" panose="02010609060101010101" pitchFamily="49" charset="-122"/>
              </a:rPr>
              <a:t> 等值关系与等值演算</a:t>
            </a:r>
          </a:p>
          <a:p>
            <a:pPr>
              <a:lnSpc>
                <a:spcPct val="150000"/>
              </a:lnSpc>
              <a:buFont typeface="Wingdings" panose="05000000000000000000" pitchFamily="2" charset="2"/>
              <a:buChar char="4"/>
            </a:pPr>
            <a:r>
              <a:rPr lang="zh-CN" altLang="en-US" sz="3600" b="1">
                <a:effectLst/>
                <a:latin typeface="黑体" panose="02010609060101010101" pitchFamily="49" charset="-122"/>
                <a:ea typeface="黑体" panose="02010609060101010101" pitchFamily="49" charset="-122"/>
              </a:rPr>
              <a:t> 公式的内否与对偶</a:t>
            </a:r>
          </a:p>
        </p:txBody>
      </p:sp>
      <p:pic>
        <p:nvPicPr>
          <p:cNvPr id="90116" name="Picture 6" descr="C:\Program Files\Microsoft Office\MEDIA\CAGCAT10\j0293844.wmf">
            <a:extLst>
              <a:ext uri="{FF2B5EF4-FFF2-40B4-BE49-F238E27FC236}">
                <a16:creationId xmlns:a16="http://schemas.microsoft.com/office/drawing/2014/main" id="{22A40C0F-D32C-4890-B253-9113159EBB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45425" y="54927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日期占位符 1">
            <a:extLst>
              <a:ext uri="{FF2B5EF4-FFF2-40B4-BE49-F238E27FC236}">
                <a16:creationId xmlns:a16="http://schemas.microsoft.com/office/drawing/2014/main" id="{A707C055-9799-4DE6-AD91-80ECB84FD7EC}"/>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D0574197-A949-4FC6-B951-3697137F7C02}"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91139" name="页脚占位符 2">
            <a:extLst>
              <a:ext uri="{FF2B5EF4-FFF2-40B4-BE49-F238E27FC236}">
                <a16:creationId xmlns:a16="http://schemas.microsoft.com/office/drawing/2014/main" id="{0660E3FB-4823-4706-A097-9F075F9F71B5}"/>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91140" name="灯片编号占位符 3">
            <a:extLst>
              <a:ext uri="{FF2B5EF4-FFF2-40B4-BE49-F238E27FC236}">
                <a16:creationId xmlns:a16="http://schemas.microsoft.com/office/drawing/2014/main" id="{4415CA7C-AEC5-46FC-92B1-FA51027ABF06}"/>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BE1C4C75-57AE-4E6C-BCF2-42025FA6C0A4}" type="slidenum">
              <a:rPr lang="en-US" altLang="zh-CN" sz="1400" smtClean="0">
                <a:latin typeface="Times New Roman" panose="02020603050405020304" pitchFamily="18" charset="0"/>
                <a:ea typeface="宋体" panose="02010600030101010101" pitchFamily="2" charset="-122"/>
              </a:rPr>
              <a:pPr>
                <a:spcBef>
                  <a:spcPct val="0"/>
                </a:spcBef>
                <a:buFontTx/>
                <a:buNone/>
              </a:pPr>
              <a:t>65</a:t>
            </a:fld>
            <a:endParaRPr lang="en-US" altLang="zh-CN" sz="1400">
              <a:latin typeface="Times New Roman" panose="02020603050405020304" pitchFamily="18" charset="0"/>
              <a:ea typeface="宋体" panose="02010600030101010101" pitchFamily="2" charset="-122"/>
            </a:endParaRPr>
          </a:p>
        </p:txBody>
      </p:sp>
      <p:sp>
        <p:nvSpPr>
          <p:cNvPr id="91141" name="页脚占位符 3">
            <a:extLst>
              <a:ext uri="{FF2B5EF4-FFF2-40B4-BE49-F238E27FC236}">
                <a16:creationId xmlns:a16="http://schemas.microsoft.com/office/drawing/2014/main" id="{6B1188D5-4176-4432-B6A0-5E104957F06B}"/>
              </a:ext>
            </a:extLst>
          </p:cNvPr>
          <p:cNvSpPr txBox="1">
            <a:spLocks noGrp="1"/>
          </p:cNvSpPr>
          <p:nvPr/>
        </p:nvSpPr>
        <p:spPr bwMode="black">
          <a:xfrm>
            <a:off x="609600" y="6470650"/>
            <a:ext cx="538163"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r">
              <a:spcBef>
                <a:spcPct val="0"/>
              </a:spcBef>
              <a:buFontTx/>
              <a:buNone/>
            </a:pPr>
            <a:fld id="{BFF4FB39-1FCE-4C38-97F8-06F57C397B01}" type="slidenum">
              <a:rPr kumimoji="0" lang="en-US" altLang="zh-CN" sz="1000">
                <a:solidFill>
                  <a:schemeClr val="bg1"/>
                </a:solidFill>
                <a:latin typeface="Arial" panose="020B0604020202020204" pitchFamily="34" charset="0"/>
                <a:ea typeface="宋体" panose="02010600030101010101" pitchFamily="2" charset="-122"/>
              </a:rPr>
              <a:pPr algn="r">
                <a:spcBef>
                  <a:spcPct val="0"/>
                </a:spcBef>
                <a:buFontTx/>
                <a:buNone/>
              </a:pPr>
              <a:t>65</a:t>
            </a:fld>
            <a:endParaRPr kumimoji="0" lang="en-US" altLang="zh-CN" sz="1000">
              <a:solidFill>
                <a:schemeClr val="bg1"/>
              </a:solidFill>
              <a:latin typeface="Arial" panose="020B0604020202020204" pitchFamily="34" charset="0"/>
              <a:ea typeface="宋体" panose="02010600030101010101" pitchFamily="2" charset="-122"/>
            </a:endParaRPr>
          </a:p>
        </p:txBody>
      </p:sp>
      <p:sp>
        <p:nvSpPr>
          <p:cNvPr id="91142" name="日期占位符 4">
            <a:extLst>
              <a:ext uri="{FF2B5EF4-FFF2-40B4-BE49-F238E27FC236}">
                <a16:creationId xmlns:a16="http://schemas.microsoft.com/office/drawing/2014/main" id="{94E3278C-815F-4F39-B25C-0A7B2FEB69D7}"/>
              </a:ext>
            </a:extLst>
          </p:cNvPr>
          <p:cNvSpPr txBox="1">
            <a:spLocks noGrp="1"/>
          </p:cNvSpPr>
          <p:nvPr/>
        </p:nvSpPr>
        <p:spPr bwMode="auto">
          <a:xfrm>
            <a:off x="1271588" y="6472238"/>
            <a:ext cx="946150"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fld id="{38B433CE-34CC-4A53-B14B-7BE5BD3D25D1}" type="datetime1">
              <a:rPr kumimoji="0" lang="zh-CN" altLang="en-US" sz="1000">
                <a:solidFill>
                  <a:schemeClr val="bg1"/>
                </a:solidFill>
                <a:latin typeface="Arial" panose="020B0604020202020204" pitchFamily="34" charset="0"/>
                <a:ea typeface="宋体" panose="02010600030101010101" pitchFamily="2" charset="-122"/>
              </a:rPr>
              <a:pPr eaLnBrk="1" hangingPunct="1">
                <a:spcBef>
                  <a:spcPct val="0"/>
                </a:spcBef>
                <a:buFontTx/>
                <a:buNone/>
              </a:pPr>
              <a:t>2020/9/7</a:t>
            </a:fld>
            <a:endParaRPr kumimoji="0" lang="en-US" altLang="zh-CN" sz="1000">
              <a:solidFill>
                <a:schemeClr val="bg1"/>
              </a:solidFill>
              <a:latin typeface="Arial" panose="020B0604020202020204" pitchFamily="34" charset="0"/>
              <a:ea typeface="宋体" panose="02010600030101010101" pitchFamily="2" charset="-122"/>
            </a:endParaRPr>
          </a:p>
        </p:txBody>
      </p:sp>
      <p:sp>
        <p:nvSpPr>
          <p:cNvPr id="91143" name="Text Box 2">
            <a:extLst>
              <a:ext uri="{FF2B5EF4-FFF2-40B4-BE49-F238E27FC236}">
                <a16:creationId xmlns:a16="http://schemas.microsoft.com/office/drawing/2014/main" id="{F6674F86-0F13-4C62-8D05-B605B723CCA7}"/>
              </a:ext>
            </a:extLst>
          </p:cNvPr>
          <p:cNvSpPr txBox="1">
            <a:spLocks noChangeArrowheads="1"/>
          </p:cNvSpPr>
          <p:nvPr/>
        </p:nvSpPr>
        <p:spPr bwMode="auto">
          <a:xfrm>
            <a:off x="1435100" y="785813"/>
            <a:ext cx="60166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命题变元</a:t>
            </a:r>
          </a:p>
        </p:txBody>
      </p:sp>
      <p:pic>
        <p:nvPicPr>
          <p:cNvPr id="91144" name="Picture 6" descr="C:\Program Files\Microsoft Office\MEDIA\CAGCAT10\j0293844.wmf">
            <a:extLst>
              <a:ext uri="{FF2B5EF4-FFF2-40B4-BE49-F238E27FC236}">
                <a16:creationId xmlns:a16="http://schemas.microsoft.com/office/drawing/2014/main" id="{1134B07D-87C6-466B-84F5-57D1167FE7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5143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145" name="Rectangle 6">
            <a:extLst>
              <a:ext uri="{FF2B5EF4-FFF2-40B4-BE49-F238E27FC236}">
                <a16:creationId xmlns:a16="http://schemas.microsoft.com/office/drawing/2014/main" id="{A336C875-96CA-4739-96A5-4DCADA14F86D}"/>
              </a:ext>
            </a:extLst>
          </p:cNvPr>
          <p:cNvSpPr>
            <a:spLocks noChangeArrowheads="1"/>
          </p:cNvSpPr>
          <p:nvPr/>
        </p:nvSpPr>
        <p:spPr bwMode="auto">
          <a:xfrm>
            <a:off x="1331913" y="1916113"/>
            <a:ext cx="7056437" cy="22288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buFont typeface="Wingdings" panose="05000000000000000000" pitchFamily="2" charset="2"/>
              <a:buChar char="u"/>
            </a:pPr>
            <a:r>
              <a:rPr kumimoji="0" lang="zh-CN" altLang="en-US" sz="2800" b="1">
                <a:solidFill>
                  <a:schemeClr val="accent2"/>
                </a:solidFill>
                <a:latin typeface="黑体" panose="02010609060101010101" pitchFamily="49" charset="-122"/>
                <a:ea typeface="黑体" panose="02010609060101010101" pitchFamily="49" charset="-122"/>
              </a:rPr>
              <a:t> 如果命题标识符表示一个具体、确定的命题，称为</a:t>
            </a:r>
            <a:r>
              <a:rPr kumimoji="0" lang="zh-CN" altLang="en-US" sz="2800" b="1">
                <a:solidFill>
                  <a:srgbClr val="006600"/>
                </a:solidFill>
                <a:latin typeface="黑体" panose="02010609060101010101" pitchFamily="49" charset="-122"/>
                <a:ea typeface="黑体" panose="02010609060101010101" pitchFamily="49" charset="-122"/>
              </a:rPr>
              <a:t>命题常元</a:t>
            </a:r>
            <a:r>
              <a:rPr kumimoji="0" lang="zh-CN" altLang="en-US" sz="2800" b="1">
                <a:solidFill>
                  <a:schemeClr val="accent2"/>
                </a:solidFill>
                <a:latin typeface="黑体" panose="02010609060101010101" pitchFamily="49" charset="-122"/>
                <a:ea typeface="黑体" panose="02010609060101010101" pitchFamily="49" charset="-122"/>
              </a:rPr>
              <a:t>。</a:t>
            </a:r>
          </a:p>
          <a:p>
            <a:pPr eaLnBrk="1" hangingPunct="1">
              <a:lnSpc>
                <a:spcPct val="120000"/>
              </a:lnSpc>
              <a:buFont typeface="Wingdings" panose="05000000000000000000" pitchFamily="2" charset="2"/>
              <a:buChar char="u"/>
            </a:pPr>
            <a:r>
              <a:rPr kumimoji="0" lang="zh-CN" altLang="en-US" sz="2800" b="1">
                <a:solidFill>
                  <a:schemeClr val="accent2"/>
                </a:solidFill>
                <a:latin typeface="黑体" panose="02010609060101010101" pitchFamily="49" charset="-122"/>
                <a:ea typeface="黑体" panose="02010609060101010101" pitchFamily="49" charset="-122"/>
              </a:rPr>
              <a:t> 如果命题标识符表示任意一个命题，称为</a:t>
            </a:r>
            <a:r>
              <a:rPr kumimoji="0" lang="zh-CN" altLang="en-US" sz="2800" b="1">
                <a:solidFill>
                  <a:srgbClr val="006600"/>
                </a:solidFill>
                <a:latin typeface="黑体" panose="02010609060101010101" pitchFamily="49" charset="-122"/>
                <a:ea typeface="黑体" panose="02010609060101010101" pitchFamily="49" charset="-122"/>
              </a:rPr>
              <a:t>命题变元</a:t>
            </a:r>
            <a:r>
              <a:rPr kumimoji="0" lang="zh-CN" altLang="en-US" sz="2800" b="1">
                <a:solidFill>
                  <a:schemeClr val="accent2"/>
                </a:solidFill>
                <a:latin typeface="黑体" panose="02010609060101010101" pitchFamily="49" charset="-122"/>
                <a:ea typeface="黑体" panose="02010609060101010101" pitchFamily="49" charset="-122"/>
              </a:rPr>
              <a:t>。</a:t>
            </a:r>
          </a:p>
        </p:txBody>
      </p:sp>
      <p:sp>
        <p:nvSpPr>
          <p:cNvPr id="91146" name="Rectangle 7">
            <a:extLst>
              <a:ext uri="{FF2B5EF4-FFF2-40B4-BE49-F238E27FC236}">
                <a16:creationId xmlns:a16="http://schemas.microsoft.com/office/drawing/2014/main" id="{498E613E-FA7C-4A74-8FE8-29774CE4332E}"/>
              </a:ext>
            </a:extLst>
          </p:cNvPr>
          <p:cNvSpPr>
            <a:spLocks noChangeArrowheads="1"/>
          </p:cNvSpPr>
          <p:nvPr/>
        </p:nvSpPr>
        <p:spPr bwMode="auto">
          <a:xfrm>
            <a:off x="1331913" y="4365625"/>
            <a:ext cx="7343775" cy="1458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kumimoji="0" lang="en-US" altLang="zh-CN" sz="2800" b="1">
                <a:solidFill>
                  <a:schemeClr val="accent2"/>
                </a:solidFill>
                <a:latin typeface="黑体" panose="02010609060101010101" pitchFamily="49" charset="-122"/>
                <a:ea typeface="黑体" panose="02010609060101010101" pitchFamily="49" charset="-122"/>
              </a:rPr>
              <a:t>   </a:t>
            </a:r>
            <a:r>
              <a:rPr kumimoji="0" lang="zh-CN" altLang="en-US" sz="2800" b="1">
                <a:solidFill>
                  <a:schemeClr val="accent2"/>
                </a:solidFill>
                <a:latin typeface="黑体" panose="02010609060101010101" pitchFamily="49" charset="-122"/>
                <a:ea typeface="黑体" panose="02010609060101010101" pitchFamily="49" charset="-122"/>
              </a:rPr>
              <a:t>命题</a:t>
            </a:r>
            <a:r>
              <a:rPr kumimoji="0" lang="zh-CN" altLang="en-US" sz="2800">
                <a:latin typeface="黑体" panose="02010609060101010101" pitchFamily="49" charset="-122"/>
                <a:ea typeface="黑体" panose="02010609060101010101" pitchFamily="49" charset="-122"/>
              </a:rPr>
              <a:t>是能判断真假的陈述句。</a:t>
            </a:r>
            <a:endParaRPr kumimoji="0" lang="zh-CN" altLang="en-US" sz="2800" b="1">
              <a:latin typeface="黑体" panose="02010609060101010101" pitchFamily="49" charset="-122"/>
              <a:ea typeface="黑体" panose="02010609060101010101" pitchFamily="49" charset="-122"/>
            </a:endParaRPr>
          </a:p>
          <a:p>
            <a:pPr eaLnBrk="1" hangingPunct="1">
              <a:buFontTx/>
              <a:buNone/>
            </a:pPr>
            <a:r>
              <a:rPr kumimoji="0" lang="zh-CN" altLang="en-US" sz="2800" b="1">
                <a:solidFill>
                  <a:schemeClr val="accent2"/>
                </a:solidFill>
                <a:latin typeface="黑体" panose="02010609060101010101" pitchFamily="49" charset="-122"/>
                <a:ea typeface="黑体" panose="02010609060101010101" pitchFamily="49" charset="-122"/>
              </a:rPr>
              <a:t>   命题变元</a:t>
            </a:r>
            <a:r>
              <a:rPr kumimoji="0" lang="zh-CN" altLang="en-US" sz="2800" b="1">
                <a:latin typeface="黑体" panose="02010609060101010101" pitchFamily="49" charset="-122"/>
                <a:ea typeface="黑体" panose="02010609060101010101" pitchFamily="49" charset="-122"/>
              </a:rPr>
              <a:t>代表任意的命题，其真值是不确定的，</a:t>
            </a:r>
            <a:r>
              <a:rPr kumimoji="0" lang="zh-CN" altLang="en-US" sz="2800" b="1" noProof="1">
                <a:latin typeface="黑体" panose="02010609060101010101" pitchFamily="49" charset="-122"/>
                <a:ea typeface="黑体" panose="02010609060101010101" pitchFamily="49" charset="-122"/>
              </a:rPr>
              <a:t>它的变域是集合</a:t>
            </a:r>
            <a:r>
              <a:rPr kumimoji="0" lang="en-US" altLang="en-US" sz="2800" b="1">
                <a:latin typeface="黑体" panose="02010609060101010101" pitchFamily="49" charset="-122"/>
                <a:ea typeface="黑体" panose="02010609060101010101" pitchFamily="49" charset="-122"/>
              </a:rPr>
              <a:t>{</a:t>
            </a:r>
            <a:r>
              <a:rPr kumimoji="0" lang="en-US" altLang="zh-CN" sz="2800" b="1" noProof="1">
                <a:latin typeface="黑体" panose="02010609060101010101" pitchFamily="49" charset="-122"/>
                <a:ea typeface="黑体" panose="02010609060101010101" pitchFamily="49" charset="-122"/>
              </a:rPr>
              <a:t>T，F</a:t>
            </a:r>
            <a:r>
              <a:rPr kumimoji="0" lang="en-US" altLang="zh-CN" sz="2800" b="1">
                <a:latin typeface="黑体" panose="02010609060101010101" pitchFamily="49" charset="-122"/>
                <a:ea typeface="黑体" panose="02010609060101010101" pitchFamily="49" charset="-122"/>
              </a:rPr>
              <a:t>}</a:t>
            </a:r>
            <a:r>
              <a:rPr kumimoji="0" lang="en-US" altLang="zh-CN" sz="2800" b="1" noProof="1">
                <a:latin typeface="黑体" panose="02010609060101010101" pitchFamily="49" charset="-122"/>
                <a:ea typeface="黑体" panose="02010609060101010101" pitchFamily="49" charset="-122"/>
              </a:rPr>
              <a:t>(</a:t>
            </a:r>
            <a:r>
              <a:rPr kumimoji="0" lang="zh-CN" altLang="en-US" sz="2800" b="1" noProof="1">
                <a:latin typeface="黑体" panose="02010609060101010101" pitchFamily="49" charset="-122"/>
                <a:ea typeface="黑体" panose="02010609060101010101" pitchFamily="49" charset="-122"/>
              </a:rPr>
              <a:t>或</a:t>
            </a:r>
            <a:r>
              <a:rPr kumimoji="0" lang="en-US" altLang="en-US" sz="2800" b="1">
                <a:latin typeface="黑体" panose="02010609060101010101" pitchFamily="49" charset="-122"/>
                <a:ea typeface="黑体" panose="02010609060101010101" pitchFamily="49" charset="-122"/>
              </a:rPr>
              <a:t>{0</a:t>
            </a:r>
            <a:r>
              <a:rPr kumimoji="0" lang="en-US" altLang="en-US" sz="2800" b="1" noProof="1">
                <a:latin typeface="黑体" panose="02010609060101010101" pitchFamily="49" charset="-122"/>
                <a:ea typeface="黑体" panose="02010609060101010101" pitchFamily="49" charset="-122"/>
              </a:rPr>
              <a:t>，</a:t>
            </a:r>
            <a:r>
              <a:rPr kumimoji="0" lang="en-US" altLang="en-US" sz="2800" b="1">
                <a:latin typeface="黑体" panose="02010609060101010101" pitchFamily="49" charset="-122"/>
                <a:ea typeface="黑体" panose="02010609060101010101" pitchFamily="49" charset="-122"/>
              </a:rPr>
              <a:t>1}</a:t>
            </a:r>
            <a:r>
              <a:rPr kumimoji="0" lang="en-US" altLang="en-US" sz="2800" b="1" noProof="1">
                <a:latin typeface="黑体" panose="02010609060101010101" pitchFamily="49" charset="-122"/>
                <a:ea typeface="黑体" panose="02010609060101010101" pitchFamily="49" charset="-122"/>
              </a:rPr>
              <a:t>) </a:t>
            </a:r>
            <a:r>
              <a:rPr kumimoji="0" lang="zh-CN" altLang="en-US" sz="2800" b="1">
                <a:latin typeface="黑体" panose="02010609060101010101" pitchFamily="49" charset="-122"/>
                <a:ea typeface="黑体" panose="02010609060101010101" pitchFamily="49" charset="-122"/>
              </a:rPr>
              <a:t>。</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日期占位符 1">
            <a:extLst>
              <a:ext uri="{FF2B5EF4-FFF2-40B4-BE49-F238E27FC236}">
                <a16:creationId xmlns:a16="http://schemas.microsoft.com/office/drawing/2014/main" id="{9764C455-DED2-4716-9492-F4CD4D0E354E}"/>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4093E045-33EC-4099-B695-619C7A995A88}"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92163" name="页脚占位符 2">
            <a:extLst>
              <a:ext uri="{FF2B5EF4-FFF2-40B4-BE49-F238E27FC236}">
                <a16:creationId xmlns:a16="http://schemas.microsoft.com/office/drawing/2014/main" id="{BB0D9793-3EB6-4241-8321-C2E0ACA5213D}"/>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92164" name="灯片编号占位符 3">
            <a:extLst>
              <a:ext uri="{FF2B5EF4-FFF2-40B4-BE49-F238E27FC236}">
                <a16:creationId xmlns:a16="http://schemas.microsoft.com/office/drawing/2014/main" id="{F18DE657-E10D-44D6-9056-3D282333F340}"/>
              </a:ext>
            </a:extLst>
          </p:cNvPr>
          <p:cNvSpPr>
            <a:spLocks noGrp="1"/>
          </p:cNvSpPr>
          <p:nvPr>
            <p:ph type="sldNum" sz="quarter" idx="12"/>
          </p:nvPr>
        </p:nvSpPr>
        <p:spPr>
          <a:xfrm>
            <a:off x="6588125" y="6400800"/>
            <a:ext cx="1905000" cy="4572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A1BC4412-73B5-4EEC-9E8E-4EC35CAF5929}" type="slidenum">
              <a:rPr lang="en-US" altLang="zh-CN" sz="1400" smtClean="0">
                <a:latin typeface="Times New Roman" panose="02020603050405020304" pitchFamily="18" charset="0"/>
                <a:ea typeface="宋体" panose="02010600030101010101" pitchFamily="2" charset="-122"/>
              </a:rPr>
              <a:pPr>
                <a:spcBef>
                  <a:spcPct val="0"/>
                </a:spcBef>
                <a:buFontTx/>
                <a:buNone/>
              </a:pPr>
              <a:t>66</a:t>
            </a:fld>
            <a:endParaRPr lang="en-US" altLang="zh-CN" sz="1400">
              <a:latin typeface="Times New Roman" panose="02020603050405020304" pitchFamily="18" charset="0"/>
              <a:ea typeface="宋体" panose="02010600030101010101" pitchFamily="2" charset="-122"/>
            </a:endParaRPr>
          </a:p>
        </p:txBody>
      </p:sp>
      <p:sp>
        <p:nvSpPr>
          <p:cNvPr id="92165" name="页脚占位符 3">
            <a:extLst>
              <a:ext uri="{FF2B5EF4-FFF2-40B4-BE49-F238E27FC236}">
                <a16:creationId xmlns:a16="http://schemas.microsoft.com/office/drawing/2014/main" id="{C3C2FF98-725F-4852-9E2C-3407154DA023}"/>
              </a:ext>
            </a:extLst>
          </p:cNvPr>
          <p:cNvSpPr txBox="1">
            <a:spLocks noGrp="1"/>
          </p:cNvSpPr>
          <p:nvPr/>
        </p:nvSpPr>
        <p:spPr bwMode="black">
          <a:xfrm>
            <a:off x="609600" y="6470650"/>
            <a:ext cx="538163"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r">
              <a:spcBef>
                <a:spcPct val="0"/>
              </a:spcBef>
              <a:buFontTx/>
              <a:buNone/>
            </a:pPr>
            <a:fld id="{568403E2-5DC4-475F-B740-3D503E22AEE0}" type="slidenum">
              <a:rPr kumimoji="0" lang="en-US" altLang="zh-CN" sz="1000">
                <a:solidFill>
                  <a:schemeClr val="bg1"/>
                </a:solidFill>
                <a:latin typeface="Arial" panose="020B0604020202020204" pitchFamily="34" charset="0"/>
                <a:ea typeface="宋体" panose="02010600030101010101" pitchFamily="2" charset="-122"/>
              </a:rPr>
              <a:pPr algn="r">
                <a:spcBef>
                  <a:spcPct val="0"/>
                </a:spcBef>
                <a:buFontTx/>
                <a:buNone/>
              </a:pPr>
              <a:t>66</a:t>
            </a:fld>
            <a:endParaRPr kumimoji="0" lang="en-US" altLang="zh-CN" sz="1000">
              <a:solidFill>
                <a:schemeClr val="bg1"/>
              </a:solidFill>
              <a:latin typeface="Arial" panose="020B0604020202020204" pitchFamily="34" charset="0"/>
              <a:ea typeface="宋体" panose="02010600030101010101" pitchFamily="2" charset="-122"/>
            </a:endParaRPr>
          </a:p>
        </p:txBody>
      </p:sp>
      <p:sp>
        <p:nvSpPr>
          <p:cNvPr id="92166" name="日期占位符 4">
            <a:extLst>
              <a:ext uri="{FF2B5EF4-FFF2-40B4-BE49-F238E27FC236}">
                <a16:creationId xmlns:a16="http://schemas.microsoft.com/office/drawing/2014/main" id="{DFB7DB10-15C4-4EC2-9CA8-EA937B2998E6}"/>
              </a:ext>
            </a:extLst>
          </p:cNvPr>
          <p:cNvSpPr txBox="1">
            <a:spLocks noGrp="1"/>
          </p:cNvSpPr>
          <p:nvPr/>
        </p:nvSpPr>
        <p:spPr bwMode="auto">
          <a:xfrm>
            <a:off x="1271588" y="6472238"/>
            <a:ext cx="946150"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fld id="{9A1BAE28-ADFB-49E7-BB45-1DDC5978004C}" type="datetime1">
              <a:rPr kumimoji="0" lang="zh-CN" altLang="en-US" sz="1000">
                <a:solidFill>
                  <a:schemeClr val="bg1"/>
                </a:solidFill>
                <a:latin typeface="Arial" panose="020B0604020202020204" pitchFamily="34" charset="0"/>
                <a:ea typeface="宋体" panose="02010600030101010101" pitchFamily="2" charset="-122"/>
              </a:rPr>
              <a:pPr eaLnBrk="1" hangingPunct="1">
                <a:spcBef>
                  <a:spcPct val="0"/>
                </a:spcBef>
                <a:buFontTx/>
                <a:buNone/>
              </a:pPr>
              <a:t>2020/9/7</a:t>
            </a:fld>
            <a:endParaRPr kumimoji="0" lang="en-US" altLang="zh-CN" sz="1000">
              <a:solidFill>
                <a:schemeClr val="bg1"/>
              </a:solidFill>
              <a:latin typeface="Arial" panose="020B0604020202020204" pitchFamily="34" charset="0"/>
              <a:ea typeface="宋体" panose="02010600030101010101" pitchFamily="2" charset="-122"/>
            </a:endParaRPr>
          </a:p>
        </p:txBody>
      </p:sp>
      <p:sp>
        <p:nvSpPr>
          <p:cNvPr id="92167" name="Text Box 2">
            <a:extLst>
              <a:ext uri="{FF2B5EF4-FFF2-40B4-BE49-F238E27FC236}">
                <a16:creationId xmlns:a16="http://schemas.microsoft.com/office/drawing/2014/main" id="{C2035949-20EF-4DF6-856B-FD4313E19CDB}"/>
              </a:ext>
            </a:extLst>
          </p:cNvPr>
          <p:cNvSpPr txBox="1">
            <a:spLocks noChangeArrowheads="1"/>
          </p:cNvSpPr>
          <p:nvPr/>
        </p:nvSpPr>
        <p:spPr bwMode="auto">
          <a:xfrm>
            <a:off x="1435100" y="930275"/>
            <a:ext cx="60166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命题公式</a:t>
            </a:r>
          </a:p>
        </p:txBody>
      </p:sp>
      <p:pic>
        <p:nvPicPr>
          <p:cNvPr id="92168" name="Picture 6" descr="C:\Program Files\Microsoft Office\MEDIA\CAGCAT10\j0293844.wmf">
            <a:extLst>
              <a:ext uri="{FF2B5EF4-FFF2-40B4-BE49-F238E27FC236}">
                <a16:creationId xmlns:a16="http://schemas.microsoft.com/office/drawing/2014/main" id="{F9F742AD-F885-4859-9FCF-1ED392D150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45425" y="54927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69" name="Rectangle 6">
            <a:extLst>
              <a:ext uri="{FF2B5EF4-FFF2-40B4-BE49-F238E27FC236}">
                <a16:creationId xmlns:a16="http://schemas.microsoft.com/office/drawing/2014/main" id="{9D0946D4-575E-4017-B4DA-D7DA2A7CAE47}"/>
              </a:ext>
            </a:extLst>
          </p:cNvPr>
          <p:cNvSpPr>
            <a:spLocks noChangeArrowheads="1"/>
          </p:cNvSpPr>
          <p:nvPr/>
        </p:nvSpPr>
        <p:spPr bwMode="auto">
          <a:xfrm>
            <a:off x="755650" y="2565400"/>
            <a:ext cx="7632700" cy="2949575"/>
          </a:xfrm>
          <a:prstGeom prst="rect">
            <a:avLst/>
          </a:prstGeom>
          <a:noFill/>
          <a:ln>
            <a:noFill/>
          </a:ln>
          <a:effectLst/>
          <a:extLst>
            <a:ext uri="{909E8E84-426E-40DD-AFC4-6F175D3DCCD1}">
              <a14:hiddenFill xmlns:a14="http://schemas.microsoft.com/office/drawing/2010/main">
                <a:gradFill rotWithShape="0">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spAutoFit/>
          </a:bodyPr>
          <a:lstStyle>
            <a:lvl1pPr marL="400050" indent="-400050">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0"/>
              </a:spcBef>
              <a:spcAft>
                <a:spcPct val="20000"/>
              </a:spcAft>
              <a:buClr>
                <a:srgbClr val="228A88"/>
              </a:buClr>
              <a:buFont typeface="Wingdings 2" panose="05020102010507070707" pitchFamily="18" charset="2"/>
              <a:buNone/>
            </a:pPr>
            <a:r>
              <a:rPr kumimoji="0" lang="en-US" altLang="zh-CN" sz="3200" b="1">
                <a:latin typeface="黑体" panose="02010609060101010101" pitchFamily="49" charset="-122"/>
                <a:ea typeface="黑体" panose="02010609060101010101" pitchFamily="49" charset="-122"/>
                <a:cs typeface="Arial" panose="020B0604020202020204" pitchFamily="34" charset="0"/>
              </a:rPr>
              <a:t>      </a:t>
            </a:r>
            <a:r>
              <a:rPr kumimoji="0" lang="zh-CN" altLang="en-US" sz="3600" b="1">
                <a:latin typeface="黑体" panose="02010609060101010101" pitchFamily="49" charset="-122"/>
                <a:ea typeface="黑体" panose="02010609060101010101" pitchFamily="49" charset="-122"/>
                <a:cs typeface="Arial" panose="020B0604020202020204" pitchFamily="34" charset="0"/>
              </a:rPr>
              <a:t>把命题常元，命题变元按照一定的逻辑顺序和规则，用命题联结词连接起来就构成了命题演算的</a:t>
            </a:r>
            <a:r>
              <a:rPr kumimoji="0" lang="zh-CN" altLang="en-US" sz="3600" b="1">
                <a:solidFill>
                  <a:srgbClr val="006600"/>
                </a:solidFill>
                <a:latin typeface="黑体" panose="02010609060101010101" pitchFamily="49" charset="-122"/>
                <a:ea typeface="黑体" panose="02010609060101010101" pitchFamily="49" charset="-122"/>
                <a:cs typeface="Arial" panose="020B0604020202020204" pitchFamily="34" charset="0"/>
              </a:rPr>
              <a:t>合式公式</a:t>
            </a:r>
            <a:r>
              <a:rPr kumimoji="0" lang="zh-CN" altLang="en-US" sz="3600" b="1">
                <a:latin typeface="黑体" panose="02010609060101010101" pitchFamily="49" charset="-122"/>
                <a:ea typeface="黑体" panose="02010609060101010101" pitchFamily="49" charset="-122"/>
                <a:cs typeface="Arial" panose="020B0604020202020204" pitchFamily="34" charset="0"/>
              </a:rPr>
              <a:t>，也叫</a:t>
            </a:r>
            <a:r>
              <a:rPr kumimoji="0" lang="zh-CN" altLang="en-US" sz="3600" b="1">
                <a:solidFill>
                  <a:srgbClr val="006600"/>
                </a:solidFill>
                <a:latin typeface="黑体" panose="02010609060101010101" pitchFamily="49" charset="-122"/>
                <a:ea typeface="黑体" panose="02010609060101010101" pitchFamily="49" charset="-122"/>
                <a:cs typeface="Arial" panose="020B0604020202020204" pitchFamily="34" charset="0"/>
              </a:rPr>
              <a:t>命题公式</a:t>
            </a:r>
            <a:r>
              <a:rPr kumimoji="0" lang="zh-CN" altLang="en-US" sz="3600" b="1">
                <a:latin typeface="黑体" panose="02010609060101010101" pitchFamily="49" charset="-122"/>
                <a:ea typeface="黑体" panose="02010609060101010101" pitchFamily="49" charset="-122"/>
                <a:cs typeface="Arial" panose="020B0604020202020204" pitchFamily="34" charset="0"/>
              </a:rPr>
              <a:t>。</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日期占位符 1">
            <a:extLst>
              <a:ext uri="{FF2B5EF4-FFF2-40B4-BE49-F238E27FC236}">
                <a16:creationId xmlns:a16="http://schemas.microsoft.com/office/drawing/2014/main" id="{F0DCE132-7977-4F12-989B-54FDCCD192D6}"/>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E3830ED4-38A7-4496-B243-C96B457B8E40}"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93187" name="页脚占位符 2">
            <a:extLst>
              <a:ext uri="{FF2B5EF4-FFF2-40B4-BE49-F238E27FC236}">
                <a16:creationId xmlns:a16="http://schemas.microsoft.com/office/drawing/2014/main" id="{53A6863E-5633-43B9-8655-1E8A73F6D0FD}"/>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93188" name="灯片编号占位符 3">
            <a:extLst>
              <a:ext uri="{FF2B5EF4-FFF2-40B4-BE49-F238E27FC236}">
                <a16:creationId xmlns:a16="http://schemas.microsoft.com/office/drawing/2014/main" id="{8566ADC1-B0F7-41B1-B655-52725505605F}"/>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0997A97B-F8A4-4FB2-8A9F-FD5412D38056}" type="slidenum">
              <a:rPr lang="en-US" altLang="zh-CN" sz="1400" smtClean="0">
                <a:latin typeface="Times New Roman" panose="02020603050405020304" pitchFamily="18" charset="0"/>
                <a:ea typeface="宋体" panose="02010600030101010101" pitchFamily="2" charset="-122"/>
              </a:rPr>
              <a:pPr>
                <a:spcBef>
                  <a:spcPct val="0"/>
                </a:spcBef>
                <a:buFontTx/>
                <a:buNone/>
              </a:pPr>
              <a:t>67</a:t>
            </a:fld>
            <a:endParaRPr lang="en-US" altLang="zh-CN" sz="1400">
              <a:latin typeface="Times New Roman" panose="02020603050405020304" pitchFamily="18" charset="0"/>
              <a:ea typeface="宋体" panose="02010600030101010101" pitchFamily="2" charset="-122"/>
            </a:endParaRPr>
          </a:p>
        </p:txBody>
      </p:sp>
      <p:sp>
        <p:nvSpPr>
          <p:cNvPr id="93189" name="日期占位符 4">
            <a:extLst>
              <a:ext uri="{FF2B5EF4-FFF2-40B4-BE49-F238E27FC236}">
                <a16:creationId xmlns:a16="http://schemas.microsoft.com/office/drawing/2014/main" id="{29FD3E49-5CCD-4C15-8F6C-3B088DE53102}"/>
              </a:ext>
            </a:extLst>
          </p:cNvPr>
          <p:cNvSpPr txBox="1">
            <a:spLocks noGrp="1"/>
          </p:cNvSpPr>
          <p:nvPr/>
        </p:nvSpPr>
        <p:spPr bwMode="auto">
          <a:xfrm>
            <a:off x="1271588" y="6472238"/>
            <a:ext cx="946150"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en-US" altLang="zh-CN" sz="1000">
              <a:solidFill>
                <a:schemeClr val="bg1"/>
              </a:solidFill>
              <a:latin typeface="Arial" panose="020B0604020202020204" pitchFamily="34" charset="0"/>
              <a:ea typeface="宋体" panose="02010600030101010101" pitchFamily="2" charset="-122"/>
            </a:endParaRPr>
          </a:p>
        </p:txBody>
      </p:sp>
      <p:sp>
        <p:nvSpPr>
          <p:cNvPr id="93190" name="Text Box 2">
            <a:extLst>
              <a:ext uri="{FF2B5EF4-FFF2-40B4-BE49-F238E27FC236}">
                <a16:creationId xmlns:a16="http://schemas.microsoft.com/office/drawing/2014/main" id="{A9914E13-DAC6-41CE-9F35-E466E6070CF6}"/>
              </a:ext>
            </a:extLst>
          </p:cNvPr>
          <p:cNvSpPr txBox="1">
            <a:spLocks noChangeArrowheads="1"/>
          </p:cNvSpPr>
          <p:nvPr/>
        </p:nvSpPr>
        <p:spPr bwMode="auto">
          <a:xfrm>
            <a:off x="1435100" y="930275"/>
            <a:ext cx="62325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命题公式的定义</a:t>
            </a:r>
          </a:p>
        </p:txBody>
      </p:sp>
      <p:pic>
        <p:nvPicPr>
          <p:cNvPr id="93191" name="Picture 6" descr="C:\Program Files\Microsoft Office\MEDIA\CAGCAT10\j0293844.wmf">
            <a:extLst>
              <a:ext uri="{FF2B5EF4-FFF2-40B4-BE49-F238E27FC236}">
                <a16:creationId xmlns:a16="http://schemas.microsoft.com/office/drawing/2014/main" id="{CC925E73-7D9A-46FF-A108-A48E285A34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5143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3192" name="Rectangle 6">
            <a:extLst>
              <a:ext uri="{FF2B5EF4-FFF2-40B4-BE49-F238E27FC236}">
                <a16:creationId xmlns:a16="http://schemas.microsoft.com/office/drawing/2014/main" id="{3AF043C7-E8CA-44F3-9E28-21987E824F10}"/>
              </a:ext>
            </a:extLst>
          </p:cNvPr>
          <p:cNvSpPr>
            <a:spLocks noChangeArrowheads="1"/>
          </p:cNvSpPr>
          <p:nvPr/>
        </p:nvSpPr>
        <p:spPr bwMode="auto">
          <a:xfrm>
            <a:off x="1187450" y="2133600"/>
            <a:ext cx="7345363" cy="39481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buFontTx/>
              <a:buNone/>
            </a:pPr>
            <a:r>
              <a:rPr kumimoji="0" lang="en-US" altLang="zh-CN" b="1">
                <a:latin typeface="黑体" panose="02010609060101010101" pitchFamily="49" charset="-122"/>
                <a:ea typeface="黑体" panose="02010609060101010101" pitchFamily="49" charset="-122"/>
              </a:rPr>
              <a:t>   </a:t>
            </a:r>
            <a:r>
              <a:rPr kumimoji="0" lang="zh-CN" altLang="en-US" b="1">
                <a:latin typeface="黑体" panose="02010609060101010101" pitchFamily="49" charset="-122"/>
                <a:ea typeface="黑体" panose="02010609060101010101" pitchFamily="49" charset="-122"/>
              </a:rPr>
              <a:t>按下列规则构成的符号串称为命题演算的</a:t>
            </a:r>
            <a:r>
              <a:rPr kumimoji="0" lang="zh-CN" altLang="en-US" b="1">
                <a:solidFill>
                  <a:srgbClr val="006600"/>
                </a:solidFill>
                <a:latin typeface="黑体" panose="02010609060101010101" pitchFamily="49" charset="-122"/>
                <a:ea typeface="黑体" panose="02010609060101010101" pitchFamily="49" charset="-122"/>
              </a:rPr>
              <a:t>合式公式</a:t>
            </a:r>
            <a:r>
              <a:rPr kumimoji="0" lang="zh-CN" altLang="en-US" b="1">
                <a:latin typeface="黑体" panose="02010609060101010101" pitchFamily="49" charset="-122"/>
                <a:ea typeface="黑体" panose="02010609060101010101" pitchFamily="49" charset="-122"/>
              </a:rPr>
              <a:t>，也称为</a:t>
            </a:r>
            <a:r>
              <a:rPr kumimoji="0" lang="zh-CN" altLang="en-US" b="1">
                <a:solidFill>
                  <a:srgbClr val="006600"/>
                </a:solidFill>
                <a:latin typeface="黑体" panose="02010609060101010101" pitchFamily="49" charset="-122"/>
                <a:ea typeface="黑体" panose="02010609060101010101" pitchFamily="49" charset="-122"/>
              </a:rPr>
              <a:t>命题公式</a:t>
            </a:r>
            <a:r>
              <a:rPr kumimoji="0" lang="zh-CN" altLang="en-US" b="1">
                <a:latin typeface="黑体" panose="02010609060101010101" pitchFamily="49" charset="-122"/>
                <a:ea typeface="黑体" panose="02010609060101010101" pitchFamily="49" charset="-122"/>
              </a:rPr>
              <a:t>，简称</a:t>
            </a:r>
            <a:r>
              <a:rPr kumimoji="0" lang="zh-CN" altLang="en-US" b="1">
                <a:solidFill>
                  <a:srgbClr val="006600"/>
                </a:solidFill>
                <a:latin typeface="黑体" panose="02010609060101010101" pitchFamily="49" charset="-122"/>
                <a:ea typeface="黑体" panose="02010609060101010101" pitchFamily="49" charset="-122"/>
              </a:rPr>
              <a:t>公式</a:t>
            </a:r>
            <a:r>
              <a:rPr kumimoji="0" lang="zh-CN" altLang="en-US" b="1">
                <a:latin typeface="黑体" panose="02010609060101010101" pitchFamily="49" charset="-122"/>
                <a:ea typeface="黑体" panose="02010609060101010101" pitchFamily="49" charset="-122"/>
              </a:rPr>
              <a:t>。</a:t>
            </a:r>
          </a:p>
          <a:p>
            <a:pPr eaLnBrk="1" hangingPunct="1">
              <a:lnSpc>
                <a:spcPct val="120000"/>
              </a:lnSpc>
              <a:buFontTx/>
              <a:buNone/>
            </a:pPr>
            <a:r>
              <a:rPr kumimoji="0" lang="zh-CN" altLang="en-US" b="1">
                <a:latin typeface="黑体" panose="02010609060101010101" pitchFamily="49" charset="-122"/>
                <a:ea typeface="黑体" panose="02010609060101010101" pitchFamily="49" charset="-122"/>
              </a:rPr>
              <a:t>      ⑴单个命题变元和常元是合式公式。</a:t>
            </a:r>
          </a:p>
          <a:p>
            <a:pPr eaLnBrk="1" hangingPunct="1">
              <a:lnSpc>
                <a:spcPct val="120000"/>
              </a:lnSpc>
              <a:buFontTx/>
              <a:buNone/>
            </a:pPr>
            <a:r>
              <a:rPr kumimoji="0" lang="zh-CN" altLang="en-US" b="1">
                <a:latin typeface="黑体" panose="02010609060101010101" pitchFamily="49" charset="-122"/>
                <a:ea typeface="黑体" panose="02010609060101010101" pitchFamily="49" charset="-122"/>
              </a:rPr>
              <a:t>      ⑵如果</a:t>
            </a:r>
            <a:r>
              <a:rPr kumimoji="0" lang="en-US" altLang="zh-CN" b="1">
                <a:latin typeface="黑体" panose="02010609060101010101" pitchFamily="49" charset="-122"/>
                <a:ea typeface="黑体" panose="02010609060101010101" pitchFamily="49" charset="-122"/>
              </a:rPr>
              <a:t>A</a:t>
            </a:r>
            <a:r>
              <a:rPr kumimoji="0" lang="zh-CN" altLang="en-US" b="1">
                <a:latin typeface="黑体" panose="02010609060101010101" pitchFamily="49" charset="-122"/>
                <a:ea typeface="黑体" panose="02010609060101010101" pitchFamily="49" charset="-122"/>
              </a:rPr>
              <a:t>是合式公式，那么</a:t>
            </a:r>
            <a:r>
              <a:rPr kumimoji="0" lang="en-US" altLang="zh-CN" b="1">
                <a:latin typeface="黑体" panose="02010609060101010101" pitchFamily="49" charset="-122"/>
                <a:ea typeface="黑体" panose="02010609060101010101" pitchFamily="49" charset="-122"/>
              </a:rPr>
              <a:t>¬A</a:t>
            </a:r>
            <a:r>
              <a:rPr kumimoji="0" lang="zh-CN" altLang="en-US" b="1">
                <a:latin typeface="黑体" panose="02010609060101010101" pitchFamily="49" charset="-122"/>
                <a:ea typeface="黑体" panose="02010609060101010101" pitchFamily="49" charset="-122"/>
              </a:rPr>
              <a:t>是合式公式。</a:t>
            </a:r>
          </a:p>
          <a:p>
            <a:pPr eaLnBrk="1" hangingPunct="1">
              <a:lnSpc>
                <a:spcPct val="120000"/>
              </a:lnSpc>
              <a:buFontTx/>
              <a:buNone/>
            </a:pPr>
            <a:r>
              <a:rPr kumimoji="0" lang="zh-CN" altLang="en-US" b="1">
                <a:latin typeface="黑体" panose="02010609060101010101" pitchFamily="49" charset="-122"/>
                <a:ea typeface="黑体" panose="02010609060101010101" pitchFamily="49" charset="-122"/>
              </a:rPr>
              <a:t>      ⑶如果</a:t>
            </a:r>
            <a:r>
              <a:rPr kumimoji="0" lang="en-US" altLang="zh-CN" b="1">
                <a:latin typeface="黑体" panose="02010609060101010101" pitchFamily="49" charset="-122"/>
                <a:ea typeface="黑体" panose="02010609060101010101" pitchFamily="49" charset="-122"/>
              </a:rPr>
              <a:t>A</a:t>
            </a:r>
            <a:r>
              <a:rPr kumimoji="0" lang="zh-CN" altLang="en-US" b="1">
                <a:latin typeface="黑体" panose="02010609060101010101" pitchFamily="49" charset="-122"/>
                <a:ea typeface="黑体" panose="02010609060101010101" pitchFamily="49" charset="-122"/>
              </a:rPr>
              <a:t>和</a:t>
            </a:r>
            <a:r>
              <a:rPr kumimoji="0" lang="en-US" altLang="zh-CN" b="1">
                <a:latin typeface="黑体" panose="02010609060101010101" pitchFamily="49" charset="-122"/>
                <a:ea typeface="黑体" panose="02010609060101010101" pitchFamily="49" charset="-122"/>
              </a:rPr>
              <a:t>B</a:t>
            </a:r>
            <a:r>
              <a:rPr kumimoji="0" lang="zh-CN" altLang="en-US" b="1">
                <a:latin typeface="黑体" panose="02010609060101010101" pitchFamily="49" charset="-122"/>
                <a:ea typeface="黑体" panose="02010609060101010101" pitchFamily="49" charset="-122"/>
              </a:rPr>
              <a:t>是合式公式，那么</a:t>
            </a:r>
            <a:r>
              <a:rPr kumimoji="0" lang="en-US" altLang="zh-CN" b="1">
                <a:latin typeface="黑体" panose="02010609060101010101" pitchFamily="49" charset="-122"/>
                <a:ea typeface="黑体" panose="02010609060101010101" pitchFamily="49" charset="-122"/>
              </a:rPr>
              <a:t>(A∧B)</a:t>
            </a:r>
            <a:r>
              <a:rPr kumimoji="0" lang="zh-CN" altLang="en-US" b="1">
                <a:latin typeface="黑体" panose="02010609060101010101" pitchFamily="49" charset="-122"/>
                <a:ea typeface="黑体" panose="02010609060101010101" pitchFamily="49" charset="-122"/>
              </a:rPr>
              <a:t>、</a:t>
            </a:r>
            <a:r>
              <a:rPr kumimoji="0" lang="en-US" altLang="zh-CN" b="1">
                <a:latin typeface="黑体" panose="02010609060101010101" pitchFamily="49" charset="-122"/>
                <a:ea typeface="黑体" panose="02010609060101010101" pitchFamily="49" charset="-122"/>
              </a:rPr>
              <a:t>(A∨B)</a:t>
            </a:r>
            <a:r>
              <a:rPr kumimoji="0" lang="zh-CN" altLang="en-US" b="1">
                <a:latin typeface="黑体" panose="02010609060101010101" pitchFamily="49" charset="-122"/>
                <a:ea typeface="黑体" panose="02010609060101010101" pitchFamily="49" charset="-122"/>
              </a:rPr>
              <a:t>、</a:t>
            </a:r>
            <a:r>
              <a:rPr kumimoji="0" lang="en-US" altLang="zh-CN" b="1">
                <a:latin typeface="黑体" panose="02010609060101010101" pitchFamily="49" charset="-122"/>
                <a:ea typeface="黑体" panose="02010609060101010101" pitchFamily="49" charset="-122"/>
              </a:rPr>
              <a:t>(A→B)</a:t>
            </a:r>
            <a:r>
              <a:rPr kumimoji="0" lang="zh-CN" altLang="en-US" b="1">
                <a:latin typeface="黑体" panose="02010609060101010101" pitchFamily="49" charset="-122"/>
                <a:ea typeface="黑体" panose="02010609060101010101" pitchFamily="49" charset="-122"/>
              </a:rPr>
              <a:t>和</a:t>
            </a:r>
            <a:r>
              <a:rPr kumimoji="0" lang="en-US" altLang="zh-CN" b="1">
                <a:latin typeface="黑体" panose="02010609060101010101" pitchFamily="49" charset="-122"/>
                <a:ea typeface="黑体" panose="02010609060101010101" pitchFamily="49" charset="-122"/>
              </a:rPr>
              <a:t>(A</a:t>
            </a:r>
            <a:r>
              <a:rPr lang="en-US" altLang="zh-CN" b="1">
                <a:ea typeface="宋体" panose="02010600030101010101" pitchFamily="2" charset="-122"/>
                <a:sym typeface="Symbol" panose="05050102010706020507" pitchFamily="18" charset="2"/>
              </a:rPr>
              <a:t>  </a:t>
            </a:r>
            <a:r>
              <a:rPr kumimoji="0" lang="en-US" altLang="zh-CN" b="1">
                <a:latin typeface="黑体" panose="02010609060101010101" pitchFamily="49" charset="-122"/>
                <a:ea typeface="黑体" panose="02010609060101010101" pitchFamily="49" charset="-122"/>
              </a:rPr>
              <a:t>B)</a:t>
            </a:r>
            <a:r>
              <a:rPr kumimoji="0" lang="zh-CN" altLang="en-US" b="1">
                <a:latin typeface="黑体" panose="02010609060101010101" pitchFamily="49" charset="-122"/>
                <a:ea typeface="黑体" panose="02010609060101010101" pitchFamily="49" charset="-122"/>
              </a:rPr>
              <a:t>是合式公式。</a:t>
            </a:r>
          </a:p>
          <a:p>
            <a:pPr eaLnBrk="1" hangingPunct="1">
              <a:lnSpc>
                <a:spcPct val="120000"/>
              </a:lnSpc>
              <a:buFontTx/>
              <a:buNone/>
            </a:pPr>
            <a:r>
              <a:rPr kumimoji="0" lang="zh-CN" altLang="en-US" b="1">
                <a:latin typeface="黑体" panose="02010609060101010101" pitchFamily="49" charset="-122"/>
                <a:ea typeface="黑体" panose="02010609060101010101" pitchFamily="49" charset="-122"/>
              </a:rPr>
              <a:t>      ⑷当且仅当有限次地应用了⑴、⑵、⑶所得到的符号串是合式公式。</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日期占位符 1">
            <a:extLst>
              <a:ext uri="{FF2B5EF4-FFF2-40B4-BE49-F238E27FC236}">
                <a16:creationId xmlns:a16="http://schemas.microsoft.com/office/drawing/2014/main" id="{0B60A28B-21E7-47C4-9071-A6A1C50B80FA}"/>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F12F8094-EC90-4BFD-B198-3284C8D46C18}"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94211" name="页脚占位符 2">
            <a:extLst>
              <a:ext uri="{FF2B5EF4-FFF2-40B4-BE49-F238E27FC236}">
                <a16:creationId xmlns:a16="http://schemas.microsoft.com/office/drawing/2014/main" id="{00C591C0-E69F-4DD0-A008-792694E55913}"/>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94212" name="灯片编号占位符 3">
            <a:extLst>
              <a:ext uri="{FF2B5EF4-FFF2-40B4-BE49-F238E27FC236}">
                <a16:creationId xmlns:a16="http://schemas.microsoft.com/office/drawing/2014/main" id="{F14C0D7C-4FDA-4F47-832C-CE5A062282F5}"/>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DE07451C-A6F3-40F5-AD98-634C8CD75DBA}" type="slidenum">
              <a:rPr lang="en-US" altLang="zh-CN" sz="1400" smtClean="0">
                <a:latin typeface="Times New Roman" panose="02020603050405020304" pitchFamily="18" charset="0"/>
                <a:ea typeface="宋体" panose="02010600030101010101" pitchFamily="2" charset="-122"/>
              </a:rPr>
              <a:pPr>
                <a:spcBef>
                  <a:spcPct val="0"/>
                </a:spcBef>
                <a:buFontTx/>
                <a:buNone/>
              </a:pPr>
              <a:t>68</a:t>
            </a:fld>
            <a:endParaRPr lang="en-US" altLang="zh-CN" sz="1400">
              <a:latin typeface="Times New Roman" panose="02020603050405020304" pitchFamily="18" charset="0"/>
              <a:ea typeface="宋体" panose="02010600030101010101" pitchFamily="2" charset="-122"/>
            </a:endParaRPr>
          </a:p>
        </p:txBody>
      </p:sp>
      <p:sp>
        <p:nvSpPr>
          <p:cNvPr id="94213" name="Text Box 2">
            <a:extLst>
              <a:ext uri="{FF2B5EF4-FFF2-40B4-BE49-F238E27FC236}">
                <a16:creationId xmlns:a16="http://schemas.microsoft.com/office/drawing/2014/main" id="{A96FF2A3-79E8-4E05-A3FB-ACBC824A6BE0}"/>
              </a:ext>
            </a:extLst>
          </p:cNvPr>
          <p:cNvSpPr txBox="1">
            <a:spLocks noChangeArrowheads="1"/>
          </p:cNvSpPr>
          <p:nvPr/>
        </p:nvSpPr>
        <p:spPr bwMode="auto">
          <a:xfrm>
            <a:off x="1435100" y="930275"/>
            <a:ext cx="6450013"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命题公式的定义</a:t>
            </a:r>
          </a:p>
        </p:txBody>
      </p:sp>
      <p:pic>
        <p:nvPicPr>
          <p:cNvPr id="94214" name="Picture 6" descr="C:\Program Files\Microsoft Office\MEDIA\CAGCAT10\j0293844.wmf">
            <a:extLst>
              <a:ext uri="{FF2B5EF4-FFF2-40B4-BE49-F238E27FC236}">
                <a16:creationId xmlns:a16="http://schemas.microsoft.com/office/drawing/2014/main" id="{6CACB49E-209C-4D1C-9DCD-393F9A8567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5143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4215" name="Rectangle 6">
            <a:extLst>
              <a:ext uri="{FF2B5EF4-FFF2-40B4-BE49-F238E27FC236}">
                <a16:creationId xmlns:a16="http://schemas.microsoft.com/office/drawing/2014/main" id="{E3B3204A-2959-4776-BA99-5530F4265CA8}"/>
              </a:ext>
            </a:extLst>
          </p:cNvPr>
          <p:cNvSpPr>
            <a:spLocks noChangeArrowheads="1"/>
          </p:cNvSpPr>
          <p:nvPr/>
        </p:nvSpPr>
        <p:spPr bwMode="auto">
          <a:xfrm>
            <a:off x="898525" y="2492375"/>
            <a:ext cx="7921625" cy="3230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lnSpc>
                <a:spcPct val="135000"/>
              </a:lnSpc>
              <a:buFontTx/>
              <a:buNone/>
            </a:pPr>
            <a:r>
              <a:rPr kumimoji="0" lang="en-US" altLang="zh-CN" sz="2800" b="1">
                <a:latin typeface="黑体" panose="02010609060101010101" pitchFamily="49" charset="-122"/>
                <a:ea typeface="黑体" panose="02010609060101010101" pitchFamily="49" charset="-122"/>
              </a:rPr>
              <a:t>    </a:t>
            </a:r>
            <a:r>
              <a:rPr kumimoji="0" lang="zh-CN" altLang="en-US" sz="2800" b="1">
                <a:latin typeface="黑体" panose="02010609060101010101" pitchFamily="49" charset="-122"/>
                <a:ea typeface="黑体" panose="02010609060101010101" pitchFamily="49" charset="-122"/>
              </a:rPr>
              <a:t>上面的定义给出合式公式定义的方法称为归纳定义，它包括三部分：</a:t>
            </a:r>
          </a:p>
          <a:p>
            <a:pPr eaLnBrk="1" hangingPunct="1">
              <a:lnSpc>
                <a:spcPct val="135000"/>
              </a:lnSpc>
              <a:buFontTx/>
              <a:buNone/>
            </a:pPr>
            <a:r>
              <a:rPr kumimoji="0" lang="zh-CN" altLang="en-US" sz="2800" b="1">
                <a:latin typeface="黑体" panose="02010609060101010101" pitchFamily="49" charset="-122"/>
                <a:ea typeface="黑体" panose="02010609060101010101" pitchFamily="49" charset="-122"/>
              </a:rPr>
              <a:t>            </a:t>
            </a:r>
            <a:r>
              <a:rPr kumimoji="0" lang="zh-CN" altLang="en-US" sz="2800" b="1">
                <a:solidFill>
                  <a:schemeClr val="accent2"/>
                </a:solidFill>
                <a:latin typeface="黑体" panose="02010609060101010101" pitchFamily="49" charset="-122"/>
                <a:ea typeface="黑体" panose="02010609060101010101" pitchFamily="49" charset="-122"/>
              </a:rPr>
              <a:t>基础、归纳、界限</a:t>
            </a:r>
          </a:p>
          <a:p>
            <a:pPr eaLnBrk="1" hangingPunct="1">
              <a:lnSpc>
                <a:spcPct val="135000"/>
              </a:lnSpc>
              <a:buFontTx/>
              <a:buNone/>
            </a:pPr>
            <a:r>
              <a:rPr kumimoji="0" lang="zh-CN" altLang="en-US" sz="2800" b="1">
                <a:latin typeface="黑体" panose="02010609060101010101" pitchFamily="49" charset="-122"/>
                <a:ea typeface="黑体" panose="02010609060101010101" pitchFamily="49" charset="-122"/>
              </a:rPr>
              <a:t>    其中⑴是基础，⑵和⑶是归纳，⑷是界限。</a:t>
            </a:r>
          </a:p>
          <a:p>
            <a:pPr eaLnBrk="1" hangingPunct="1">
              <a:lnSpc>
                <a:spcPct val="135000"/>
              </a:lnSpc>
              <a:buFontTx/>
              <a:buNone/>
            </a:pPr>
            <a:r>
              <a:rPr kumimoji="0" lang="zh-CN" altLang="en-US" sz="2800" b="1">
                <a:latin typeface="黑体" panose="02010609060101010101" pitchFamily="49" charset="-122"/>
                <a:ea typeface="黑体" panose="02010609060101010101" pitchFamily="49" charset="-122"/>
              </a:rPr>
              <a:t>    以后将多次出现这种形式的定义。</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日期占位符 1">
            <a:extLst>
              <a:ext uri="{FF2B5EF4-FFF2-40B4-BE49-F238E27FC236}">
                <a16:creationId xmlns:a16="http://schemas.microsoft.com/office/drawing/2014/main" id="{4E1EFDC6-0094-4905-923F-C21929D6ECB6}"/>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215CE706-7FFF-48FB-812E-C4A87FB88463}"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95235" name="页脚占位符 2">
            <a:extLst>
              <a:ext uri="{FF2B5EF4-FFF2-40B4-BE49-F238E27FC236}">
                <a16:creationId xmlns:a16="http://schemas.microsoft.com/office/drawing/2014/main" id="{DF29F0B5-B3AC-454F-B0D3-A968DD2058EA}"/>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95236" name="灯片编号占位符 3">
            <a:extLst>
              <a:ext uri="{FF2B5EF4-FFF2-40B4-BE49-F238E27FC236}">
                <a16:creationId xmlns:a16="http://schemas.microsoft.com/office/drawing/2014/main" id="{BC994729-B059-4993-A7BB-89091683507D}"/>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26A71812-733C-4E35-A74F-02015A0D1C66}" type="slidenum">
              <a:rPr lang="en-US" altLang="zh-CN" sz="1400" smtClean="0">
                <a:latin typeface="Times New Roman" panose="02020603050405020304" pitchFamily="18" charset="0"/>
                <a:ea typeface="宋体" panose="02010600030101010101" pitchFamily="2" charset="-122"/>
              </a:rPr>
              <a:pPr>
                <a:spcBef>
                  <a:spcPct val="0"/>
                </a:spcBef>
                <a:buFontTx/>
                <a:buNone/>
              </a:pPr>
              <a:t>69</a:t>
            </a:fld>
            <a:endParaRPr lang="en-US" altLang="zh-CN" sz="1400">
              <a:latin typeface="Times New Roman" panose="02020603050405020304" pitchFamily="18" charset="0"/>
              <a:ea typeface="宋体" panose="02010600030101010101" pitchFamily="2" charset="-122"/>
            </a:endParaRPr>
          </a:p>
        </p:txBody>
      </p:sp>
      <p:sp>
        <p:nvSpPr>
          <p:cNvPr id="95237" name="Text Box 2">
            <a:extLst>
              <a:ext uri="{FF2B5EF4-FFF2-40B4-BE49-F238E27FC236}">
                <a16:creationId xmlns:a16="http://schemas.microsoft.com/office/drawing/2014/main" id="{2DDBAC6A-C9F4-4B56-8BE8-14AC6308EB05}"/>
              </a:ext>
            </a:extLst>
          </p:cNvPr>
          <p:cNvSpPr txBox="1">
            <a:spLocks noChangeArrowheads="1"/>
          </p:cNvSpPr>
          <p:nvPr/>
        </p:nvSpPr>
        <p:spPr bwMode="auto">
          <a:xfrm>
            <a:off x="1435100" y="930275"/>
            <a:ext cx="60166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命题公式举例</a:t>
            </a:r>
          </a:p>
        </p:txBody>
      </p:sp>
      <p:pic>
        <p:nvPicPr>
          <p:cNvPr id="95238" name="Picture 6" descr="C:\Program Files\Microsoft Office\MEDIA\CAGCAT10\j0293844.wmf">
            <a:extLst>
              <a:ext uri="{FF2B5EF4-FFF2-40B4-BE49-F238E27FC236}">
                <a16:creationId xmlns:a16="http://schemas.microsoft.com/office/drawing/2014/main" id="{040B1C34-74E2-4AF7-933F-0C6848E0BB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5143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5239" name="Rectangle 6">
            <a:extLst>
              <a:ext uri="{FF2B5EF4-FFF2-40B4-BE49-F238E27FC236}">
                <a16:creationId xmlns:a16="http://schemas.microsoft.com/office/drawing/2014/main" id="{004A1479-336D-44CB-9427-D7F7F59CE80A}"/>
              </a:ext>
            </a:extLst>
          </p:cNvPr>
          <p:cNvSpPr>
            <a:spLocks noChangeArrowheads="1"/>
          </p:cNvSpPr>
          <p:nvPr/>
        </p:nvSpPr>
        <p:spPr bwMode="auto">
          <a:xfrm>
            <a:off x="1331913" y="2420938"/>
            <a:ext cx="6911975" cy="3509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kumimoji="0" lang="en-US" altLang="zh-CN" sz="2800" b="1">
                <a:solidFill>
                  <a:srgbClr val="006600"/>
                </a:solidFill>
                <a:latin typeface="Times New Roman" panose="02020603050405020304" pitchFamily="18" charset="0"/>
                <a:ea typeface="宋体" panose="02010600030101010101" pitchFamily="2" charset="-122"/>
              </a:rPr>
              <a:t>【</a:t>
            </a:r>
            <a:r>
              <a:rPr kumimoji="0" lang="zh-CN" altLang="en-US" sz="2800" b="1">
                <a:solidFill>
                  <a:srgbClr val="006600"/>
                </a:solidFill>
                <a:latin typeface="Times New Roman" panose="02020603050405020304" pitchFamily="18" charset="0"/>
                <a:ea typeface="宋体" panose="02010600030101010101" pitchFamily="2" charset="-122"/>
              </a:rPr>
              <a:t>例</a:t>
            </a:r>
            <a:r>
              <a:rPr kumimoji="0" lang="en-US" altLang="zh-CN" sz="2800" b="1">
                <a:solidFill>
                  <a:srgbClr val="006600"/>
                </a:solidFill>
                <a:latin typeface="Times New Roman" panose="02020603050405020304" pitchFamily="18" charset="0"/>
                <a:ea typeface="宋体" panose="02010600030101010101" pitchFamily="2" charset="-122"/>
              </a:rPr>
              <a:t>】</a:t>
            </a:r>
            <a:r>
              <a:rPr kumimoji="0" lang="zh-CN" altLang="en-US" sz="2800" b="1">
                <a:latin typeface="Times New Roman" panose="02020603050405020304" pitchFamily="18" charset="0"/>
                <a:ea typeface="宋体" panose="02010600030101010101" pitchFamily="2" charset="-122"/>
              </a:rPr>
              <a:t>下列符号串是合式公式：</a:t>
            </a:r>
          </a:p>
          <a:p>
            <a:pPr eaLnBrk="1" hangingPunct="1">
              <a:buFontTx/>
              <a:buNone/>
            </a:pPr>
            <a:r>
              <a:rPr kumimoji="0" lang="zh-CN" altLang="en-US" sz="2800" b="1">
                <a:latin typeface="Times New Roman" panose="02020603050405020304" pitchFamily="18" charset="0"/>
                <a:ea typeface="宋体" panose="02010600030101010101" pitchFamily="2" charset="-122"/>
              </a:rPr>
              <a:t>            </a:t>
            </a:r>
            <a:r>
              <a:rPr kumimoji="0" lang="en-US" altLang="zh-CN" sz="2800" b="1">
                <a:latin typeface="Times New Roman" panose="02020603050405020304" pitchFamily="18" charset="0"/>
                <a:ea typeface="宋体" panose="02010600030101010101" pitchFamily="2" charset="-122"/>
              </a:rPr>
              <a:t>¬(</a:t>
            </a:r>
            <a:r>
              <a:rPr kumimoji="0" lang="en-US" altLang="zh-CN" sz="2800" b="1" i="1">
                <a:latin typeface="Times New Roman" panose="02020603050405020304" pitchFamily="18" charset="0"/>
                <a:ea typeface="宋体" panose="02010600030101010101" pitchFamily="2" charset="-122"/>
              </a:rPr>
              <a:t>p</a:t>
            </a:r>
            <a:r>
              <a:rPr kumimoji="0" lang="en-US" altLang="zh-CN" sz="2800" b="1">
                <a:latin typeface="Times New Roman" panose="02020603050405020304" pitchFamily="18" charset="0"/>
                <a:ea typeface="宋体" panose="02010600030101010101" pitchFamily="2" charset="-122"/>
              </a:rPr>
              <a:t>∨</a:t>
            </a:r>
            <a:r>
              <a:rPr kumimoji="0" lang="en-US" altLang="zh-CN" sz="2800" b="1" i="1">
                <a:latin typeface="Times New Roman" panose="02020603050405020304" pitchFamily="18" charset="0"/>
                <a:ea typeface="宋体" panose="02010600030101010101" pitchFamily="2" charset="-122"/>
              </a:rPr>
              <a:t>q</a:t>
            </a:r>
            <a:r>
              <a:rPr kumimoji="0" lang="en-US" altLang="zh-CN" sz="2800" b="1">
                <a:latin typeface="Times New Roman" panose="02020603050405020304" pitchFamily="18" charset="0"/>
                <a:ea typeface="宋体" panose="02010600030101010101" pitchFamily="2" charset="-122"/>
              </a:rPr>
              <a:t>)</a:t>
            </a:r>
            <a:r>
              <a:rPr kumimoji="0" lang="zh-CN" altLang="en-US" sz="2800" b="1">
                <a:latin typeface="Times New Roman" panose="02020603050405020304" pitchFamily="18" charset="0"/>
                <a:ea typeface="宋体" panose="02010600030101010101" pitchFamily="2" charset="-122"/>
              </a:rPr>
              <a:t>，</a:t>
            </a:r>
            <a:r>
              <a:rPr kumimoji="0" lang="en-US" altLang="zh-CN" sz="2800" b="1">
                <a:latin typeface="Times New Roman" panose="02020603050405020304" pitchFamily="18" charset="0"/>
                <a:ea typeface="宋体" panose="02010600030101010101" pitchFamily="2" charset="-122"/>
              </a:rPr>
              <a:t>¬(</a:t>
            </a:r>
            <a:r>
              <a:rPr kumimoji="0" lang="en-US" altLang="zh-CN" sz="2800" b="1" i="1">
                <a:latin typeface="Times New Roman" panose="02020603050405020304" pitchFamily="18" charset="0"/>
                <a:ea typeface="宋体" panose="02010600030101010101" pitchFamily="2" charset="-122"/>
              </a:rPr>
              <a:t>p</a:t>
            </a:r>
            <a:r>
              <a:rPr kumimoji="0" lang="en-US" altLang="zh-CN" sz="2800" b="1">
                <a:latin typeface="Times New Roman" panose="02020603050405020304" pitchFamily="18" charset="0"/>
                <a:ea typeface="宋体" panose="02010600030101010101" pitchFamily="2" charset="-122"/>
              </a:rPr>
              <a:t>∨</a:t>
            </a:r>
            <a:r>
              <a:rPr kumimoji="0" lang="en-US" altLang="zh-CN" sz="2800" b="1" i="1">
                <a:latin typeface="Times New Roman" panose="02020603050405020304" pitchFamily="18" charset="0"/>
                <a:ea typeface="宋体" panose="02010600030101010101" pitchFamily="2" charset="-122"/>
              </a:rPr>
              <a:t>q</a:t>
            </a:r>
            <a:r>
              <a:rPr kumimoji="0" lang="en-US" altLang="zh-CN" sz="2800" b="1">
                <a:latin typeface="Times New Roman" panose="02020603050405020304" pitchFamily="18" charset="0"/>
                <a:ea typeface="宋体" panose="02010600030101010101" pitchFamily="2" charset="-122"/>
              </a:rPr>
              <a:t>)</a:t>
            </a:r>
            <a:r>
              <a:rPr kumimoji="0" lang="zh-CN" altLang="en-US" sz="2800" b="1">
                <a:latin typeface="Times New Roman" panose="02020603050405020304" pitchFamily="18" charset="0"/>
                <a:ea typeface="宋体" panose="02010600030101010101" pitchFamily="2" charset="-122"/>
              </a:rPr>
              <a:t>，</a:t>
            </a:r>
            <a:r>
              <a:rPr kumimoji="0" lang="en-US" altLang="zh-CN" sz="2800" b="1">
                <a:latin typeface="Times New Roman" panose="02020603050405020304" pitchFamily="18" charset="0"/>
                <a:ea typeface="宋体" panose="02010600030101010101" pitchFamily="2" charset="-122"/>
              </a:rPr>
              <a:t>(</a:t>
            </a:r>
            <a:r>
              <a:rPr kumimoji="0" lang="en-US" altLang="zh-CN" sz="2800" b="1" i="1">
                <a:latin typeface="Times New Roman" panose="02020603050405020304" pitchFamily="18" charset="0"/>
                <a:ea typeface="宋体" panose="02010600030101010101" pitchFamily="2" charset="-122"/>
              </a:rPr>
              <a:t>p</a:t>
            </a:r>
            <a:r>
              <a:rPr kumimoji="0" lang="en-US" altLang="zh-CN" sz="2800" b="1">
                <a:latin typeface="Times New Roman" panose="02020603050405020304" pitchFamily="18" charset="0"/>
                <a:ea typeface="宋体" panose="02010600030101010101" pitchFamily="2" charset="-122"/>
              </a:rPr>
              <a:t>→(</a:t>
            </a:r>
            <a:r>
              <a:rPr kumimoji="0" lang="en-US" altLang="zh-CN" sz="2800" b="1" i="1">
                <a:latin typeface="Times New Roman" panose="02020603050405020304" pitchFamily="18" charset="0"/>
                <a:ea typeface="宋体" panose="02010600030101010101" pitchFamily="2" charset="-122"/>
              </a:rPr>
              <a:t>p</a:t>
            </a:r>
            <a:r>
              <a:rPr kumimoji="0" lang="en-US" altLang="zh-CN" sz="2800" b="1">
                <a:latin typeface="Times New Roman" panose="02020603050405020304" pitchFamily="18" charset="0"/>
                <a:ea typeface="宋体" panose="02010600030101010101" pitchFamily="2" charset="-122"/>
              </a:rPr>
              <a:t>∨¬</a:t>
            </a:r>
            <a:r>
              <a:rPr kumimoji="0" lang="en-US" altLang="zh-CN" sz="2800" b="1" i="1">
                <a:latin typeface="Times New Roman" panose="02020603050405020304" pitchFamily="18" charset="0"/>
                <a:ea typeface="宋体" panose="02010600030101010101" pitchFamily="2" charset="-122"/>
              </a:rPr>
              <a:t>q</a:t>
            </a:r>
            <a:r>
              <a:rPr kumimoji="0" lang="en-US" altLang="zh-CN" sz="2800" b="1">
                <a:latin typeface="Times New Roman" panose="02020603050405020304" pitchFamily="18" charset="0"/>
                <a:ea typeface="宋体" panose="02010600030101010101" pitchFamily="2" charset="-122"/>
              </a:rPr>
              <a:t>))</a:t>
            </a:r>
            <a:r>
              <a:rPr kumimoji="0" lang="zh-CN" altLang="en-US" sz="2800" b="1">
                <a:latin typeface="Times New Roman" panose="02020603050405020304" pitchFamily="18" charset="0"/>
                <a:ea typeface="宋体" panose="02010600030101010101" pitchFamily="2" charset="-122"/>
              </a:rPr>
              <a:t>，   </a:t>
            </a:r>
          </a:p>
          <a:p>
            <a:pPr eaLnBrk="1" hangingPunct="1">
              <a:buFontTx/>
              <a:buNone/>
            </a:pPr>
            <a:r>
              <a:rPr kumimoji="0" lang="zh-CN" altLang="en-US" sz="2800" b="1">
                <a:latin typeface="Times New Roman" panose="02020603050405020304" pitchFamily="18" charset="0"/>
                <a:ea typeface="宋体" panose="02010600030101010101" pitchFamily="2" charset="-122"/>
              </a:rPr>
              <a:t>           </a:t>
            </a:r>
            <a:r>
              <a:rPr kumimoji="0" lang="en-US" altLang="zh-CN" sz="2800" b="1">
                <a:latin typeface="Times New Roman" panose="02020603050405020304" pitchFamily="18" charset="0"/>
                <a:ea typeface="宋体" panose="02010600030101010101" pitchFamily="2" charset="-122"/>
              </a:rPr>
              <a:t>(((</a:t>
            </a:r>
            <a:r>
              <a:rPr kumimoji="0" lang="en-US" altLang="zh-CN" sz="2800" b="1" i="1">
                <a:latin typeface="Times New Roman" panose="02020603050405020304" pitchFamily="18" charset="0"/>
                <a:ea typeface="宋体" panose="02010600030101010101" pitchFamily="2" charset="-122"/>
              </a:rPr>
              <a:t>p</a:t>
            </a:r>
            <a:r>
              <a:rPr kumimoji="0" lang="en-US" altLang="zh-CN" sz="2800" b="1">
                <a:latin typeface="Times New Roman" panose="02020603050405020304" pitchFamily="18" charset="0"/>
                <a:ea typeface="宋体" panose="02010600030101010101" pitchFamily="2" charset="-122"/>
              </a:rPr>
              <a:t>→</a:t>
            </a:r>
            <a:r>
              <a:rPr kumimoji="0" lang="en-US" altLang="zh-CN" sz="2800" b="1" i="1">
                <a:latin typeface="Times New Roman" panose="02020603050405020304" pitchFamily="18" charset="0"/>
                <a:ea typeface="宋体" panose="02010600030101010101" pitchFamily="2" charset="-122"/>
              </a:rPr>
              <a:t>q</a:t>
            </a:r>
            <a:r>
              <a:rPr kumimoji="0" lang="en-US" altLang="zh-CN" sz="2800" b="1">
                <a:latin typeface="Times New Roman" panose="02020603050405020304" pitchFamily="18" charset="0"/>
                <a:ea typeface="宋体" panose="02010600030101010101" pitchFamily="2" charset="-122"/>
              </a:rPr>
              <a:t>)∧(</a:t>
            </a:r>
            <a:r>
              <a:rPr kumimoji="0" lang="en-US" altLang="zh-CN" sz="2800" b="1" i="1">
                <a:latin typeface="Times New Roman" panose="02020603050405020304" pitchFamily="18" charset="0"/>
                <a:ea typeface="宋体" panose="02010600030101010101" pitchFamily="2" charset="-122"/>
              </a:rPr>
              <a:t>q</a:t>
            </a:r>
            <a:r>
              <a:rPr kumimoji="0" lang="en-US" altLang="zh-CN" sz="2800" b="1">
                <a:latin typeface="Times New Roman" panose="02020603050405020304" pitchFamily="18" charset="0"/>
                <a:ea typeface="宋体" panose="02010600030101010101" pitchFamily="2" charset="-122"/>
              </a:rPr>
              <a:t>→</a:t>
            </a:r>
            <a:r>
              <a:rPr kumimoji="0" lang="en-US" altLang="zh-CN" sz="2800" b="1" i="1">
                <a:latin typeface="Times New Roman" panose="02020603050405020304" pitchFamily="18" charset="0"/>
                <a:ea typeface="宋体" panose="02010600030101010101" pitchFamily="2" charset="-122"/>
              </a:rPr>
              <a:t>r</a:t>
            </a:r>
            <a:r>
              <a:rPr kumimoji="0" lang="en-US" altLang="zh-CN" sz="2800" b="1">
                <a:latin typeface="Times New Roman" panose="02020603050405020304" pitchFamily="18" charset="0"/>
                <a:ea typeface="宋体" panose="02010600030101010101" pitchFamily="2" charset="-122"/>
              </a:rPr>
              <a:t>))↔(</a:t>
            </a:r>
            <a:r>
              <a:rPr kumimoji="0" lang="en-US" altLang="zh-CN" sz="2800" b="1" i="1">
                <a:latin typeface="Times New Roman" panose="02020603050405020304" pitchFamily="18" charset="0"/>
                <a:ea typeface="宋体" panose="02010600030101010101" pitchFamily="2" charset="-122"/>
              </a:rPr>
              <a:t>s</a:t>
            </a:r>
            <a:r>
              <a:rPr kumimoji="0" lang="en-US" altLang="zh-CN" sz="2800" b="1">
                <a:latin typeface="Times New Roman" panose="02020603050405020304" pitchFamily="18" charset="0"/>
                <a:ea typeface="宋体" panose="02010600030101010101" pitchFamily="2" charset="-122"/>
              </a:rPr>
              <a:t>↔</a:t>
            </a:r>
            <a:r>
              <a:rPr kumimoji="0" lang="en-US" altLang="zh-CN" sz="2800" b="1" i="1">
                <a:latin typeface="Times New Roman" panose="02020603050405020304" pitchFamily="18" charset="0"/>
                <a:ea typeface="宋体" panose="02010600030101010101" pitchFamily="2" charset="-122"/>
              </a:rPr>
              <a:t>t</a:t>
            </a:r>
            <a:r>
              <a:rPr kumimoji="0" lang="en-US" altLang="zh-CN" sz="2800" b="1">
                <a:latin typeface="Times New Roman" panose="02020603050405020304" pitchFamily="18" charset="0"/>
                <a:ea typeface="宋体" panose="02010600030101010101" pitchFamily="2" charset="-122"/>
              </a:rPr>
              <a:t>))</a:t>
            </a:r>
          </a:p>
          <a:p>
            <a:pPr eaLnBrk="1" hangingPunct="1">
              <a:buFontTx/>
              <a:buNone/>
            </a:pPr>
            <a:endParaRPr kumimoji="0" lang="en-US" altLang="zh-CN" sz="2800" b="1">
              <a:latin typeface="Times New Roman" panose="02020603050405020304" pitchFamily="18" charset="0"/>
              <a:ea typeface="宋体" panose="02010600030101010101" pitchFamily="2" charset="-122"/>
            </a:endParaRPr>
          </a:p>
          <a:p>
            <a:pPr eaLnBrk="1" hangingPunct="1">
              <a:buFontTx/>
              <a:buNone/>
            </a:pPr>
            <a:r>
              <a:rPr kumimoji="0" lang="en-US" altLang="zh-CN" sz="2800" b="1">
                <a:latin typeface="Times New Roman" panose="02020603050405020304" pitchFamily="18" charset="0"/>
                <a:ea typeface="宋体" panose="02010600030101010101" pitchFamily="2" charset="-122"/>
              </a:rPr>
              <a:t> </a:t>
            </a:r>
            <a:r>
              <a:rPr kumimoji="0" lang="en-US" altLang="zh-CN" sz="2800" b="1">
                <a:solidFill>
                  <a:srgbClr val="006600"/>
                </a:solidFill>
                <a:latin typeface="Times New Roman" panose="02020603050405020304" pitchFamily="18" charset="0"/>
                <a:ea typeface="宋体" panose="02010600030101010101" pitchFamily="2" charset="-122"/>
              </a:rPr>
              <a:t>【</a:t>
            </a:r>
            <a:r>
              <a:rPr kumimoji="0" lang="zh-CN" altLang="en-US" sz="2800" b="1">
                <a:solidFill>
                  <a:srgbClr val="006600"/>
                </a:solidFill>
                <a:latin typeface="Times New Roman" panose="02020603050405020304" pitchFamily="18" charset="0"/>
                <a:ea typeface="宋体" panose="02010600030101010101" pitchFamily="2" charset="-122"/>
              </a:rPr>
              <a:t>例</a:t>
            </a:r>
            <a:r>
              <a:rPr kumimoji="0" lang="en-US" altLang="zh-CN" sz="2800" b="1">
                <a:solidFill>
                  <a:srgbClr val="006600"/>
                </a:solidFill>
                <a:latin typeface="Times New Roman" panose="02020603050405020304" pitchFamily="18" charset="0"/>
                <a:ea typeface="宋体" panose="02010600030101010101" pitchFamily="2" charset="-122"/>
              </a:rPr>
              <a:t>】</a:t>
            </a:r>
            <a:r>
              <a:rPr kumimoji="0" lang="zh-CN" altLang="en-US" sz="2800" b="1">
                <a:latin typeface="Times New Roman" panose="02020603050405020304" pitchFamily="18" charset="0"/>
                <a:ea typeface="宋体" panose="02010600030101010101" pitchFamily="2" charset="-122"/>
              </a:rPr>
              <a:t>下列符号串不是合式公式：   </a:t>
            </a:r>
          </a:p>
          <a:p>
            <a:pPr eaLnBrk="1" hangingPunct="1">
              <a:buFontTx/>
              <a:buNone/>
            </a:pPr>
            <a:r>
              <a:rPr kumimoji="0" lang="zh-CN" altLang="en-US" sz="2800" b="1">
                <a:latin typeface="Times New Roman" panose="02020603050405020304" pitchFamily="18" charset="0"/>
                <a:ea typeface="宋体" panose="02010600030101010101" pitchFamily="2" charset="-122"/>
              </a:rPr>
              <a:t>             </a:t>
            </a:r>
            <a:r>
              <a:rPr kumimoji="0" lang="en-US" altLang="zh-CN" sz="2800" b="1">
                <a:latin typeface="Times New Roman" panose="02020603050405020304" pitchFamily="18" charset="0"/>
                <a:ea typeface="宋体" panose="02010600030101010101" pitchFamily="2" charset="-122"/>
              </a:rPr>
              <a:t>(</a:t>
            </a:r>
            <a:r>
              <a:rPr kumimoji="0" lang="en-US" altLang="zh-CN" sz="2800" b="1" i="1">
                <a:latin typeface="Times New Roman" panose="02020603050405020304" pitchFamily="18" charset="0"/>
                <a:ea typeface="宋体" panose="02010600030101010101" pitchFamily="2" charset="-122"/>
              </a:rPr>
              <a:t>p</a:t>
            </a:r>
            <a:r>
              <a:rPr kumimoji="0" lang="en-US" altLang="zh-CN" sz="2800" b="1">
                <a:latin typeface="Times New Roman" panose="02020603050405020304" pitchFamily="18" charset="0"/>
                <a:ea typeface="宋体" panose="02010600030101010101" pitchFamily="2" charset="-122"/>
              </a:rPr>
              <a:t>→</a:t>
            </a:r>
            <a:r>
              <a:rPr kumimoji="0" lang="en-US" altLang="zh-CN" sz="2800" b="1" i="1">
                <a:latin typeface="Times New Roman" panose="02020603050405020304" pitchFamily="18" charset="0"/>
                <a:ea typeface="宋体" panose="02010600030101010101" pitchFamily="2" charset="-122"/>
              </a:rPr>
              <a:t>q</a:t>
            </a:r>
            <a:r>
              <a:rPr kumimoji="0" lang="en-US" altLang="zh-CN" sz="2800" b="1">
                <a:latin typeface="Times New Roman" panose="02020603050405020304" pitchFamily="18" charset="0"/>
                <a:ea typeface="宋体" panose="02010600030101010101" pitchFamily="2" charset="-122"/>
              </a:rPr>
              <a:t>)→(∧</a:t>
            </a:r>
            <a:r>
              <a:rPr kumimoji="0" lang="en-US" altLang="zh-CN" sz="2800" b="1" i="1">
                <a:latin typeface="Times New Roman" panose="02020603050405020304" pitchFamily="18" charset="0"/>
                <a:ea typeface="宋体" panose="02010600030101010101" pitchFamily="2" charset="-122"/>
              </a:rPr>
              <a:t>q</a:t>
            </a:r>
            <a:r>
              <a:rPr kumimoji="0" lang="en-US" altLang="zh-CN" sz="2800" b="1">
                <a:latin typeface="Times New Roman" panose="02020603050405020304" pitchFamily="18" charset="0"/>
                <a:ea typeface="宋体" panose="02010600030101010101" pitchFamily="2" charset="-122"/>
              </a:rPr>
              <a:t>)</a:t>
            </a:r>
            <a:r>
              <a:rPr kumimoji="0" lang="zh-CN" altLang="en-US" sz="2800" b="1">
                <a:latin typeface="Times New Roman" panose="02020603050405020304" pitchFamily="18" charset="0"/>
                <a:ea typeface="宋体" panose="02010600030101010101" pitchFamily="2" charset="-122"/>
              </a:rPr>
              <a:t>，</a:t>
            </a:r>
            <a:r>
              <a:rPr kumimoji="0" lang="en-US" altLang="zh-CN" sz="2800" b="1">
                <a:latin typeface="Times New Roman" panose="02020603050405020304" pitchFamily="18" charset="0"/>
                <a:ea typeface="宋体" panose="02010600030101010101" pitchFamily="2" charset="-122"/>
              </a:rPr>
              <a:t>(</a:t>
            </a:r>
            <a:r>
              <a:rPr kumimoji="0" lang="en-US" altLang="zh-CN" sz="2800" b="1" i="1">
                <a:latin typeface="Times New Roman" panose="02020603050405020304" pitchFamily="18" charset="0"/>
                <a:ea typeface="宋体" panose="02010600030101010101" pitchFamily="2" charset="-122"/>
              </a:rPr>
              <a:t>p</a:t>
            </a:r>
            <a:r>
              <a:rPr kumimoji="0" lang="en-US" altLang="zh-CN" sz="2800" b="1">
                <a:latin typeface="Times New Roman" panose="02020603050405020304" pitchFamily="18" charset="0"/>
                <a:ea typeface="宋体" panose="02010600030101010101" pitchFamily="2" charset="-122"/>
              </a:rPr>
              <a:t>→</a:t>
            </a:r>
            <a:r>
              <a:rPr kumimoji="0" lang="en-US" altLang="zh-CN" sz="2800" b="1" i="1">
                <a:latin typeface="Times New Roman" panose="02020603050405020304" pitchFamily="18" charset="0"/>
                <a:ea typeface="宋体" panose="02010600030101010101" pitchFamily="2" charset="-122"/>
              </a:rPr>
              <a:t>q</a:t>
            </a:r>
            <a:r>
              <a:rPr kumimoji="0" lang="zh-CN" altLang="en-US" sz="2800" b="1">
                <a:latin typeface="Times New Roman" panose="02020603050405020304" pitchFamily="18" charset="0"/>
                <a:ea typeface="宋体" panose="02010600030101010101" pitchFamily="2" charset="-122"/>
              </a:rPr>
              <a:t>，</a:t>
            </a:r>
            <a:r>
              <a:rPr kumimoji="0" lang="en-US" altLang="zh-CN" sz="2800" b="1">
                <a:latin typeface="Times New Roman" panose="02020603050405020304" pitchFamily="18" charset="0"/>
                <a:ea typeface="宋体" panose="02010600030101010101" pitchFamily="2" charset="-122"/>
              </a:rPr>
              <a:t>(</a:t>
            </a:r>
            <a:r>
              <a:rPr kumimoji="0" lang="en-US" altLang="zh-CN" sz="2800" b="1" i="1">
                <a:latin typeface="Times New Roman" panose="02020603050405020304" pitchFamily="18" charset="0"/>
                <a:ea typeface="宋体" panose="02010600030101010101" pitchFamily="2" charset="-122"/>
              </a:rPr>
              <a:t>p</a:t>
            </a:r>
            <a:r>
              <a:rPr kumimoji="0" lang="en-US" altLang="zh-CN" sz="2800" b="1">
                <a:latin typeface="Times New Roman" panose="02020603050405020304" pitchFamily="18" charset="0"/>
                <a:ea typeface="宋体" panose="02010600030101010101" pitchFamily="2" charset="-122"/>
              </a:rPr>
              <a:t>∧</a:t>
            </a:r>
            <a:r>
              <a:rPr kumimoji="0" lang="en-US" altLang="zh-CN" sz="2800" b="1" i="1">
                <a:latin typeface="Times New Roman" panose="02020603050405020304" pitchFamily="18" charset="0"/>
                <a:ea typeface="宋体" panose="02010600030101010101" pitchFamily="2" charset="-122"/>
              </a:rPr>
              <a:t>q</a:t>
            </a:r>
            <a:r>
              <a:rPr kumimoji="0" lang="en-US" altLang="zh-CN" sz="2800" b="1">
                <a:latin typeface="Times New Roman" panose="02020603050405020304" pitchFamily="18" charset="0"/>
                <a:ea typeface="宋体" panose="02010600030101010101" pitchFamily="2" charset="-122"/>
              </a:rPr>
              <a:t>)→</a:t>
            </a:r>
            <a:r>
              <a:rPr kumimoji="0" lang="en-US" altLang="zh-CN" sz="2800" b="1" i="1">
                <a:latin typeface="Times New Roman" panose="02020603050405020304" pitchFamily="18" charset="0"/>
                <a:ea typeface="宋体" panose="02010600030101010101" pitchFamily="2" charset="-122"/>
              </a:rPr>
              <a:t>q</a:t>
            </a:r>
            <a:r>
              <a:rPr kumimoji="0" lang="en-US" altLang="zh-CN" sz="2800" b="1">
                <a:latin typeface="Times New Roman" panose="02020603050405020304" pitchFamily="18" charset="0"/>
                <a:ea typeface="宋体" panose="02010600030101010101" pitchFamily="2" charset="-122"/>
              </a:rPr>
              <a:t>)</a:t>
            </a:r>
          </a:p>
          <a:p>
            <a:pPr eaLnBrk="1" hangingPunct="1">
              <a:spcBef>
                <a:spcPct val="0"/>
              </a:spcBef>
              <a:spcAft>
                <a:spcPct val="20000"/>
              </a:spcAft>
              <a:buClr>
                <a:srgbClr val="228A88"/>
              </a:buClr>
              <a:buFont typeface="Wingdings 2" panose="05020102010507070707" pitchFamily="18" charset="2"/>
              <a:buNone/>
            </a:pPr>
            <a:endParaRPr kumimoji="0" lang="en-US" altLang="zh-CN" sz="2800" b="1">
              <a:latin typeface="Times New Roman" panose="02020603050405020304" pitchFamily="18" charset="0"/>
              <a:ea typeface="宋体" panose="02010600030101010101" pitchFamily="2" charset="-122"/>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日期占位符 1">
            <a:extLst>
              <a:ext uri="{FF2B5EF4-FFF2-40B4-BE49-F238E27FC236}">
                <a16:creationId xmlns:a16="http://schemas.microsoft.com/office/drawing/2014/main" id="{51151F12-F7D7-4D26-9121-5F8F1C504C78}"/>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DC76A7A8-CD55-4861-970C-B0BDA07C5321}"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96259" name="页脚占位符 2">
            <a:extLst>
              <a:ext uri="{FF2B5EF4-FFF2-40B4-BE49-F238E27FC236}">
                <a16:creationId xmlns:a16="http://schemas.microsoft.com/office/drawing/2014/main" id="{06C008AE-C8E2-4BF5-AAD0-F8CA4A05478A}"/>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96260" name="灯片编号占位符 3">
            <a:extLst>
              <a:ext uri="{FF2B5EF4-FFF2-40B4-BE49-F238E27FC236}">
                <a16:creationId xmlns:a16="http://schemas.microsoft.com/office/drawing/2014/main" id="{46CD75AC-EC16-4D36-9A02-F413CD81769F}"/>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41BC7E20-DDD2-406E-A9D4-EAA633CD9BED}" type="slidenum">
              <a:rPr lang="en-US" altLang="zh-CN" sz="1400" smtClean="0">
                <a:latin typeface="Times New Roman" panose="02020603050405020304" pitchFamily="18" charset="0"/>
                <a:ea typeface="宋体" panose="02010600030101010101" pitchFamily="2" charset="-122"/>
              </a:rPr>
              <a:pPr>
                <a:spcBef>
                  <a:spcPct val="0"/>
                </a:spcBef>
                <a:buFontTx/>
                <a:buNone/>
              </a:pPr>
              <a:t>70</a:t>
            </a:fld>
            <a:endParaRPr lang="en-US" altLang="zh-CN" sz="1400">
              <a:latin typeface="Times New Roman" panose="02020603050405020304" pitchFamily="18" charset="0"/>
              <a:ea typeface="宋体" panose="02010600030101010101" pitchFamily="2" charset="-122"/>
            </a:endParaRPr>
          </a:p>
        </p:txBody>
      </p:sp>
      <p:sp>
        <p:nvSpPr>
          <p:cNvPr id="96261" name="页脚占位符 3">
            <a:extLst>
              <a:ext uri="{FF2B5EF4-FFF2-40B4-BE49-F238E27FC236}">
                <a16:creationId xmlns:a16="http://schemas.microsoft.com/office/drawing/2014/main" id="{6D1CD78C-ECB0-4D64-985A-134FE4B1747B}"/>
              </a:ext>
            </a:extLst>
          </p:cNvPr>
          <p:cNvSpPr txBox="1">
            <a:spLocks noGrp="1"/>
          </p:cNvSpPr>
          <p:nvPr/>
        </p:nvSpPr>
        <p:spPr bwMode="black">
          <a:xfrm>
            <a:off x="609600" y="6470650"/>
            <a:ext cx="538163"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r">
              <a:spcBef>
                <a:spcPct val="0"/>
              </a:spcBef>
              <a:buFontTx/>
              <a:buNone/>
            </a:pPr>
            <a:fld id="{E87FC957-51AC-4429-9CEE-7FCEC8A9763F}" type="slidenum">
              <a:rPr kumimoji="0" lang="en-US" altLang="zh-CN" sz="1000">
                <a:solidFill>
                  <a:schemeClr val="bg1"/>
                </a:solidFill>
                <a:latin typeface="Arial" panose="020B0604020202020204" pitchFamily="34" charset="0"/>
                <a:ea typeface="宋体" panose="02010600030101010101" pitchFamily="2" charset="-122"/>
              </a:rPr>
              <a:pPr algn="r">
                <a:spcBef>
                  <a:spcPct val="0"/>
                </a:spcBef>
                <a:buFontTx/>
                <a:buNone/>
              </a:pPr>
              <a:t>70</a:t>
            </a:fld>
            <a:endParaRPr kumimoji="0" lang="en-US" altLang="zh-CN" sz="1000">
              <a:solidFill>
                <a:schemeClr val="bg1"/>
              </a:solidFill>
              <a:latin typeface="Arial" panose="020B0604020202020204" pitchFamily="34" charset="0"/>
              <a:ea typeface="宋体" panose="02010600030101010101" pitchFamily="2" charset="-122"/>
            </a:endParaRPr>
          </a:p>
        </p:txBody>
      </p:sp>
      <p:sp>
        <p:nvSpPr>
          <p:cNvPr id="96262" name="日期占位符 4">
            <a:extLst>
              <a:ext uri="{FF2B5EF4-FFF2-40B4-BE49-F238E27FC236}">
                <a16:creationId xmlns:a16="http://schemas.microsoft.com/office/drawing/2014/main" id="{D2A81E9B-8EB0-4AB7-BF8D-B1E7B9CD6C56}"/>
              </a:ext>
            </a:extLst>
          </p:cNvPr>
          <p:cNvSpPr txBox="1">
            <a:spLocks noGrp="1"/>
          </p:cNvSpPr>
          <p:nvPr/>
        </p:nvSpPr>
        <p:spPr bwMode="auto">
          <a:xfrm>
            <a:off x="1271588" y="6472238"/>
            <a:ext cx="946150"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fld id="{3A4CF32C-33AE-4AFD-9EC3-B08F92FA5495}" type="datetime1">
              <a:rPr kumimoji="0" lang="zh-CN" altLang="en-US" sz="1000">
                <a:solidFill>
                  <a:schemeClr val="bg1"/>
                </a:solidFill>
                <a:latin typeface="Arial" panose="020B0604020202020204" pitchFamily="34" charset="0"/>
                <a:ea typeface="宋体" panose="02010600030101010101" pitchFamily="2" charset="-122"/>
              </a:rPr>
              <a:pPr eaLnBrk="1" hangingPunct="1">
                <a:spcBef>
                  <a:spcPct val="0"/>
                </a:spcBef>
                <a:buFontTx/>
                <a:buNone/>
              </a:pPr>
              <a:t>2020/9/7</a:t>
            </a:fld>
            <a:endParaRPr kumimoji="0" lang="en-US" altLang="zh-CN" sz="1000">
              <a:solidFill>
                <a:schemeClr val="bg1"/>
              </a:solidFill>
              <a:latin typeface="Arial" panose="020B0604020202020204" pitchFamily="34" charset="0"/>
              <a:ea typeface="宋体" panose="02010600030101010101" pitchFamily="2" charset="-122"/>
            </a:endParaRPr>
          </a:p>
        </p:txBody>
      </p:sp>
      <p:sp>
        <p:nvSpPr>
          <p:cNvPr id="96263" name="Text Box 2">
            <a:extLst>
              <a:ext uri="{FF2B5EF4-FFF2-40B4-BE49-F238E27FC236}">
                <a16:creationId xmlns:a16="http://schemas.microsoft.com/office/drawing/2014/main" id="{4AE948D0-6EDD-4B0C-B94E-FD76D422DA24}"/>
              </a:ext>
            </a:extLst>
          </p:cNvPr>
          <p:cNvSpPr txBox="1">
            <a:spLocks noChangeArrowheads="1"/>
          </p:cNvSpPr>
          <p:nvPr/>
        </p:nvSpPr>
        <p:spPr bwMode="auto">
          <a:xfrm>
            <a:off x="1489075" y="671513"/>
            <a:ext cx="60166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一些约定</a:t>
            </a:r>
          </a:p>
        </p:txBody>
      </p:sp>
      <p:pic>
        <p:nvPicPr>
          <p:cNvPr id="96264" name="Picture 6" descr="C:\Program Files\Microsoft Office\MEDIA\CAGCAT10\j0293844.wmf">
            <a:extLst>
              <a:ext uri="{FF2B5EF4-FFF2-40B4-BE49-F238E27FC236}">
                <a16:creationId xmlns:a16="http://schemas.microsoft.com/office/drawing/2014/main" id="{F0171430-4743-446B-B747-FD957F68FA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5143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6265" name="Rectangle 6">
            <a:extLst>
              <a:ext uri="{FF2B5EF4-FFF2-40B4-BE49-F238E27FC236}">
                <a16:creationId xmlns:a16="http://schemas.microsoft.com/office/drawing/2014/main" id="{8B463F75-BBAD-4007-BB17-1E7AE28A59F5}"/>
              </a:ext>
            </a:extLst>
          </p:cNvPr>
          <p:cNvSpPr>
            <a:spLocks noChangeArrowheads="1"/>
          </p:cNvSpPr>
          <p:nvPr/>
        </p:nvSpPr>
        <p:spPr bwMode="auto">
          <a:xfrm>
            <a:off x="1271588" y="2921000"/>
            <a:ext cx="7316787" cy="1668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kumimoji="0" lang="en-US" altLang="zh-CN" sz="3200" b="1">
                <a:solidFill>
                  <a:srgbClr val="006600"/>
                </a:solidFill>
                <a:latin typeface="黑体" panose="02010609060101010101" pitchFamily="49" charset="-122"/>
                <a:ea typeface="黑体" panose="02010609060101010101" pitchFamily="49" charset="-122"/>
                <a:sym typeface="Symbol" panose="05050102010706020507" pitchFamily="18" charset="2"/>
              </a:rPr>
              <a:t>【</a:t>
            </a:r>
            <a:r>
              <a:rPr kumimoji="0" lang="zh-CN" altLang="en-US" sz="3200" b="1">
                <a:solidFill>
                  <a:srgbClr val="006600"/>
                </a:solidFill>
                <a:latin typeface="黑体" panose="02010609060101010101" pitchFamily="49" charset="-122"/>
                <a:ea typeface="黑体" panose="02010609060101010101" pitchFamily="49" charset="-122"/>
                <a:sym typeface="Symbol" panose="05050102010706020507" pitchFamily="18" charset="2"/>
              </a:rPr>
              <a:t>约定</a:t>
            </a:r>
            <a:r>
              <a:rPr kumimoji="0" lang="en-US" altLang="zh-CN" sz="3200" b="1">
                <a:solidFill>
                  <a:srgbClr val="006600"/>
                </a:solidFill>
                <a:latin typeface="黑体" panose="02010609060101010101" pitchFamily="49" charset="-122"/>
                <a:ea typeface="黑体" panose="02010609060101010101" pitchFamily="49" charset="-122"/>
                <a:sym typeface="Symbol" panose="05050102010706020507" pitchFamily="18" charset="2"/>
              </a:rPr>
              <a:t>】</a:t>
            </a:r>
            <a:r>
              <a:rPr kumimoji="0" lang="zh-CN" altLang="en-US" sz="3200" b="1">
                <a:latin typeface="黑体" panose="02010609060101010101" pitchFamily="49" charset="-122"/>
                <a:ea typeface="黑体" panose="02010609060101010101" pitchFamily="49" charset="-122"/>
                <a:sym typeface="Symbol" panose="05050102010706020507" pitchFamily="18" charset="2"/>
              </a:rPr>
              <a:t>为方便，最外层括号可以不写，合式公式可以写成：</a:t>
            </a:r>
          </a:p>
          <a:p>
            <a:pPr eaLnBrk="1" hangingPunct="1">
              <a:buFontTx/>
              <a:buNone/>
            </a:pPr>
            <a:r>
              <a:rPr kumimoji="0" lang="zh-CN" altLang="en-US" sz="3200" b="1">
                <a:latin typeface="黑体" panose="02010609060101010101" pitchFamily="49" charset="-122"/>
                <a:ea typeface="黑体" panose="02010609060101010101" pitchFamily="49" charset="-122"/>
                <a:sym typeface="Symbol" panose="05050102010706020507" pitchFamily="18" charset="2"/>
              </a:rPr>
              <a:t>      </a:t>
            </a:r>
            <a:r>
              <a:rPr kumimoji="0" lang="en-US" altLang="zh-CN" sz="3200" b="1">
                <a:latin typeface="黑体" panose="02010609060101010101" pitchFamily="49" charset="-122"/>
                <a:ea typeface="黑体" panose="02010609060101010101" pitchFamily="49" charset="-122"/>
                <a:sym typeface="Symbol" panose="05050102010706020507" pitchFamily="18" charset="2"/>
              </a:rPr>
              <a:t>P</a:t>
            </a:r>
            <a:r>
              <a:rPr kumimoji="0" lang="en-US" altLang="zh-CN" sz="3200" b="1">
                <a:latin typeface="黑体" panose="02010609060101010101" pitchFamily="49" charset="-122"/>
                <a:ea typeface="黑体" panose="02010609060101010101" pitchFamily="49" charset="-122"/>
                <a:sym typeface="Kingsoft Phonetic Plain" pitchFamily="2" charset="2"/>
              </a:rPr>
              <a:t>∧Q</a:t>
            </a:r>
            <a:r>
              <a:rPr kumimoji="0" lang="zh-CN" altLang="en-US" sz="3200" b="1">
                <a:latin typeface="黑体" panose="02010609060101010101" pitchFamily="49" charset="-122"/>
                <a:ea typeface="黑体" panose="02010609060101010101" pitchFamily="49" charset="-122"/>
                <a:sym typeface="Symbol" panose="05050102010706020507" pitchFamily="18" charset="2"/>
              </a:rPr>
              <a:t>，</a:t>
            </a:r>
            <a:r>
              <a:rPr kumimoji="0" lang="en-US" altLang="zh-CN" sz="3200" b="1">
                <a:latin typeface="黑体" panose="02010609060101010101" pitchFamily="49" charset="-122"/>
                <a:ea typeface="黑体" panose="02010609060101010101" pitchFamily="49" charset="-122"/>
                <a:sym typeface="Symbol" panose="05050102010706020507" pitchFamily="18" charset="2"/>
              </a:rPr>
              <a:t>P</a:t>
            </a:r>
            <a:r>
              <a:rPr kumimoji="0" lang="en-US" altLang="zh-CN" sz="3200" b="1">
                <a:latin typeface="黑体" panose="02010609060101010101" pitchFamily="49" charset="-122"/>
                <a:ea typeface="黑体" panose="02010609060101010101" pitchFamily="49" charset="-122"/>
                <a:sym typeface="Kingsoft Phonetic Plain" pitchFamily="2" charset="2"/>
              </a:rPr>
              <a:t>R</a:t>
            </a:r>
            <a:r>
              <a:rPr kumimoji="0" lang="zh-CN" altLang="en-US" sz="3200" b="1">
                <a:latin typeface="黑体" panose="02010609060101010101" pitchFamily="49" charset="-122"/>
                <a:ea typeface="黑体" panose="02010609060101010101" pitchFamily="49" charset="-122"/>
                <a:sym typeface="Kingsoft Phonetic Plain" pitchFamily="2" charset="2"/>
              </a:rPr>
              <a:t>，</a:t>
            </a:r>
            <a:r>
              <a:rPr kumimoji="0" lang="en-US" altLang="zh-CN" sz="3200" b="1">
                <a:latin typeface="黑体" panose="02010609060101010101" pitchFamily="49" charset="-122"/>
                <a:ea typeface="黑体" panose="02010609060101010101" pitchFamily="49" charset="-122"/>
                <a:sym typeface="Kingsoft Phonetic Plain" pitchFamily="2" charset="2"/>
              </a:rPr>
              <a:t>(P∨Q)∧R</a:t>
            </a:r>
          </a:p>
        </p:txBody>
      </p:sp>
      <p:sp>
        <p:nvSpPr>
          <p:cNvPr id="96266" name="Rectangle 7">
            <a:extLst>
              <a:ext uri="{FF2B5EF4-FFF2-40B4-BE49-F238E27FC236}">
                <a16:creationId xmlns:a16="http://schemas.microsoft.com/office/drawing/2014/main" id="{73E6665E-F9B7-4BB4-82DF-BC9223B300D6}"/>
              </a:ext>
            </a:extLst>
          </p:cNvPr>
          <p:cNvSpPr>
            <a:spLocks noChangeArrowheads="1"/>
          </p:cNvSpPr>
          <p:nvPr/>
        </p:nvSpPr>
        <p:spPr bwMode="auto">
          <a:xfrm>
            <a:off x="1171575" y="4614863"/>
            <a:ext cx="7416800" cy="176688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kumimoji="0" lang="en-US" altLang="zh-CN" sz="3200" b="1">
                <a:solidFill>
                  <a:srgbClr val="006600"/>
                </a:solidFill>
                <a:latin typeface="黑体" panose="02010609060101010101" pitchFamily="49" charset="-122"/>
                <a:ea typeface="黑体" panose="02010609060101010101" pitchFamily="49" charset="-122"/>
                <a:sym typeface="Symbol" panose="05050102010706020507" pitchFamily="18" charset="2"/>
              </a:rPr>
              <a:t> 【</a:t>
            </a:r>
            <a:r>
              <a:rPr kumimoji="0" lang="zh-CN" altLang="en-US" sz="3200" b="1">
                <a:solidFill>
                  <a:srgbClr val="006600"/>
                </a:solidFill>
                <a:latin typeface="黑体" panose="02010609060101010101" pitchFamily="49" charset="-122"/>
                <a:ea typeface="黑体" panose="02010609060101010101" pitchFamily="49" charset="-122"/>
                <a:sym typeface="Symbol" panose="05050102010706020507" pitchFamily="18" charset="2"/>
              </a:rPr>
              <a:t>约定</a:t>
            </a:r>
            <a:r>
              <a:rPr kumimoji="0" lang="en-US" altLang="zh-CN" sz="3200" b="1">
                <a:solidFill>
                  <a:srgbClr val="006600"/>
                </a:solidFill>
                <a:latin typeface="黑体" panose="02010609060101010101" pitchFamily="49" charset="-122"/>
                <a:ea typeface="黑体" panose="02010609060101010101" pitchFamily="49" charset="-122"/>
                <a:sym typeface="Symbol" panose="05050102010706020507" pitchFamily="18" charset="2"/>
              </a:rPr>
              <a:t>】</a:t>
            </a:r>
            <a:r>
              <a:rPr kumimoji="0" lang="zh-CN" altLang="en-US" sz="3200" b="1">
                <a:latin typeface="黑体" panose="02010609060101010101" pitchFamily="49" charset="-122"/>
                <a:ea typeface="黑体" panose="02010609060101010101" pitchFamily="49" charset="-122"/>
              </a:rPr>
              <a:t>逻辑联接词优先级：</a:t>
            </a:r>
          </a:p>
          <a:p>
            <a:pPr eaLnBrk="1" hangingPunct="1">
              <a:buFontTx/>
              <a:buNone/>
            </a:pPr>
            <a:r>
              <a:rPr kumimoji="0" lang="zh-CN" altLang="en-US" sz="3200" b="1">
                <a:latin typeface="黑体" panose="02010609060101010101" pitchFamily="49" charset="-122"/>
                <a:ea typeface="黑体" panose="02010609060101010101" pitchFamily="49" charset="-122"/>
              </a:rPr>
              <a:t>       </a:t>
            </a:r>
            <a:r>
              <a:rPr kumimoji="0" lang="en-US" altLang="zh-CN" sz="3200" b="1">
                <a:latin typeface="黑体" panose="02010609060101010101" pitchFamily="49" charset="-122"/>
                <a:ea typeface="黑体" panose="02010609060101010101" pitchFamily="49" charset="-122"/>
              </a:rPr>
              <a:t>¬ </a:t>
            </a:r>
            <a:r>
              <a:rPr kumimoji="0" lang="zh-CN" altLang="en-US" sz="3200" b="1">
                <a:latin typeface="黑体" panose="02010609060101010101" pitchFamily="49" charset="-122"/>
                <a:ea typeface="黑体" panose="02010609060101010101" pitchFamily="49" charset="-122"/>
              </a:rPr>
              <a:t>、 ∧、 ∨、 → 、 </a:t>
            </a:r>
            <a:r>
              <a:rPr kumimoji="0" lang="zh-CN" altLang="en-US" sz="3200" b="1">
                <a:latin typeface="黑体" panose="02010609060101010101" pitchFamily="49" charset="-122"/>
                <a:ea typeface="黑体" panose="02010609060101010101" pitchFamily="49" charset="-122"/>
                <a:sym typeface="Symbol" panose="05050102010706020507" pitchFamily="18" charset="2"/>
              </a:rPr>
              <a:t></a:t>
            </a:r>
          </a:p>
          <a:p>
            <a:pPr eaLnBrk="1" hangingPunct="1">
              <a:buFontTx/>
              <a:buNone/>
            </a:pPr>
            <a:r>
              <a:rPr kumimoji="0" lang="zh-CN" altLang="en-US" sz="3200" b="1">
                <a:latin typeface="黑体" panose="02010609060101010101" pitchFamily="49" charset="-122"/>
                <a:ea typeface="黑体" panose="02010609060101010101" pitchFamily="49" charset="-122"/>
                <a:sym typeface="Symbol" panose="05050102010706020507" pitchFamily="18" charset="2"/>
              </a:rPr>
              <a:t>此时</a:t>
            </a:r>
            <a:r>
              <a:rPr kumimoji="0" lang="en-US" altLang="zh-CN" sz="3200" b="1">
                <a:latin typeface="黑体" panose="02010609060101010101" pitchFamily="49" charset="-122"/>
                <a:ea typeface="黑体" panose="02010609060101010101" pitchFamily="49" charset="-122"/>
                <a:sym typeface="Symbol" panose="05050102010706020507" pitchFamily="18" charset="2"/>
              </a:rPr>
              <a:t>P</a:t>
            </a:r>
            <a:r>
              <a:rPr kumimoji="0" lang="en-US" altLang="zh-CN" sz="3200" b="1">
                <a:latin typeface="黑体" panose="02010609060101010101" pitchFamily="49" charset="-122"/>
                <a:ea typeface="黑体" panose="02010609060101010101" pitchFamily="49" charset="-122"/>
              </a:rPr>
              <a:t>∧Q</a:t>
            </a:r>
            <a:r>
              <a:rPr kumimoji="0" lang="en-US" altLang="zh-CN" sz="3200" b="1">
                <a:latin typeface="黑体" panose="02010609060101010101" pitchFamily="49" charset="-122"/>
                <a:ea typeface="黑体" panose="02010609060101010101" pitchFamily="49" charset="-122"/>
                <a:sym typeface="Symbol" panose="05050102010706020507" pitchFamily="18" charset="2"/>
              </a:rPr>
              <a:t></a:t>
            </a:r>
            <a:r>
              <a:rPr kumimoji="0" lang="en-US" altLang="zh-CN" sz="3200" b="1">
                <a:latin typeface="黑体" panose="02010609060101010101" pitchFamily="49" charset="-122"/>
                <a:ea typeface="黑体" panose="02010609060101010101" pitchFamily="49" charset="-122"/>
                <a:sym typeface="Kingsoft Phonetic Plain" pitchFamily="2" charset="2"/>
              </a:rPr>
              <a:t>R</a:t>
            </a:r>
            <a:r>
              <a:rPr kumimoji="0" lang="zh-CN" altLang="en-US" sz="3200" b="1">
                <a:latin typeface="黑体" panose="02010609060101010101" pitchFamily="49" charset="-122"/>
                <a:ea typeface="黑体" panose="02010609060101010101" pitchFamily="49" charset="-122"/>
                <a:sym typeface="Kingsoft Phonetic Plain" pitchFamily="2" charset="2"/>
              </a:rPr>
              <a:t>也是合式公式</a:t>
            </a:r>
          </a:p>
        </p:txBody>
      </p:sp>
      <p:sp>
        <p:nvSpPr>
          <p:cNvPr id="2" name="矩形 1">
            <a:extLst>
              <a:ext uri="{FF2B5EF4-FFF2-40B4-BE49-F238E27FC236}">
                <a16:creationId xmlns:a16="http://schemas.microsoft.com/office/drawing/2014/main" id="{B831CA47-191E-4A6B-BBE9-BF2746569C2C}"/>
              </a:ext>
            </a:extLst>
          </p:cNvPr>
          <p:cNvSpPr/>
          <p:nvPr/>
        </p:nvSpPr>
        <p:spPr>
          <a:xfrm>
            <a:off x="1147763" y="1814513"/>
            <a:ext cx="7416800" cy="954087"/>
          </a:xfrm>
          <a:prstGeom prst="rect">
            <a:avLst/>
          </a:prstGeom>
          <a:solidFill>
            <a:schemeClr val="accent3"/>
          </a:solidFill>
          <a:ln>
            <a:solidFill>
              <a:srgbClr val="C00000"/>
            </a:solidFill>
          </a:ln>
        </p:spPr>
        <p:txBody>
          <a:bodyPr>
            <a:spAutoFit/>
          </a:bodyPr>
          <a:lstStyle/>
          <a:p>
            <a:pPr>
              <a:defRPr/>
            </a:pPr>
            <a:r>
              <a:rPr lang="en-US" altLang="zh-CN" b="1" dirty="0">
                <a:latin typeface="Calibri" panose="020F0502020204030204" pitchFamily="34" charset="0"/>
                <a:cs typeface="Times New Roman" panose="02020603050405020304" pitchFamily="18" charset="0"/>
              </a:rPr>
              <a:t>   </a:t>
            </a:r>
            <a:r>
              <a:rPr lang="zh-CN" altLang="zh-CN" b="1" dirty="0">
                <a:latin typeface="Calibri" panose="020F0502020204030204" pitchFamily="34" charset="0"/>
                <a:cs typeface="Times New Roman" panose="02020603050405020304" pitchFamily="18" charset="0"/>
              </a:rPr>
              <a:t>原子公式</a:t>
            </a:r>
            <a:r>
              <a:rPr lang="zh-CN" altLang="en-US" b="1" dirty="0">
                <a:latin typeface="Calibri" panose="020F0502020204030204" pitchFamily="34" charset="0"/>
                <a:cs typeface="Times New Roman" panose="02020603050405020304" pitchFamily="18" charset="0"/>
              </a:rPr>
              <a:t>：</a:t>
            </a:r>
            <a:r>
              <a:rPr lang="zh-CN" altLang="zh-CN" dirty="0"/>
              <a:t>表示原子命题的命题变量是最简</a:t>
            </a:r>
            <a:endParaRPr lang="en-US" altLang="zh-CN" dirty="0"/>
          </a:p>
          <a:p>
            <a:pPr>
              <a:defRPr/>
            </a:pPr>
            <a:r>
              <a:rPr lang="zh-CN" altLang="zh-CN" dirty="0"/>
              <a:t>单的命题公式</a:t>
            </a:r>
            <a:r>
              <a:rPr lang="zh-CN" altLang="en-US" dirty="0"/>
              <a:t>。</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日期占位符 1">
            <a:extLst>
              <a:ext uri="{FF2B5EF4-FFF2-40B4-BE49-F238E27FC236}">
                <a16:creationId xmlns:a16="http://schemas.microsoft.com/office/drawing/2014/main" id="{40EA2E0A-6646-43EC-82D7-6EF849074589}"/>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83651B7C-B2DB-49DA-9D7E-23921D4A3328}"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97283" name="页脚占位符 2">
            <a:extLst>
              <a:ext uri="{FF2B5EF4-FFF2-40B4-BE49-F238E27FC236}">
                <a16:creationId xmlns:a16="http://schemas.microsoft.com/office/drawing/2014/main" id="{AA22F0EE-3476-4E65-AC50-0FDFCAB0B6A3}"/>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97284" name="灯片编号占位符 3">
            <a:extLst>
              <a:ext uri="{FF2B5EF4-FFF2-40B4-BE49-F238E27FC236}">
                <a16:creationId xmlns:a16="http://schemas.microsoft.com/office/drawing/2014/main" id="{D3D7DBBF-D7AF-4050-8097-9CE6939B2499}"/>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E71156BB-C893-45FC-AC62-728C202D45C5}" type="slidenum">
              <a:rPr lang="en-US" altLang="zh-CN" sz="1400" smtClean="0">
                <a:latin typeface="Times New Roman" panose="02020603050405020304" pitchFamily="18" charset="0"/>
                <a:ea typeface="宋体" panose="02010600030101010101" pitchFamily="2" charset="-122"/>
              </a:rPr>
              <a:pPr>
                <a:spcBef>
                  <a:spcPct val="0"/>
                </a:spcBef>
                <a:buFontTx/>
                <a:buNone/>
              </a:pPr>
              <a:t>71</a:t>
            </a:fld>
            <a:endParaRPr lang="en-US" altLang="zh-CN" sz="1400">
              <a:latin typeface="Times New Roman" panose="02020603050405020304" pitchFamily="18" charset="0"/>
              <a:ea typeface="宋体" panose="02010600030101010101" pitchFamily="2" charset="-122"/>
            </a:endParaRPr>
          </a:p>
        </p:txBody>
      </p:sp>
      <p:sp>
        <p:nvSpPr>
          <p:cNvPr id="97285" name="页脚占位符 3">
            <a:extLst>
              <a:ext uri="{FF2B5EF4-FFF2-40B4-BE49-F238E27FC236}">
                <a16:creationId xmlns:a16="http://schemas.microsoft.com/office/drawing/2014/main" id="{F9226F23-C238-4F35-8F2D-F904D9818680}"/>
              </a:ext>
            </a:extLst>
          </p:cNvPr>
          <p:cNvSpPr txBox="1">
            <a:spLocks noGrp="1"/>
          </p:cNvSpPr>
          <p:nvPr/>
        </p:nvSpPr>
        <p:spPr bwMode="black">
          <a:xfrm>
            <a:off x="609600" y="6470650"/>
            <a:ext cx="538163"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r">
              <a:spcBef>
                <a:spcPct val="0"/>
              </a:spcBef>
              <a:buFontTx/>
              <a:buNone/>
            </a:pPr>
            <a:fld id="{800A9F9E-7B35-450E-9D09-A8B1BC191738}" type="slidenum">
              <a:rPr kumimoji="0" lang="en-US" altLang="zh-CN" sz="1000">
                <a:solidFill>
                  <a:schemeClr val="bg1"/>
                </a:solidFill>
                <a:latin typeface="Arial" panose="020B0604020202020204" pitchFamily="34" charset="0"/>
                <a:ea typeface="宋体" panose="02010600030101010101" pitchFamily="2" charset="-122"/>
              </a:rPr>
              <a:pPr algn="r">
                <a:spcBef>
                  <a:spcPct val="0"/>
                </a:spcBef>
                <a:buFontTx/>
                <a:buNone/>
              </a:pPr>
              <a:t>71</a:t>
            </a:fld>
            <a:endParaRPr kumimoji="0" lang="en-US" altLang="zh-CN" sz="1000">
              <a:solidFill>
                <a:schemeClr val="bg1"/>
              </a:solidFill>
              <a:latin typeface="Arial" panose="020B0604020202020204" pitchFamily="34" charset="0"/>
              <a:ea typeface="宋体" panose="02010600030101010101" pitchFamily="2" charset="-122"/>
            </a:endParaRPr>
          </a:p>
        </p:txBody>
      </p:sp>
      <p:sp>
        <p:nvSpPr>
          <p:cNvPr id="97286" name="日期占位符 4">
            <a:extLst>
              <a:ext uri="{FF2B5EF4-FFF2-40B4-BE49-F238E27FC236}">
                <a16:creationId xmlns:a16="http://schemas.microsoft.com/office/drawing/2014/main" id="{8CDD7412-0A50-4460-886C-6BA104D4C917}"/>
              </a:ext>
            </a:extLst>
          </p:cNvPr>
          <p:cNvSpPr txBox="1">
            <a:spLocks noGrp="1"/>
          </p:cNvSpPr>
          <p:nvPr/>
        </p:nvSpPr>
        <p:spPr bwMode="auto">
          <a:xfrm>
            <a:off x="1271588" y="6472238"/>
            <a:ext cx="946150"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fld id="{F7A1D5C8-CAE0-4D65-939D-7D2F0DEE0873}" type="datetime1">
              <a:rPr kumimoji="0" lang="zh-CN" altLang="en-US" sz="1000">
                <a:solidFill>
                  <a:schemeClr val="bg1"/>
                </a:solidFill>
                <a:latin typeface="Arial" panose="020B0604020202020204" pitchFamily="34" charset="0"/>
                <a:ea typeface="宋体" panose="02010600030101010101" pitchFamily="2" charset="-122"/>
              </a:rPr>
              <a:pPr eaLnBrk="1" hangingPunct="1">
                <a:spcBef>
                  <a:spcPct val="0"/>
                </a:spcBef>
                <a:buFontTx/>
                <a:buNone/>
              </a:pPr>
              <a:t>2020/9/7</a:t>
            </a:fld>
            <a:endParaRPr kumimoji="0" lang="en-US" altLang="zh-CN" sz="1000">
              <a:solidFill>
                <a:schemeClr val="bg1"/>
              </a:solidFill>
              <a:latin typeface="Arial" panose="020B0604020202020204" pitchFamily="34" charset="0"/>
              <a:ea typeface="宋体" panose="02010600030101010101" pitchFamily="2" charset="-122"/>
            </a:endParaRPr>
          </a:p>
        </p:txBody>
      </p:sp>
      <p:sp>
        <p:nvSpPr>
          <p:cNvPr id="97287" name="Text Box 2">
            <a:extLst>
              <a:ext uri="{FF2B5EF4-FFF2-40B4-BE49-F238E27FC236}">
                <a16:creationId xmlns:a16="http://schemas.microsoft.com/office/drawing/2014/main" id="{22C59B63-F250-4B50-AEBE-E6B403C8941A}"/>
              </a:ext>
            </a:extLst>
          </p:cNvPr>
          <p:cNvSpPr txBox="1">
            <a:spLocks noChangeArrowheads="1"/>
          </p:cNvSpPr>
          <p:nvPr/>
        </p:nvSpPr>
        <p:spPr bwMode="auto">
          <a:xfrm>
            <a:off x="1435100" y="930275"/>
            <a:ext cx="60166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例 题</a:t>
            </a:r>
          </a:p>
        </p:txBody>
      </p:sp>
      <p:pic>
        <p:nvPicPr>
          <p:cNvPr id="97288" name="Picture 6" descr="C:\Program Files\Microsoft Office\MEDIA\CAGCAT10\j0293844.wmf">
            <a:extLst>
              <a:ext uri="{FF2B5EF4-FFF2-40B4-BE49-F238E27FC236}">
                <a16:creationId xmlns:a16="http://schemas.microsoft.com/office/drawing/2014/main" id="{C954EDF0-A2EF-402B-A5CA-A0D65F60A2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5143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7289" name="Rectangle 6">
            <a:extLst>
              <a:ext uri="{FF2B5EF4-FFF2-40B4-BE49-F238E27FC236}">
                <a16:creationId xmlns:a16="http://schemas.microsoft.com/office/drawing/2014/main" id="{927FDC0A-06E1-49AD-AF26-27A611B02212}"/>
              </a:ext>
            </a:extLst>
          </p:cNvPr>
          <p:cNvSpPr>
            <a:spLocks noChangeArrowheads="1"/>
          </p:cNvSpPr>
          <p:nvPr/>
        </p:nvSpPr>
        <p:spPr bwMode="auto">
          <a:xfrm>
            <a:off x="1116013" y="2133600"/>
            <a:ext cx="7559675" cy="4049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lnSpc>
                <a:spcPts val="4000"/>
              </a:lnSpc>
              <a:buFontTx/>
              <a:buNone/>
            </a:pPr>
            <a:r>
              <a:rPr kumimoji="0" lang="en-US" altLang="zh-CN" b="1">
                <a:solidFill>
                  <a:srgbClr val="006600"/>
                </a:solidFill>
                <a:latin typeface="黑体" panose="02010609060101010101" pitchFamily="49" charset="-122"/>
                <a:ea typeface="黑体" panose="02010609060101010101" pitchFamily="49" charset="-122"/>
              </a:rPr>
              <a:t>【</a:t>
            </a:r>
            <a:r>
              <a:rPr kumimoji="0" lang="zh-CN" altLang="en-US" b="1">
                <a:solidFill>
                  <a:srgbClr val="006600"/>
                </a:solidFill>
                <a:latin typeface="黑体" panose="02010609060101010101" pitchFamily="49" charset="-122"/>
                <a:ea typeface="黑体" panose="02010609060101010101" pitchFamily="49" charset="-122"/>
              </a:rPr>
              <a:t>例</a:t>
            </a:r>
            <a:r>
              <a:rPr kumimoji="0" lang="en-US" altLang="zh-CN" b="1">
                <a:solidFill>
                  <a:srgbClr val="006600"/>
                </a:solidFill>
                <a:latin typeface="黑体" panose="02010609060101010101" pitchFamily="49" charset="-122"/>
                <a:ea typeface="黑体" panose="02010609060101010101" pitchFamily="49" charset="-122"/>
              </a:rPr>
              <a:t>】</a:t>
            </a:r>
            <a:r>
              <a:rPr kumimoji="0" lang="zh-CN" altLang="en-US" b="1">
                <a:solidFill>
                  <a:schemeClr val="accent2"/>
                </a:solidFill>
                <a:latin typeface="黑体" panose="02010609060101010101" pitchFamily="49" charset="-122"/>
                <a:ea typeface="黑体" panose="02010609060101010101" pitchFamily="49" charset="-122"/>
              </a:rPr>
              <a:t>试用符号形式写出下列命题：</a:t>
            </a:r>
          </a:p>
          <a:p>
            <a:pPr eaLnBrk="1" hangingPunct="1">
              <a:lnSpc>
                <a:spcPts val="4000"/>
              </a:lnSpc>
              <a:buFontTx/>
              <a:buNone/>
            </a:pPr>
            <a:r>
              <a:rPr kumimoji="0" lang="zh-CN" altLang="en-US" b="1">
                <a:solidFill>
                  <a:srgbClr val="000000"/>
                </a:solidFill>
                <a:latin typeface="黑体" panose="02010609060101010101" pitchFamily="49" charset="-122"/>
                <a:ea typeface="黑体" panose="02010609060101010101" pitchFamily="49" charset="-122"/>
              </a:rPr>
              <a:t>（</a:t>
            </a:r>
            <a:r>
              <a:rPr kumimoji="0" lang="en-US" altLang="zh-CN" b="1">
                <a:solidFill>
                  <a:srgbClr val="000000"/>
                </a:solidFill>
                <a:latin typeface="黑体" panose="02010609060101010101" pitchFamily="49" charset="-122"/>
                <a:ea typeface="黑体" panose="02010609060101010101" pitchFamily="49" charset="-122"/>
              </a:rPr>
              <a:t>1</a:t>
            </a:r>
            <a:r>
              <a:rPr kumimoji="0" lang="zh-CN" altLang="en-US" b="1">
                <a:solidFill>
                  <a:srgbClr val="000000"/>
                </a:solidFill>
                <a:latin typeface="黑体" panose="02010609060101010101" pitchFamily="49" charset="-122"/>
                <a:ea typeface="黑体" panose="02010609060101010101" pitchFamily="49" charset="-122"/>
              </a:rPr>
              <a:t>）虽然今天天气晴朗，老陈还是不来；</a:t>
            </a:r>
          </a:p>
          <a:p>
            <a:pPr eaLnBrk="1" hangingPunct="1">
              <a:lnSpc>
                <a:spcPts val="4000"/>
              </a:lnSpc>
              <a:buFontTx/>
              <a:buNone/>
            </a:pPr>
            <a:r>
              <a:rPr kumimoji="0" lang="en-US" altLang="zh-CN" b="1">
                <a:solidFill>
                  <a:srgbClr val="006600"/>
                </a:solidFill>
                <a:latin typeface="黑体" panose="02010609060101010101" pitchFamily="49" charset="-122"/>
                <a:ea typeface="黑体" panose="02010609060101010101" pitchFamily="49" charset="-122"/>
              </a:rPr>
              <a:t>【</a:t>
            </a:r>
            <a:r>
              <a:rPr kumimoji="0" lang="zh-CN" altLang="en-US" b="1">
                <a:solidFill>
                  <a:srgbClr val="006600"/>
                </a:solidFill>
                <a:latin typeface="黑体" panose="02010609060101010101" pitchFamily="49" charset="-122"/>
                <a:ea typeface="黑体" panose="02010609060101010101" pitchFamily="49" charset="-122"/>
              </a:rPr>
              <a:t>解</a:t>
            </a:r>
            <a:r>
              <a:rPr kumimoji="0" lang="en-US" altLang="zh-CN" b="1">
                <a:solidFill>
                  <a:srgbClr val="006600"/>
                </a:solidFill>
                <a:latin typeface="黑体" panose="02010609060101010101" pitchFamily="49" charset="-122"/>
                <a:ea typeface="黑体" panose="02010609060101010101" pitchFamily="49" charset="-122"/>
              </a:rPr>
              <a:t>】</a:t>
            </a:r>
            <a:r>
              <a:rPr kumimoji="0" lang="en-US" altLang="zh-CN" b="1">
                <a:solidFill>
                  <a:srgbClr val="000000"/>
                </a:solidFill>
                <a:latin typeface="黑体" panose="02010609060101010101" pitchFamily="49" charset="-122"/>
                <a:ea typeface="黑体" panose="02010609060101010101" pitchFamily="49" charset="-122"/>
              </a:rPr>
              <a:t> </a:t>
            </a:r>
            <a:r>
              <a:rPr kumimoji="0" lang="zh-CN" altLang="en-US" b="1">
                <a:solidFill>
                  <a:srgbClr val="000000"/>
                </a:solidFill>
                <a:latin typeface="黑体" panose="02010609060101010101" pitchFamily="49" charset="-122"/>
                <a:ea typeface="黑体" panose="02010609060101010101" pitchFamily="49" charset="-122"/>
              </a:rPr>
              <a:t>设 </a:t>
            </a:r>
            <a:r>
              <a:rPr kumimoji="0" lang="en-US" altLang="zh-CN" b="1">
                <a:solidFill>
                  <a:srgbClr val="000000"/>
                </a:solidFill>
                <a:latin typeface="黑体" panose="02010609060101010101" pitchFamily="49" charset="-122"/>
                <a:ea typeface="黑体" panose="02010609060101010101" pitchFamily="49" charset="-122"/>
              </a:rPr>
              <a:t>P</a:t>
            </a:r>
            <a:r>
              <a:rPr kumimoji="0" lang="zh-CN" altLang="en-US" b="1">
                <a:solidFill>
                  <a:srgbClr val="000000"/>
                </a:solidFill>
                <a:latin typeface="黑体" panose="02010609060101010101" pitchFamily="49" charset="-122"/>
                <a:ea typeface="黑体" panose="02010609060101010101" pitchFamily="49" charset="-122"/>
              </a:rPr>
              <a:t>：今天天气晴朗</a:t>
            </a:r>
            <a:r>
              <a:rPr kumimoji="0" lang="en-US" altLang="zh-CN" b="1">
                <a:solidFill>
                  <a:srgbClr val="000000"/>
                </a:solidFill>
                <a:latin typeface="黑体" panose="02010609060101010101" pitchFamily="49" charset="-122"/>
                <a:ea typeface="黑体" panose="02010609060101010101" pitchFamily="49" charset="-122"/>
              </a:rPr>
              <a:t>, Q</a:t>
            </a:r>
            <a:r>
              <a:rPr kumimoji="0" lang="zh-CN" altLang="en-US" b="1">
                <a:solidFill>
                  <a:srgbClr val="000000"/>
                </a:solidFill>
                <a:latin typeface="黑体" panose="02010609060101010101" pitchFamily="49" charset="-122"/>
                <a:ea typeface="黑体" panose="02010609060101010101" pitchFamily="49" charset="-122"/>
              </a:rPr>
              <a:t>：老陈要来</a:t>
            </a:r>
            <a:r>
              <a:rPr kumimoji="0" lang="en-US" altLang="zh-CN" b="1">
                <a:solidFill>
                  <a:srgbClr val="000000"/>
                </a:solidFill>
                <a:latin typeface="黑体" panose="02010609060101010101" pitchFamily="49" charset="-122"/>
                <a:ea typeface="黑体" panose="02010609060101010101" pitchFamily="49" charset="-122"/>
              </a:rPr>
              <a:t>,  </a:t>
            </a:r>
            <a:r>
              <a:rPr kumimoji="0" lang="zh-CN" altLang="en-US" b="1">
                <a:solidFill>
                  <a:srgbClr val="000000"/>
                </a:solidFill>
                <a:latin typeface="黑体" panose="02010609060101010101" pitchFamily="49" charset="-122"/>
                <a:ea typeface="黑体" panose="02010609060101010101" pitchFamily="49" charset="-122"/>
              </a:rPr>
              <a:t>则有：</a:t>
            </a:r>
          </a:p>
          <a:p>
            <a:pPr eaLnBrk="1" hangingPunct="1">
              <a:lnSpc>
                <a:spcPts val="4000"/>
              </a:lnSpc>
              <a:buFontTx/>
              <a:buNone/>
            </a:pPr>
            <a:r>
              <a:rPr kumimoji="0" lang="zh-CN" altLang="en-US" b="1">
                <a:solidFill>
                  <a:srgbClr val="000000"/>
                </a:solidFill>
                <a:latin typeface="黑体" panose="02010609060101010101" pitchFamily="49" charset="-122"/>
                <a:ea typeface="黑体" panose="02010609060101010101" pitchFamily="49" charset="-122"/>
              </a:rPr>
              <a:t>                </a:t>
            </a:r>
            <a:r>
              <a:rPr kumimoji="0" lang="en-US" altLang="zh-CN" b="1">
                <a:solidFill>
                  <a:srgbClr val="0000FF"/>
                </a:solidFill>
                <a:latin typeface="黑体" panose="02010609060101010101" pitchFamily="49" charset="-122"/>
                <a:ea typeface="黑体" panose="02010609060101010101" pitchFamily="49" charset="-122"/>
              </a:rPr>
              <a:t>P∧</a:t>
            </a:r>
            <a:r>
              <a:rPr kumimoji="0" lang="en-US" altLang="en-US" b="1" noProof="1">
                <a:solidFill>
                  <a:srgbClr val="0000FF"/>
                </a:solidFill>
                <a:latin typeface="黑体" panose="02010609060101010101" pitchFamily="49" charset="-122"/>
                <a:ea typeface="黑体" panose="02010609060101010101" pitchFamily="49" charset="-122"/>
              </a:rPr>
              <a:t>┐</a:t>
            </a:r>
            <a:r>
              <a:rPr kumimoji="0" lang="en-US" altLang="zh-CN" b="1">
                <a:solidFill>
                  <a:srgbClr val="0000FF"/>
                </a:solidFill>
                <a:latin typeface="黑体" panose="02010609060101010101" pitchFamily="49" charset="-122"/>
                <a:ea typeface="黑体" panose="02010609060101010101" pitchFamily="49" charset="-122"/>
              </a:rPr>
              <a:t>Q</a:t>
            </a:r>
            <a:r>
              <a:rPr kumimoji="0" lang="zh-CN" altLang="en-US" b="1">
                <a:solidFill>
                  <a:srgbClr val="0000FF"/>
                </a:solidFill>
                <a:latin typeface="黑体" panose="02010609060101010101" pitchFamily="49" charset="-122"/>
                <a:ea typeface="黑体" panose="02010609060101010101" pitchFamily="49" charset="-122"/>
              </a:rPr>
              <a:t>；</a:t>
            </a:r>
          </a:p>
          <a:p>
            <a:pPr eaLnBrk="1" hangingPunct="1">
              <a:lnSpc>
                <a:spcPts val="4000"/>
              </a:lnSpc>
              <a:buFontTx/>
              <a:buNone/>
            </a:pPr>
            <a:r>
              <a:rPr kumimoji="0" lang="zh-CN" altLang="en-US" b="1">
                <a:solidFill>
                  <a:srgbClr val="000000"/>
                </a:solidFill>
                <a:latin typeface="黑体" panose="02010609060101010101" pitchFamily="49" charset="-122"/>
                <a:ea typeface="黑体" panose="02010609060101010101" pitchFamily="49" charset="-122"/>
              </a:rPr>
              <a:t>（</a:t>
            </a:r>
            <a:r>
              <a:rPr kumimoji="0" lang="en-US" altLang="zh-CN" b="1">
                <a:solidFill>
                  <a:srgbClr val="000000"/>
                </a:solidFill>
                <a:latin typeface="黑体" panose="02010609060101010101" pitchFamily="49" charset="-122"/>
                <a:ea typeface="黑体" panose="02010609060101010101" pitchFamily="49" charset="-122"/>
              </a:rPr>
              <a:t>2</a:t>
            </a:r>
            <a:r>
              <a:rPr kumimoji="0" lang="zh-CN" altLang="en-US" b="1">
                <a:solidFill>
                  <a:srgbClr val="000000"/>
                </a:solidFill>
                <a:latin typeface="黑体" panose="02010609060101010101" pitchFamily="49" charset="-122"/>
                <a:ea typeface="黑体" panose="02010609060101010101" pitchFamily="49" charset="-122"/>
              </a:rPr>
              <a:t>）除非你陪伴我或代我叫车子，否则我将不出去；</a:t>
            </a:r>
          </a:p>
          <a:p>
            <a:pPr eaLnBrk="1" hangingPunct="1">
              <a:lnSpc>
                <a:spcPts val="4000"/>
              </a:lnSpc>
              <a:buFontTx/>
              <a:buNone/>
            </a:pPr>
            <a:r>
              <a:rPr kumimoji="0" lang="en-US" altLang="zh-CN" b="1">
                <a:solidFill>
                  <a:srgbClr val="006600"/>
                </a:solidFill>
                <a:latin typeface="黑体" panose="02010609060101010101" pitchFamily="49" charset="-122"/>
                <a:ea typeface="黑体" panose="02010609060101010101" pitchFamily="49" charset="-122"/>
              </a:rPr>
              <a:t>【</a:t>
            </a:r>
            <a:r>
              <a:rPr kumimoji="0" lang="zh-CN" altLang="en-US" b="1">
                <a:solidFill>
                  <a:srgbClr val="006600"/>
                </a:solidFill>
                <a:latin typeface="黑体" panose="02010609060101010101" pitchFamily="49" charset="-122"/>
                <a:ea typeface="黑体" panose="02010609060101010101" pitchFamily="49" charset="-122"/>
              </a:rPr>
              <a:t>解</a:t>
            </a:r>
            <a:r>
              <a:rPr kumimoji="0" lang="en-US" altLang="zh-CN" b="1">
                <a:solidFill>
                  <a:srgbClr val="006600"/>
                </a:solidFill>
                <a:latin typeface="黑体" panose="02010609060101010101" pitchFamily="49" charset="-122"/>
                <a:ea typeface="黑体" panose="02010609060101010101" pitchFamily="49" charset="-122"/>
              </a:rPr>
              <a:t>】</a:t>
            </a:r>
            <a:r>
              <a:rPr kumimoji="0" lang="en-US" altLang="zh-CN" b="1">
                <a:solidFill>
                  <a:srgbClr val="0000FF"/>
                </a:solidFill>
                <a:latin typeface="黑体" panose="02010609060101010101" pitchFamily="49" charset="-122"/>
                <a:ea typeface="黑体" panose="02010609060101010101" pitchFamily="49" charset="-122"/>
              </a:rPr>
              <a:t> </a:t>
            </a:r>
            <a:r>
              <a:rPr kumimoji="0" lang="zh-CN" altLang="en-US" b="1">
                <a:solidFill>
                  <a:srgbClr val="000000"/>
                </a:solidFill>
                <a:latin typeface="黑体" panose="02010609060101010101" pitchFamily="49" charset="-122"/>
                <a:ea typeface="黑体" panose="02010609060101010101" pitchFamily="49" charset="-122"/>
              </a:rPr>
              <a:t>设 </a:t>
            </a:r>
            <a:r>
              <a:rPr kumimoji="0" lang="en-US" altLang="zh-CN" b="1">
                <a:solidFill>
                  <a:srgbClr val="000000"/>
                </a:solidFill>
                <a:latin typeface="黑体" panose="02010609060101010101" pitchFamily="49" charset="-122"/>
                <a:ea typeface="黑体" panose="02010609060101010101" pitchFamily="49" charset="-122"/>
              </a:rPr>
              <a:t>P:</a:t>
            </a:r>
            <a:r>
              <a:rPr kumimoji="0" lang="zh-CN" altLang="en-US" b="1">
                <a:solidFill>
                  <a:srgbClr val="000000"/>
                </a:solidFill>
                <a:latin typeface="黑体" panose="02010609060101010101" pitchFamily="49" charset="-122"/>
                <a:ea typeface="黑体" panose="02010609060101010101" pitchFamily="49" charset="-122"/>
              </a:rPr>
              <a:t>你陪伴我</a:t>
            </a:r>
            <a:r>
              <a:rPr kumimoji="0" lang="en-US" altLang="zh-CN" b="1">
                <a:solidFill>
                  <a:srgbClr val="000000"/>
                </a:solidFill>
                <a:latin typeface="黑体" panose="02010609060101010101" pitchFamily="49" charset="-122"/>
                <a:ea typeface="黑体" panose="02010609060101010101" pitchFamily="49" charset="-122"/>
              </a:rPr>
              <a:t>; Q:</a:t>
            </a:r>
            <a:r>
              <a:rPr kumimoji="0" lang="zh-CN" altLang="en-US" b="1">
                <a:solidFill>
                  <a:srgbClr val="000000"/>
                </a:solidFill>
                <a:latin typeface="黑体" panose="02010609060101010101" pitchFamily="49" charset="-122"/>
                <a:ea typeface="黑体" panose="02010609060101010101" pitchFamily="49" charset="-122"/>
              </a:rPr>
              <a:t>你代我叫车子</a:t>
            </a:r>
            <a:r>
              <a:rPr kumimoji="0" lang="en-US" altLang="zh-CN" b="1">
                <a:solidFill>
                  <a:srgbClr val="000000"/>
                </a:solidFill>
                <a:latin typeface="黑体" panose="02010609060101010101" pitchFamily="49" charset="-122"/>
                <a:ea typeface="黑体" panose="02010609060101010101" pitchFamily="49" charset="-122"/>
              </a:rPr>
              <a:t>; R:</a:t>
            </a:r>
            <a:r>
              <a:rPr kumimoji="0" lang="zh-CN" altLang="en-US" b="1">
                <a:solidFill>
                  <a:srgbClr val="000000"/>
                </a:solidFill>
                <a:latin typeface="黑体" panose="02010609060101010101" pitchFamily="49" charset="-122"/>
                <a:ea typeface="黑体" panose="02010609060101010101" pitchFamily="49" charset="-122"/>
              </a:rPr>
              <a:t>我出去。</a:t>
            </a:r>
          </a:p>
          <a:p>
            <a:pPr eaLnBrk="1" hangingPunct="1">
              <a:lnSpc>
                <a:spcPts val="4000"/>
              </a:lnSpc>
              <a:buFontTx/>
              <a:buNone/>
            </a:pPr>
            <a:r>
              <a:rPr kumimoji="0" lang="zh-CN" altLang="en-US" b="1">
                <a:solidFill>
                  <a:srgbClr val="000000"/>
                </a:solidFill>
                <a:latin typeface="黑体" panose="02010609060101010101" pitchFamily="49" charset="-122"/>
                <a:ea typeface="黑体" panose="02010609060101010101" pitchFamily="49" charset="-122"/>
              </a:rPr>
              <a:t>       则有：</a:t>
            </a:r>
            <a:r>
              <a:rPr kumimoji="0" lang="en-US" altLang="zh-CN" b="1">
                <a:solidFill>
                  <a:srgbClr val="0000FF"/>
                </a:solidFill>
                <a:latin typeface="黑体" panose="02010609060101010101" pitchFamily="49" charset="-122"/>
                <a:ea typeface="黑体" panose="02010609060101010101" pitchFamily="49" charset="-122"/>
              </a:rPr>
              <a:t>R→P∨Q  </a:t>
            </a:r>
            <a:r>
              <a:rPr kumimoji="0" lang="zh-CN" altLang="en-US" b="1">
                <a:solidFill>
                  <a:srgbClr val="0000FF"/>
                </a:solidFill>
                <a:latin typeface="黑体" panose="02010609060101010101" pitchFamily="49" charset="-122"/>
                <a:ea typeface="黑体" panose="02010609060101010101" pitchFamily="49" charset="-122"/>
              </a:rPr>
              <a:t>或  </a:t>
            </a:r>
            <a:r>
              <a:rPr kumimoji="0" lang="zh-CN" altLang="en-US" b="1" noProof="1">
                <a:solidFill>
                  <a:srgbClr val="0000FF"/>
                </a:solidFill>
                <a:latin typeface="黑体" panose="02010609060101010101" pitchFamily="49" charset="-122"/>
                <a:ea typeface="黑体" panose="02010609060101010101" pitchFamily="49" charset="-122"/>
              </a:rPr>
              <a:t>┐</a:t>
            </a:r>
            <a:r>
              <a:rPr kumimoji="0" lang="en-US" altLang="zh-CN" b="1">
                <a:solidFill>
                  <a:srgbClr val="0000FF"/>
                </a:solidFill>
                <a:latin typeface="黑体" panose="02010609060101010101" pitchFamily="49" charset="-122"/>
                <a:ea typeface="黑体" panose="02010609060101010101" pitchFamily="49" charset="-122"/>
              </a:rPr>
              <a:t>P∧</a:t>
            </a:r>
            <a:r>
              <a:rPr kumimoji="0" lang="en-US" altLang="en-US" b="1" noProof="1">
                <a:solidFill>
                  <a:srgbClr val="0000FF"/>
                </a:solidFill>
                <a:latin typeface="黑体" panose="02010609060101010101" pitchFamily="49" charset="-122"/>
                <a:ea typeface="黑体" panose="02010609060101010101" pitchFamily="49" charset="-122"/>
              </a:rPr>
              <a:t>┐</a:t>
            </a:r>
            <a:r>
              <a:rPr kumimoji="0" lang="en-US" altLang="zh-CN" b="1">
                <a:solidFill>
                  <a:srgbClr val="0000FF"/>
                </a:solidFill>
                <a:latin typeface="黑体" panose="02010609060101010101" pitchFamily="49" charset="-122"/>
                <a:ea typeface="黑体" panose="02010609060101010101" pitchFamily="49" charset="-122"/>
              </a:rPr>
              <a:t>Q→</a:t>
            </a:r>
            <a:r>
              <a:rPr kumimoji="0" lang="en-US" altLang="en-US" b="1" noProof="1">
                <a:solidFill>
                  <a:srgbClr val="0000FF"/>
                </a:solidFill>
                <a:latin typeface="黑体" panose="02010609060101010101" pitchFamily="49" charset="-122"/>
                <a:ea typeface="黑体" panose="02010609060101010101" pitchFamily="49" charset="-122"/>
              </a:rPr>
              <a:t>┐</a:t>
            </a:r>
            <a:r>
              <a:rPr kumimoji="0" lang="en-US" altLang="zh-CN" b="1">
                <a:solidFill>
                  <a:srgbClr val="0000FF"/>
                </a:solidFill>
                <a:latin typeface="黑体" panose="02010609060101010101" pitchFamily="49" charset="-122"/>
                <a:ea typeface="黑体" panose="02010609060101010101" pitchFamily="49" charset="-122"/>
              </a:rPr>
              <a:t>R</a:t>
            </a:r>
            <a:r>
              <a:rPr kumimoji="0" lang="zh-CN" altLang="en-US" b="1">
                <a:solidFill>
                  <a:srgbClr val="0000FF"/>
                </a:solidFill>
                <a:latin typeface="黑体" panose="02010609060101010101" pitchFamily="49" charset="-122"/>
                <a:ea typeface="黑体" panose="02010609060101010101" pitchFamily="49" charset="-122"/>
              </a:rPr>
              <a:t>；</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日期占位符 1">
            <a:extLst>
              <a:ext uri="{FF2B5EF4-FFF2-40B4-BE49-F238E27FC236}">
                <a16:creationId xmlns:a16="http://schemas.microsoft.com/office/drawing/2014/main" id="{DA9A9096-06E3-414F-97CC-A676BFAC7290}"/>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C6DB5A2D-DD27-4B3C-AB66-2BB19FA89C26}"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98307" name="页脚占位符 2">
            <a:extLst>
              <a:ext uri="{FF2B5EF4-FFF2-40B4-BE49-F238E27FC236}">
                <a16:creationId xmlns:a16="http://schemas.microsoft.com/office/drawing/2014/main" id="{6867FB06-AF28-4F2E-AE78-40CADB020161}"/>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98308" name="灯片编号占位符 3">
            <a:extLst>
              <a:ext uri="{FF2B5EF4-FFF2-40B4-BE49-F238E27FC236}">
                <a16:creationId xmlns:a16="http://schemas.microsoft.com/office/drawing/2014/main" id="{59C6CD28-D5E8-4618-90B6-C6A373B3C6D8}"/>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B161A498-7C47-4AF4-A39E-AE1B2D0E3E73}" type="slidenum">
              <a:rPr lang="en-US" altLang="zh-CN" sz="1400" smtClean="0">
                <a:latin typeface="Times New Roman" panose="02020603050405020304" pitchFamily="18" charset="0"/>
                <a:ea typeface="宋体" panose="02010600030101010101" pitchFamily="2" charset="-122"/>
              </a:rPr>
              <a:pPr>
                <a:spcBef>
                  <a:spcPct val="0"/>
                </a:spcBef>
                <a:buFontTx/>
                <a:buNone/>
              </a:pPr>
              <a:t>72</a:t>
            </a:fld>
            <a:endParaRPr lang="en-US" altLang="zh-CN" sz="1400">
              <a:latin typeface="Times New Roman" panose="02020603050405020304" pitchFamily="18" charset="0"/>
              <a:ea typeface="宋体" panose="02010600030101010101" pitchFamily="2" charset="-122"/>
            </a:endParaRPr>
          </a:p>
        </p:txBody>
      </p:sp>
      <p:sp>
        <p:nvSpPr>
          <p:cNvPr id="98309" name="Text Box 2">
            <a:extLst>
              <a:ext uri="{FF2B5EF4-FFF2-40B4-BE49-F238E27FC236}">
                <a16:creationId xmlns:a16="http://schemas.microsoft.com/office/drawing/2014/main" id="{A682B077-60EA-4808-9794-A8059E1106F7}"/>
              </a:ext>
            </a:extLst>
          </p:cNvPr>
          <p:cNvSpPr txBox="1">
            <a:spLocks noChangeArrowheads="1"/>
          </p:cNvSpPr>
          <p:nvPr/>
        </p:nvSpPr>
        <p:spPr bwMode="auto">
          <a:xfrm>
            <a:off x="1435100" y="930275"/>
            <a:ext cx="60166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例 题</a:t>
            </a:r>
          </a:p>
        </p:txBody>
      </p:sp>
      <p:pic>
        <p:nvPicPr>
          <p:cNvPr id="98310" name="Picture 6" descr="C:\Program Files\Microsoft Office\MEDIA\CAGCAT10\j0293844.wmf">
            <a:extLst>
              <a:ext uri="{FF2B5EF4-FFF2-40B4-BE49-F238E27FC236}">
                <a16:creationId xmlns:a16="http://schemas.microsoft.com/office/drawing/2014/main" id="{1438A532-B4EC-4277-8A4A-BB31CFC084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5143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3191" name="矩形 2">
            <a:extLst>
              <a:ext uri="{FF2B5EF4-FFF2-40B4-BE49-F238E27FC236}">
                <a16:creationId xmlns:a16="http://schemas.microsoft.com/office/drawing/2014/main" id="{C2AF4A1E-1805-4157-A57D-BC86516276CA}"/>
              </a:ext>
            </a:extLst>
          </p:cNvPr>
          <p:cNvSpPr>
            <a:spLocks noChangeArrowheads="1"/>
          </p:cNvSpPr>
          <p:nvPr/>
        </p:nvSpPr>
        <p:spPr bwMode="auto">
          <a:xfrm>
            <a:off x="1187450" y="2032000"/>
            <a:ext cx="7200900" cy="4195763"/>
          </a:xfrm>
          <a:prstGeom prst="rect">
            <a:avLst/>
          </a:prstGeom>
          <a:solidFill>
            <a:schemeClr val="accent3"/>
          </a:solidFill>
          <a:ln>
            <a:solidFill>
              <a:srgbClr val="C00000"/>
            </a:solidFill>
          </a:ln>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nSpc>
                <a:spcPts val="4000"/>
              </a:lnSpc>
              <a:defRPr/>
            </a:pPr>
            <a:r>
              <a:rPr lang="en-US" altLang="zh-CN" sz="2400" dirty="0">
                <a:solidFill>
                  <a:srgbClr val="006600"/>
                </a:solidFill>
              </a:rPr>
              <a:t>【</a:t>
            </a:r>
            <a:r>
              <a:rPr lang="zh-CN" altLang="en-US" sz="2400" dirty="0">
                <a:solidFill>
                  <a:srgbClr val="006600"/>
                </a:solidFill>
              </a:rPr>
              <a:t>例题</a:t>
            </a:r>
            <a:r>
              <a:rPr lang="en-US" altLang="zh-CN" sz="2400" dirty="0">
                <a:solidFill>
                  <a:srgbClr val="006600"/>
                </a:solidFill>
              </a:rPr>
              <a:t>】</a:t>
            </a:r>
            <a:r>
              <a:rPr lang="zh-CN" altLang="en-US" sz="2400" dirty="0"/>
              <a:t>对于下列字符串，试判别哪些是命题公式，</a:t>
            </a:r>
            <a:endParaRPr lang="en-US" altLang="zh-CN" sz="2400" dirty="0"/>
          </a:p>
          <a:p>
            <a:pPr>
              <a:lnSpc>
                <a:spcPts val="4000"/>
              </a:lnSpc>
              <a:defRPr/>
            </a:pPr>
            <a:r>
              <a:rPr lang="zh-CN" altLang="en-US" sz="2400" dirty="0"/>
              <a:t>哪些不是，为什么？</a:t>
            </a:r>
          </a:p>
          <a:p>
            <a:pPr>
              <a:lnSpc>
                <a:spcPts val="4000"/>
              </a:lnSpc>
              <a:defRPr/>
            </a:pPr>
            <a:r>
              <a:rPr lang="zh-CN" altLang="en-US" sz="2400" dirty="0"/>
              <a:t>  （</a:t>
            </a:r>
            <a:r>
              <a:rPr lang="en-US" altLang="zh-CN" sz="2400" dirty="0"/>
              <a:t>1</a:t>
            </a:r>
            <a:r>
              <a:rPr lang="zh-CN" altLang="en-US" sz="2400" dirty="0"/>
              <a:t>） </a:t>
            </a:r>
            <a:r>
              <a:rPr lang="en-US" altLang="zh-CN" sz="2400" dirty="0"/>
              <a:t>(Q→P∧S)</a:t>
            </a:r>
            <a:r>
              <a:rPr lang="zh-CN" altLang="en-US" sz="2400" dirty="0"/>
              <a:t>；       </a:t>
            </a:r>
            <a:endParaRPr lang="en-US" altLang="zh-CN" sz="2400" dirty="0"/>
          </a:p>
          <a:p>
            <a:pPr>
              <a:lnSpc>
                <a:spcPts val="4000"/>
              </a:lnSpc>
              <a:defRPr/>
            </a:pPr>
            <a:r>
              <a:rPr lang="zh-CN" altLang="en-US" sz="2400" dirty="0"/>
              <a:t>  （</a:t>
            </a:r>
            <a:r>
              <a:rPr lang="en-US" altLang="zh-CN" sz="2400" dirty="0"/>
              <a:t>2</a:t>
            </a:r>
            <a:r>
              <a:rPr lang="zh-CN" altLang="en-US" sz="2400" dirty="0"/>
              <a:t>）</a:t>
            </a:r>
            <a:r>
              <a:rPr lang="en-US" altLang="zh-CN" sz="2400" dirty="0"/>
              <a:t>((¬P→Q)→(Q→P))</a:t>
            </a:r>
            <a:r>
              <a:rPr lang="zh-CN" altLang="en-US" sz="2400" dirty="0"/>
              <a:t>；</a:t>
            </a:r>
          </a:p>
          <a:p>
            <a:pPr>
              <a:lnSpc>
                <a:spcPts val="4000"/>
              </a:lnSpc>
              <a:defRPr/>
            </a:pPr>
            <a:r>
              <a:rPr lang="zh-CN" altLang="en-US" sz="2400" dirty="0"/>
              <a:t>  （</a:t>
            </a:r>
            <a:r>
              <a:rPr lang="en-US" altLang="zh-CN" sz="2400" dirty="0"/>
              <a:t>3</a:t>
            </a:r>
            <a:r>
              <a:rPr lang="zh-CN" altLang="en-US" sz="2400" dirty="0"/>
              <a:t>）</a:t>
            </a:r>
            <a:r>
              <a:rPr lang="en-US" altLang="zh-CN" sz="2400" dirty="0"/>
              <a:t>(PQ→R)</a:t>
            </a:r>
            <a:r>
              <a:rPr lang="zh-CN" altLang="en-US" sz="2400" dirty="0"/>
              <a:t>；             </a:t>
            </a:r>
            <a:endParaRPr lang="en-US" altLang="zh-CN" sz="2400" dirty="0"/>
          </a:p>
          <a:p>
            <a:pPr>
              <a:lnSpc>
                <a:spcPts val="4000"/>
              </a:lnSpc>
              <a:defRPr/>
            </a:pPr>
            <a:r>
              <a:rPr lang="zh-CN" altLang="en-US" sz="2400" dirty="0"/>
              <a:t>  （</a:t>
            </a:r>
            <a:r>
              <a:rPr lang="en-US" altLang="zh-CN" sz="2400" dirty="0"/>
              <a:t>4</a:t>
            </a:r>
            <a:r>
              <a:rPr lang="zh-CN" altLang="en-US" sz="2400" dirty="0"/>
              <a:t>） </a:t>
            </a:r>
            <a:r>
              <a:rPr lang="en-US" altLang="zh-CN" sz="2400" dirty="0"/>
              <a:t>(P→¬P)→((Q∧¬Q)∧¬R))</a:t>
            </a:r>
            <a:r>
              <a:rPr lang="zh-CN" altLang="en-US" sz="2400" dirty="0"/>
              <a:t>；</a:t>
            </a:r>
          </a:p>
          <a:p>
            <a:pPr>
              <a:lnSpc>
                <a:spcPts val="4000"/>
              </a:lnSpc>
              <a:defRPr/>
            </a:pPr>
            <a:r>
              <a:rPr lang="zh-CN" altLang="en-US" sz="2400" dirty="0"/>
              <a:t>  （</a:t>
            </a:r>
            <a:r>
              <a:rPr lang="en-US" altLang="zh-CN" sz="2400" dirty="0"/>
              <a:t>5</a:t>
            </a:r>
            <a:r>
              <a:rPr lang="zh-CN" altLang="en-US" sz="2400" dirty="0"/>
              <a:t>） </a:t>
            </a:r>
            <a:r>
              <a:rPr lang="en-US" altLang="zh-CN" sz="2400" dirty="0"/>
              <a:t>(P→Q)→(∧Q) </a:t>
            </a:r>
            <a:r>
              <a:rPr lang="zh-CN" altLang="en-US" sz="2400" dirty="0"/>
              <a:t>；     </a:t>
            </a:r>
            <a:endParaRPr lang="en-US" altLang="zh-CN" sz="2400" dirty="0"/>
          </a:p>
          <a:p>
            <a:pPr>
              <a:lnSpc>
                <a:spcPts val="4000"/>
              </a:lnSpc>
              <a:defRPr/>
            </a:pPr>
            <a:r>
              <a:rPr lang="zh-CN" altLang="en-US" sz="2400" dirty="0"/>
              <a:t>  （</a:t>
            </a:r>
            <a:r>
              <a:rPr lang="en-US" altLang="zh-CN" sz="2400" dirty="0"/>
              <a:t>6</a:t>
            </a:r>
            <a:r>
              <a:rPr lang="zh-CN" altLang="en-US" sz="2400" dirty="0"/>
              <a:t>）</a:t>
            </a:r>
            <a:r>
              <a:rPr lang="en-US" altLang="zh-CN" sz="2400" dirty="0"/>
              <a:t>(((P→Q)∧(Q→R))↔(S↔T))</a:t>
            </a:r>
            <a:r>
              <a:rPr lang="zh-CN" altLang="en-US" sz="2400" dirty="0"/>
              <a:t>；</a:t>
            </a:r>
          </a:p>
        </p:txBody>
      </p:sp>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日期占位符 1">
            <a:extLst>
              <a:ext uri="{FF2B5EF4-FFF2-40B4-BE49-F238E27FC236}">
                <a16:creationId xmlns:a16="http://schemas.microsoft.com/office/drawing/2014/main" id="{BCAC43A6-1D08-4A7A-AB1B-2CC024A18DA3}"/>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5E7F923A-C2C8-46BE-91B8-1CFE506498C9}"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99331" name="页脚占位符 2">
            <a:extLst>
              <a:ext uri="{FF2B5EF4-FFF2-40B4-BE49-F238E27FC236}">
                <a16:creationId xmlns:a16="http://schemas.microsoft.com/office/drawing/2014/main" id="{EE49FC16-1C69-4BFF-A292-BB8405AE2327}"/>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99332" name="灯片编号占位符 3">
            <a:extLst>
              <a:ext uri="{FF2B5EF4-FFF2-40B4-BE49-F238E27FC236}">
                <a16:creationId xmlns:a16="http://schemas.microsoft.com/office/drawing/2014/main" id="{A9DCC70D-570A-47FD-90CF-F6B542CF6DF1}"/>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961C7050-5B8F-4BE4-A24A-ED63A5FD4077}" type="slidenum">
              <a:rPr lang="en-US" altLang="zh-CN" sz="1400" smtClean="0">
                <a:latin typeface="Times New Roman" panose="02020603050405020304" pitchFamily="18" charset="0"/>
                <a:ea typeface="宋体" panose="02010600030101010101" pitchFamily="2" charset="-122"/>
              </a:rPr>
              <a:pPr>
                <a:spcBef>
                  <a:spcPct val="0"/>
                </a:spcBef>
                <a:buFontTx/>
                <a:buNone/>
              </a:pPr>
              <a:t>73</a:t>
            </a:fld>
            <a:endParaRPr lang="en-US" altLang="zh-CN" sz="1400">
              <a:latin typeface="Times New Roman" panose="02020603050405020304" pitchFamily="18" charset="0"/>
              <a:ea typeface="宋体" panose="02010600030101010101" pitchFamily="2" charset="-122"/>
            </a:endParaRPr>
          </a:p>
        </p:txBody>
      </p:sp>
      <p:sp>
        <p:nvSpPr>
          <p:cNvPr id="99333" name="Text Box 2">
            <a:extLst>
              <a:ext uri="{FF2B5EF4-FFF2-40B4-BE49-F238E27FC236}">
                <a16:creationId xmlns:a16="http://schemas.microsoft.com/office/drawing/2014/main" id="{EBFE2FE4-7254-4713-BE42-FF6BF6431C4E}"/>
              </a:ext>
            </a:extLst>
          </p:cNvPr>
          <p:cNvSpPr txBox="1">
            <a:spLocks noChangeArrowheads="1"/>
          </p:cNvSpPr>
          <p:nvPr/>
        </p:nvSpPr>
        <p:spPr bwMode="auto">
          <a:xfrm>
            <a:off x="1435100" y="930275"/>
            <a:ext cx="60166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例 题</a:t>
            </a:r>
          </a:p>
        </p:txBody>
      </p:sp>
      <p:pic>
        <p:nvPicPr>
          <p:cNvPr id="99334" name="Picture 6" descr="C:\Program Files\Microsoft Office\MEDIA\CAGCAT10\j0293844.wmf">
            <a:extLst>
              <a:ext uri="{FF2B5EF4-FFF2-40B4-BE49-F238E27FC236}">
                <a16:creationId xmlns:a16="http://schemas.microsoft.com/office/drawing/2014/main" id="{B5C397C1-1DE1-46D5-9EEC-70A8BFF45A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5143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9335" name="矩形 1">
            <a:extLst>
              <a:ext uri="{FF2B5EF4-FFF2-40B4-BE49-F238E27FC236}">
                <a16:creationId xmlns:a16="http://schemas.microsoft.com/office/drawing/2014/main" id="{F95580F1-16D0-451B-96FF-2201CEF09F86}"/>
              </a:ext>
            </a:extLst>
          </p:cNvPr>
          <p:cNvSpPr>
            <a:spLocks noChangeArrowheads="1"/>
          </p:cNvSpPr>
          <p:nvPr/>
        </p:nvSpPr>
        <p:spPr bwMode="auto">
          <a:xfrm>
            <a:off x="827088" y="2036763"/>
            <a:ext cx="7777162" cy="4200525"/>
          </a:xfrm>
          <a:prstGeom prst="rect">
            <a:avLst/>
          </a:prstGeom>
          <a:solidFill>
            <a:srgbClr val="FFFF66"/>
          </a:solidFill>
          <a:ln w="9525">
            <a:solidFill>
              <a:srgbClr val="C00000"/>
            </a:solidFill>
            <a:miter lim="800000"/>
            <a:headEnd/>
            <a:tailEnd/>
          </a:ln>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nSpc>
                <a:spcPts val="3600"/>
              </a:lnSpc>
              <a:spcBef>
                <a:spcPct val="0"/>
              </a:spcBef>
              <a:buFontTx/>
              <a:buNone/>
            </a:pP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分析</a:t>
            </a:r>
            <a:r>
              <a:rPr lang="en-US" altLang="zh-CN">
                <a:latin typeface="Times New Roman" panose="02020603050405020304" pitchFamily="18" charset="0"/>
                <a:ea typeface="宋体" panose="02010600030101010101" pitchFamily="2" charset="-122"/>
              </a:rPr>
              <a:t>】</a:t>
            </a:r>
            <a:r>
              <a:rPr lang="zh-CN" altLang="en-US" b="1">
                <a:latin typeface="Times New Roman" panose="02020603050405020304" pitchFamily="18" charset="0"/>
                <a:ea typeface="宋体" panose="02010600030101010101" pitchFamily="2" charset="-122"/>
              </a:rPr>
              <a:t>由命题公式的定义知：一个命题公式可以是一个单个的命题变元，也可以是由多个命题公式通过命题联结词以及括弧联结而成的。故有：</a:t>
            </a:r>
          </a:p>
          <a:p>
            <a:pPr>
              <a:lnSpc>
                <a:spcPts val="3600"/>
              </a:lnSpc>
              <a:spcBef>
                <a:spcPct val="0"/>
              </a:spcBef>
              <a:buFontTx/>
              <a:buNone/>
            </a:pPr>
            <a:r>
              <a:rPr lang="zh-CN" altLang="en-US" b="1">
                <a:latin typeface="Times New Roman" panose="02020603050405020304" pitchFamily="18" charset="0"/>
                <a:ea typeface="宋体" panose="02010600030101010101" pitchFamily="2" charset="-122"/>
              </a:rPr>
              <a:t>     （</a:t>
            </a:r>
            <a:r>
              <a:rPr lang="en-US" altLang="zh-CN" b="1">
                <a:latin typeface="Times New Roman" panose="02020603050405020304" pitchFamily="18" charset="0"/>
                <a:ea typeface="宋体" panose="02010600030101010101" pitchFamily="2" charset="-122"/>
              </a:rPr>
              <a:t>1</a:t>
            </a:r>
            <a:r>
              <a:rPr lang="zh-CN" altLang="en-US" b="1">
                <a:latin typeface="Times New Roman" panose="02020603050405020304" pitchFamily="18" charset="0"/>
                <a:ea typeface="宋体" panose="02010600030101010101" pitchFamily="2" charset="-122"/>
              </a:rPr>
              <a:t>）（</a:t>
            </a:r>
            <a:r>
              <a:rPr lang="en-US" altLang="zh-CN" b="1">
                <a:latin typeface="Times New Roman" panose="02020603050405020304" pitchFamily="18" charset="0"/>
                <a:ea typeface="宋体" panose="02010600030101010101" pitchFamily="2" charset="-122"/>
              </a:rPr>
              <a:t>2</a:t>
            </a:r>
            <a:r>
              <a:rPr lang="zh-CN" altLang="en-US" b="1">
                <a:latin typeface="Times New Roman" panose="02020603050405020304" pitchFamily="18" charset="0"/>
                <a:ea typeface="宋体" panose="02010600030101010101" pitchFamily="2" charset="-122"/>
              </a:rPr>
              <a:t>）（</a:t>
            </a:r>
            <a:r>
              <a:rPr lang="en-US" altLang="zh-CN" b="1">
                <a:latin typeface="Times New Roman" panose="02020603050405020304" pitchFamily="18" charset="0"/>
                <a:ea typeface="宋体" panose="02010600030101010101" pitchFamily="2" charset="-122"/>
              </a:rPr>
              <a:t>6</a:t>
            </a:r>
            <a:r>
              <a:rPr lang="zh-CN" altLang="en-US" b="1">
                <a:latin typeface="Times New Roman" panose="02020603050405020304" pitchFamily="18" charset="0"/>
                <a:ea typeface="宋体" panose="02010600030101010101" pitchFamily="2" charset="-122"/>
              </a:rPr>
              <a:t>）是命题公式，因为它们都满足命题公式的定义。</a:t>
            </a:r>
          </a:p>
          <a:p>
            <a:pPr>
              <a:lnSpc>
                <a:spcPts val="3600"/>
              </a:lnSpc>
              <a:spcBef>
                <a:spcPct val="0"/>
              </a:spcBef>
              <a:buFontTx/>
              <a:buNone/>
            </a:pPr>
            <a:r>
              <a:rPr lang="zh-CN" altLang="en-US" b="1">
                <a:latin typeface="Times New Roman" panose="02020603050405020304" pitchFamily="18" charset="0"/>
                <a:ea typeface="宋体" panose="02010600030101010101" pitchFamily="2" charset="-122"/>
              </a:rPr>
              <a:t>     （</a:t>
            </a:r>
            <a:r>
              <a:rPr lang="en-US" altLang="zh-CN" b="1">
                <a:latin typeface="Times New Roman" panose="02020603050405020304" pitchFamily="18" charset="0"/>
                <a:ea typeface="宋体" panose="02010600030101010101" pitchFamily="2" charset="-122"/>
              </a:rPr>
              <a:t>3</a:t>
            </a:r>
            <a:r>
              <a:rPr lang="zh-CN" altLang="en-US" b="1">
                <a:latin typeface="Times New Roman" panose="02020603050405020304" pitchFamily="18" charset="0"/>
                <a:ea typeface="宋体" panose="02010600030101010101" pitchFamily="2" charset="-122"/>
              </a:rPr>
              <a:t>）（</a:t>
            </a:r>
            <a:r>
              <a:rPr lang="en-US" altLang="zh-CN" b="1">
                <a:latin typeface="Times New Roman" panose="02020603050405020304" pitchFamily="18" charset="0"/>
                <a:ea typeface="宋体" panose="02010600030101010101" pitchFamily="2" charset="-122"/>
              </a:rPr>
              <a:t>4</a:t>
            </a:r>
            <a:r>
              <a:rPr lang="zh-CN" altLang="en-US" b="1">
                <a:latin typeface="Times New Roman" panose="02020603050405020304" pitchFamily="18" charset="0"/>
                <a:ea typeface="宋体" panose="02010600030101010101" pitchFamily="2" charset="-122"/>
              </a:rPr>
              <a:t>）（</a:t>
            </a:r>
            <a:r>
              <a:rPr lang="en-US" altLang="zh-CN" b="1">
                <a:latin typeface="Times New Roman" panose="02020603050405020304" pitchFamily="18" charset="0"/>
                <a:ea typeface="宋体" panose="02010600030101010101" pitchFamily="2" charset="-122"/>
              </a:rPr>
              <a:t>5</a:t>
            </a:r>
            <a:r>
              <a:rPr lang="zh-CN" altLang="en-US" b="1">
                <a:latin typeface="Times New Roman" panose="02020603050405020304" pitchFamily="18" charset="0"/>
                <a:ea typeface="宋体" panose="02010600030101010101" pitchFamily="2" charset="-122"/>
              </a:rPr>
              <a:t>）都不是命题公式，（</a:t>
            </a:r>
            <a:r>
              <a:rPr lang="en-US" altLang="zh-CN" b="1">
                <a:latin typeface="Times New Roman" panose="02020603050405020304" pitchFamily="18" charset="0"/>
                <a:ea typeface="宋体" panose="02010600030101010101" pitchFamily="2" charset="-122"/>
              </a:rPr>
              <a:t>3</a:t>
            </a:r>
            <a:r>
              <a:rPr lang="zh-CN" altLang="en-US" b="1">
                <a:latin typeface="Times New Roman" panose="02020603050405020304" pitchFamily="18" charset="0"/>
                <a:ea typeface="宋体" panose="02010600030101010101" pitchFamily="2" charset="-122"/>
              </a:rPr>
              <a:t>）中“</a:t>
            </a:r>
            <a:r>
              <a:rPr lang="en-US" altLang="zh-CN" b="1">
                <a:latin typeface="Times New Roman" panose="02020603050405020304" pitchFamily="18" charset="0"/>
                <a:ea typeface="宋体" panose="02010600030101010101" pitchFamily="2" charset="-122"/>
              </a:rPr>
              <a:t>PQ”</a:t>
            </a:r>
            <a:r>
              <a:rPr lang="zh-CN" altLang="en-US" b="1">
                <a:latin typeface="Times New Roman" panose="02020603050405020304" pitchFamily="18" charset="0"/>
                <a:ea typeface="宋体" panose="02010600030101010101" pitchFamily="2" charset="-122"/>
              </a:rPr>
              <a:t>之间没有联结词，所表达的含义不明确，（</a:t>
            </a:r>
            <a:r>
              <a:rPr lang="en-US" altLang="zh-CN" b="1">
                <a:latin typeface="Times New Roman" panose="02020603050405020304" pitchFamily="18" charset="0"/>
                <a:ea typeface="宋体" panose="02010600030101010101" pitchFamily="2" charset="-122"/>
              </a:rPr>
              <a:t>4</a:t>
            </a:r>
            <a:r>
              <a:rPr lang="zh-CN" altLang="en-US" b="1">
                <a:latin typeface="Times New Roman" panose="02020603050405020304" pitchFamily="18" charset="0"/>
                <a:ea typeface="宋体" panose="02010600030101010101" pitchFamily="2" charset="-122"/>
              </a:rPr>
              <a:t>）中多了一个“</a:t>
            </a:r>
            <a:r>
              <a:rPr lang="en-US" altLang="zh-CN" b="1">
                <a:latin typeface="Times New Roman" panose="02020603050405020304" pitchFamily="18" charset="0"/>
                <a:ea typeface="宋体" panose="02010600030101010101" pitchFamily="2" charset="-122"/>
              </a:rPr>
              <a:t>)”</a:t>
            </a:r>
            <a:r>
              <a:rPr lang="zh-CN" altLang="en-US" b="1">
                <a:latin typeface="Times New Roman" panose="02020603050405020304" pitchFamily="18" charset="0"/>
                <a:ea typeface="宋体" panose="02010600030101010101" pitchFamily="2" charset="-122"/>
              </a:rPr>
              <a:t>，（</a:t>
            </a:r>
            <a:r>
              <a:rPr lang="en-US" altLang="zh-CN" b="1">
                <a:latin typeface="Times New Roman" panose="02020603050405020304" pitchFamily="18" charset="0"/>
                <a:ea typeface="宋体" panose="02010600030101010101" pitchFamily="2" charset="-122"/>
              </a:rPr>
              <a:t>5</a:t>
            </a:r>
            <a:r>
              <a:rPr lang="zh-CN" altLang="en-US" b="1">
                <a:latin typeface="Times New Roman" panose="02020603050405020304" pitchFamily="18" charset="0"/>
                <a:ea typeface="宋体" panose="02010600030101010101" pitchFamily="2" charset="-122"/>
              </a:rPr>
              <a:t>）是因为∧是一个二元联结词，</a:t>
            </a:r>
            <a:r>
              <a:rPr lang="en-US" altLang="zh-CN" b="1">
                <a:latin typeface="Times New Roman" panose="02020603050405020304" pitchFamily="18" charset="0"/>
                <a:ea typeface="宋体" panose="02010600030101010101" pitchFamily="2" charset="-122"/>
              </a:rPr>
              <a:t>(∧Q)</a:t>
            </a:r>
            <a:r>
              <a:rPr lang="zh-CN" altLang="en-US" b="1">
                <a:latin typeface="Times New Roman" panose="02020603050405020304" pitchFamily="18" charset="0"/>
                <a:ea typeface="宋体" panose="02010600030101010101" pitchFamily="2" charset="-122"/>
              </a:rPr>
              <a:t>中∧的左边缺少命题变量或者命题公式，因而不是命题公式。</a:t>
            </a:r>
          </a:p>
        </p:txBody>
      </p:sp>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日期占位符 1">
            <a:extLst>
              <a:ext uri="{FF2B5EF4-FFF2-40B4-BE49-F238E27FC236}">
                <a16:creationId xmlns:a16="http://schemas.microsoft.com/office/drawing/2014/main" id="{1041E363-A3C2-4133-BC49-3D71D6AB48A3}"/>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4A9A0B54-9EC4-474C-90A5-68E836499E45}"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00355" name="页脚占位符 2">
            <a:extLst>
              <a:ext uri="{FF2B5EF4-FFF2-40B4-BE49-F238E27FC236}">
                <a16:creationId xmlns:a16="http://schemas.microsoft.com/office/drawing/2014/main" id="{390210E0-C924-46D4-AF51-E00DDDD04E1B}"/>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00356" name="灯片编号占位符 3">
            <a:extLst>
              <a:ext uri="{FF2B5EF4-FFF2-40B4-BE49-F238E27FC236}">
                <a16:creationId xmlns:a16="http://schemas.microsoft.com/office/drawing/2014/main" id="{481635D2-1D6D-4E7F-86E4-FC51C7790151}"/>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F1E8F00E-65DC-4F49-A830-E00A69C8DA1E}" type="slidenum">
              <a:rPr lang="en-US" altLang="zh-CN" sz="1400" smtClean="0">
                <a:latin typeface="Times New Roman" panose="02020603050405020304" pitchFamily="18" charset="0"/>
                <a:ea typeface="宋体" panose="02010600030101010101" pitchFamily="2" charset="-122"/>
              </a:rPr>
              <a:pPr>
                <a:spcBef>
                  <a:spcPct val="0"/>
                </a:spcBef>
                <a:buFontTx/>
                <a:buNone/>
              </a:pPr>
              <a:t>74</a:t>
            </a:fld>
            <a:endParaRPr lang="en-US" altLang="zh-CN" sz="1400">
              <a:latin typeface="Times New Roman" panose="02020603050405020304" pitchFamily="18" charset="0"/>
              <a:ea typeface="宋体" panose="02010600030101010101" pitchFamily="2" charset="-122"/>
            </a:endParaRPr>
          </a:p>
        </p:txBody>
      </p:sp>
      <p:sp>
        <p:nvSpPr>
          <p:cNvPr id="100357" name="页脚占位符 3">
            <a:extLst>
              <a:ext uri="{FF2B5EF4-FFF2-40B4-BE49-F238E27FC236}">
                <a16:creationId xmlns:a16="http://schemas.microsoft.com/office/drawing/2014/main" id="{ED58E556-8BA4-4533-A944-F81110124D60}"/>
              </a:ext>
            </a:extLst>
          </p:cNvPr>
          <p:cNvSpPr txBox="1">
            <a:spLocks noGrp="1"/>
          </p:cNvSpPr>
          <p:nvPr/>
        </p:nvSpPr>
        <p:spPr bwMode="black">
          <a:xfrm>
            <a:off x="609600" y="6470650"/>
            <a:ext cx="538163"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r">
              <a:spcBef>
                <a:spcPct val="0"/>
              </a:spcBef>
              <a:buFontTx/>
              <a:buNone/>
            </a:pPr>
            <a:fld id="{07151623-A704-40BA-8770-110FF3504E93}" type="slidenum">
              <a:rPr kumimoji="0" lang="en-US" altLang="zh-CN" sz="1000">
                <a:solidFill>
                  <a:schemeClr val="bg1"/>
                </a:solidFill>
                <a:latin typeface="Arial" panose="020B0604020202020204" pitchFamily="34" charset="0"/>
                <a:ea typeface="宋体" panose="02010600030101010101" pitchFamily="2" charset="-122"/>
              </a:rPr>
              <a:pPr algn="r">
                <a:spcBef>
                  <a:spcPct val="0"/>
                </a:spcBef>
                <a:buFontTx/>
                <a:buNone/>
              </a:pPr>
              <a:t>74</a:t>
            </a:fld>
            <a:endParaRPr kumimoji="0" lang="en-US" altLang="zh-CN" sz="1000">
              <a:solidFill>
                <a:schemeClr val="bg1"/>
              </a:solidFill>
              <a:latin typeface="Arial" panose="020B0604020202020204" pitchFamily="34" charset="0"/>
              <a:ea typeface="宋体" panose="02010600030101010101" pitchFamily="2" charset="-122"/>
            </a:endParaRPr>
          </a:p>
        </p:txBody>
      </p:sp>
      <p:sp>
        <p:nvSpPr>
          <p:cNvPr id="100358" name="日期占位符 4">
            <a:extLst>
              <a:ext uri="{FF2B5EF4-FFF2-40B4-BE49-F238E27FC236}">
                <a16:creationId xmlns:a16="http://schemas.microsoft.com/office/drawing/2014/main" id="{179F3CB6-FC24-4D02-AEAC-9B72A56B632F}"/>
              </a:ext>
            </a:extLst>
          </p:cNvPr>
          <p:cNvSpPr txBox="1">
            <a:spLocks noGrp="1"/>
          </p:cNvSpPr>
          <p:nvPr/>
        </p:nvSpPr>
        <p:spPr bwMode="auto">
          <a:xfrm>
            <a:off x="1271588" y="6472238"/>
            <a:ext cx="946150"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fld id="{999082AD-9466-4CD0-AE2A-2F741B71B6A1}" type="datetime1">
              <a:rPr kumimoji="0" lang="zh-CN" altLang="en-US" sz="1000">
                <a:solidFill>
                  <a:schemeClr val="bg1"/>
                </a:solidFill>
                <a:latin typeface="Arial" panose="020B0604020202020204" pitchFamily="34" charset="0"/>
                <a:ea typeface="宋体" panose="02010600030101010101" pitchFamily="2" charset="-122"/>
              </a:rPr>
              <a:pPr eaLnBrk="1" hangingPunct="1">
                <a:spcBef>
                  <a:spcPct val="0"/>
                </a:spcBef>
                <a:buFontTx/>
                <a:buNone/>
              </a:pPr>
              <a:t>2020/9/7</a:t>
            </a:fld>
            <a:endParaRPr kumimoji="0" lang="en-US" altLang="zh-CN" sz="1000">
              <a:solidFill>
                <a:schemeClr val="bg1"/>
              </a:solidFill>
              <a:latin typeface="Arial" panose="020B0604020202020204" pitchFamily="34" charset="0"/>
              <a:ea typeface="宋体" panose="02010600030101010101" pitchFamily="2" charset="-122"/>
            </a:endParaRPr>
          </a:p>
        </p:txBody>
      </p:sp>
      <p:sp>
        <p:nvSpPr>
          <p:cNvPr id="100359" name="Text Box 2">
            <a:extLst>
              <a:ext uri="{FF2B5EF4-FFF2-40B4-BE49-F238E27FC236}">
                <a16:creationId xmlns:a16="http://schemas.microsoft.com/office/drawing/2014/main" id="{4E1B885A-5EEC-4A1A-9ADB-FDC0A3B94538}"/>
              </a:ext>
            </a:extLst>
          </p:cNvPr>
          <p:cNvSpPr txBox="1">
            <a:spLocks noChangeArrowheads="1"/>
          </p:cNvSpPr>
          <p:nvPr/>
        </p:nvSpPr>
        <p:spPr bwMode="auto">
          <a:xfrm>
            <a:off x="1435100" y="930275"/>
            <a:ext cx="60166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公式的解释</a:t>
            </a:r>
          </a:p>
        </p:txBody>
      </p:sp>
      <p:pic>
        <p:nvPicPr>
          <p:cNvPr id="100360" name="Picture 6" descr="C:\Program Files\Microsoft Office\MEDIA\CAGCAT10\j0293844.wmf">
            <a:extLst>
              <a:ext uri="{FF2B5EF4-FFF2-40B4-BE49-F238E27FC236}">
                <a16:creationId xmlns:a16="http://schemas.microsoft.com/office/drawing/2014/main" id="{66D4C03F-16A4-4594-BC4C-9F7E3824C5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5143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0361" name="Rectangle 6">
            <a:extLst>
              <a:ext uri="{FF2B5EF4-FFF2-40B4-BE49-F238E27FC236}">
                <a16:creationId xmlns:a16="http://schemas.microsoft.com/office/drawing/2014/main" id="{AF30D9F6-888D-4983-B4FF-B4A58C4AD867}"/>
              </a:ext>
            </a:extLst>
          </p:cNvPr>
          <p:cNvSpPr>
            <a:spLocks noChangeArrowheads="1"/>
          </p:cNvSpPr>
          <p:nvPr/>
        </p:nvSpPr>
        <p:spPr bwMode="auto">
          <a:xfrm>
            <a:off x="868363" y="2565400"/>
            <a:ext cx="7704137" cy="293052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buFontTx/>
              <a:buNone/>
            </a:pPr>
            <a:r>
              <a:rPr kumimoji="0" lang="en-US" altLang="zh-CN" sz="3200" b="1">
                <a:solidFill>
                  <a:srgbClr val="FF0000"/>
                </a:solidFill>
                <a:latin typeface="黑体" panose="02010609060101010101" pitchFamily="49" charset="-122"/>
                <a:ea typeface="黑体" panose="02010609060101010101" pitchFamily="49" charset="-122"/>
              </a:rPr>
              <a:t>【</a:t>
            </a:r>
            <a:r>
              <a:rPr kumimoji="0" lang="zh-CN" altLang="en-US" sz="3200" b="1">
                <a:solidFill>
                  <a:srgbClr val="FF0000"/>
                </a:solidFill>
                <a:latin typeface="黑体" panose="02010609060101010101" pitchFamily="49" charset="-122"/>
                <a:ea typeface="黑体" panose="02010609060101010101" pitchFamily="49" charset="-122"/>
              </a:rPr>
              <a:t>定义</a:t>
            </a:r>
            <a:r>
              <a:rPr kumimoji="0" lang="en-US" altLang="zh-CN" sz="3200" b="1">
                <a:solidFill>
                  <a:srgbClr val="FF0000"/>
                </a:solidFill>
                <a:latin typeface="黑体" panose="02010609060101010101" pitchFamily="49" charset="-122"/>
                <a:ea typeface="黑体" panose="02010609060101010101" pitchFamily="49" charset="-122"/>
              </a:rPr>
              <a:t>】</a:t>
            </a:r>
            <a:r>
              <a:rPr kumimoji="0" lang="zh-CN" altLang="en-US" sz="3200" b="1">
                <a:solidFill>
                  <a:srgbClr val="000000"/>
                </a:solidFill>
                <a:latin typeface="黑体" panose="02010609060101010101" pitchFamily="49" charset="-122"/>
                <a:ea typeface="黑体" panose="02010609060101010101" pitchFamily="49" charset="-122"/>
              </a:rPr>
              <a:t>设</a:t>
            </a:r>
            <a:r>
              <a:rPr kumimoji="0" lang="en-US" altLang="zh-CN" sz="3200" b="1" noProof="1">
                <a:solidFill>
                  <a:srgbClr val="000000"/>
                </a:solidFill>
                <a:latin typeface="黑体" panose="02010609060101010101" pitchFamily="49" charset="-122"/>
                <a:ea typeface="黑体" panose="02010609060101010101" pitchFamily="49" charset="-122"/>
              </a:rPr>
              <a:t>P</a:t>
            </a:r>
            <a:r>
              <a:rPr kumimoji="0" lang="en-US" altLang="zh-CN" sz="3200" b="1" baseline="-25000" noProof="1">
                <a:solidFill>
                  <a:srgbClr val="000000"/>
                </a:solidFill>
                <a:latin typeface="黑体" panose="02010609060101010101" pitchFamily="49" charset="-122"/>
                <a:ea typeface="黑体" panose="02010609060101010101" pitchFamily="49" charset="-122"/>
              </a:rPr>
              <a:t>1</a:t>
            </a:r>
            <a:r>
              <a:rPr kumimoji="0" lang="en-US" altLang="zh-CN" sz="3200" b="1">
                <a:solidFill>
                  <a:srgbClr val="000000"/>
                </a:solidFill>
                <a:latin typeface="黑体" panose="02010609060101010101" pitchFamily="49" charset="-122"/>
                <a:ea typeface="黑体" panose="02010609060101010101" pitchFamily="49" charset="-122"/>
              </a:rPr>
              <a:t>,</a:t>
            </a:r>
            <a:r>
              <a:rPr kumimoji="0" lang="en-US" altLang="zh-CN" sz="3200" b="1" noProof="1">
                <a:solidFill>
                  <a:srgbClr val="000000"/>
                </a:solidFill>
                <a:latin typeface="黑体" panose="02010609060101010101" pitchFamily="49" charset="-122"/>
                <a:ea typeface="黑体" panose="02010609060101010101" pitchFamily="49" charset="-122"/>
              </a:rPr>
              <a:t>P</a:t>
            </a:r>
            <a:r>
              <a:rPr kumimoji="0" lang="en-US" altLang="zh-CN" sz="3200" b="1" baseline="-25000" noProof="1">
                <a:solidFill>
                  <a:srgbClr val="000000"/>
                </a:solidFill>
                <a:latin typeface="黑体" panose="02010609060101010101" pitchFamily="49" charset="-122"/>
                <a:ea typeface="黑体" panose="02010609060101010101" pitchFamily="49" charset="-122"/>
              </a:rPr>
              <a:t>2</a:t>
            </a:r>
            <a:r>
              <a:rPr kumimoji="0" lang="en-US" altLang="zh-CN" sz="3200" b="1">
                <a:solidFill>
                  <a:srgbClr val="000000"/>
                </a:solidFill>
                <a:latin typeface="黑体" panose="02010609060101010101" pitchFamily="49" charset="-122"/>
                <a:ea typeface="黑体" panose="02010609060101010101" pitchFamily="49" charset="-122"/>
              </a:rPr>
              <a:t>,…,</a:t>
            </a:r>
            <a:r>
              <a:rPr kumimoji="0" lang="en-US" altLang="zh-CN" sz="3200" b="1" noProof="1">
                <a:solidFill>
                  <a:srgbClr val="000000"/>
                </a:solidFill>
                <a:latin typeface="黑体" panose="02010609060101010101" pitchFamily="49" charset="-122"/>
                <a:ea typeface="黑体" panose="02010609060101010101" pitchFamily="49" charset="-122"/>
              </a:rPr>
              <a:t>P</a:t>
            </a:r>
            <a:r>
              <a:rPr kumimoji="0" lang="en-US" altLang="zh-CN" sz="3200" b="1" baseline="-25000" noProof="1">
                <a:solidFill>
                  <a:srgbClr val="000000"/>
                </a:solidFill>
                <a:latin typeface="黑体" panose="02010609060101010101" pitchFamily="49" charset="-122"/>
                <a:ea typeface="黑体" panose="02010609060101010101" pitchFamily="49" charset="-122"/>
              </a:rPr>
              <a:t>n</a:t>
            </a:r>
            <a:r>
              <a:rPr kumimoji="0" lang="zh-CN" altLang="en-US" sz="3200" b="1" noProof="1">
                <a:solidFill>
                  <a:srgbClr val="000000"/>
                </a:solidFill>
                <a:latin typeface="黑体" panose="02010609060101010101" pitchFamily="49" charset="-122"/>
                <a:ea typeface="黑体" panose="02010609060101010101" pitchFamily="49" charset="-122"/>
              </a:rPr>
              <a:t>是出现在公式</a:t>
            </a:r>
            <a:r>
              <a:rPr kumimoji="0" lang="en-US" altLang="en-US" sz="3200" b="1" noProof="1">
                <a:solidFill>
                  <a:srgbClr val="000000"/>
                </a:solidFill>
                <a:latin typeface="黑体" panose="02010609060101010101" pitchFamily="49" charset="-122"/>
                <a:ea typeface="黑体" panose="02010609060101010101" pitchFamily="49" charset="-122"/>
              </a:rPr>
              <a:t>G</a:t>
            </a:r>
            <a:r>
              <a:rPr kumimoji="0" lang="zh-CN" altLang="en-US" sz="3200" b="1" noProof="1">
                <a:solidFill>
                  <a:srgbClr val="000000"/>
                </a:solidFill>
                <a:latin typeface="黑体" panose="02010609060101010101" pitchFamily="49" charset="-122"/>
                <a:ea typeface="黑体" panose="02010609060101010101" pitchFamily="49" charset="-122"/>
              </a:rPr>
              <a:t>中的所有命题变元</a:t>
            </a:r>
            <a:r>
              <a:rPr kumimoji="0" lang="zh-CN" altLang="zh-CN" sz="3200" b="1" noProof="1">
                <a:solidFill>
                  <a:srgbClr val="000000"/>
                </a:solidFill>
                <a:latin typeface="黑体" panose="02010609060101010101" pitchFamily="49" charset="-122"/>
                <a:ea typeface="黑体" panose="02010609060101010101" pitchFamily="49" charset="-122"/>
              </a:rPr>
              <a:t>，</a:t>
            </a:r>
            <a:r>
              <a:rPr kumimoji="0" lang="zh-CN" altLang="en-US" sz="3200" b="1" noProof="1">
                <a:solidFill>
                  <a:srgbClr val="000000"/>
                </a:solidFill>
                <a:latin typeface="黑体" panose="02010609060101010101" pitchFamily="49" charset="-122"/>
                <a:ea typeface="黑体" panose="02010609060101010101" pitchFamily="49" charset="-122"/>
              </a:rPr>
              <a:t>指定</a:t>
            </a:r>
            <a:r>
              <a:rPr kumimoji="0" lang="en-US" altLang="zh-CN" sz="3200" b="1" noProof="1">
                <a:solidFill>
                  <a:srgbClr val="000000"/>
                </a:solidFill>
                <a:latin typeface="黑体" panose="02010609060101010101" pitchFamily="49" charset="-122"/>
                <a:ea typeface="黑体" panose="02010609060101010101" pitchFamily="49" charset="-122"/>
              </a:rPr>
              <a:t>P</a:t>
            </a:r>
            <a:r>
              <a:rPr kumimoji="0" lang="en-US" altLang="zh-CN" sz="3200" b="1" baseline="-25000" noProof="1">
                <a:solidFill>
                  <a:srgbClr val="000000"/>
                </a:solidFill>
                <a:latin typeface="黑体" panose="02010609060101010101" pitchFamily="49" charset="-122"/>
                <a:ea typeface="黑体" panose="02010609060101010101" pitchFamily="49" charset="-122"/>
              </a:rPr>
              <a:t>1</a:t>
            </a:r>
            <a:r>
              <a:rPr kumimoji="0" lang="en-US" altLang="zh-CN" sz="3200" b="1">
                <a:solidFill>
                  <a:srgbClr val="000000"/>
                </a:solidFill>
                <a:latin typeface="黑体" panose="02010609060101010101" pitchFamily="49" charset="-122"/>
                <a:ea typeface="黑体" panose="02010609060101010101" pitchFamily="49" charset="-122"/>
              </a:rPr>
              <a:t>,</a:t>
            </a:r>
            <a:r>
              <a:rPr kumimoji="0" lang="en-US" altLang="zh-CN" sz="3200" b="1" noProof="1">
                <a:solidFill>
                  <a:srgbClr val="000000"/>
                </a:solidFill>
                <a:latin typeface="黑体" panose="02010609060101010101" pitchFamily="49" charset="-122"/>
                <a:ea typeface="黑体" panose="02010609060101010101" pitchFamily="49" charset="-122"/>
              </a:rPr>
              <a:t>P</a:t>
            </a:r>
            <a:r>
              <a:rPr kumimoji="0" lang="en-US" altLang="zh-CN" sz="3200" b="1" baseline="-25000" noProof="1">
                <a:solidFill>
                  <a:srgbClr val="000000"/>
                </a:solidFill>
                <a:latin typeface="黑体" panose="02010609060101010101" pitchFamily="49" charset="-122"/>
                <a:ea typeface="黑体" panose="02010609060101010101" pitchFamily="49" charset="-122"/>
              </a:rPr>
              <a:t>2</a:t>
            </a:r>
            <a:r>
              <a:rPr kumimoji="0" lang="en-US" altLang="zh-CN" sz="3200" b="1">
                <a:solidFill>
                  <a:srgbClr val="000000"/>
                </a:solidFill>
                <a:latin typeface="黑体" panose="02010609060101010101" pitchFamily="49" charset="-122"/>
                <a:ea typeface="黑体" panose="02010609060101010101" pitchFamily="49" charset="-122"/>
              </a:rPr>
              <a:t>,…,</a:t>
            </a:r>
            <a:r>
              <a:rPr kumimoji="0" lang="en-US" altLang="zh-CN" sz="3200" b="1" noProof="1">
                <a:solidFill>
                  <a:srgbClr val="000000"/>
                </a:solidFill>
                <a:latin typeface="黑体" panose="02010609060101010101" pitchFamily="49" charset="-122"/>
                <a:ea typeface="黑体" panose="02010609060101010101" pitchFamily="49" charset="-122"/>
              </a:rPr>
              <a:t>P</a:t>
            </a:r>
            <a:r>
              <a:rPr kumimoji="0" lang="en-US" altLang="zh-CN" sz="3200" b="1" baseline="-25000" noProof="1">
                <a:solidFill>
                  <a:srgbClr val="000000"/>
                </a:solidFill>
                <a:latin typeface="黑体" panose="02010609060101010101" pitchFamily="49" charset="-122"/>
                <a:ea typeface="黑体" panose="02010609060101010101" pitchFamily="49" charset="-122"/>
              </a:rPr>
              <a:t>n</a:t>
            </a:r>
            <a:r>
              <a:rPr kumimoji="0" lang="zh-CN" altLang="en-US" sz="3200" b="1" noProof="1">
                <a:solidFill>
                  <a:srgbClr val="000000"/>
                </a:solidFill>
                <a:latin typeface="黑体" panose="02010609060101010101" pitchFamily="49" charset="-122"/>
                <a:ea typeface="黑体" panose="02010609060101010101" pitchFamily="49" charset="-122"/>
              </a:rPr>
              <a:t>一组真值，</a:t>
            </a:r>
            <a:r>
              <a:rPr kumimoji="0" lang="zh-CN" altLang="en-US" sz="3200" b="1">
                <a:solidFill>
                  <a:srgbClr val="0000FF"/>
                </a:solidFill>
                <a:latin typeface="黑体" panose="02010609060101010101" pitchFamily="49" charset="-122"/>
                <a:ea typeface="黑体" panose="02010609060101010101" pitchFamily="49" charset="-122"/>
              </a:rPr>
              <a:t>例如</a:t>
            </a:r>
            <a:r>
              <a:rPr kumimoji="0" lang="en-US" altLang="zh-CN" sz="3200" b="1">
                <a:solidFill>
                  <a:srgbClr val="0000FF"/>
                </a:solidFill>
                <a:latin typeface="黑体" panose="02010609060101010101" pitchFamily="49" charset="-122"/>
                <a:ea typeface="黑体" panose="02010609060101010101" pitchFamily="49" charset="-122"/>
              </a:rPr>
              <a:t>(0,1, …,1)</a:t>
            </a:r>
            <a:r>
              <a:rPr kumimoji="0" lang="zh-CN" altLang="en-US" sz="3200" b="1">
                <a:solidFill>
                  <a:srgbClr val="000000"/>
                </a:solidFill>
                <a:latin typeface="黑体" panose="02010609060101010101" pitchFamily="49" charset="-122"/>
                <a:ea typeface="黑体" panose="02010609060101010101" pitchFamily="49" charset="-122"/>
              </a:rPr>
              <a:t>，则称这组真值为对公式</a:t>
            </a:r>
            <a:r>
              <a:rPr kumimoji="0" lang="en-US" altLang="en-US" sz="3200" b="1" noProof="1">
                <a:solidFill>
                  <a:srgbClr val="000000"/>
                </a:solidFill>
                <a:latin typeface="黑体" panose="02010609060101010101" pitchFamily="49" charset="-122"/>
                <a:ea typeface="黑体" panose="02010609060101010101" pitchFamily="49" charset="-122"/>
              </a:rPr>
              <a:t>G</a:t>
            </a:r>
            <a:r>
              <a:rPr kumimoji="0" lang="zh-CN" altLang="en-US" sz="3200" b="1" noProof="1">
                <a:solidFill>
                  <a:srgbClr val="000000"/>
                </a:solidFill>
                <a:latin typeface="黑体" panose="02010609060101010101" pitchFamily="49" charset="-122"/>
                <a:ea typeface="黑体" panose="02010609060101010101" pitchFamily="49" charset="-122"/>
              </a:rPr>
              <a:t>的一个</a:t>
            </a:r>
            <a:r>
              <a:rPr kumimoji="0" lang="zh-CN" altLang="en-US" sz="3200" b="1" u="sng">
                <a:solidFill>
                  <a:srgbClr val="FF0000"/>
                </a:solidFill>
                <a:latin typeface="黑体" panose="02010609060101010101" pitchFamily="49" charset="-122"/>
                <a:ea typeface="黑体" panose="02010609060101010101" pitchFamily="49" charset="-122"/>
              </a:rPr>
              <a:t>解释</a:t>
            </a:r>
            <a:r>
              <a:rPr kumimoji="0" lang="zh-CN" altLang="en-US" sz="3200" b="1">
                <a:solidFill>
                  <a:srgbClr val="000000"/>
                </a:solidFill>
                <a:latin typeface="黑体" panose="02010609060101010101" pitchFamily="49" charset="-122"/>
                <a:ea typeface="黑体" panose="02010609060101010101" pitchFamily="49" charset="-122"/>
              </a:rPr>
              <a:t>或</a:t>
            </a:r>
            <a:r>
              <a:rPr kumimoji="0" lang="zh-CN" altLang="en-US" sz="3200" b="1" u="sng">
                <a:solidFill>
                  <a:srgbClr val="FF0000"/>
                </a:solidFill>
                <a:latin typeface="黑体" panose="02010609060101010101" pitchFamily="49" charset="-122"/>
                <a:ea typeface="黑体" panose="02010609060101010101" pitchFamily="49" charset="-122"/>
              </a:rPr>
              <a:t>赋值</a:t>
            </a:r>
            <a:r>
              <a:rPr kumimoji="0" lang="zh-CN" altLang="en-US" sz="3200" b="1" noProof="1">
                <a:solidFill>
                  <a:srgbClr val="000000"/>
                </a:solidFill>
                <a:latin typeface="黑体" panose="02010609060101010101" pitchFamily="49" charset="-122"/>
                <a:ea typeface="黑体" panose="02010609060101010101" pitchFamily="49" charset="-122"/>
              </a:rPr>
              <a:t>,</a:t>
            </a:r>
            <a:r>
              <a:rPr kumimoji="0" lang="en-US" altLang="zh-CN" sz="3200" b="1">
                <a:solidFill>
                  <a:srgbClr val="000000"/>
                </a:solidFill>
                <a:latin typeface="黑体" panose="02010609060101010101" pitchFamily="49" charset="-122"/>
                <a:ea typeface="黑体" panose="02010609060101010101" pitchFamily="49" charset="-122"/>
              </a:rPr>
              <a:t> </a:t>
            </a:r>
            <a:r>
              <a:rPr kumimoji="0" lang="zh-CN" altLang="en-US" sz="3200" b="1" noProof="1">
                <a:solidFill>
                  <a:srgbClr val="000000"/>
                </a:solidFill>
                <a:latin typeface="黑体" panose="02010609060101010101" pitchFamily="49" charset="-122"/>
                <a:ea typeface="黑体" panose="02010609060101010101" pitchFamily="49" charset="-122"/>
              </a:rPr>
              <a:t>记为</a:t>
            </a:r>
            <a:r>
              <a:rPr kumimoji="0" lang="en-US" altLang="en-US" sz="3200" b="1" noProof="1">
                <a:solidFill>
                  <a:srgbClr val="FF0000"/>
                </a:solidFill>
                <a:latin typeface="黑体" panose="02010609060101010101" pitchFamily="49" charset="-122"/>
                <a:ea typeface="黑体" panose="02010609060101010101" pitchFamily="49" charset="-122"/>
              </a:rPr>
              <a:t>Ｉ</a:t>
            </a:r>
            <a:endParaRPr kumimoji="0" lang="zh-CN" altLang="en-US" sz="3200" b="1">
              <a:solidFill>
                <a:srgbClr val="FF0000"/>
              </a:solidFill>
              <a:latin typeface="黑体" panose="02010609060101010101" pitchFamily="49" charset="-122"/>
              <a:ea typeface="黑体" panose="02010609060101010101" pitchFamily="49" charset="-122"/>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日期占位符 1">
            <a:extLst>
              <a:ext uri="{FF2B5EF4-FFF2-40B4-BE49-F238E27FC236}">
                <a16:creationId xmlns:a16="http://schemas.microsoft.com/office/drawing/2014/main" id="{F8F94ED5-D816-4C7A-AFC0-234B4D78E780}"/>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88813978-0013-455B-9CD8-77140E35FB78}"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01379" name="页脚占位符 2">
            <a:extLst>
              <a:ext uri="{FF2B5EF4-FFF2-40B4-BE49-F238E27FC236}">
                <a16:creationId xmlns:a16="http://schemas.microsoft.com/office/drawing/2014/main" id="{AB851EE8-1AA3-4312-BFD6-150B35CFCEAB}"/>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01380" name="灯片编号占位符 3">
            <a:extLst>
              <a:ext uri="{FF2B5EF4-FFF2-40B4-BE49-F238E27FC236}">
                <a16:creationId xmlns:a16="http://schemas.microsoft.com/office/drawing/2014/main" id="{E1456B10-216D-4AA8-8654-A65DF9BA795C}"/>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5F383230-DD4E-41EF-9672-658A51A3226E}" type="slidenum">
              <a:rPr lang="en-US" altLang="zh-CN" sz="1400" smtClean="0">
                <a:latin typeface="Times New Roman" panose="02020603050405020304" pitchFamily="18" charset="0"/>
                <a:ea typeface="宋体" panose="02010600030101010101" pitchFamily="2" charset="-122"/>
              </a:rPr>
              <a:pPr>
                <a:spcBef>
                  <a:spcPct val="0"/>
                </a:spcBef>
                <a:buFontTx/>
                <a:buNone/>
              </a:pPr>
              <a:t>75</a:t>
            </a:fld>
            <a:endParaRPr lang="en-US" altLang="zh-CN" sz="1400">
              <a:latin typeface="Times New Roman" panose="02020603050405020304" pitchFamily="18" charset="0"/>
              <a:ea typeface="宋体" panose="02010600030101010101" pitchFamily="2" charset="-122"/>
            </a:endParaRPr>
          </a:p>
        </p:txBody>
      </p:sp>
      <p:sp>
        <p:nvSpPr>
          <p:cNvPr id="101381" name="页脚占位符 3">
            <a:extLst>
              <a:ext uri="{FF2B5EF4-FFF2-40B4-BE49-F238E27FC236}">
                <a16:creationId xmlns:a16="http://schemas.microsoft.com/office/drawing/2014/main" id="{77943C9D-6676-4957-ABF7-D381E1CF4FEF}"/>
              </a:ext>
            </a:extLst>
          </p:cNvPr>
          <p:cNvSpPr txBox="1">
            <a:spLocks noGrp="1"/>
          </p:cNvSpPr>
          <p:nvPr/>
        </p:nvSpPr>
        <p:spPr bwMode="black">
          <a:xfrm>
            <a:off x="609600" y="6470650"/>
            <a:ext cx="538163"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r">
              <a:spcBef>
                <a:spcPct val="0"/>
              </a:spcBef>
              <a:buFontTx/>
              <a:buNone/>
            </a:pPr>
            <a:fld id="{DCD0D959-F4AD-4957-8F4B-B66AEAC5A4F6}" type="slidenum">
              <a:rPr kumimoji="0" lang="en-US" altLang="zh-CN" sz="1000">
                <a:solidFill>
                  <a:schemeClr val="bg1"/>
                </a:solidFill>
                <a:latin typeface="Arial" panose="020B0604020202020204" pitchFamily="34" charset="0"/>
                <a:ea typeface="宋体" panose="02010600030101010101" pitchFamily="2" charset="-122"/>
              </a:rPr>
              <a:pPr algn="r">
                <a:spcBef>
                  <a:spcPct val="0"/>
                </a:spcBef>
                <a:buFontTx/>
                <a:buNone/>
              </a:pPr>
              <a:t>75</a:t>
            </a:fld>
            <a:endParaRPr kumimoji="0" lang="en-US" altLang="zh-CN" sz="1000">
              <a:solidFill>
                <a:schemeClr val="bg1"/>
              </a:solidFill>
              <a:latin typeface="Arial" panose="020B0604020202020204" pitchFamily="34" charset="0"/>
              <a:ea typeface="宋体" panose="02010600030101010101" pitchFamily="2" charset="-122"/>
            </a:endParaRPr>
          </a:p>
        </p:txBody>
      </p:sp>
      <p:sp>
        <p:nvSpPr>
          <p:cNvPr id="101382" name="日期占位符 4">
            <a:extLst>
              <a:ext uri="{FF2B5EF4-FFF2-40B4-BE49-F238E27FC236}">
                <a16:creationId xmlns:a16="http://schemas.microsoft.com/office/drawing/2014/main" id="{DEA2D7A0-A270-45D0-9D40-7EBF7D6A62CF}"/>
              </a:ext>
            </a:extLst>
          </p:cNvPr>
          <p:cNvSpPr txBox="1">
            <a:spLocks noGrp="1"/>
          </p:cNvSpPr>
          <p:nvPr/>
        </p:nvSpPr>
        <p:spPr bwMode="auto">
          <a:xfrm>
            <a:off x="1271588" y="6472238"/>
            <a:ext cx="946150"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fld id="{62D61835-3279-4603-81F8-F3AC8E6C7FCB}" type="datetime1">
              <a:rPr kumimoji="0" lang="zh-CN" altLang="en-US" sz="1000">
                <a:solidFill>
                  <a:schemeClr val="bg1"/>
                </a:solidFill>
                <a:latin typeface="Arial" panose="020B0604020202020204" pitchFamily="34" charset="0"/>
                <a:ea typeface="宋体" panose="02010600030101010101" pitchFamily="2" charset="-122"/>
              </a:rPr>
              <a:pPr eaLnBrk="1" hangingPunct="1">
                <a:spcBef>
                  <a:spcPct val="0"/>
                </a:spcBef>
                <a:buFontTx/>
                <a:buNone/>
              </a:pPr>
              <a:t>2020/9/7</a:t>
            </a:fld>
            <a:endParaRPr kumimoji="0" lang="en-US" altLang="zh-CN" sz="1000">
              <a:solidFill>
                <a:schemeClr val="bg1"/>
              </a:solidFill>
              <a:latin typeface="Arial" panose="020B0604020202020204" pitchFamily="34" charset="0"/>
              <a:ea typeface="宋体" panose="02010600030101010101" pitchFamily="2" charset="-122"/>
            </a:endParaRPr>
          </a:p>
        </p:txBody>
      </p:sp>
      <p:sp>
        <p:nvSpPr>
          <p:cNvPr id="101383" name="Text Box 2">
            <a:extLst>
              <a:ext uri="{FF2B5EF4-FFF2-40B4-BE49-F238E27FC236}">
                <a16:creationId xmlns:a16="http://schemas.microsoft.com/office/drawing/2014/main" id="{390E4426-79B5-4619-9337-202363D89651}"/>
              </a:ext>
            </a:extLst>
          </p:cNvPr>
          <p:cNvSpPr txBox="1">
            <a:spLocks noChangeArrowheads="1"/>
          </p:cNvSpPr>
          <p:nvPr/>
        </p:nvSpPr>
        <p:spPr bwMode="auto">
          <a:xfrm>
            <a:off x="1435100" y="930275"/>
            <a:ext cx="60166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赋值类型</a:t>
            </a:r>
          </a:p>
        </p:txBody>
      </p:sp>
      <p:pic>
        <p:nvPicPr>
          <p:cNvPr id="101384" name="Picture 6" descr="C:\Program Files\Microsoft Office\MEDIA\CAGCAT10\j0293844.wmf">
            <a:extLst>
              <a:ext uri="{FF2B5EF4-FFF2-40B4-BE49-F238E27FC236}">
                <a16:creationId xmlns:a16="http://schemas.microsoft.com/office/drawing/2014/main" id="{383B0E10-12AC-40D9-9E30-9B203E89B9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5143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1385" name="Rectangle 6">
            <a:extLst>
              <a:ext uri="{FF2B5EF4-FFF2-40B4-BE49-F238E27FC236}">
                <a16:creationId xmlns:a16="http://schemas.microsoft.com/office/drawing/2014/main" id="{466CB165-DF50-4965-A5F4-EEEBF6982A5F}"/>
              </a:ext>
            </a:extLst>
          </p:cNvPr>
          <p:cNvSpPr>
            <a:spLocks noChangeArrowheads="1"/>
          </p:cNvSpPr>
          <p:nvPr/>
        </p:nvSpPr>
        <p:spPr bwMode="auto">
          <a:xfrm>
            <a:off x="1116013" y="2276475"/>
            <a:ext cx="7343775" cy="3670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kumimoji="0" lang="en-US" altLang="zh-CN" b="1">
                <a:latin typeface="黑体" panose="02010609060101010101" pitchFamily="49" charset="-122"/>
                <a:ea typeface="黑体" panose="02010609060101010101" pitchFamily="49" charset="-122"/>
              </a:rPr>
              <a:t>   </a:t>
            </a:r>
            <a:r>
              <a:rPr kumimoji="0" lang="zh-CN" altLang="en-US" b="1">
                <a:latin typeface="黑体" panose="02010609060101010101" pitchFamily="49" charset="-122"/>
                <a:ea typeface="黑体" panose="02010609060101010101" pitchFamily="49" charset="-122"/>
              </a:rPr>
              <a:t>若指定的赋值使</a:t>
            </a:r>
            <a:r>
              <a:rPr kumimoji="0" lang="en-US" altLang="zh-CN" b="1">
                <a:latin typeface="黑体" panose="02010609060101010101" pitchFamily="49" charset="-122"/>
                <a:ea typeface="黑体" panose="02010609060101010101" pitchFamily="49" charset="-122"/>
              </a:rPr>
              <a:t>G</a:t>
            </a:r>
            <a:r>
              <a:rPr kumimoji="0" lang="zh-CN" altLang="en-US" b="1">
                <a:latin typeface="黑体" panose="02010609060101010101" pitchFamily="49" charset="-122"/>
                <a:ea typeface="黑体" panose="02010609060101010101" pitchFamily="49" charset="-122"/>
              </a:rPr>
              <a:t>的真值为</a:t>
            </a:r>
            <a:r>
              <a:rPr kumimoji="0" lang="en-US" altLang="zh-CN" b="1">
                <a:latin typeface="黑体" panose="02010609060101010101" pitchFamily="49" charset="-122"/>
                <a:ea typeface="黑体" panose="02010609060101010101" pitchFamily="49" charset="-122"/>
              </a:rPr>
              <a:t>T</a:t>
            </a:r>
            <a:r>
              <a:rPr kumimoji="0" lang="zh-CN" altLang="en-US" b="1">
                <a:latin typeface="黑体" panose="02010609060101010101" pitchFamily="49" charset="-122"/>
                <a:ea typeface="黑体" panose="02010609060101010101" pitchFamily="49" charset="-122"/>
              </a:rPr>
              <a:t>，则称这个赋值为</a:t>
            </a:r>
            <a:r>
              <a:rPr kumimoji="0" lang="en-US" altLang="zh-CN" b="1" i="1">
                <a:latin typeface="黑体" panose="02010609060101010101" pitchFamily="49" charset="-122"/>
                <a:ea typeface="黑体" panose="02010609060101010101" pitchFamily="49" charset="-122"/>
              </a:rPr>
              <a:t>G</a:t>
            </a:r>
            <a:r>
              <a:rPr kumimoji="0" lang="zh-CN" altLang="en-US" b="1">
                <a:latin typeface="黑体" panose="02010609060101010101" pitchFamily="49" charset="-122"/>
                <a:ea typeface="黑体" panose="02010609060101010101" pitchFamily="49" charset="-122"/>
              </a:rPr>
              <a:t>的</a:t>
            </a:r>
            <a:r>
              <a:rPr kumimoji="0" lang="zh-CN" altLang="en-US" b="1" u="sng">
                <a:solidFill>
                  <a:srgbClr val="FF3300"/>
                </a:solidFill>
                <a:latin typeface="黑体" panose="02010609060101010101" pitchFamily="49" charset="-122"/>
                <a:ea typeface="黑体" panose="02010609060101010101" pitchFamily="49" charset="-122"/>
              </a:rPr>
              <a:t>成真赋值</a:t>
            </a:r>
            <a:r>
              <a:rPr kumimoji="0" lang="zh-CN" altLang="en-US" b="1" u="sng">
                <a:latin typeface="黑体" panose="02010609060101010101" pitchFamily="49" charset="-122"/>
                <a:ea typeface="黑体" panose="02010609060101010101" pitchFamily="49" charset="-122"/>
              </a:rPr>
              <a:t>，</a:t>
            </a:r>
          </a:p>
          <a:p>
            <a:pPr eaLnBrk="1" hangingPunct="1">
              <a:buFontTx/>
              <a:buNone/>
            </a:pPr>
            <a:r>
              <a:rPr kumimoji="0" lang="zh-CN" altLang="en-US" b="1">
                <a:latin typeface="黑体" panose="02010609060101010101" pitchFamily="49" charset="-122"/>
                <a:ea typeface="黑体" panose="02010609060101010101" pitchFamily="49" charset="-122"/>
              </a:rPr>
              <a:t>   若指定的赋值使</a:t>
            </a:r>
            <a:r>
              <a:rPr kumimoji="0" lang="en-US" altLang="zh-CN" b="1">
                <a:latin typeface="黑体" panose="02010609060101010101" pitchFamily="49" charset="-122"/>
                <a:ea typeface="黑体" panose="02010609060101010101" pitchFamily="49" charset="-122"/>
              </a:rPr>
              <a:t>G</a:t>
            </a:r>
            <a:r>
              <a:rPr kumimoji="0" lang="zh-CN" altLang="en-US" b="1">
                <a:latin typeface="黑体" panose="02010609060101010101" pitchFamily="49" charset="-122"/>
                <a:ea typeface="黑体" panose="02010609060101010101" pitchFamily="49" charset="-122"/>
              </a:rPr>
              <a:t>的真值为</a:t>
            </a:r>
            <a:r>
              <a:rPr kumimoji="0" lang="en-US" altLang="zh-CN" b="1">
                <a:latin typeface="黑体" panose="02010609060101010101" pitchFamily="49" charset="-122"/>
                <a:ea typeface="黑体" panose="02010609060101010101" pitchFamily="49" charset="-122"/>
              </a:rPr>
              <a:t>F</a:t>
            </a:r>
            <a:r>
              <a:rPr kumimoji="0" lang="zh-CN" altLang="en-US" b="1">
                <a:latin typeface="黑体" panose="02010609060101010101" pitchFamily="49" charset="-122"/>
                <a:ea typeface="黑体" panose="02010609060101010101" pitchFamily="49" charset="-122"/>
              </a:rPr>
              <a:t>，则称这个赋值为</a:t>
            </a:r>
            <a:r>
              <a:rPr kumimoji="0" lang="en-US" altLang="zh-CN" b="1" i="1">
                <a:latin typeface="黑体" panose="02010609060101010101" pitchFamily="49" charset="-122"/>
                <a:ea typeface="黑体" panose="02010609060101010101" pitchFamily="49" charset="-122"/>
              </a:rPr>
              <a:t>G</a:t>
            </a:r>
            <a:r>
              <a:rPr kumimoji="0" lang="zh-CN" altLang="en-US" b="1">
                <a:latin typeface="黑体" panose="02010609060101010101" pitchFamily="49" charset="-122"/>
                <a:ea typeface="黑体" panose="02010609060101010101" pitchFamily="49" charset="-122"/>
              </a:rPr>
              <a:t>的</a:t>
            </a:r>
            <a:r>
              <a:rPr kumimoji="0" lang="zh-CN" altLang="en-US" b="1" u="sng">
                <a:solidFill>
                  <a:srgbClr val="FF3300"/>
                </a:solidFill>
                <a:latin typeface="黑体" panose="02010609060101010101" pitchFamily="49" charset="-122"/>
                <a:ea typeface="黑体" panose="02010609060101010101" pitchFamily="49" charset="-122"/>
              </a:rPr>
              <a:t>成假赋值</a:t>
            </a:r>
            <a:r>
              <a:rPr kumimoji="0" lang="zh-CN" altLang="en-US" b="1">
                <a:latin typeface="黑体" panose="02010609060101010101" pitchFamily="49" charset="-122"/>
                <a:ea typeface="黑体" panose="02010609060101010101" pitchFamily="49" charset="-122"/>
              </a:rPr>
              <a:t>。</a:t>
            </a:r>
          </a:p>
          <a:p>
            <a:pPr eaLnBrk="1" hangingPunct="1">
              <a:buFontTx/>
              <a:buNone/>
            </a:pPr>
            <a:r>
              <a:rPr kumimoji="0" lang="zh-CN" altLang="en-US" b="1">
                <a:latin typeface="黑体" panose="02010609060101010101" pitchFamily="49" charset="-122"/>
                <a:ea typeface="黑体" panose="02010609060101010101" pitchFamily="49" charset="-122"/>
              </a:rPr>
              <a:t>   </a:t>
            </a:r>
            <a:r>
              <a:rPr kumimoji="0" lang="en-US" altLang="zh-CN" b="1">
                <a:solidFill>
                  <a:srgbClr val="006600"/>
                </a:solidFill>
                <a:latin typeface="黑体" panose="02010609060101010101" pitchFamily="49" charset="-122"/>
                <a:ea typeface="黑体" panose="02010609060101010101" pitchFamily="49" charset="-122"/>
              </a:rPr>
              <a:t>【</a:t>
            </a:r>
            <a:r>
              <a:rPr kumimoji="0" lang="zh-CN" altLang="en-US" b="1">
                <a:solidFill>
                  <a:srgbClr val="006600"/>
                </a:solidFill>
                <a:latin typeface="黑体" panose="02010609060101010101" pitchFamily="49" charset="-122"/>
                <a:ea typeface="黑体" panose="02010609060101010101" pitchFamily="49" charset="-122"/>
              </a:rPr>
              <a:t>例</a:t>
            </a:r>
            <a:r>
              <a:rPr kumimoji="0" lang="en-US" altLang="zh-CN" b="1">
                <a:solidFill>
                  <a:srgbClr val="006600"/>
                </a:solidFill>
                <a:latin typeface="黑体" panose="02010609060101010101" pitchFamily="49" charset="-122"/>
                <a:ea typeface="黑体" panose="02010609060101010101" pitchFamily="49" charset="-122"/>
              </a:rPr>
              <a:t>】</a:t>
            </a:r>
            <a:r>
              <a:rPr kumimoji="0" lang="zh-CN" altLang="en-US" b="1">
                <a:latin typeface="黑体" panose="02010609060101010101" pitchFamily="49" charset="-122"/>
                <a:ea typeface="黑体" panose="02010609060101010101" pitchFamily="49" charset="-122"/>
              </a:rPr>
              <a:t>给公式</a:t>
            </a:r>
            <a:r>
              <a:rPr kumimoji="0" lang="en-US" altLang="zh-CN" b="1">
                <a:latin typeface="黑体" panose="02010609060101010101" pitchFamily="49" charset="-122"/>
                <a:ea typeface="黑体" panose="02010609060101010101" pitchFamily="49" charset="-122"/>
              </a:rPr>
              <a:t>(</a:t>
            </a:r>
            <a:r>
              <a:rPr kumimoji="0" lang="en-US" altLang="zh-CN" b="1" i="1">
                <a:latin typeface="黑体" panose="02010609060101010101" pitchFamily="49" charset="-122"/>
                <a:ea typeface="黑体" panose="02010609060101010101" pitchFamily="49" charset="-122"/>
              </a:rPr>
              <a:t>p</a:t>
            </a:r>
            <a:r>
              <a:rPr kumimoji="0" lang="en-US" altLang="zh-CN" b="1">
                <a:latin typeface="黑体" panose="02010609060101010101" pitchFamily="49" charset="-122"/>
                <a:ea typeface="黑体" panose="02010609060101010101" pitchFamily="49" charset="-122"/>
              </a:rPr>
              <a:t>∨</a:t>
            </a:r>
            <a:r>
              <a:rPr kumimoji="0" lang="en-US" altLang="zh-CN" b="1" i="1">
                <a:latin typeface="黑体" panose="02010609060101010101" pitchFamily="49" charset="-122"/>
                <a:ea typeface="黑体" panose="02010609060101010101" pitchFamily="49" charset="-122"/>
              </a:rPr>
              <a:t>q</a:t>
            </a:r>
            <a:r>
              <a:rPr kumimoji="0" lang="en-US" altLang="zh-CN" b="1">
                <a:latin typeface="黑体" panose="02010609060101010101" pitchFamily="49" charset="-122"/>
                <a:ea typeface="黑体" panose="02010609060101010101" pitchFamily="49" charset="-122"/>
              </a:rPr>
              <a:t>→</a:t>
            </a:r>
            <a:r>
              <a:rPr kumimoji="0" lang="en-US" altLang="zh-CN" b="1" i="1">
                <a:latin typeface="黑体" panose="02010609060101010101" pitchFamily="49" charset="-122"/>
                <a:ea typeface="黑体" panose="02010609060101010101" pitchFamily="49" charset="-122"/>
              </a:rPr>
              <a:t>r</a:t>
            </a:r>
            <a:r>
              <a:rPr kumimoji="0" lang="en-US" altLang="zh-CN" b="1">
                <a:latin typeface="黑体" panose="02010609060101010101" pitchFamily="49" charset="-122"/>
                <a:ea typeface="黑体" panose="02010609060101010101" pitchFamily="49" charset="-122"/>
              </a:rPr>
              <a:t>)</a:t>
            </a:r>
            <a:r>
              <a:rPr kumimoji="0" lang="zh-CN" altLang="en-US" b="1">
                <a:latin typeface="黑体" panose="02010609060101010101" pitchFamily="49" charset="-122"/>
                <a:ea typeface="黑体" panose="02010609060101010101" pitchFamily="49" charset="-122"/>
              </a:rPr>
              <a:t>的赋值</a:t>
            </a:r>
          </a:p>
          <a:p>
            <a:pPr eaLnBrk="1" hangingPunct="1">
              <a:buFontTx/>
              <a:buNone/>
            </a:pPr>
            <a:r>
              <a:rPr kumimoji="0" lang="zh-CN" altLang="en-US" b="1">
                <a:latin typeface="黑体" panose="02010609060101010101" pitchFamily="49" charset="-122"/>
                <a:ea typeface="黑体" panose="02010609060101010101" pitchFamily="49" charset="-122"/>
              </a:rPr>
              <a:t>    赋值</a:t>
            </a:r>
            <a:r>
              <a:rPr kumimoji="0" lang="en-US" altLang="zh-CN" b="1">
                <a:latin typeface="黑体" panose="02010609060101010101" pitchFamily="49" charset="-122"/>
                <a:ea typeface="黑体" panose="02010609060101010101" pitchFamily="49" charset="-122"/>
              </a:rPr>
              <a:t>011</a:t>
            </a:r>
            <a:r>
              <a:rPr kumimoji="0" lang="zh-CN" altLang="en-US" b="1">
                <a:latin typeface="黑体" panose="02010609060101010101" pitchFamily="49" charset="-122"/>
                <a:ea typeface="黑体" panose="02010609060101010101" pitchFamily="49" charset="-122"/>
              </a:rPr>
              <a:t>是指</a:t>
            </a:r>
            <a:r>
              <a:rPr kumimoji="0" lang="en-US" altLang="zh-CN" b="1" i="1">
                <a:latin typeface="黑体" panose="02010609060101010101" pitchFamily="49" charset="-122"/>
                <a:ea typeface="黑体" panose="02010609060101010101" pitchFamily="49" charset="-122"/>
              </a:rPr>
              <a:t>p</a:t>
            </a:r>
            <a:r>
              <a:rPr kumimoji="0" lang="en-US" altLang="zh-CN" b="1">
                <a:latin typeface="黑体" panose="02010609060101010101" pitchFamily="49" charset="-122"/>
                <a:ea typeface="黑体" panose="02010609060101010101" pitchFamily="49" charset="-122"/>
              </a:rPr>
              <a:t>=0</a:t>
            </a:r>
            <a:r>
              <a:rPr kumimoji="0" lang="zh-CN" altLang="en-US" b="1">
                <a:latin typeface="黑体" panose="02010609060101010101" pitchFamily="49" charset="-122"/>
                <a:ea typeface="黑体" panose="02010609060101010101" pitchFamily="49" charset="-122"/>
              </a:rPr>
              <a:t>，</a:t>
            </a:r>
            <a:r>
              <a:rPr kumimoji="0" lang="en-US" altLang="zh-CN" b="1" i="1">
                <a:latin typeface="黑体" panose="02010609060101010101" pitchFamily="49" charset="-122"/>
                <a:ea typeface="黑体" panose="02010609060101010101" pitchFamily="49" charset="-122"/>
              </a:rPr>
              <a:t>q</a:t>
            </a:r>
            <a:r>
              <a:rPr kumimoji="0" lang="en-US" altLang="zh-CN" b="1">
                <a:latin typeface="黑体" panose="02010609060101010101" pitchFamily="49" charset="-122"/>
                <a:ea typeface="黑体" panose="02010609060101010101" pitchFamily="49" charset="-122"/>
              </a:rPr>
              <a:t>=1</a:t>
            </a:r>
            <a:r>
              <a:rPr kumimoji="0" lang="zh-CN" altLang="en-US" b="1">
                <a:latin typeface="黑体" panose="02010609060101010101" pitchFamily="49" charset="-122"/>
                <a:ea typeface="黑体" panose="02010609060101010101" pitchFamily="49" charset="-122"/>
              </a:rPr>
              <a:t>，</a:t>
            </a:r>
            <a:r>
              <a:rPr kumimoji="0" lang="en-US" altLang="zh-CN" b="1" i="1">
                <a:latin typeface="黑体" panose="02010609060101010101" pitchFamily="49" charset="-122"/>
                <a:ea typeface="黑体" panose="02010609060101010101" pitchFamily="49" charset="-122"/>
              </a:rPr>
              <a:t>r</a:t>
            </a:r>
            <a:r>
              <a:rPr kumimoji="0" lang="en-US" altLang="zh-CN" b="1">
                <a:latin typeface="黑体" panose="02010609060101010101" pitchFamily="49" charset="-122"/>
                <a:ea typeface="黑体" panose="02010609060101010101" pitchFamily="49" charset="-122"/>
              </a:rPr>
              <a:t>=1</a:t>
            </a:r>
            <a:r>
              <a:rPr kumimoji="0" lang="zh-CN" altLang="en-US" b="1">
                <a:latin typeface="黑体" panose="02010609060101010101" pitchFamily="49" charset="-122"/>
                <a:ea typeface="黑体" panose="02010609060101010101" pitchFamily="49" charset="-122"/>
              </a:rPr>
              <a:t>，它是该公式的成真赋值；</a:t>
            </a:r>
          </a:p>
          <a:p>
            <a:pPr eaLnBrk="1" hangingPunct="1">
              <a:buFontTx/>
              <a:buNone/>
            </a:pPr>
            <a:r>
              <a:rPr kumimoji="0" lang="zh-CN" altLang="en-US" b="1">
                <a:latin typeface="黑体" panose="02010609060101010101" pitchFamily="49" charset="-122"/>
                <a:ea typeface="黑体" panose="02010609060101010101" pitchFamily="49" charset="-122"/>
              </a:rPr>
              <a:t>    赋值</a:t>
            </a:r>
            <a:r>
              <a:rPr kumimoji="0" lang="en-US" altLang="zh-CN" b="1">
                <a:latin typeface="黑体" panose="02010609060101010101" pitchFamily="49" charset="-122"/>
                <a:ea typeface="黑体" panose="02010609060101010101" pitchFamily="49" charset="-122"/>
              </a:rPr>
              <a:t>110</a:t>
            </a:r>
            <a:r>
              <a:rPr kumimoji="0" lang="zh-CN" altLang="en-US" b="1">
                <a:latin typeface="黑体" panose="02010609060101010101" pitchFamily="49" charset="-122"/>
                <a:ea typeface="黑体" panose="02010609060101010101" pitchFamily="49" charset="-122"/>
              </a:rPr>
              <a:t>是指</a:t>
            </a:r>
            <a:r>
              <a:rPr kumimoji="0" lang="en-US" altLang="zh-CN" b="1" i="1">
                <a:latin typeface="黑体" panose="02010609060101010101" pitchFamily="49" charset="-122"/>
                <a:ea typeface="黑体" panose="02010609060101010101" pitchFamily="49" charset="-122"/>
              </a:rPr>
              <a:t>p</a:t>
            </a:r>
            <a:r>
              <a:rPr kumimoji="0" lang="en-US" altLang="zh-CN" b="1">
                <a:latin typeface="黑体" panose="02010609060101010101" pitchFamily="49" charset="-122"/>
                <a:ea typeface="黑体" panose="02010609060101010101" pitchFamily="49" charset="-122"/>
              </a:rPr>
              <a:t>=1</a:t>
            </a:r>
            <a:r>
              <a:rPr kumimoji="0" lang="zh-CN" altLang="en-US" b="1">
                <a:latin typeface="黑体" panose="02010609060101010101" pitchFamily="49" charset="-122"/>
                <a:ea typeface="黑体" panose="02010609060101010101" pitchFamily="49" charset="-122"/>
              </a:rPr>
              <a:t>，</a:t>
            </a:r>
            <a:r>
              <a:rPr kumimoji="0" lang="en-US" altLang="zh-CN" b="1" i="1">
                <a:latin typeface="黑体" panose="02010609060101010101" pitchFamily="49" charset="-122"/>
                <a:ea typeface="黑体" panose="02010609060101010101" pitchFamily="49" charset="-122"/>
              </a:rPr>
              <a:t>q</a:t>
            </a:r>
            <a:r>
              <a:rPr kumimoji="0" lang="en-US" altLang="zh-CN" b="1">
                <a:latin typeface="黑体" panose="02010609060101010101" pitchFamily="49" charset="-122"/>
                <a:ea typeface="黑体" panose="02010609060101010101" pitchFamily="49" charset="-122"/>
              </a:rPr>
              <a:t>=1</a:t>
            </a:r>
            <a:r>
              <a:rPr kumimoji="0" lang="zh-CN" altLang="en-US" b="1">
                <a:latin typeface="黑体" panose="02010609060101010101" pitchFamily="49" charset="-122"/>
                <a:ea typeface="黑体" panose="02010609060101010101" pitchFamily="49" charset="-122"/>
              </a:rPr>
              <a:t>，</a:t>
            </a:r>
            <a:r>
              <a:rPr kumimoji="0" lang="en-US" altLang="zh-CN" b="1" i="1">
                <a:latin typeface="黑体" panose="02010609060101010101" pitchFamily="49" charset="-122"/>
                <a:ea typeface="黑体" panose="02010609060101010101" pitchFamily="49" charset="-122"/>
              </a:rPr>
              <a:t>r</a:t>
            </a:r>
            <a:r>
              <a:rPr kumimoji="0" lang="en-US" altLang="zh-CN" b="1">
                <a:latin typeface="黑体" panose="02010609060101010101" pitchFamily="49" charset="-122"/>
                <a:ea typeface="黑体" panose="02010609060101010101" pitchFamily="49" charset="-122"/>
              </a:rPr>
              <a:t>=0</a:t>
            </a:r>
            <a:r>
              <a:rPr kumimoji="0" lang="zh-CN" altLang="en-US" b="1">
                <a:latin typeface="黑体" panose="02010609060101010101" pitchFamily="49" charset="-122"/>
                <a:ea typeface="黑体" panose="02010609060101010101" pitchFamily="49" charset="-122"/>
              </a:rPr>
              <a:t>，它是该公式的成假赋值。</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日期占位符 1">
            <a:extLst>
              <a:ext uri="{FF2B5EF4-FFF2-40B4-BE49-F238E27FC236}">
                <a16:creationId xmlns:a16="http://schemas.microsoft.com/office/drawing/2014/main" id="{F8B87E34-26BE-45E7-A1CF-C8B43A536771}"/>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FF717CC0-7A45-4531-8917-934AD9B22599}"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02403" name="页脚占位符 2">
            <a:extLst>
              <a:ext uri="{FF2B5EF4-FFF2-40B4-BE49-F238E27FC236}">
                <a16:creationId xmlns:a16="http://schemas.microsoft.com/office/drawing/2014/main" id="{864A0FFD-F878-421F-9BA0-CBCAF4A04D20}"/>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02404" name="灯片编号占位符 3">
            <a:extLst>
              <a:ext uri="{FF2B5EF4-FFF2-40B4-BE49-F238E27FC236}">
                <a16:creationId xmlns:a16="http://schemas.microsoft.com/office/drawing/2014/main" id="{AAB29E69-4EAB-4150-8506-A8B4B7D8A9E2}"/>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A7662DBE-E26A-40CC-AA08-66AF1396A826}" type="slidenum">
              <a:rPr lang="en-US" altLang="zh-CN" sz="1400" smtClean="0">
                <a:latin typeface="Times New Roman" panose="02020603050405020304" pitchFamily="18" charset="0"/>
                <a:ea typeface="宋体" panose="02010600030101010101" pitchFamily="2" charset="-122"/>
              </a:rPr>
              <a:pPr>
                <a:spcBef>
                  <a:spcPct val="0"/>
                </a:spcBef>
                <a:buFontTx/>
                <a:buNone/>
              </a:pPr>
              <a:t>76</a:t>
            </a:fld>
            <a:endParaRPr lang="en-US" altLang="zh-CN" sz="1400">
              <a:latin typeface="Times New Roman" panose="02020603050405020304" pitchFamily="18" charset="0"/>
              <a:ea typeface="宋体" panose="02010600030101010101" pitchFamily="2" charset="-122"/>
            </a:endParaRPr>
          </a:p>
        </p:txBody>
      </p:sp>
      <p:sp>
        <p:nvSpPr>
          <p:cNvPr id="102405" name="Text Box 2">
            <a:extLst>
              <a:ext uri="{FF2B5EF4-FFF2-40B4-BE49-F238E27FC236}">
                <a16:creationId xmlns:a16="http://schemas.microsoft.com/office/drawing/2014/main" id="{2D4D0DA4-96CE-48F8-9A07-9167902FFE15}"/>
              </a:ext>
            </a:extLst>
          </p:cNvPr>
          <p:cNvSpPr txBox="1">
            <a:spLocks noChangeArrowheads="1"/>
          </p:cNvSpPr>
          <p:nvPr/>
        </p:nvSpPr>
        <p:spPr bwMode="auto">
          <a:xfrm>
            <a:off x="1435100" y="930275"/>
            <a:ext cx="60166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真值表的概念</a:t>
            </a:r>
          </a:p>
        </p:txBody>
      </p:sp>
      <p:pic>
        <p:nvPicPr>
          <p:cNvPr id="102406" name="Picture 6" descr="C:\Program Files\Microsoft Office\MEDIA\CAGCAT10\j0293844.wmf">
            <a:extLst>
              <a:ext uri="{FF2B5EF4-FFF2-40B4-BE49-F238E27FC236}">
                <a16:creationId xmlns:a16="http://schemas.microsoft.com/office/drawing/2014/main" id="{849C0CF1-54DF-48EA-8DAC-7F970498A3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5143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07" name="Rectangle 6">
            <a:extLst>
              <a:ext uri="{FF2B5EF4-FFF2-40B4-BE49-F238E27FC236}">
                <a16:creationId xmlns:a16="http://schemas.microsoft.com/office/drawing/2014/main" id="{D5ABFFFD-3822-4A08-8C1B-93A754E3CB36}"/>
              </a:ext>
            </a:extLst>
          </p:cNvPr>
          <p:cNvSpPr>
            <a:spLocks noChangeArrowheads="1"/>
          </p:cNvSpPr>
          <p:nvPr/>
        </p:nvSpPr>
        <p:spPr bwMode="auto">
          <a:xfrm>
            <a:off x="1116013" y="2600325"/>
            <a:ext cx="7200900" cy="126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buFontTx/>
              <a:buNone/>
            </a:pPr>
            <a:r>
              <a:rPr kumimoji="0" lang="en-US" altLang="zh-CN" sz="3200" b="1">
                <a:solidFill>
                  <a:srgbClr val="000000"/>
                </a:solidFill>
                <a:latin typeface="黑体" panose="02010609060101010101" pitchFamily="49" charset="-122"/>
                <a:ea typeface="黑体" panose="02010609060101010101" pitchFamily="49" charset="-122"/>
              </a:rPr>
              <a:t>   </a:t>
            </a:r>
            <a:r>
              <a:rPr kumimoji="0" lang="zh-CN" altLang="zh-CN" sz="3200" b="1" noProof="1">
                <a:solidFill>
                  <a:srgbClr val="000000"/>
                </a:solidFill>
                <a:latin typeface="黑体" panose="02010609060101010101" pitchFamily="49" charset="-122"/>
                <a:ea typeface="黑体" panose="02010609060101010101" pitchFamily="49" charset="-122"/>
              </a:rPr>
              <a:t>若</a:t>
            </a:r>
            <a:r>
              <a:rPr kumimoji="0" lang="zh-CN" altLang="en-US" sz="3200" b="1">
                <a:solidFill>
                  <a:srgbClr val="000000"/>
                </a:solidFill>
                <a:latin typeface="黑体" panose="02010609060101010101" pitchFamily="49" charset="-122"/>
                <a:ea typeface="黑体" panose="02010609060101010101" pitchFamily="49" charset="-122"/>
              </a:rPr>
              <a:t>公式</a:t>
            </a:r>
            <a:r>
              <a:rPr kumimoji="0" lang="en-US" altLang="zh-CN" sz="3200" b="1">
                <a:solidFill>
                  <a:srgbClr val="000000"/>
                </a:solidFill>
                <a:latin typeface="黑体" panose="02010609060101010101" pitchFamily="49" charset="-122"/>
                <a:ea typeface="黑体" panose="02010609060101010101" pitchFamily="49" charset="-122"/>
              </a:rPr>
              <a:t>G</a:t>
            </a:r>
            <a:r>
              <a:rPr kumimoji="0" lang="zh-CN" altLang="en-US" sz="3200" b="1">
                <a:solidFill>
                  <a:srgbClr val="000000"/>
                </a:solidFill>
                <a:latin typeface="黑体" panose="02010609060101010101" pitchFamily="49" charset="-122"/>
                <a:ea typeface="黑体" panose="02010609060101010101" pitchFamily="49" charset="-122"/>
              </a:rPr>
              <a:t>中有ｎ个不同的命题变元</a:t>
            </a:r>
            <a:r>
              <a:rPr kumimoji="0" lang="en-US" altLang="zh-CN" sz="3200" b="1">
                <a:solidFill>
                  <a:srgbClr val="000000"/>
                </a:solidFill>
                <a:latin typeface="黑体" panose="02010609060101010101" pitchFamily="49" charset="-122"/>
                <a:ea typeface="黑体" panose="02010609060101010101" pitchFamily="49" charset="-122"/>
              </a:rPr>
              <a:t>，</a:t>
            </a:r>
            <a:r>
              <a:rPr kumimoji="0" lang="zh-CN" altLang="en-US" sz="3200" b="1">
                <a:solidFill>
                  <a:srgbClr val="000000"/>
                </a:solidFill>
                <a:latin typeface="黑体" panose="02010609060101010101" pitchFamily="49" charset="-122"/>
                <a:ea typeface="黑体" panose="02010609060101010101" pitchFamily="49" charset="-122"/>
              </a:rPr>
              <a:t>则该公式应有</a:t>
            </a:r>
            <a:r>
              <a:rPr kumimoji="0" lang="zh-CN" altLang="en-US" sz="3200" b="1" noProof="1">
                <a:solidFill>
                  <a:srgbClr val="FF0000"/>
                </a:solidFill>
                <a:latin typeface="黑体" panose="02010609060101010101" pitchFamily="49" charset="-122"/>
                <a:ea typeface="黑体" panose="02010609060101010101" pitchFamily="49" charset="-122"/>
              </a:rPr>
              <a:t>2</a:t>
            </a:r>
            <a:r>
              <a:rPr kumimoji="0" lang="en-US" altLang="zh-CN" sz="3200" b="1" baseline="30000" noProof="1">
                <a:solidFill>
                  <a:srgbClr val="FF0000"/>
                </a:solidFill>
                <a:latin typeface="黑体" panose="02010609060101010101" pitchFamily="49" charset="-122"/>
                <a:ea typeface="黑体" panose="02010609060101010101" pitchFamily="49" charset="-122"/>
              </a:rPr>
              <a:t>n</a:t>
            </a:r>
            <a:r>
              <a:rPr kumimoji="0" lang="zh-CN" altLang="en-US" sz="3200" b="1" noProof="1">
                <a:solidFill>
                  <a:srgbClr val="000000"/>
                </a:solidFill>
                <a:latin typeface="黑体" panose="02010609060101010101" pitchFamily="49" charset="-122"/>
                <a:ea typeface="黑体" panose="02010609060101010101" pitchFamily="49" charset="-122"/>
              </a:rPr>
              <a:t>个不同的解释。</a:t>
            </a:r>
            <a:endParaRPr kumimoji="0" lang="zh-CN" altLang="en-US" sz="3200" b="1">
              <a:solidFill>
                <a:srgbClr val="000000"/>
              </a:solidFill>
              <a:latin typeface="黑体" panose="02010609060101010101" pitchFamily="49" charset="-122"/>
              <a:ea typeface="黑体" panose="02010609060101010101" pitchFamily="49" charset="-122"/>
            </a:endParaRPr>
          </a:p>
        </p:txBody>
      </p:sp>
      <p:sp>
        <p:nvSpPr>
          <p:cNvPr id="102408" name="Rectangle 7">
            <a:extLst>
              <a:ext uri="{FF2B5EF4-FFF2-40B4-BE49-F238E27FC236}">
                <a16:creationId xmlns:a16="http://schemas.microsoft.com/office/drawing/2014/main" id="{B6803D17-0CE6-4880-B0E7-0553C4E08B1A}"/>
              </a:ext>
            </a:extLst>
          </p:cNvPr>
          <p:cNvSpPr>
            <a:spLocks noChangeArrowheads="1"/>
          </p:cNvSpPr>
          <p:nvPr/>
        </p:nvSpPr>
        <p:spPr bwMode="auto">
          <a:xfrm>
            <a:off x="1042988" y="4365625"/>
            <a:ext cx="7312025" cy="126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buFontTx/>
              <a:buNone/>
            </a:pPr>
            <a:r>
              <a:rPr kumimoji="0" lang="en-US" altLang="zh-CN" sz="3200" b="1">
                <a:solidFill>
                  <a:srgbClr val="000000"/>
                </a:solidFill>
                <a:latin typeface="黑体" panose="02010609060101010101" pitchFamily="49" charset="-122"/>
                <a:ea typeface="黑体" panose="02010609060101010101" pitchFamily="49" charset="-122"/>
              </a:rPr>
              <a:t>  </a:t>
            </a:r>
            <a:r>
              <a:rPr kumimoji="0" lang="zh-CN" altLang="en-US" sz="3200" b="1">
                <a:solidFill>
                  <a:srgbClr val="000000"/>
                </a:solidFill>
                <a:latin typeface="黑体" panose="02010609060101010101" pitchFamily="49" charset="-122"/>
                <a:ea typeface="黑体" panose="02010609060101010101" pitchFamily="49" charset="-122"/>
              </a:rPr>
              <a:t>将</a:t>
            </a:r>
            <a:r>
              <a:rPr kumimoji="0" lang="zh-CN" altLang="en-US" sz="3200" b="1" noProof="1">
                <a:solidFill>
                  <a:srgbClr val="000000"/>
                </a:solidFill>
                <a:latin typeface="黑体" panose="02010609060101010101" pitchFamily="49" charset="-122"/>
                <a:ea typeface="黑体" panose="02010609060101010101" pitchFamily="49" charset="-122"/>
              </a:rPr>
              <a:t>公式</a:t>
            </a:r>
            <a:r>
              <a:rPr kumimoji="0" lang="en-US" altLang="en-US" sz="3200" b="1" noProof="1">
                <a:solidFill>
                  <a:srgbClr val="000000"/>
                </a:solidFill>
                <a:latin typeface="黑体" panose="02010609060101010101" pitchFamily="49" charset="-122"/>
                <a:ea typeface="黑体" panose="02010609060101010101" pitchFamily="49" charset="-122"/>
              </a:rPr>
              <a:t>G</a:t>
            </a:r>
            <a:r>
              <a:rPr kumimoji="0" lang="zh-CN" altLang="en-US" sz="3200" b="1" noProof="1">
                <a:solidFill>
                  <a:srgbClr val="000000"/>
                </a:solidFill>
                <a:latin typeface="黑体" panose="02010609060101010101" pitchFamily="49" charset="-122"/>
                <a:ea typeface="黑体" panose="02010609060101010101" pitchFamily="49" charset="-122"/>
              </a:rPr>
              <a:t>在其所有可能解释下</a:t>
            </a:r>
            <a:r>
              <a:rPr kumimoji="0" lang="zh-CN" altLang="zh-CN" sz="3200" b="1" noProof="1">
                <a:solidFill>
                  <a:srgbClr val="000000"/>
                </a:solidFill>
                <a:latin typeface="黑体" panose="02010609060101010101" pitchFamily="49" charset="-122"/>
                <a:ea typeface="黑体" panose="02010609060101010101" pitchFamily="49" charset="-122"/>
              </a:rPr>
              <a:t>的</a:t>
            </a:r>
            <a:r>
              <a:rPr kumimoji="0" lang="zh-CN" altLang="en-US" sz="3200" b="1">
                <a:solidFill>
                  <a:srgbClr val="000000"/>
                </a:solidFill>
                <a:latin typeface="黑体" panose="02010609060101010101" pitchFamily="49" charset="-122"/>
                <a:ea typeface="黑体" panose="02010609060101010101" pitchFamily="49" charset="-122"/>
              </a:rPr>
              <a:t>真值情况列成的表，称为</a:t>
            </a:r>
            <a:r>
              <a:rPr kumimoji="0" lang="en-US" altLang="zh-CN" sz="3200" b="1">
                <a:solidFill>
                  <a:srgbClr val="000000"/>
                </a:solidFill>
                <a:latin typeface="黑体" panose="02010609060101010101" pitchFamily="49" charset="-122"/>
                <a:ea typeface="黑体" panose="02010609060101010101" pitchFamily="49" charset="-122"/>
              </a:rPr>
              <a:t>G</a:t>
            </a:r>
            <a:r>
              <a:rPr kumimoji="0" lang="zh-CN" altLang="en-US" sz="3200" b="1">
                <a:solidFill>
                  <a:srgbClr val="000000"/>
                </a:solidFill>
                <a:latin typeface="黑体" panose="02010609060101010101" pitchFamily="49" charset="-122"/>
                <a:ea typeface="黑体" panose="02010609060101010101" pitchFamily="49" charset="-122"/>
              </a:rPr>
              <a:t>的</a:t>
            </a:r>
            <a:r>
              <a:rPr kumimoji="0" lang="zh-CN" altLang="en-US" sz="3200" b="1" u="sng">
                <a:solidFill>
                  <a:srgbClr val="FF0000"/>
                </a:solidFill>
                <a:latin typeface="黑体" panose="02010609060101010101" pitchFamily="49" charset="-122"/>
                <a:ea typeface="黑体" panose="02010609060101010101" pitchFamily="49" charset="-122"/>
              </a:rPr>
              <a:t>真值表</a:t>
            </a:r>
            <a:r>
              <a:rPr kumimoji="0" lang="zh-CN" altLang="en-US" sz="3200" b="1">
                <a:solidFill>
                  <a:srgbClr val="000000"/>
                </a:solidFill>
                <a:latin typeface="黑体" panose="02010609060101010101" pitchFamily="49" charset="-122"/>
                <a:ea typeface="黑体" panose="02010609060101010101" pitchFamily="49" charset="-122"/>
              </a:rPr>
              <a:t>。</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日期占位符 1">
            <a:extLst>
              <a:ext uri="{FF2B5EF4-FFF2-40B4-BE49-F238E27FC236}">
                <a16:creationId xmlns:a16="http://schemas.microsoft.com/office/drawing/2014/main" id="{2D252D2A-FBC8-404F-A7C9-5ACD3252B8D3}"/>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9C2438B8-A3F7-41AD-826B-7C9C7D610D9F}"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03427" name="页脚占位符 2">
            <a:extLst>
              <a:ext uri="{FF2B5EF4-FFF2-40B4-BE49-F238E27FC236}">
                <a16:creationId xmlns:a16="http://schemas.microsoft.com/office/drawing/2014/main" id="{60F2CC0E-267E-419F-881D-E0AFA7B77FEE}"/>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03428" name="灯片编号占位符 3">
            <a:extLst>
              <a:ext uri="{FF2B5EF4-FFF2-40B4-BE49-F238E27FC236}">
                <a16:creationId xmlns:a16="http://schemas.microsoft.com/office/drawing/2014/main" id="{A199E381-0895-437E-985D-90A19BFFC6DE}"/>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CA7F9806-42EA-4B93-B6E5-839BA3150B77}" type="slidenum">
              <a:rPr lang="en-US" altLang="zh-CN" sz="1400" smtClean="0">
                <a:latin typeface="Times New Roman" panose="02020603050405020304" pitchFamily="18" charset="0"/>
                <a:ea typeface="宋体" panose="02010600030101010101" pitchFamily="2" charset="-122"/>
              </a:rPr>
              <a:pPr>
                <a:spcBef>
                  <a:spcPct val="0"/>
                </a:spcBef>
                <a:buFontTx/>
                <a:buNone/>
              </a:pPr>
              <a:t>77</a:t>
            </a:fld>
            <a:endParaRPr lang="en-US" altLang="zh-CN" sz="1400">
              <a:latin typeface="Times New Roman" panose="02020603050405020304" pitchFamily="18" charset="0"/>
              <a:ea typeface="宋体" panose="02010600030101010101" pitchFamily="2" charset="-122"/>
            </a:endParaRPr>
          </a:p>
        </p:txBody>
      </p:sp>
      <p:sp>
        <p:nvSpPr>
          <p:cNvPr id="103429" name="Text Box 2">
            <a:extLst>
              <a:ext uri="{FF2B5EF4-FFF2-40B4-BE49-F238E27FC236}">
                <a16:creationId xmlns:a16="http://schemas.microsoft.com/office/drawing/2014/main" id="{BEC952F6-46CB-48C2-975C-E9A91E2422FE}"/>
              </a:ext>
            </a:extLst>
          </p:cNvPr>
          <p:cNvSpPr txBox="1">
            <a:spLocks noChangeArrowheads="1"/>
          </p:cNvSpPr>
          <p:nvPr/>
        </p:nvSpPr>
        <p:spPr bwMode="auto">
          <a:xfrm>
            <a:off x="1403350" y="785813"/>
            <a:ext cx="60166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真值表的概念</a:t>
            </a:r>
          </a:p>
        </p:txBody>
      </p:sp>
      <p:pic>
        <p:nvPicPr>
          <p:cNvPr id="103430" name="Picture 6" descr="C:\Program Files\Microsoft Office\MEDIA\CAGCAT10\j0293844.wmf">
            <a:extLst>
              <a:ext uri="{FF2B5EF4-FFF2-40B4-BE49-F238E27FC236}">
                <a16:creationId xmlns:a16="http://schemas.microsoft.com/office/drawing/2014/main" id="{69C0A3AA-2117-44FC-8309-3E07AF792C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5143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431" name="Rectangle 6">
            <a:extLst>
              <a:ext uri="{FF2B5EF4-FFF2-40B4-BE49-F238E27FC236}">
                <a16:creationId xmlns:a16="http://schemas.microsoft.com/office/drawing/2014/main" id="{2D23796B-3C4C-4FD4-B1CB-01C56E0663AB}"/>
              </a:ext>
            </a:extLst>
          </p:cNvPr>
          <p:cNvSpPr>
            <a:spLocks noChangeArrowheads="1"/>
          </p:cNvSpPr>
          <p:nvPr/>
        </p:nvSpPr>
        <p:spPr bwMode="auto">
          <a:xfrm>
            <a:off x="900113" y="1916113"/>
            <a:ext cx="7416800" cy="11874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kumimoji="0" lang="en-US" altLang="zh-CN" b="1">
                <a:latin typeface="黑体" panose="02010609060101010101" pitchFamily="49" charset="-122"/>
                <a:ea typeface="黑体" panose="02010609060101010101" pitchFamily="49" charset="-122"/>
              </a:rPr>
              <a:t>    </a:t>
            </a:r>
            <a:r>
              <a:rPr kumimoji="0" lang="zh-CN" altLang="en-US" b="1">
                <a:latin typeface="黑体" panose="02010609060101010101" pitchFamily="49" charset="-122"/>
                <a:ea typeface="黑体" panose="02010609060101010101" pitchFamily="49" charset="-122"/>
              </a:rPr>
              <a:t>在命题公式</a:t>
            </a:r>
            <a:r>
              <a:rPr kumimoji="0" lang="en-US" altLang="zh-CN" b="1">
                <a:latin typeface="黑体" panose="02010609060101010101" pitchFamily="49" charset="-122"/>
                <a:ea typeface="黑体" panose="02010609060101010101" pitchFamily="49" charset="-122"/>
              </a:rPr>
              <a:t>G</a:t>
            </a:r>
            <a:r>
              <a:rPr kumimoji="0" lang="zh-CN" altLang="en-US" b="1">
                <a:latin typeface="黑体" panose="02010609060101010101" pitchFamily="49" charset="-122"/>
                <a:ea typeface="黑体" panose="02010609060101010101" pitchFamily="49" charset="-122"/>
              </a:rPr>
              <a:t>中，对</a:t>
            </a:r>
            <a:r>
              <a:rPr kumimoji="0" lang="en-US" altLang="zh-CN" b="1">
                <a:latin typeface="黑体" panose="02010609060101010101" pitchFamily="49" charset="-122"/>
                <a:ea typeface="黑体" panose="02010609060101010101" pitchFamily="49" charset="-122"/>
              </a:rPr>
              <a:t>G</a:t>
            </a:r>
            <a:r>
              <a:rPr kumimoji="0" lang="zh-CN" altLang="en-US" b="1">
                <a:latin typeface="黑体" panose="02010609060101010101" pitchFamily="49" charset="-122"/>
                <a:ea typeface="黑体" panose="02010609060101010101" pitchFamily="49" charset="-122"/>
              </a:rPr>
              <a:t>的每一个赋值，就确定了</a:t>
            </a:r>
            <a:r>
              <a:rPr kumimoji="0" lang="en-US" altLang="zh-CN" b="1">
                <a:latin typeface="黑体" panose="02010609060101010101" pitchFamily="49" charset="-122"/>
                <a:ea typeface="黑体" panose="02010609060101010101" pitchFamily="49" charset="-122"/>
              </a:rPr>
              <a:t>G</a:t>
            </a:r>
            <a:r>
              <a:rPr kumimoji="0" lang="zh-CN" altLang="en-US" b="1">
                <a:latin typeface="黑体" panose="02010609060101010101" pitchFamily="49" charset="-122"/>
                <a:ea typeface="黑体" panose="02010609060101010101" pitchFamily="49" charset="-122"/>
              </a:rPr>
              <a:t>的一个真值，把这些所有的真值汇列成表，</a:t>
            </a:r>
            <a:r>
              <a:rPr kumimoji="0" lang="zh-CN" altLang="en-US" b="1">
                <a:solidFill>
                  <a:srgbClr val="FF3300"/>
                </a:solidFill>
                <a:latin typeface="黑体" panose="02010609060101010101" pitchFamily="49" charset="-122"/>
                <a:ea typeface="黑体" panose="02010609060101010101" pitchFamily="49" charset="-122"/>
              </a:rPr>
              <a:t>称该表为命题公式</a:t>
            </a:r>
            <a:r>
              <a:rPr kumimoji="0" lang="en-US" altLang="zh-CN" b="1">
                <a:latin typeface="黑体" panose="02010609060101010101" pitchFamily="49" charset="-122"/>
                <a:ea typeface="黑体" panose="02010609060101010101" pitchFamily="49" charset="-122"/>
              </a:rPr>
              <a:t>G</a:t>
            </a:r>
            <a:r>
              <a:rPr kumimoji="0" lang="zh-CN" altLang="en-US" b="1">
                <a:solidFill>
                  <a:srgbClr val="FF3300"/>
                </a:solidFill>
                <a:latin typeface="黑体" panose="02010609060101010101" pitchFamily="49" charset="-122"/>
                <a:ea typeface="黑体" panose="02010609060101010101" pitchFamily="49" charset="-122"/>
              </a:rPr>
              <a:t>的真值表。</a:t>
            </a:r>
            <a:endParaRPr kumimoji="0" lang="zh-CN" altLang="en-US" b="1">
              <a:latin typeface="黑体" panose="02010609060101010101" pitchFamily="49" charset="-122"/>
              <a:ea typeface="黑体" panose="02010609060101010101" pitchFamily="49" charset="-122"/>
            </a:endParaRPr>
          </a:p>
        </p:txBody>
      </p:sp>
      <p:graphicFrame>
        <p:nvGraphicFramePr>
          <p:cNvPr id="856071" name="Group 7">
            <a:extLst>
              <a:ext uri="{FF2B5EF4-FFF2-40B4-BE49-F238E27FC236}">
                <a16:creationId xmlns:a16="http://schemas.microsoft.com/office/drawing/2014/main" id="{01441999-114F-41B1-9052-31D8C5A0BCD8}"/>
              </a:ext>
            </a:extLst>
          </p:cNvPr>
          <p:cNvGraphicFramePr>
            <a:graphicFrameLocks noGrp="1"/>
          </p:cNvGraphicFramePr>
          <p:nvPr/>
        </p:nvGraphicFramePr>
        <p:xfrm>
          <a:off x="1187450" y="3284538"/>
          <a:ext cx="6851650" cy="2693987"/>
        </p:xfrm>
        <a:graphic>
          <a:graphicData uri="http://schemas.openxmlformats.org/drawingml/2006/table">
            <a:tbl>
              <a:tblPr/>
              <a:tblGrid>
                <a:gridCol w="873125">
                  <a:extLst>
                    <a:ext uri="{9D8B030D-6E8A-4147-A177-3AD203B41FA5}">
                      <a16:colId xmlns:a16="http://schemas.microsoft.com/office/drawing/2014/main" val="20000"/>
                    </a:ext>
                  </a:extLst>
                </a:gridCol>
                <a:gridCol w="873125">
                  <a:extLst>
                    <a:ext uri="{9D8B030D-6E8A-4147-A177-3AD203B41FA5}">
                      <a16:colId xmlns:a16="http://schemas.microsoft.com/office/drawing/2014/main" val="20001"/>
                    </a:ext>
                  </a:extLst>
                </a:gridCol>
                <a:gridCol w="1117600">
                  <a:extLst>
                    <a:ext uri="{9D8B030D-6E8A-4147-A177-3AD203B41FA5}">
                      <a16:colId xmlns:a16="http://schemas.microsoft.com/office/drawing/2014/main" val="20002"/>
                    </a:ext>
                  </a:extLst>
                </a:gridCol>
                <a:gridCol w="1636713">
                  <a:extLst>
                    <a:ext uri="{9D8B030D-6E8A-4147-A177-3AD203B41FA5}">
                      <a16:colId xmlns:a16="http://schemas.microsoft.com/office/drawing/2014/main" val="20003"/>
                    </a:ext>
                  </a:extLst>
                </a:gridCol>
                <a:gridCol w="2351087">
                  <a:extLst>
                    <a:ext uri="{9D8B030D-6E8A-4147-A177-3AD203B41FA5}">
                      <a16:colId xmlns:a16="http://schemas.microsoft.com/office/drawing/2014/main" val="20004"/>
                    </a:ext>
                  </a:extLst>
                </a:gridCol>
              </a:tblGrid>
              <a:tr h="518140">
                <a:tc>
                  <a:txBody>
                    <a:bodyPr/>
                    <a:lstStyle>
                      <a:lvl1pPr>
                        <a:defRPr kumimoji="1" sz="2000">
                          <a:solidFill>
                            <a:schemeClr val="tx1"/>
                          </a:solidFill>
                          <a:effectLst>
                            <a:outerShdw blurRad="38100" dist="38100" dir="2700000" algn="tl">
                              <a:srgbClr val="C0C0C0"/>
                            </a:outerShdw>
                          </a:effectLst>
                          <a:latin typeface="楷体_GB2312" pitchFamily="49" charset="-122"/>
                          <a:ea typeface="楷体_GB2312" pitchFamily="49" charset="-122"/>
                        </a:defRPr>
                      </a:lvl1pPr>
                      <a:lvl2pPr>
                        <a:defRPr kumimoji="1">
                          <a:solidFill>
                            <a:schemeClr val="tx1"/>
                          </a:solidFill>
                          <a:latin typeface="Times New Roman" panose="02020603050405020304" pitchFamily="18" charset="0"/>
                          <a:ea typeface="宋体" panose="02010600030101010101" pitchFamily="2" charset="-122"/>
                        </a:defRPr>
                      </a:lvl2pPr>
                      <a:lvl3pPr>
                        <a:defRPr kumimoji="1" sz="1600">
                          <a:solidFill>
                            <a:schemeClr val="tx1"/>
                          </a:solidFill>
                          <a:latin typeface="Times New Roman" panose="02020603050405020304" pitchFamily="18" charset="0"/>
                          <a:ea typeface="宋体" panose="02010600030101010101" pitchFamily="2" charset="-122"/>
                        </a:defRPr>
                      </a:lvl3pPr>
                      <a:lvl4pPr>
                        <a:defRPr kumimoji="1" sz="1400">
                          <a:solidFill>
                            <a:schemeClr val="tx1"/>
                          </a:solidFill>
                          <a:latin typeface="Times New Roman" panose="02020603050405020304" pitchFamily="18" charset="0"/>
                          <a:ea typeface="宋体" panose="02010600030101010101" pitchFamily="2" charset="-122"/>
                        </a:defRPr>
                      </a:lvl4pPr>
                      <a:lvl5pPr>
                        <a:defRPr kumimoji="1" sz="1400">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P</a:t>
                      </a:r>
                    </a:p>
                  </a:txBody>
                  <a:tcPr marT="45710" marB="45710" anchor="ctr" horzOverflow="overflow">
                    <a:lnL cap="flat">
                      <a:noFill/>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000">
                          <a:solidFill>
                            <a:schemeClr val="tx1"/>
                          </a:solidFill>
                          <a:effectLst>
                            <a:outerShdw blurRad="38100" dist="38100" dir="2700000" algn="tl">
                              <a:srgbClr val="C0C0C0"/>
                            </a:outerShdw>
                          </a:effectLst>
                          <a:latin typeface="楷体_GB2312" pitchFamily="49" charset="-122"/>
                          <a:ea typeface="楷体_GB2312" pitchFamily="49" charset="-122"/>
                        </a:defRPr>
                      </a:lvl1pPr>
                      <a:lvl2pPr>
                        <a:defRPr kumimoji="1">
                          <a:solidFill>
                            <a:schemeClr val="tx1"/>
                          </a:solidFill>
                          <a:latin typeface="Times New Roman" panose="02020603050405020304" pitchFamily="18" charset="0"/>
                          <a:ea typeface="宋体" panose="02010600030101010101" pitchFamily="2" charset="-122"/>
                        </a:defRPr>
                      </a:lvl2pPr>
                      <a:lvl3pPr>
                        <a:defRPr kumimoji="1" sz="1600">
                          <a:solidFill>
                            <a:schemeClr val="tx1"/>
                          </a:solidFill>
                          <a:latin typeface="Times New Roman" panose="02020603050405020304" pitchFamily="18" charset="0"/>
                          <a:ea typeface="宋体" panose="02010600030101010101" pitchFamily="2" charset="-122"/>
                        </a:defRPr>
                      </a:lvl3pPr>
                      <a:lvl4pPr>
                        <a:defRPr kumimoji="1" sz="1400">
                          <a:solidFill>
                            <a:schemeClr val="tx1"/>
                          </a:solidFill>
                          <a:latin typeface="Times New Roman" panose="02020603050405020304" pitchFamily="18" charset="0"/>
                          <a:ea typeface="宋体" panose="02010600030101010101" pitchFamily="2" charset="-122"/>
                        </a:defRPr>
                      </a:lvl4pPr>
                      <a:lvl5pPr>
                        <a:defRPr kumimoji="1" sz="1400">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Q</a:t>
                      </a:r>
                    </a:p>
                  </a:txBody>
                  <a:tcPr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000">
                          <a:solidFill>
                            <a:schemeClr val="tx1"/>
                          </a:solidFill>
                          <a:effectLst>
                            <a:outerShdw blurRad="38100" dist="38100" dir="2700000" algn="tl">
                              <a:srgbClr val="C0C0C0"/>
                            </a:outerShdw>
                          </a:effectLst>
                          <a:latin typeface="楷体_GB2312" pitchFamily="49" charset="-122"/>
                          <a:ea typeface="楷体_GB2312" pitchFamily="49" charset="-122"/>
                        </a:defRPr>
                      </a:lvl1pPr>
                      <a:lvl2pPr>
                        <a:defRPr kumimoji="1">
                          <a:solidFill>
                            <a:schemeClr val="tx1"/>
                          </a:solidFill>
                          <a:latin typeface="Times New Roman" panose="02020603050405020304" pitchFamily="18" charset="0"/>
                          <a:ea typeface="宋体" panose="02010600030101010101" pitchFamily="2" charset="-122"/>
                        </a:defRPr>
                      </a:lvl2pPr>
                      <a:lvl3pPr>
                        <a:defRPr kumimoji="1" sz="1600">
                          <a:solidFill>
                            <a:schemeClr val="tx1"/>
                          </a:solidFill>
                          <a:latin typeface="Times New Roman" panose="02020603050405020304" pitchFamily="18" charset="0"/>
                          <a:ea typeface="宋体" panose="02010600030101010101" pitchFamily="2" charset="-122"/>
                        </a:defRPr>
                      </a:lvl3pPr>
                      <a:lvl4pPr>
                        <a:defRPr kumimoji="1" sz="1400">
                          <a:solidFill>
                            <a:schemeClr val="tx1"/>
                          </a:solidFill>
                          <a:latin typeface="Times New Roman" panose="02020603050405020304" pitchFamily="18" charset="0"/>
                          <a:ea typeface="宋体" panose="02010600030101010101" pitchFamily="2" charset="-122"/>
                        </a:defRPr>
                      </a:lvl4pPr>
                      <a:lvl5pPr>
                        <a:defRPr kumimoji="1" sz="1400">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t>
                      </a: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P</a:t>
                      </a:r>
                    </a:p>
                  </a:txBody>
                  <a:tcPr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000">
                          <a:solidFill>
                            <a:schemeClr val="tx1"/>
                          </a:solidFill>
                          <a:effectLst>
                            <a:outerShdw blurRad="38100" dist="38100" dir="2700000" algn="tl">
                              <a:srgbClr val="C0C0C0"/>
                            </a:outerShdw>
                          </a:effectLst>
                          <a:latin typeface="楷体_GB2312" pitchFamily="49" charset="-122"/>
                          <a:ea typeface="楷体_GB2312" pitchFamily="49" charset="-122"/>
                        </a:defRPr>
                      </a:lvl1pPr>
                      <a:lvl2pPr>
                        <a:defRPr kumimoji="1">
                          <a:solidFill>
                            <a:schemeClr val="tx1"/>
                          </a:solidFill>
                          <a:latin typeface="Times New Roman" panose="02020603050405020304" pitchFamily="18" charset="0"/>
                          <a:ea typeface="宋体" panose="02010600030101010101" pitchFamily="2" charset="-122"/>
                        </a:defRPr>
                      </a:lvl2pPr>
                      <a:lvl3pPr>
                        <a:defRPr kumimoji="1" sz="1600">
                          <a:solidFill>
                            <a:schemeClr val="tx1"/>
                          </a:solidFill>
                          <a:latin typeface="Times New Roman" panose="02020603050405020304" pitchFamily="18" charset="0"/>
                          <a:ea typeface="宋体" panose="02010600030101010101" pitchFamily="2" charset="-122"/>
                        </a:defRPr>
                      </a:lvl3pPr>
                      <a:lvl4pPr>
                        <a:defRPr kumimoji="1" sz="1400">
                          <a:solidFill>
                            <a:schemeClr val="tx1"/>
                          </a:solidFill>
                          <a:latin typeface="Times New Roman" panose="02020603050405020304" pitchFamily="18" charset="0"/>
                          <a:ea typeface="宋体" panose="02010600030101010101" pitchFamily="2" charset="-122"/>
                        </a:defRPr>
                      </a:lvl4pPr>
                      <a:lvl5pPr>
                        <a:defRPr kumimoji="1" sz="1400">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P</a:t>
                      </a: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Q</a:t>
                      </a:r>
                    </a:p>
                  </a:txBody>
                  <a:tcPr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000">
                          <a:solidFill>
                            <a:schemeClr val="tx1"/>
                          </a:solidFill>
                          <a:effectLst>
                            <a:outerShdw blurRad="38100" dist="38100" dir="2700000" algn="tl">
                              <a:srgbClr val="C0C0C0"/>
                            </a:outerShdw>
                          </a:effectLst>
                          <a:latin typeface="楷体_GB2312" pitchFamily="49" charset="-122"/>
                          <a:ea typeface="楷体_GB2312" pitchFamily="49" charset="-122"/>
                        </a:defRPr>
                      </a:lvl1pPr>
                      <a:lvl2pPr>
                        <a:defRPr kumimoji="1">
                          <a:solidFill>
                            <a:schemeClr val="tx1"/>
                          </a:solidFill>
                          <a:latin typeface="Times New Roman" panose="02020603050405020304" pitchFamily="18" charset="0"/>
                          <a:ea typeface="宋体" panose="02010600030101010101" pitchFamily="2" charset="-122"/>
                        </a:defRPr>
                      </a:lvl2pPr>
                      <a:lvl3pPr>
                        <a:defRPr kumimoji="1" sz="1600">
                          <a:solidFill>
                            <a:schemeClr val="tx1"/>
                          </a:solidFill>
                          <a:latin typeface="Times New Roman" panose="02020603050405020304" pitchFamily="18" charset="0"/>
                          <a:ea typeface="宋体" panose="02010600030101010101" pitchFamily="2" charset="-122"/>
                        </a:defRPr>
                      </a:lvl3pPr>
                      <a:lvl4pPr>
                        <a:defRPr kumimoji="1" sz="1400">
                          <a:solidFill>
                            <a:schemeClr val="tx1"/>
                          </a:solidFill>
                          <a:latin typeface="Times New Roman" panose="02020603050405020304" pitchFamily="18" charset="0"/>
                          <a:ea typeface="宋体" panose="02010600030101010101" pitchFamily="2" charset="-122"/>
                        </a:defRPr>
                      </a:lvl4pPr>
                      <a:lvl5pPr>
                        <a:defRPr kumimoji="1" sz="1400">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P</a:t>
                      </a: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Q)</a:t>
                      </a:r>
                      <a:r>
                        <a:rPr kumimoji="1" lang="en-US" altLang="zh-CN" sz="2800" b="1" i="0" u="none" strike="noStrike" cap="none" normalizeH="0" baseline="0">
                          <a:ln>
                            <a:noFill/>
                          </a:ln>
                          <a:solidFill>
                            <a:schemeClr val="tx1"/>
                          </a:solidFill>
                          <a:effectLst/>
                          <a:latin typeface="Times New Roman" panose="02020603050405020304" pitchFamily="18" charset="0"/>
                          <a:ea typeface="MS Gothic" panose="020B0609070205080204" pitchFamily="49" charset="-128"/>
                          <a:sym typeface="Kingsoft Phonetic Plain" pitchFamily="2" charset="2"/>
                        </a:rPr>
                        <a:t>∨</a:t>
                      </a: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Q</a:t>
                      </a:r>
                    </a:p>
                  </a:txBody>
                  <a:tcPr marT="45710" marB="45710" anchor="ctr" horzOverflow="overflow">
                    <a:lnL w="12700" cap="flat" cmpd="sng" algn="ctr">
                      <a:solidFill>
                        <a:schemeClr val="tx1"/>
                      </a:solidFill>
                      <a:prstDash val="solid"/>
                      <a:round/>
                      <a:headEnd type="none" w="med" len="med"/>
                      <a:tailEnd type="none" w="med" len="med"/>
                    </a:lnL>
                    <a:lnR cap="flat">
                      <a:noFill/>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09463">
                <a:tc>
                  <a:txBody>
                    <a:bodyPr/>
                    <a:lstStyle>
                      <a:lvl1pPr>
                        <a:defRPr kumimoji="1" sz="2000">
                          <a:solidFill>
                            <a:schemeClr val="tx1"/>
                          </a:solidFill>
                          <a:effectLst>
                            <a:outerShdw blurRad="38100" dist="38100" dir="2700000" algn="tl">
                              <a:srgbClr val="C0C0C0"/>
                            </a:outerShdw>
                          </a:effectLst>
                          <a:latin typeface="楷体_GB2312" pitchFamily="49" charset="-122"/>
                          <a:ea typeface="楷体_GB2312" pitchFamily="49" charset="-122"/>
                        </a:defRPr>
                      </a:lvl1pPr>
                      <a:lvl2pPr>
                        <a:defRPr kumimoji="1">
                          <a:solidFill>
                            <a:schemeClr val="tx1"/>
                          </a:solidFill>
                          <a:latin typeface="Times New Roman" panose="02020603050405020304" pitchFamily="18" charset="0"/>
                          <a:ea typeface="宋体" panose="02010600030101010101" pitchFamily="2" charset="-122"/>
                        </a:defRPr>
                      </a:lvl2pPr>
                      <a:lvl3pPr>
                        <a:defRPr kumimoji="1" sz="1600">
                          <a:solidFill>
                            <a:schemeClr val="tx1"/>
                          </a:solidFill>
                          <a:latin typeface="Times New Roman" panose="02020603050405020304" pitchFamily="18" charset="0"/>
                          <a:ea typeface="宋体" panose="02010600030101010101" pitchFamily="2" charset="-122"/>
                        </a:defRPr>
                      </a:lvl3pPr>
                      <a:lvl4pPr>
                        <a:defRPr kumimoji="1" sz="1400">
                          <a:solidFill>
                            <a:schemeClr val="tx1"/>
                          </a:solidFill>
                          <a:latin typeface="Times New Roman" panose="02020603050405020304" pitchFamily="18" charset="0"/>
                          <a:ea typeface="宋体" panose="02010600030101010101" pitchFamily="2" charset="-122"/>
                        </a:defRPr>
                      </a:lvl4pPr>
                      <a:lvl5pPr>
                        <a:defRPr kumimoji="1" sz="1400">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T</a:t>
                      </a:r>
                    </a:p>
                  </a:txBody>
                  <a:tcPr marT="45710" marB="4571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000">
                          <a:solidFill>
                            <a:schemeClr val="tx1"/>
                          </a:solidFill>
                          <a:effectLst>
                            <a:outerShdw blurRad="38100" dist="38100" dir="2700000" algn="tl">
                              <a:srgbClr val="C0C0C0"/>
                            </a:outerShdw>
                          </a:effectLst>
                          <a:latin typeface="楷体_GB2312" pitchFamily="49" charset="-122"/>
                          <a:ea typeface="楷体_GB2312" pitchFamily="49" charset="-122"/>
                        </a:defRPr>
                      </a:lvl1pPr>
                      <a:lvl2pPr>
                        <a:defRPr kumimoji="1">
                          <a:solidFill>
                            <a:schemeClr val="tx1"/>
                          </a:solidFill>
                          <a:latin typeface="Times New Roman" panose="02020603050405020304" pitchFamily="18" charset="0"/>
                          <a:ea typeface="宋体" panose="02010600030101010101" pitchFamily="2" charset="-122"/>
                        </a:defRPr>
                      </a:lvl2pPr>
                      <a:lvl3pPr>
                        <a:defRPr kumimoji="1" sz="1600">
                          <a:solidFill>
                            <a:schemeClr val="tx1"/>
                          </a:solidFill>
                          <a:latin typeface="Times New Roman" panose="02020603050405020304" pitchFamily="18" charset="0"/>
                          <a:ea typeface="宋体" panose="02010600030101010101" pitchFamily="2" charset="-122"/>
                        </a:defRPr>
                      </a:lvl3pPr>
                      <a:lvl4pPr>
                        <a:defRPr kumimoji="1" sz="1400">
                          <a:solidFill>
                            <a:schemeClr val="tx1"/>
                          </a:solidFill>
                          <a:latin typeface="Times New Roman" panose="02020603050405020304" pitchFamily="18" charset="0"/>
                          <a:ea typeface="宋体" panose="02010600030101010101" pitchFamily="2" charset="-122"/>
                        </a:defRPr>
                      </a:lvl4pPr>
                      <a:lvl5pPr>
                        <a:defRPr kumimoji="1" sz="1400">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T</a:t>
                      </a:r>
                    </a:p>
                  </a:txBody>
                  <a:tcPr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000">
                          <a:solidFill>
                            <a:schemeClr val="tx1"/>
                          </a:solidFill>
                          <a:effectLst>
                            <a:outerShdw blurRad="38100" dist="38100" dir="2700000" algn="tl">
                              <a:srgbClr val="C0C0C0"/>
                            </a:outerShdw>
                          </a:effectLst>
                          <a:latin typeface="楷体_GB2312" pitchFamily="49" charset="-122"/>
                          <a:ea typeface="楷体_GB2312" pitchFamily="49" charset="-122"/>
                        </a:defRPr>
                      </a:lvl1pPr>
                      <a:lvl2pPr>
                        <a:defRPr kumimoji="1">
                          <a:solidFill>
                            <a:schemeClr val="tx1"/>
                          </a:solidFill>
                          <a:latin typeface="Times New Roman" panose="02020603050405020304" pitchFamily="18" charset="0"/>
                          <a:ea typeface="宋体" panose="02010600030101010101" pitchFamily="2" charset="-122"/>
                        </a:defRPr>
                      </a:lvl2pPr>
                      <a:lvl3pPr>
                        <a:defRPr kumimoji="1" sz="1600">
                          <a:solidFill>
                            <a:schemeClr val="tx1"/>
                          </a:solidFill>
                          <a:latin typeface="Times New Roman" panose="02020603050405020304" pitchFamily="18" charset="0"/>
                          <a:ea typeface="宋体" panose="02010600030101010101" pitchFamily="2" charset="-122"/>
                        </a:defRPr>
                      </a:lvl3pPr>
                      <a:lvl4pPr>
                        <a:defRPr kumimoji="1" sz="1400">
                          <a:solidFill>
                            <a:schemeClr val="tx1"/>
                          </a:solidFill>
                          <a:latin typeface="Times New Roman" panose="02020603050405020304" pitchFamily="18" charset="0"/>
                          <a:ea typeface="宋体" panose="02010600030101010101" pitchFamily="2" charset="-122"/>
                        </a:defRPr>
                      </a:lvl4pPr>
                      <a:lvl5pPr>
                        <a:defRPr kumimoji="1" sz="1400">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F</a:t>
                      </a:r>
                    </a:p>
                  </a:txBody>
                  <a:tcPr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000">
                          <a:solidFill>
                            <a:schemeClr val="tx1"/>
                          </a:solidFill>
                          <a:effectLst>
                            <a:outerShdw blurRad="38100" dist="38100" dir="2700000" algn="tl">
                              <a:srgbClr val="C0C0C0"/>
                            </a:outerShdw>
                          </a:effectLst>
                          <a:latin typeface="楷体_GB2312" pitchFamily="49" charset="-122"/>
                          <a:ea typeface="楷体_GB2312" pitchFamily="49" charset="-122"/>
                        </a:defRPr>
                      </a:lvl1pPr>
                      <a:lvl2pPr>
                        <a:defRPr kumimoji="1">
                          <a:solidFill>
                            <a:schemeClr val="tx1"/>
                          </a:solidFill>
                          <a:latin typeface="Times New Roman" panose="02020603050405020304" pitchFamily="18" charset="0"/>
                          <a:ea typeface="宋体" panose="02010600030101010101" pitchFamily="2" charset="-122"/>
                        </a:defRPr>
                      </a:lvl2pPr>
                      <a:lvl3pPr>
                        <a:defRPr kumimoji="1" sz="1600">
                          <a:solidFill>
                            <a:schemeClr val="tx1"/>
                          </a:solidFill>
                          <a:latin typeface="Times New Roman" panose="02020603050405020304" pitchFamily="18" charset="0"/>
                          <a:ea typeface="宋体" panose="02010600030101010101" pitchFamily="2" charset="-122"/>
                        </a:defRPr>
                      </a:lvl3pPr>
                      <a:lvl4pPr>
                        <a:defRPr kumimoji="1" sz="1400">
                          <a:solidFill>
                            <a:schemeClr val="tx1"/>
                          </a:solidFill>
                          <a:latin typeface="Times New Roman" panose="02020603050405020304" pitchFamily="18" charset="0"/>
                          <a:ea typeface="宋体" panose="02010600030101010101" pitchFamily="2" charset="-122"/>
                        </a:defRPr>
                      </a:lvl4pPr>
                      <a:lvl5pPr>
                        <a:defRPr kumimoji="1" sz="1400">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T</a:t>
                      </a:r>
                    </a:p>
                  </a:txBody>
                  <a:tcPr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000">
                          <a:solidFill>
                            <a:schemeClr val="tx1"/>
                          </a:solidFill>
                          <a:effectLst>
                            <a:outerShdw blurRad="38100" dist="38100" dir="2700000" algn="tl">
                              <a:srgbClr val="C0C0C0"/>
                            </a:outerShdw>
                          </a:effectLst>
                          <a:latin typeface="楷体_GB2312" pitchFamily="49" charset="-122"/>
                          <a:ea typeface="楷体_GB2312" pitchFamily="49" charset="-122"/>
                        </a:defRPr>
                      </a:lvl1pPr>
                      <a:lvl2pPr>
                        <a:defRPr kumimoji="1">
                          <a:solidFill>
                            <a:schemeClr val="tx1"/>
                          </a:solidFill>
                          <a:latin typeface="Times New Roman" panose="02020603050405020304" pitchFamily="18" charset="0"/>
                          <a:ea typeface="宋体" panose="02010600030101010101" pitchFamily="2" charset="-122"/>
                        </a:defRPr>
                      </a:lvl2pPr>
                      <a:lvl3pPr>
                        <a:defRPr kumimoji="1" sz="1600">
                          <a:solidFill>
                            <a:schemeClr val="tx1"/>
                          </a:solidFill>
                          <a:latin typeface="Times New Roman" panose="02020603050405020304" pitchFamily="18" charset="0"/>
                          <a:ea typeface="宋体" panose="02010600030101010101" pitchFamily="2" charset="-122"/>
                        </a:defRPr>
                      </a:lvl3pPr>
                      <a:lvl4pPr>
                        <a:defRPr kumimoji="1" sz="1400">
                          <a:solidFill>
                            <a:schemeClr val="tx1"/>
                          </a:solidFill>
                          <a:latin typeface="Times New Roman" panose="02020603050405020304" pitchFamily="18" charset="0"/>
                          <a:ea typeface="宋体" panose="02010600030101010101" pitchFamily="2" charset="-122"/>
                        </a:defRPr>
                      </a:lvl4pPr>
                      <a:lvl5pPr>
                        <a:defRPr kumimoji="1" sz="1400">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T</a:t>
                      </a:r>
                    </a:p>
                  </a:txBody>
                  <a:tcPr marT="45710" marB="4571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8140">
                <a:tc>
                  <a:txBody>
                    <a:bodyPr/>
                    <a:lstStyle>
                      <a:lvl1pPr>
                        <a:defRPr kumimoji="1" sz="2000">
                          <a:solidFill>
                            <a:schemeClr val="tx1"/>
                          </a:solidFill>
                          <a:effectLst>
                            <a:outerShdw blurRad="38100" dist="38100" dir="2700000" algn="tl">
                              <a:srgbClr val="C0C0C0"/>
                            </a:outerShdw>
                          </a:effectLst>
                          <a:latin typeface="楷体_GB2312" pitchFamily="49" charset="-122"/>
                          <a:ea typeface="楷体_GB2312" pitchFamily="49" charset="-122"/>
                        </a:defRPr>
                      </a:lvl1pPr>
                      <a:lvl2pPr>
                        <a:defRPr kumimoji="1">
                          <a:solidFill>
                            <a:schemeClr val="tx1"/>
                          </a:solidFill>
                          <a:latin typeface="Times New Roman" panose="02020603050405020304" pitchFamily="18" charset="0"/>
                          <a:ea typeface="宋体" panose="02010600030101010101" pitchFamily="2" charset="-122"/>
                        </a:defRPr>
                      </a:lvl2pPr>
                      <a:lvl3pPr>
                        <a:defRPr kumimoji="1" sz="1600">
                          <a:solidFill>
                            <a:schemeClr val="tx1"/>
                          </a:solidFill>
                          <a:latin typeface="Times New Roman" panose="02020603050405020304" pitchFamily="18" charset="0"/>
                          <a:ea typeface="宋体" panose="02010600030101010101" pitchFamily="2" charset="-122"/>
                        </a:defRPr>
                      </a:lvl3pPr>
                      <a:lvl4pPr>
                        <a:defRPr kumimoji="1" sz="1400">
                          <a:solidFill>
                            <a:schemeClr val="tx1"/>
                          </a:solidFill>
                          <a:latin typeface="Times New Roman" panose="02020603050405020304" pitchFamily="18" charset="0"/>
                          <a:ea typeface="宋体" panose="02010600030101010101" pitchFamily="2" charset="-122"/>
                        </a:defRPr>
                      </a:lvl4pPr>
                      <a:lvl5pPr>
                        <a:defRPr kumimoji="1" sz="1400">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T</a:t>
                      </a:r>
                    </a:p>
                  </a:txBody>
                  <a:tcPr marT="45710" marB="4571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000">
                          <a:solidFill>
                            <a:schemeClr val="tx1"/>
                          </a:solidFill>
                          <a:effectLst>
                            <a:outerShdw blurRad="38100" dist="38100" dir="2700000" algn="tl">
                              <a:srgbClr val="C0C0C0"/>
                            </a:outerShdw>
                          </a:effectLst>
                          <a:latin typeface="楷体_GB2312" pitchFamily="49" charset="-122"/>
                          <a:ea typeface="楷体_GB2312" pitchFamily="49" charset="-122"/>
                        </a:defRPr>
                      </a:lvl1pPr>
                      <a:lvl2pPr>
                        <a:defRPr kumimoji="1">
                          <a:solidFill>
                            <a:schemeClr val="tx1"/>
                          </a:solidFill>
                          <a:latin typeface="Times New Roman" panose="02020603050405020304" pitchFamily="18" charset="0"/>
                          <a:ea typeface="宋体" panose="02010600030101010101" pitchFamily="2" charset="-122"/>
                        </a:defRPr>
                      </a:lvl2pPr>
                      <a:lvl3pPr>
                        <a:defRPr kumimoji="1" sz="1600">
                          <a:solidFill>
                            <a:schemeClr val="tx1"/>
                          </a:solidFill>
                          <a:latin typeface="Times New Roman" panose="02020603050405020304" pitchFamily="18" charset="0"/>
                          <a:ea typeface="宋体" panose="02010600030101010101" pitchFamily="2" charset="-122"/>
                        </a:defRPr>
                      </a:lvl3pPr>
                      <a:lvl4pPr>
                        <a:defRPr kumimoji="1" sz="1400">
                          <a:solidFill>
                            <a:schemeClr val="tx1"/>
                          </a:solidFill>
                          <a:latin typeface="Times New Roman" panose="02020603050405020304" pitchFamily="18" charset="0"/>
                          <a:ea typeface="宋体" panose="02010600030101010101" pitchFamily="2" charset="-122"/>
                        </a:defRPr>
                      </a:lvl4pPr>
                      <a:lvl5pPr>
                        <a:defRPr kumimoji="1" sz="1400">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F</a:t>
                      </a:r>
                    </a:p>
                  </a:txBody>
                  <a:tcPr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000">
                          <a:solidFill>
                            <a:schemeClr val="tx1"/>
                          </a:solidFill>
                          <a:effectLst>
                            <a:outerShdw blurRad="38100" dist="38100" dir="2700000" algn="tl">
                              <a:srgbClr val="C0C0C0"/>
                            </a:outerShdw>
                          </a:effectLst>
                          <a:latin typeface="楷体_GB2312" pitchFamily="49" charset="-122"/>
                          <a:ea typeface="楷体_GB2312" pitchFamily="49" charset="-122"/>
                        </a:defRPr>
                      </a:lvl1pPr>
                      <a:lvl2pPr>
                        <a:defRPr kumimoji="1">
                          <a:solidFill>
                            <a:schemeClr val="tx1"/>
                          </a:solidFill>
                          <a:latin typeface="Times New Roman" panose="02020603050405020304" pitchFamily="18" charset="0"/>
                          <a:ea typeface="宋体" panose="02010600030101010101" pitchFamily="2" charset="-122"/>
                        </a:defRPr>
                      </a:lvl2pPr>
                      <a:lvl3pPr>
                        <a:defRPr kumimoji="1" sz="1600">
                          <a:solidFill>
                            <a:schemeClr val="tx1"/>
                          </a:solidFill>
                          <a:latin typeface="Times New Roman" panose="02020603050405020304" pitchFamily="18" charset="0"/>
                          <a:ea typeface="宋体" panose="02010600030101010101" pitchFamily="2" charset="-122"/>
                        </a:defRPr>
                      </a:lvl3pPr>
                      <a:lvl4pPr>
                        <a:defRPr kumimoji="1" sz="1400">
                          <a:solidFill>
                            <a:schemeClr val="tx1"/>
                          </a:solidFill>
                          <a:latin typeface="Times New Roman" panose="02020603050405020304" pitchFamily="18" charset="0"/>
                          <a:ea typeface="宋体" panose="02010600030101010101" pitchFamily="2" charset="-122"/>
                        </a:defRPr>
                      </a:lvl4pPr>
                      <a:lvl5pPr>
                        <a:defRPr kumimoji="1" sz="1400">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F</a:t>
                      </a:r>
                    </a:p>
                  </a:txBody>
                  <a:tcPr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000">
                          <a:solidFill>
                            <a:schemeClr val="tx1"/>
                          </a:solidFill>
                          <a:effectLst>
                            <a:outerShdw blurRad="38100" dist="38100" dir="2700000" algn="tl">
                              <a:srgbClr val="C0C0C0"/>
                            </a:outerShdw>
                          </a:effectLst>
                          <a:latin typeface="楷体_GB2312" pitchFamily="49" charset="-122"/>
                          <a:ea typeface="楷体_GB2312" pitchFamily="49" charset="-122"/>
                        </a:defRPr>
                      </a:lvl1pPr>
                      <a:lvl2pPr>
                        <a:defRPr kumimoji="1">
                          <a:solidFill>
                            <a:schemeClr val="tx1"/>
                          </a:solidFill>
                          <a:latin typeface="Times New Roman" panose="02020603050405020304" pitchFamily="18" charset="0"/>
                          <a:ea typeface="宋体" panose="02010600030101010101" pitchFamily="2" charset="-122"/>
                        </a:defRPr>
                      </a:lvl2pPr>
                      <a:lvl3pPr>
                        <a:defRPr kumimoji="1" sz="1600">
                          <a:solidFill>
                            <a:schemeClr val="tx1"/>
                          </a:solidFill>
                          <a:latin typeface="Times New Roman" panose="02020603050405020304" pitchFamily="18" charset="0"/>
                          <a:ea typeface="宋体" panose="02010600030101010101" pitchFamily="2" charset="-122"/>
                        </a:defRPr>
                      </a:lvl3pPr>
                      <a:lvl4pPr>
                        <a:defRPr kumimoji="1" sz="1400">
                          <a:solidFill>
                            <a:schemeClr val="tx1"/>
                          </a:solidFill>
                          <a:latin typeface="Times New Roman" panose="02020603050405020304" pitchFamily="18" charset="0"/>
                          <a:ea typeface="宋体" panose="02010600030101010101" pitchFamily="2" charset="-122"/>
                        </a:defRPr>
                      </a:lvl4pPr>
                      <a:lvl5pPr>
                        <a:defRPr kumimoji="1" sz="1400">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T</a:t>
                      </a:r>
                    </a:p>
                  </a:txBody>
                  <a:tcPr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000">
                          <a:solidFill>
                            <a:schemeClr val="tx1"/>
                          </a:solidFill>
                          <a:effectLst>
                            <a:outerShdw blurRad="38100" dist="38100" dir="2700000" algn="tl">
                              <a:srgbClr val="C0C0C0"/>
                            </a:outerShdw>
                          </a:effectLst>
                          <a:latin typeface="楷体_GB2312" pitchFamily="49" charset="-122"/>
                          <a:ea typeface="楷体_GB2312" pitchFamily="49" charset="-122"/>
                        </a:defRPr>
                      </a:lvl1pPr>
                      <a:lvl2pPr>
                        <a:defRPr kumimoji="1">
                          <a:solidFill>
                            <a:schemeClr val="tx1"/>
                          </a:solidFill>
                          <a:latin typeface="Times New Roman" panose="02020603050405020304" pitchFamily="18" charset="0"/>
                          <a:ea typeface="宋体" panose="02010600030101010101" pitchFamily="2" charset="-122"/>
                        </a:defRPr>
                      </a:lvl2pPr>
                      <a:lvl3pPr>
                        <a:defRPr kumimoji="1" sz="1600">
                          <a:solidFill>
                            <a:schemeClr val="tx1"/>
                          </a:solidFill>
                          <a:latin typeface="Times New Roman" panose="02020603050405020304" pitchFamily="18" charset="0"/>
                          <a:ea typeface="宋体" panose="02010600030101010101" pitchFamily="2" charset="-122"/>
                        </a:defRPr>
                      </a:lvl3pPr>
                      <a:lvl4pPr>
                        <a:defRPr kumimoji="1" sz="1400">
                          <a:solidFill>
                            <a:schemeClr val="tx1"/>
                          </a:solidFill>
                          <a:latin typeface="Times New Roman" panose="02020603050405020304" pitchFamily="18" charset="0"/>
                          <a:ea typeface="宋体" panose="02010600030101010101" pitchFamily="2" charset="-122"/>
                        </a:defRPr>
                      </a:lvl4pPr>
                      <a:lvl5pPr>
                        <a:defRPr kumimoji="1" sz="1400">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T</a:t>
                      </a:r>
                    </a:p>
                  </a:txBody>
                  <a:tcPr marT="45710" marB="4571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30106">
                <a:tc>
                  <a:txBody>
                    <a:bodyPr/>
                    <a:lstStyle>
                      <a:lvl1pPr>
                        <a:defRPr kumimoji="1" sz="2000">
                          <a:solidFill>
                            <a:schemeClr val="tx1"/>
                          </a:solidFill>
                          <a:effectLst>
                            <a:outerShdw blurRad="38100" dist="38100" dir="2700000" algn="tl">
                              <a:srgbClr val="C0C0C0"/>
                            </a:outerShdw>
                          </a:effectLst>
                          <a:latin typeface="楷体_GB2312" pitchFamily="49" charset="-122"/>
                          <a:ea typeface="楷体_GB2312" pitchFamily="49" charset="-122"/>
                        </a:defRPr>
                      </a:lvl1pPr>
                      <a:lvl2pPr>
                        <a:defRPr kumimoji="1">
                          <a:solidFill>
                            <a:schemeClr val="tx1"/>
                          </a:solidFill>
                          <a:latin typeface="Times New Roman" panose="02020603050405020304" pitchFamily="18" charset="0"/>
                          <a:ea typeface="宋体" panose="02010600030101010101" pitchFamily="2" charset="-122"/>
                        </a:defRPr>
                      </a:lvl2pPr>
                      <a:lvl3pPr>
                        <a:defRPr kumimoji="1" sz="1600">
                          <a:solidFill>
                            <a:schemeClr val="tx1"/>
                          </a:solidFill>
                          <a:latin typeface="Times New Roman" panose="02020603050405020304" pitchFamily="18" charset="0"/>
                          <a:ea typeface="宋体" panose="02010600030101010101" pitchFamily="2" charset="-122"/>
                        </a:defRPr>
                      </a:lvl3pPr>
                      <a:lvl4pPr>
                        <a:defRPr kumimoji="1" sz="1400">
                          <a:solidFill>
                            <a:schemeClr val="tx1"/>
                          </a:solidFill>
                          <a:latin typeface="Times New Roman" panose="02020603050405020304" pitchFamily="18" charset="0"/>
                          <a:ea typeface="宋体" panose="02010600030101010101" pitchFamily="2" charset="-122"/>
                        </a:defRPr>
                      </a:lvl4pPr>
                      <a:lvl5pPr>
                        <a:defRPr kumimoji="1" sz="1400">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F</a:t>
                      </a:r>
                    </a:p>
                  </a:txBody>
                  <a:tcPr marT="45710" marB="4571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000">
                          <a:solidFill>
                            <a:schemeClr val="tx1"/>
                          </a:solidFill>
                          <a:effectLst>
                            <a:outerShdw blurRad="38100" dist="38100" dir="2700000" algn="tl">
                              <a:srgbClr val="C0C0C0"/>
                            </a:outerShdw>
                          </a:effectLst>
                          <a:latin typeface="楷体_GB2312" pitchFamily="49" charset="-122"/>
                          <a:ea typeface="楷体_GB2312" pitchFamily="49" charset="-122"/>
                        </a:defRPr>
                      </a:lvl1pPr>
                      <a:lvl2pPr>
                        <a:defRPr kumimoji="1">
                          <a:solidFill>
                            <a:schemeClr val="tx1"/>
                          </a:solidFill>
                          <a:latin typeface="Times New Roman" panose="02020603050405020304" pitchFamily="18" charset="0"/>
                          <a:ea typeface="宋体" panose="02010600030101010101" pitchFamily="2" charset="-122"/>
                        </a:defRPr>
                      </a:lvl2pPr>
                      <a:lvl3pPr>
                        <a:defRPr kumimoji="1" sz="1600">
                          <a:solidFill>
                            <a:schemeClr val="tx1"/>
                          </a:solidFill>
                          <a:latin typeface="Times New Roman" panose="02020603050405020304" pitchFamily="18" charset="0"/>
                          <a:ea typeface="宋体" panose="02010600030101010101" pitchFamily="2" charset="-122"/>
                        </a:defRPr>
                      </a:lvl3pPr>
                      <a:lvl4pPr>
                        <a:defRPr kumimoji="1" sz="1400">
                          <a:solidFill>
                            <a:schemeClr val="tx1"/>
                          </a:solidFill>
                          <a:latin typeface="Times New Roman" panose="02020603050405020304" pitchFamily="18" charset="0"/>
                          <a:ea typeface="宋体" panose="02010600030101010101" pitchFamily="2" charset="-122"/>
                        </a:defRPr>
                      </a:lvl4pPr>
                      <a:lvl5pPr>
                        <a:defRPr kumimoji="1" sz="1400">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T</a:t>
                      </a:r>
                    </a:p>
                  </a:txBody>
                  <a:tcPr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000">
                          <a:solidFill>
                            <a:schemeClr val="tx1"/>
                          </a:solidFill>
                          <a:effectLst>
                            <a:outerShdw blurRad="38100" dist="38100" dir="2700000" algn="tl">
                              <a:srgbClr val="C0C0C0"/>
                            </a:outerShdw>
                          </a:effectLst>
                          <a:latin typeface="楷体_GB2312" pitchFamily="49" charset="-122"/>
                          <a:ea typeface="楷体_GB2312" pitchFamily="49" charset="-122"/>
                        </a:defRPr>
                      </a:lvl1pPr>
                      <a:lvl2pPr>
                        <a:defRPr kumimoji="1">
                          <a:solidFill>
                            <a:schemeClr val="tx1"/>
                          </a:solidFill>
                          <a:latin typeface="Times New Roman" panose="02020603050405020304" pitchFamily="18" charset="0"/>
                          <a:ea typeface="宋体" panose="02010600030101010101" pitchFamily="2" charset="-122"/>
                        </a:defRPr>
                      </a:lvl2pPr>
                      <a:lvl3pPr>
                        <a:defRPr kumimoji="1" sz="1600">
                          <a:solidFill>
                            <a:schemeClr val="tx1"/>
                          </a:solidFill>
                          <a:latin typeface="Times New Roman" panose="02020603050405020304" pitchFamily="18" charset="0"/>
                          <a:ea typeface="宋体" panose="02010600030101010101" pitchFamily="2" charset="-122"/>
                        </a:defRPr>
                      </a:lvl3pPr>
                      <a:lvl4pPr>
                        <a:defRPr kumimoji="1" sz="1400">
                          <a:solidFill>
                            <a:schemeClr val="tx1"/>
                          </a:solidFill>
                          <a:latin typeface="Times New Roman" panose="02020603050405020304" pitchFamily="18" charset="0"/>
                          <a:ea typeface="宋体" panose="02010600030101010101" pitchFamily="2" charset="-122"/>
                        </a:defRPr>
                      </a:lvl4pPr>
                      <a:lvl5pPr>
                        <a:defRPr kumimoji="1" sz="1400">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T</a:t>
                      </a:r>
                    </a:p>
                  </a:txBody>
                  <a:tcPr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000">
                          <a:solidFill>
                            <a:schemeClr val="tx1"/>
                          </a:solidFill>
                          <a:effectLst>
                            <a:outerShdw blurRad="38100" dist="38100" dir="2700000" algn="tl">
                              <a:srgbClr val="C0C0C0"/>
                            </a:outerShdw>
                          </a:effectLst>
                          <a:latin typeface="楷体_GB2312" pitchFamily="49" charset="-122"/>
                          <a:ea typeface="楷体_GB2312" pitchFamily="49" charset="-122"/>
                        </a:defRPr>
                      </a:lvl1pPr>
                      <a:lvl2pPr>
                        <a:defRPr kumimoji="1">
                          <a:solidFill>
                            <a:schemeClr val="tx1"/>
                          </a:solidFill>
                          <a:latin typeface="Times New Roman" panose="02020603050405020304" pitchFamily="18" charset="0"/>
                          <a:ea typeface="宋体" panose="02010600030101010101" pitchFamily="2" charset="-122"/>
                        </a:defRPr>
                      </a:lvl2pPr>
                      <a:lvl3pPr>
                        <a:defRPr kumimoji="1" sz="1600">
                          <a:solidFill>
                            <a:schemeClr val="tx1"/>
                          </a:solidFill>
                          <a:latin typeface="Times New Roman" panose="02020603050405020304" pitchFamily="18" charset="0"/>
                          <a:ea typeface="宋体" panose="02010600030101010101" pitchFamily="2" charset="-122"/>
                        </a:defRPr>
                      </a:lvl3pPr>
                      <a:lvl4pPr>
                        <a:defRPr kumimoji="1" sz="1400">
                          <a:solidFill>
                            <a:schemeClr val="tx1"/>
                          </a:solidFill>
                          <a:latin typeface="Times New Roman" panose="02020603050405020304" pitchFamily="18" charset="0"/>
                          <a:ea typeface="宋体" panose="02010600030101010101" pitchFamily="2" charset="-122"/>
                        </a:defRPr>
                      </a:lvl4pPr>
                      <a:lvl5pPr>
                        <a:defRPr kumimoji="1" sz="1400">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T</a:t>
                      </a:r>
                    </a:p>
                  </a:txBody>
                  <a:tcPr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000">
                          <a:solidFill>
                            <a:schemeClr val="tx1"/>
                          </a:solidFill>
                          <a:effectLst>
                            <a:outerShdw blurRad="38100" dist="38100" dir="2700000" algn="tl">
                              <a:srgbClr val="C0C0C0"/>
                            </a:outerShdw>
                          </a:effectLst>
                          <a:latin typeface="楷体_GB2312" pitchFamily="49" charset="-122"/>
                          <a:ea typeface="楷体_GB2312" pitchFamily="49" charset="-122"/>
                        </a:defRPr>
                      </a:lvl1pPr>
                      <a:lvl2pPr>
                        <a:defRPr kumimoji="1">
                          <a:solidFill>
                            <a:schemeClr val="tx1"/>
                          </a:solidFill>
                          <a:latin typeface="Times New Roman" panose="02020603050405020304" pitchFamily="18" charset="0"/>
                          <a:ea typeface="宋体" panose="02010600030101010101" pitchFamily="2" charset="-122"/>
                        </a:defRPr>
                      </a:lvl2pPr>
                      <a:lvl3pPr>
                        <a:defRPr kumimoji="1" sz="1600">
                          <a:solidFill>
                            <a:schemeClr val="tx1"/>
                          </a:solidFill>
                          <a:latin typeface="Times New Roman" panose="02020603050405020304" pitchFamily="18" charset="0"/>
                          <a:ea typeface="宋体" panose="02010600030101010101" pitchFamily="2" charset="-122"/>
                        </a:defRPr>
                      </a:lvl3pPr>
                      <a:lvl4pPr>
                        <a:defRPr kumimoji="1" sz="1400">
                          <a:solidFill>
                            <a:schemeClr val="tx1"/>
                          </a:solidFill>
                          <a:latin typeface="Times New Roman" panose="02020603050405020304" pitchFamily="18" charset="0"/>
                          <a:ea typeface="宋体" panose="02010600030101010101" pitchFamily="2" charset="-122"/>
                        </a:defRPr>
                      </a:lvl4pPr>
                      <a:lvl5pPr>
                        <a:defRPr kumimoji="1" sz="1400">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T</a:t>
                      </a:r>
                    </a:p>
                  </a:txBody>
                  <a:tcPr marT="45710" marB="4571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8140">
                <a:tc>
                  <a:txBody>
                    <a:bodyPr/>
                    <a:lstStyle>
                      <a:lvl1pPr>
                        <a:defRPr kumimoji="1" sz="2000">
                          <a:solidFill>
                            <a:schemeClr val="tx1"/>
                          </a:solidFill>
                          <a:effectLst>
                            <a:outerShdw blurRad="38100" dist="38100" dir="2700000" algn="tl">
                              <a:srgbClr val="C0C0C0"/>
                            </a:outerShdw>
                          </a:effectLst>
                          <a:latin typeface="楷体_GB2312" pitchFamily="49" charset="-122"/>
                          <a:ea typeface="楷体_GB2312" pitchFamily="49" charset="-122"/>
                        </a:defRPr>
                      </a:lvl1pPr>
                      <a:lvl2pPr>
                        <a:defRPr kumimoji="1">
                          <a:solidFill>
                            <a:schemeClr val="tx1"/>
                          </a:solidFill>
                          <a:latin typeface="Times New Roman" panose="02020603050405020304" pitchFamily="18" charset="0"/>
                          <a:ea typeface="宋体" panose="02010600030101010101" pitchFamily="2" charset="-122"/>
                        </a:defRPr>
                      </a:lvl2pPr>
                      <a:lvl3pPr>
                        <a:defRPr kumimoji="1" sz="1600">
                          <a:solidFill>
                            <a:schemeClr val="tx1"/>
                          </a:solidFill>
                          <a:latin typeface="Times New Roman" panose="02020603050405020304" pitchFamily="18" charset="0"/>
                          <a:ea typeface="宋体" panose="02010600030101010101" pitchFamily="2" charset="-122"/>
                        </a:defRPr>
                      </a:lvl3pPr>
                      <a:lvl4pPr>
                        <a:defRPr kumimoji="1" sz="1400">
                          <a:solidFill>
                            <a:schemeClr val="tx1"/>
                          </a:solidFill>
                          <a:latin typeface="Times New Roman" panose="02020603050405020304" pitchFamily="18" charset="0"/>
                          <a:ea typeface="宋体" panose="02010600030101010101" pitchFamily="2" charset="-122"/>
                        </a:defRPr>
                      </a:lvl4pPr>
                      <a:lvl5pPr>
                        <a:defRPr kumimoji="1" sz="1400">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F</a:t>
                      </a:r>
                    </a:p>
                  </a:txBody>
                  <a:tcPr marT="45710" marB="4571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000">
                          <a:solidFill>
                            <a:schemeClr val="tx1"/>
                          </a:solidFill>
                          <a:effectLst>
                            <a:outerShdw blurRad="38100" dist="38100" dir="2700000" algn="tl">
                              <a:srgbClr val="C0C0C0"/>
                            </a:outerShdw>
                          </a:effectLst>
                          <a:latin typeface="楷体_GB2312" pitchFamily="49" charset="-122"/>
                          <a:ea typeface="楷体_GB2312" pitchFamily="49" charset="-122"/>
                        </a:defRPr>
                      </a:lvl1pPr>
                      <a:lvl2pPr>
                        <a:defRPr kumimoji="1">
                          <a:solidFill>
                            <a:schemeClr val="tx1"/>
                          </a:solidFill>
                          <a:latin typeface="Times New Roman" panose="02020603050405020304" pitchFamily="18" charset="0"/>
                          <a:ea typeface="宋体" panose="02010600030101010101" pitchFamily="2" charset="-122"/>
                        </a:defRPr>
                      </a:lvl2pPr>
                      <a:lvl3pPr>
                        <a:defRPr kumimoji="1" sz="1600">
                          <a:solidFill>
                            <a:schemeClr val="tx1"/>
                          </a:solidFill>
                          <a:latin typeface="Times New Roman" panose="02020603050405020304" pitchFamily="18" charset="0"/>
                          <a:ea typeface="宋体" panose="02010600030101010101" pitchFamily="2" charset="-122"/>
                        </a:defRPr>
                      </a:lvl3pPr>
                      <a:lvl4pPr>
                        <a:defRPr kumimoji="1" sz="1400">
                          <a:solidFill>
                            <a:schemeClr val="tx1"/>
                          </a:solidFill>
                          <a:latin typeface="Times New Roman" panose="02020603050405020304" pitchFamily="18" charset="0"/>
                          <a:ea typeface="宋体" panose="02010600030101010101" pitchFamily="2" charset="-122"/>
                        </a:defRPr>
                      </a:lvl4pPr>
                      <a:lvl5pPr>
                        <a:defRPr kumimoji="1" sz="1400">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F</a:t>
                      </a:r>
                    </a:p>
                  </a:txBody>
                  <a:tcPr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000">
                          <a:solidFill>
                            <a:schemeClr val="tx1"/>
                          </a:solidFill>
                          <a:effectLst>
                            <a:outerShdw blurRad="38100" dist="38100" dir="2700000" algn="tl">
                              <a:srgbClr val="C0C0C0"/>
                            </a:outerShdw>
                          </a:effectLst>
                          <a:latin typeface="楷体_GB2312" pitchFamily="49" charset="-122"/>
                          <a:ea typeface="楷体_GB2312" pitchFamily="49" charset="-122"/>
                        </a:defRPr>
                      </a:lvl1pPr>
                      <a:lvl2pPr>
                        <a:defRPr kumimoji="1">
                          <a:solidFill>
                            <a:schemeClr val="tx1"/>
                          </a:solidFill>
                          <a:latin typeface="Times New Roman" panose="02020603050405020304" pitchFamily="18" charset="0"/>
                          <a:ea typeface="宋体" panose="02010600030101010101" pitchFamily="2" charset="-122"/>
                        </a:defRPr>
                      </a:lvl2pPr>
                      <a:lvl3pPr>
                        <a:defRPr kumimoji="1" sz="1600">
                          <a:solidFill>
                            <a:schemeClr val="tx1"/>
                          </a:solidFill>
                          <a:latin typeface="Times New Roman" panose="02020603050405020304" pitchFamily="18" charset="0"/>
                          <a:ea typeface="宋体" panose="02010600030101010101" pitchFamily="2" charset="-122"/>
                        </a:defRPr>
                      </a:lvl3pPr>
                      <a:lvl4pPr>
                        <a:defRPr kumimoji="1" sz="1400">
                          <a:solidFill>
                            <a:schemeClr val="tx1"/>
                          </a:solidFill>
                          <a:latin typeface="Times New Roman" panose="02020603050405020304" pitchFamily="18" charset="0"/>
                          <a:ea typeface="宋体" panose="02010600030101010101" pitchFamily="2" charset="-122"/>
                        </a:defRPr>
                      </a:lvl4pPr>
                      <a:lvl5pPr>
                        <a:defRPr kumimoji="1" sz="1400">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T</a:t>
                      </a:r>
                    </a:p>
                  </a:txBody>
                  <a:tcPr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000">
                          <a:solidFill>
                            <a:schemeClr val="tx1"/>
                          </a:solidFill>
                          <a:effectLst>
                            <a:outerShdw blurRad="38100" dist="38100" dir="2700000" algn="tl">
                              <a:srgbClr val="C0C0C0"/>
                            </a:outerShdw>
                          </a:effectLst>
                          <a:latin typeface="楷体_GB2312" pitchFamily="49" charset="-122"/>
                          <a:ea typeface="楷体_GB2312" pitchFamily="49" charset="-122"/>
                        </a:defRPr>
                      </a:lvl1pPr>
                      <a:lvl2pPr>
                        <a:defRPr kumimoji="1">
                          <a:solidFill>
                            <a:schemeClr val="tx1"/>
                          </a:solidFill>
                          <a:latin typeface="Times New Roman" panose="02020603050405020304" pitchFamily="18" charset="0"/>
                          <a:ea typeface="宋体" panose="02010600030101010101" pitchFamily="2" charset="-122"/>
                        </a:defRPr>
                      </a:lvl2pPr>
                      <a:lvl3pPr>
                        <a:defRPr kumimoji="1" sz="1600">
                          <a:solidFill>
                            <a:schemeClr val="tx1"/>
                          </a:solidFill>
                          <a:latin typeface="Times New Roman" panose="02020603050405020304" pitchFamily="18" charset="0"/>
                          <a:ea typeface="宋体" panose="02010600030101010101" pitchFamily="2" charset="-122"/>
                        </a:defRPr>
                      </a:lvl3pPr>
                      <a:lvl4pPr>
                        <a:defRPr kumimoji="1" sz="1400">
                          <a:solidFill>
                            <a:schemeClr val="tx1"/>
                          </a:solidFill>
                          <a:latin typeface="Times New Roman" panose="02020603050405020304" pitchFamily="18" charset="0"/>
                          <a:ea typeface="宋体" panose="02010600030101010101" pitchFamily="2" charset="-122"/>
                        </a:defRPr>
                      </a:lvl4pPr>
                      <a:lvl5pPr>
                        <a:defRPr kumimoji="1" sz="1400">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F</a:t>
                      </a:r>
                    </a:p>
                  </a:txBody>
                  <a:tcPr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000">
                          <a:solidFill>
                            <a:schemeClr val="tx1"/>
                          </a:solidFill>
                          <a:effectLst>
                            <a:outerShdw blurRad="38100" dist="38100" dir="2700000" algn="tl">
                              <a:srgbClr val="C0C0C0"/>
                            </a:outerShdw>
                          </a:effectLst>
                          <a:latin typeface="楷体_GB2312" pitchFamily="49" charset="-122"/>
                          <a:ea typeface="楷体_GB2312" pitchFamily="49" charset="-122"/>
                        </a:defRPr>
                      </a:lvl1pPr>
                      <a:lvl2pPr>
                        <a:defRPr kumimoji="1">
                          <a:solidFill>
                            <a:schemeClr val="tx1"/>
                          </a:solidFill>
                          <a:latin typeface="Times New Roman" panose="02020603050405020304" pitchFamily="18" charset="0"/>
                          <a:ea typeface="宋体" panose="02010600030101010101" pitchFamily="2" charset="-122"/>
                        </a:defRPr>
                      </a:lvl2pPr>
                      <a:lvl3pPr>
                        <a:defRPr kumimoji="1" sz="1600">
                          <a:solidFill>
                            <a:schemeClr val="tx1"/>
                          </a:solidFill>
                          <a:latin typeface="Times New Roman" panose="02020603050405020304" pitchFamily="18" charset="0"/>
                          <a:ea typeface="宋体" panose="02010600030101010101" pitchFamily="2" charset="-122"/>
                        </a:defRPr>
                      </a:lvl3pPr>
                      <a:lvl4pPr>
                        <a:defRPr kumimoji="1" sz="1400">
                          <a:solidFill>
                            <a:schemeClr val="tx1"/>
                          </a:solidFill>
                          <a:latin typeface="Times New Roman" panose="02020603050405020304" pitchFamily="18" charset="0"/>
                          <a:ea typeface="宋体" panose="02010600030101010101" pitchFamily="2" charset="-122"/>
                        </a:defRPr>
                      </a:lvl4pPr>
                      <a:lvl5pPr>
                        <a:defRPr kumimoji="1" sz="1400">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F</a:t>
                      </a:r>
                    </a:p>
                  </a:txBody>
                  <a:tcPr marT="45710" marB="4571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日期占位符 1">
            <a:extLst>
              <a:ext uri="{FF2B5EF4-FFF2-40B4-BE49-F238E27FC236}">
                <a16:creationId xmlns:a16="http://schemas.microsoft.com/office/drawing/2014/main" id="{E1E50660-ED25-4E91-8694-D16579EEE6FE}"/>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E84C358D-34CF-4DBC-89BB-8EF53DE56250}"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04451" name="页脚占位符 2">
            <a:extLst>
              <a:ext uri="{FF2B5EF4-FFF2-40B4-BE49-F238E27FC236}">
                <a16:creationId xmlns:a16="http://schemas.microsoft.com/office/drawing/2014/main" id="{90146D5C-FDC6-48FF-BCB1-0584D5377045}"/>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04452" name="灯片编号占位符 3">
            <a:extLst>
              <a:ext uri="{FF2B5EF4-FFF2-40B4-BE49-F238E27FC236}">
                <a16:creationId xmlns:a16="http://schemas.microsoft.com/office/drawing/2014/main" id="{3B14FAB7-DC1C-469E-8A4A-713CD68C9EA0}"/>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B8EF838B-7438-4016-A9D2-A57E99769131}" type="slidenum">
              <a:rPr lang="en-US" altLang="zh-CN" sz="1400" smtClean="0">
                <a:latin typeface="Times New Roman" panose="02020603050405020304" pitchFamily="18" charset="0"/>
                <a:ea typeface="宋体" panose="02010600030101010101" pitchFamily="2" charset="-122"/>
              </a:rPr>
              <a:pPr>
                <a:spcBef>
                  <a:spcPct val="0"/>
                </a:spcBef>
                <a:buFontTx/>
                <a:buNone/>
              </a:pPr>
              <a:t>78</a:t>
            </a:fld>
            <a:endParaRPr lang="en-US" altLang="zh-CN" sz="1400">
              <a:latin typeface="Times New Roman" panose="02020603050405020304" pitchFamily="18" charset="0"/>
              <a:ea typeface="宋体" panose="02010600030101010101" pitchFamily="2" charset="-122"/>
            </a:endParaRPr>
          </a:p>
        </p:txBody>
      </p:sp>
      <p:sp>
        <p:nvSpPr>
          <p:cNvPr id="104453" name="页脚占位符 3">
            <a:extLst>
              <a:ext uri="{FF2B5EF4-FFF2-40B4-BE49-F238E27FC236}">
                <a16:creationId xmlns:a16="http://schemas.microsoft.com/office/drawing/2014/main" id="{7BE838D5-7ACC-4886-9E29-9CC19A5C42F3}"/>
              </a:ext>
            </a:extLst>
          </p:cNvPr>
          <p:cNvSpPr txBox="1">
            <a:spLocks noGrp="1"/>
          </p:cNvSpPr>
          <p:nvPr/>
        </p:nvSpPr>
        <p:spPr bwMode="black">
          <a:xfrm>
            <a:off x="609600" y="6470650"/>
            <a:ext cx="538163"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r">
              <a:spcBef>
                <a:spcPct val="0"/>
              </a:spcBef>
              <a:buFontTx/>
              <a:buNone/>
            </a:pPr>
            <a:fld id="{D3461C76-B6A4-421D-BC15-A998D8BF6945}" type="slidenum">
              <a:rPr kumimoji="0" lang="en-US" altLang="zh-CN" sz="1000">
                <a:solidFill>
                  <a:schemeClr val="bg1"/>
                </a:solidFill>
                <a:latin typeface="Arial" panose="020B0604020202020204" pitchFamily="34" charset="0"/>
                <a:ea typeface="宋体" panose="02010600030101010101" pitchFamily="2" charset="-122"/>
              </a:rPr>
              <a:pPr algn="r">
                <a:spcBef>
                  <a:spcPct val="0"/>
                </a:spcBef>
                <a:buFontTx/>
                <a:buNone/>
              </a:pPr>
              <a:t>78</a:t>
            </a:fld>
            <a:endParaRPr kumimoji="0" lang="en-US" altLang="zh-CN" sz="1000">
              <a:solidFill>
                <a:schemeClr val="bg1"/>
              </a:solidFill>
              <a:latin typeface="Arial" panose="020B0604020202020204" pitchFamily="34" charset="0"/>
              <a:ea typeface="宋体" panose="02010600030101010101" pitchFamily="2" charset="-122"/>
            </a:endParaRPr>
          </a:p>
        </p:txBody>
      </p:sp>
      <p:sp>
        <p:nvSpPr>
          <p:cNvPr id="104454" name="日期占位符 4">
            <a:extLst>
              <a:ext uri="{FF2B5EF4-FFF2-40B4-BE49-F238E27FC236}">
                <a16:creationId xmlns:a16="http://schemas.microsoft.com/office/drawing/2014/main" id="{21BB6BDA-8695-4EC3-A137-9E4EAAA773D5}"/>
              </a:ext>
            </a:extLst>
          </p:cNvPr>
          <p:cNvSpPr txBox="1">
            <a:spLocks noGrp="1"/>
          </p:cNvSpPr>
          <p:nvPr/>
        </p:nvSpPr>
        <p:spPr bwMode="auto">
          <a:xfrm>
            <a:off x="1271588" y="6472238"/>
            <a:ext cx="946150"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fld id="{5383F397-6450-4C10-BD11-76D730FD79E1}" type="datetime1">
              <a:rPr kumimoji="0" lang="zh-CN" altLang="en-US" sz="1000">
                <a:solidFill>
                  <a:schemeClr val="bg1"/>
                </a:solidFill>
                <a:latin typeface="Arial" panose="020B0604020202020204" pitchFamily="34" charset="0"/>
                <a:ea typeface="宋体" panose="02010600030101010101" pitchFamily="2" charset="-122"/>
              </a:rPr>
              <a:pPr eaLnBrk="1" hangingPunct="1">
                <a:spcBef>
                  <a:spcPct val="0"/>
                </a:spcBef>
                <a:buFontTx/>
                <a:buNone/>
              </a:pPr>
              <a:t>2020/9/7</a:t>
            </a:fld>
            <a:endParaRPr kumimoji="0" lang="en-US" altLang="zh-CN" sz="1000">
              <a:solidFill>
                <a:schemeClr val="bg1"/>
              </a:solidFill>
              <a:latin typeface="Arial" panose="020B0604020202020204" pitchFamily="34" charset="0"/>
              <a:ea typeface="宋体" panose="02010600030101010101" pitchFamily="2" charset="-122"/>
            </a:endParaRPr>
          </a:p>
        </p:txBody>
      </p:sp>
      <p:sp>
        <p:nvSpPr>
          <p:cNvPr id="104455" name="Text Box 2">
            <a:extLst>
              <a:ext uri="{FF2B5EF4-FFF2-40B4-BE49-F238E27FC236}">
                <a16:creationId xmlns:a16="http://schemas.microsoft.com/office/drawing/2014/main" id="{0867C477-37F6-4C9C-B4C2-73B5730FCDDF}"/>
              </a:ext>
            </a:extLst>
          </p:cNvPr>
          <p:cNvSpPr txBox="1">
            <a:spLocks noChangeArrowheads="1"/>
          </p:cNvSpPr>
          <p:nvPr/>
        </p:nvSpPr>
        <p:spPr bwMode="auto">
          <a:xfrm>
            <a:off x="1403350" y="785813"/>
            <a:ext cx="60166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真值表举例</a:t>
            </a:r>
          </a:p>
        </p:txBody>
      </p:sp>
      <p:pic>
        <p:nvPicPr>
          <p:cNvPr id="104456" name="Picture 6" descr="C:\Program Files\Microsoft Office\MEDIA\CAGCAT10\j0293844.wmf">
            <a:extLst>
              <a:ext uri="{FF2B5EF4-FFF2-40B4-BE49-F238E27FC236}">
                <a16:creationId xmlns:a16="http://schemas.microsoft.com/office/drawing/2014/main" id="{EF2AD857-CE32-42DE-9672-49E09A88B6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5143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4457" name="矩形 2">
            <a:extLst>
              <a:ext uri="{FF2B5EF4-FFF2-40B4-BE49-F238E27FC236}">
                <a16:creationId xmlns:a16="http://schemas.microsoft.com/office/drawing/2014/main" id="{BE881153-8D6D-400E-9B48-8DC47CA54553}"/>
              </a:ext>
            </a:extLst>
          </p:cNvPr>
          <p:cNvSpPr>
            <a:spLocks noChangeArrowheads="1"/>
          </p:cNvSpPr>
          <p:nvPr/>
        </p:nvSpPr>
        <p:spPr bwMode="auto">
          <a:xfrm>
            <a:off x="877888" y="2195513"/>
            <a:ext cx="7986712" cy="397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2800">
                <a:latin typeface="Times New Roman" panose="02020603050405020304" pitchFamily="18" charset="0"/>
                <a:ea typeface="宋体" panose="02010600030101010101" pitchFamily="2" charset="-122"/>
              </a:rPr>
              <a:t>【</a:t>
            </a:r>
            <a:r>
              <a:rPr lang="zh-CN" altLang="en-US" sz="2800">
                <a:latin typeface="Times New Roman" panose="02020603050405020304" pitchFamily="18" charset="0"/>
                <a:ea typeface="宋体" panose="02010600030101010101" pitchFamily="2" charset="-122"/>
              </a:rPr>
              <a:t>例题</a:t>
            </a:r>
            <a:r>
              <a:rPr lang="en-US" altLang="zh-CN" sz="2800">
                <a:latin typeface="Times New Roman" panose="02020603050405020304" pitchFamily="18" charset="0"/>
                <a:ea typeface="宋体" panose="02010600030101010101" pitchFamily="2" charset="-122"/>
              </a:rPr>
              <a:t>】</a:t>
            </a:r>
            <a:r>
              <a:rPr lang="zh-CN" altLang="en-US" sz="2800">
                <a:latin typeface="Times New Roman" panose="02020603050405020304" pitchFamily="18" charset="0"/>
                <a:ea typeface="宋体" panose="02010600030101010101" pitchFamily="2" charset="-122"/>
              </a:rPr>
              <a:t>构造公式 </a:t>
            </a:r>
            <a:r>
              <a:rPr lang="en-US" altLang="zh-CN" sz="2800">
                <a:latin typeface="Times New Roman" panose="02020603050405020304" pitchFamily="18" charset="0"/>
                <a:ea typeface="宋体" panose="02010600030101010101" pitchFamily="2" charset="-122"/>
              </a:rPr>
              <a:t>(¬P∧Q)→¬R</a:t>
            </a:r>
            <a:r>
              <a:rPr lang="zh-CN" altLang="en-US" sz="2800">
                <a:latin typeface="Times New Roman" panose="02020603050405020304" pitchFamily="18" charset="0"/>
                <a:ea typeface="宋体" panose="02010600030101010101" pitchFamily="2" charset="-122"/>
              </a:rPr>
              <a:t>的真值表。</a:t>
            </a:r>
          </a:p>
          <a:p>
            <a:pPr>
              <a:spcBef>
                <a:spcPct val="0"/>
              </a:spcBef>
              <a:buFontTx/>
              <a:buNone/>
            </a:pPr>
            <a:endParaRPr lang="en-US" altLang="zh-CN" sz="2800">
              <a:latin typeface="Times New Roman" panose="02020603050405020304" pitchFamily="18" charset="0"/>
              <a:ea typeface="宋体" panose="02010600030101010101" pitchFamily="2" charset="-122"/>
            </a:endParaRPr>
          </a:p>
          <a:p>
            <a:pPr>
              <a:spcBef>
                <a:spcPct val="0"/>
              </a:spcBef>
              <a:buFontTx/>
              <a:buNone/>
            </a:pPr>
            <a:r>
              <a:rPr lang="en-US" altLang="zh-CN" sz="2800">
                <a:latin typeface="Times New Roman" panose="02020603050405020304" pitchFamily="18" charset="0"/>
                <a:ea typeface="宋体" panose="02010600030101010101" pitchFamily="2" charset="-122"/>
              </a:rPr>
              <a:t>【</a:t>
            </a:r>
            <a:r>
              <a:rPr lang="zh-CN" altLang="en-US" sz="2800">
                <a:latin typeface="Times New Roman" panose="02020603050405020304" pitchFamily="18" charset="0"/>
                <a:ea typeface="宋体" panose="02010600030101010101" pitchFamily="2" charset="-122"/>
              </a:rPr>
              <a:t>分析</a:t>
            </a:r>
            <a:r>
              <a:rPr lang="en-US" altLang="zh-CN" sz="2800">
                <a:latin typeface="Times New Roman" panose="02020603050405020304" pitchFamily="18" charset="0"/>
                <a:ea typeface="宋体" panose="02010600030101010101" pitchFamily="2" charset="-122"/>
              </a:rPr>
              <a:t>】</a:t>
            </a:r>
            <a:r>
              <a:rPr lang="zh-CN" altLang="en-US" sz="2800">
                <a:latin typeface="Times New Roman" panose="02020603050405020304" pitchFamily="18" charset="0"/>
                <a:ea typeface="宋体" panose="02010600030101010101" pitchFamily="2" charset="-122"/>
              </a:rPr>
              <a:t>构造真值表的可以分为以下三步：</a:t>
            </a:r>
            <a:endParaRPr lang="en-US" altLang="zh-CN" sz="2800">
              <a:latin typeface="Times New Roman" panose="02020603050405020304" pitchFamily="18" charset="0"/>
              <a:ea typeface="宋体" panose="02010600030101010101" pitchFamily="2" charset="-122"/>
            </a:endParaRPr>
          </a:p>
          <a:p>
            <a:pPr>
              <a:spcBef>
                <a:spcPct val="0"/>
              </a:spcBef>
              <a:buFontTx/>
              <a:buNone/>
            </a:pPr>
            <a:r>
              <a:rPr lang="zh-CN" altLang="en-US" sz="2800">
                <a:latin typeface="Times New Roman" panose="02020603050405020304" pitchFamily="18" charset="0"/>
                <a:ea typeface="宋体" panose="02010600030101010101" pitchFamily="2" charset="-122"/>
              </a:rPr>
              <a:t>    （</a:t>
            </a:r>
            <a:r>
              <a:rPr lang="en-US" altLang="zh-CN" sz="2800">
                <a:latin typeface="Times New Roman" panose="02020603050405020304" pitchFamily="18" charset="0"/>
                <a:ea typeface="宋体" panose="02010600030101010101" pitchFamily="2" charset="-122"/>
              </a:rPr>
              <a:t>1</a:t>
            </a:r>
            <a:r>
              <a:rPr lang="zh-CN" altLang="en-US" sz="2800">
                <a:latin typeface="Times New Roman" panose="02020603050405020304" pitchFamily="18" charset="0"/>
                <a:ea typeface="宋体" panose="02010600030101010101" pitchFamily="2" charset="-122"/>
              </a:rPr>
              <a:t>）列出公式所有命题变元以及其所有的可能赋值状态；</a:t>
            </a:r>
            <a:endParaRPr lang="en-US" altLang="zh-CN" sz="2800">
              <a:latin typeface="Times New Roman" panose="02020603050405020304" pitchFamily="18" charset="0"/>
              <a:ea typeface="宋体" panose="02010600030101010101" pitchFamily="2" charset="-122"/>
            </a:endParaRPr>
          </a:p>
          <a:p>
            <a:pPr>
              <a:spcBef>
                <a:spcPct val="0"/>
              </a:spcBef>
              <a:buFontTx/>
              <a:buNone/>
            </a:pPr>
            <a:r>
              <a:rPr lang="zh-CN" altLang="en-US" sz="2800">
                <a:latin typeface="Times New Roman" panose="02020603050405020304" pitchFamily="18" charset="0"/>
                <a:ea typeface="宋体" panose="02010600030101010101" pitchFamily="2" charset="-122"/>
              </a:rPr>
              <a:t>    （</a:t>
            </a:r>
            <a:r>
              <a:rPr lang="en-US" altLang="zh-CN" sz="2800">
                <a:latin typeface="Times New Roman" panose="02020603050405020304" pitchFamily="18" charset="0"/>
                <a:ea typeface="宋体" panose="02010600030101010101" pitchFamily="2" charset="-122"/>
              </a:rPr>
              <a:t>2</a:t>
            </a:r>
            <a:r>
              <a:rPr lang="zh-CN" altLang="en-US" sz="2800">
                <a:latin typeface="Times New Roman" panose="02020603050405020304" pitchFamily="18" charset="0"/>
                <a:ea typeface="宋体" panose="02010600030101010101" pitchFamily="2" charset="-122"/>
              </a:rPr>
              <a:t>）按运算优先级从高到低的顺序写出命题公式各层次运算表达式；</a:t>
            </a:r>
            <a:endParaRPr lang="en-US" altLang="zh-CN" sz="2800">
              <a:latin typeface="Times New Roman" panose="02020603050405020304" pitchFamily="18" charset="0"/>
              <a:ea typeface="宋体" panose="02010600030101010101" pitchFamily="2" charset="-122"/>
            </a:endParaRPr>
          </a:p>
          <a:p>
            <a:pPr>
              <a:spcBef>
                <a:spcPct val="0"/>
              </a:spcBef>
              <a:buFontTx/>
              <a:buNone/>
            </a:pPr>
            <a:r>
              <a:rPr lang="zh-CN" altLang="en-US" sz="2800">
                <a:latin typeface="Times New Roman" panose="02020603050405020304" pitchFamily="18" charset="0"/>
                <a:ea typeface="宋体" panose="02010600030101010101" pitchFamily="2" charset="-122"/>
              </a:rPr>
              <a:t>    （</a:t>
            </a:r>
            <a:r>
              <a:rPr lang="en-US" altLang="zh-CN" sz="2800">
                <a:latin typeface="Times New Roman" panose="02020603050405020304" pitchFamily="18" charset="0"/>
                <a:ea typeface="宋体" panose="02010600030101010101" pitchFamily="2" charset="-122"/>
              </a:rPr>
              <a:t>3</a:t>
            </a:r>
            <a:r>
              <a:rPr lang="zh-CN" altLang="en-US" sz="2800">
                <a:latin typeface="Times New Roman" panose="02020603050405020304" pitchFamily="18" charset="0"/>
                <a:ea typeface="宋体" panose="02010600030101010101" pitchFamily="2" charset="-122"/>
              </a:rPr>
              <a:t>）针对各个赋值状态计算出各层次的真值，直到最后计算出公式的真值。</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日期占位符 1">
            <a:extLst>
              <a:ext uri="{FF2B5EF4-FFF2-40B4-BE49-F238E27FC236}">
                <a16:creationId xmlns:a16="http://schemas.microsoft.com/office/drawing/2014/main" id="{F9B011D1-0428-47C5-9D5A-81D0954B3173}"/>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3F3DD3B1-D485-48C5-9556-419B9A842B54}"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05475" name="页脚占位符 2">
            <a:extLst>
              <a:ext uri="{FF2B5EF4-FFF2-40B4-BE49-F238E27FC236}">
                <a16:creationId xmlns:a16="http://schemas.microsoft.com/office/drawing/2014/main" id="{84E6A994-8C2D-4645-8F8F-0C7174A42E84}"/>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05476" name="灯片编号占位符 3">
            <a:extLst>
              <a:ext uri="{FF2B5EF4-FFF2-40B4-BE49-F238E27FC236}">
                <a16:creationId xmlns:a16="http://schemas.microsoft.com/office/drawing/2014/main" id="{5D19DE89-8058-447E-A549-401C6104944F}"/>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AF5DCED7-6E03-4B80-B6DC-D4D37D8224DE}" type="slidenum">
              <a:rPr lang="en-US" altLang="zh-CN" sz="1400" smtClean="0">
                <a:latin typeface="Times New Roman" panose="02020603050405020304" pitchFamily="18" charset="0"/>
                <a:ea typeface="宋体" panose="02010600030101010101" pitchFamily="2" charset="-122"/>
              </a:rPr>
              <a:pPr>
                <a:spcBef>
                  <a:spcPct val="0"/>
                </a:spcBef>
                <a:buFontTx/>
                <a:buNone/>
              </a:pPr>
              <a:t>79</a:t>
            </a:fld>
            <a:endParaRPr lang="en-US" altLang="zh-CN" sz="1400">
              <a:latin typeface="Times New Roman" panose="02020603050405020304" pitchFamily="18" charset="0"/>
              <a:ea typeface="宋体" panose="02010600030101010101" pitchFamily="2" charset="-122"/>
            </a:endParaRPr>
          </a:p>
        </p:txBody>
      </p:sp>
      <p:sp>
        <p:nvSpPr>
          <p:cNvPr id="105477" name="页脚占位符 3">
            <a:extLst>
              <a:ext uri="{FF2B5EF4-FFF2-40B4-BE49-F238E27FC236}">
                <a16:creationId xmlns:a16="http://schemas.microsoft.com/office/drawing/2014/main" id="{9B2DF40E-5625-4D57-AFC6-560561629DA3}"/>
              </a:ext>
            </a:extLst>
          </p:cNvPr>
          <p:cNvSpPr txBox="1">
            <a:spLocks noGrp="1"/>
          </p:cNvSpPr>
          <p:nvPr/>
        </p:nvSpPr>
        <p:spPr bwMode="black">
          <a:xfrm>
            <a:off x="609600" y="6470650"/>
            <a:ext cx="538163"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r">
              <a:spcBef>
                <a:spcPct val="0"/>
              </a:spcBef>
              <a:buFontTx/>
              <a:buNone/>
            </a:pPr>
            <a:fld id="{24B38C68-8986-4CBB-83AD-9C18EA92A2A1}" type="slidenum">
              <a:rPr kumimoji="0" lang="en-US" altLang="zh-CN" sz="1000">
                <a:solidFill>
                  <a:schemeClr val="bg1"/>
                </a:solidFill>
                <a:latin typeface="Arial" panose="020B0604020202020204" pitchFamily="34" charset="0"/>
                <a:ea typeface="宋体" panose="02010600030101010101" pitchFamily="2" charset="-122"/>
              </a:rPr>
              <a:pPr algn="r">
                <a:spcBef>
                  <a:spcPct val="0"/>
                </a:spcBef>
                <a:buFontTx/>
                <a:buNone/>
              </a:pPr>
              <a:t>79</a:t>
            </a:fld>
            <a:endParaRPr kumimoji="0" lang="en-US" altLang="zh-CN" sz="1000">
              <a:solidFill>
                <a:schemeClr val="bg1"/>
              </a:solidFill>
              <a:latin typeface="Arial" panose="020B0604020202020204" pitchFamily="34" charset="0"/>
              <a:ea typeface="宋体" panose="02010600030101010101" pitchFamily="2" charset="-122"/>
            </a:endParaRPr>
          </a:p>
        </p:txBody>
      </p:sp>
      <p:sp>
        <p:nvSpPr>
          <p:cNvPr id="105478" name="日期占位符 4">
            <a:extLst>
              <a:ext uri="{FF2B5EF4-FFF2-40B4-BE49-F238E27FC236}">
                <a16:creationId xmlns:a16="http://schemas.microsoft.com/office/drawing/2014/main" id="{A4463A0B-C57A-44B2-8DCA-CC754EA2742E}"/>
              </a:ext>
            </a:extLst>
          </p:cNvPr>
          <p:cNvSpPr txBox="1">
            <a:spLocks noGrp="1"/>
          </p:cNvSpPr>
          <p:nvPr/>
        </p:nvSpPr>
        <p:spPr bwMode="auto">
          <a:xfrm>
            <a:off x="1271588" y="6472238"/>
            <a:ext cx="946150"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fld id="{6AA25538-50A3-48AA-BB18-7018FC9E67AE}" type="datetime1">
              <a:rPr kumimoji="0" lang="zh-CN" altLang="en-US" sz="1000">
                <a:solidFill>
                  <a:schemeClr val="bg1"/>
                </a:solidFill>
                <a:latin typeface="Arial" panose="020B0604020202020204" pitchFamily="34" charset="0"/>
                <a:ea typeface="宋体" panose="02010600030101010101" pitchFamily="2" charset="-122"/>
              </a:rPr>
              <a:pPr eaLnBrk="1" hangingPunct="1">
                <a:spcBef>
                  <a:spcPct val="0"/>
                </a:spcBef>
                <a:buFontTx/>
                <a:buNone/>
              </a:pPr>
              <a:t>2020/9/7</a:t>
            </a:fld>
            <a:endParaRPr kumimoji="0" lang="en-US" altLang="zh-CN" sz="1000">
              <a:solidFill>
                <a:schemeClr val="bg1"/>
              </a:solidFill>
              <a:latin typeface="Arial" panose="020B0604020202020204" pitchFamily="34" charset="0"/>
              <a:ea typeface="宋体" panose="02010600030101010101" pitchFamily="2" charset="-122"/>
            </a:endParaRPr>
          </a:p>
        </p:txBody>
      </p:sp>
      <p:sp>
        <p:nvSpPr>
          <p:cNvPr id="105479" name="Text Box 2">
            <a:extLst>
              <a:ext uri="{FF2B5EF4-FFF2-40B4-BE49-F238E27FC236}">
                <a16:creationId xmlns:a16="http://schemas.microsoft.com/office/drawing/2014/main" id="{F0D91A13-9536-4BF7-9363-66D4BE8CAA8A}"/>
              </a:ext>
            </a:extLst>
          </p:cNvPr>
          <p:cNvSpPr txBox="1">
            <a:spLocks noChangeArrowheads="1"/>
          </p:cNvSpPr>
          <p:nvPr/>
        </p:nvSpPr>
        <p:spPr bwMode="auto">
          <a:xfrm>
            <a:off x="1403350" y="785813"/>
            <a:ext cx="60166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真值表举例</a:t>
            </a:r>
          </a:p>
        </p:txBody>
      </p:sp>
      <p:pic>
        <p:nvPicPr>
          <p:cNvPr id="105480" name="Picture 6" descr="C:\Program Files\Microsoft Office\MEDIA\CAGCAT10\j0293844.wmf">
            <a:extLst>
              <a:ext uri="{FF2B5EF4-FFF2-40B4-BE49-F238E27FC236}">
                <a16:creationId xmlns:a16="http://schemas.microsoft.com/office/drawing/2014/main" id="{A2158C7B-172E-47FC-8663-B62C054418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5143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5481" name="矩形 1">
            <a:extLst>
              <a:ext uri="{FF2B5EF4-FFF2-40B4-BE49-F238E27FC236}">
                <a16:creationId xmlns:a16="http://schemas.microsoft.com/office/drawing/2014/main" id="{26AC3E97-003A-4D9E-9C97-9DA23428D634}"/>
              </a:ext>
            </a:extLst>
          </p:cNvPr>
          <p:cNvSpPr>
            <a:spLocks noChangeArrowheads="1"/>
          </p:cNvSpPr>
          <p:nvPr/>
        </p:nvSpPr>
        <p:spPr bwMode="auto">
          <a:xfrm>
            <a:off x="684213" y="1916113"/>
            <a:ext cx="67500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zh-CN" sz="2800">
                <a:latin typeface="Calibri" panose="020F0502020204030204" pitchFamily="34" charset="0"/>
                <a:ea typeface="宋体" panose="02010600030101010101" pitchFamily="2" charset="-122"/>
                <a:cs typeface="Times New Roman" panose="02020603050405020304" pitchFamily="18" charset="0"/>
              </a:rPr>
              <a:t>【解】按照如上步骤，构造真值表如</a:t>
            </a:r>
            <a:r>
              <a:rPr lang="zh-CN" altLang="en-US" sz="2800">
                <a:latin typeface="Calibri" panose="020F0502020204030204" pitchFamily="34" charset="0"/>
                <a:ea typeface="宋体" panose="02010600030101010101" pitchFamily="2" charset="-122"/>
                <a:cs typeface="Times New Roman" panose="02020603050405020304" pitchFamily="18" charset="0"/>
              </a:rPr>
              <a:t>下：</a:t>
            </a:r>
            <a:endParaRPr lang="zh-CN" altLang="en-US" sz="2800">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105482" name="图片 2">
            <a:extLst>
              <a:ext uri="{FF2B5EF4-FFF2-40B4-BE49-F238E27FC236}">
                <a16:creationId xmlns:a16="http://schemas.microsoft.com/office/drawing/2014/main" id="{9A3B7D09-96F8-472D-8287-0B70448CD3E7}"/>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16013" y="2446338"/>
            <a:ext cx="6911975" cy="3805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日期占位符 1">
            <a:extLst>
              <a:ext uri="{FF2B5EF4-FFF2-40B4-BE49-F238E27FC236}">
                <a16:creationId xmlns:a16="http://schemas.microsoft.com/office/drawing/2014/main" id="{A83D2309-6BA7-4AA7-8DCF-8307FAC947E6}"/>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D61ECD0D-5562-4AC4-B662-82DBB67CBA60}"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06499" name="页脚占位符 2">
            <a:extLst>
              <a:ext uri="{FF2B5EF4-FFF2-40B4-BE49-F238E27FC236}">
                <a16:creationId xmlns:a16="http://schemas.microsoft.com/office/drawing/2014/main" id="{26DAD2B9-C3C4-430C-9577-85E699765D4F}"/>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06500" name="灯片编号占位符 3">
            <a:extLst>
              <a:ext uri="{FF2B5EF4-FFF2-40B4-BE49-F238E27FC236}">
                <a16:creationId xmlns:a16="http://schemas.microsoft.com/office/drawing/2014/main" id="{59CEE43B-68DB-41F8-855E-5F792899CAD2}"/>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F40A41EF-5F3E-4B75-B653-86AD9426544D}" type="slidenum">
              <a:rPr lang="en-US" altLang="zh-CN" sz="1400" smtClean="0">
                <a:latin typeface="Times New Roman" panose="02020603050405020304" pitchFamily="18" charset="0"/>
                <a:ea typeface="宋体" panose="02010600030101010101" pitchFamily="2" charset="-122"/>
              </a:rPr>
              <a:pPr>
                <a:spcBef>
                  <a:spcPct val="0"/>
                </a:spcBef>
                <a:buFontTx/>
                <a:buNone/>
              </a:pPr>
              <a:t>80</a:t>
            </a:fld>
            <a:endParaRPr lang="en-US" altLang="zh-CN" sz="1400">
              <a:latin typeface="Times New Roman" panose="02020603050405020304" pitchFamily="18" charset="0"/>
              <a:ea typeface="宋体" panose="02010600030101010101" pitchFamily="2" charset="-122"/>
            </a:endParaRPr>
          </a:p>
        </p:txBody>
      </p:sp>
      <p:sp>
        <p:nvSpPr>
          <p:cNvPr id="106501" name="页脚占位符 3">
            <a:extLst>
              <a:ext uri="{FF2B5EF4-FFF2-40B4-BE49-F238E27FC236}">
                <a16:creationId xmlns:a16="http://schemas.microsoft.com/office/drawing/2014/main" id="{CE1F115E-266D-48DA-A4A6-1C9141EE4E78}"/>
              </a:ext>
            </a:extLst>
          </p:cNvPr>
          <p:cNvSpPr txBox="1">
            <a:spLocks noGrp="1"/>
          </p:cNvSpPr>
          <p:nvPr/>
        </p:nvSpPr>
        <p:spPr bwMode="black">
          <a:xfrm>
            <a:off x="609600" y="6470650"/>
            <a:ext cx="538163"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r">
              <a:spcBef>
                <a:spcPct val="0"/>
              </a:spcBef>
              <a:buFontTx/>
              <a:buNone/>
            </a:pPr>
            <a:fld id="{1BD990FB-68F7-45E6-8F51-BD05E7A176FB}" type="slidenum">
              <a:rPr kumimoji="0" lang="en-US" altLang="zh-CN" sz="1000">
                <a:solidFill>
                  <a:schemeClr val="bg1"/>
                </a:solidFill>
                <a:latin typeface="Arial" panose="020B0604020202020204" pitchFamily="34" charset="0"/>
                <a:ea typeface="宋体" panose="02010600030101010101" pitchFamily="2" charset="-122"/>
              </a:rPr>
              <a:pPr algn="r">
                <a:spcBef>
                  <a:spcPct val="0"/>
                </a:spcBef>
                <a:buFontTx/>
                <a:buNone/>
              </a:pPr>
              <a:t>80</a:t>
            </a:fld>
            <a:endParaRPr kumimoji="0" lang="en-US" altLang="zh-CN" sz="1000">
              <a:solidFill>
                <a:schemeClr val="bg1"/>
              </a:solidFill>
              <a:latin typeface="Arial" panose="020B0604020202020204" pitchFamily="34" charset="0"/>
              <a:ea typeface="宋体" panose="02010600030101010101" pitchFamily="2" charset="-122"/>
            </a:endParaRPr>
          </a:p>
        </p:txBody>
      </p:sp>
      <p:sp>
        <p:nvSpPr>
          <p:cNvPr id="106502" name="日期占位符 4">
            <a:extLst>
              <a:ext uri="{FF2B5EF4-FFF2-40B4-BE49-F238E27FC236}">
                <a16:creationId xmlns:a16="http://schemas.microsoft.com/office/drawing/2014/main" id="{C47C9448-5A46-43C6-A283-E3BA5F0267D3}"/>
              </a:ext>
            </a:extLst>
          </p:cNvPr>
          <p:cNvSpPr txBox="1">
            <a:spLocks noGrp="1"/>
          </p:cNvSpPr>
          <p:nvPr/>
        </p:nvSpPr>
        <p:spPr bwMode="auto">
          <a:xfrm>
            <a:off x="1271588" y="6472238"/>
            <a:ext cx="946150"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fld id="{B1C33A04-E162-4B6C-8AAE-16CBFDFFC9D3}" type="datetime1">
              <a:rPr kumimoji="0" lang="zh-CN" altLang="en-US" sz="1000">
                <a:solidFill>
                  <a:schemeClr val="bg1"/>
                </a:solidFill>
                <a:latin typeface="Arial" panose="020B0604020202020204" pitchFamily="34" charset="0"/>
                <a:ea typeface="宋体" panose="02010600030101010101" pitchFamily="2" charset="-122"/>
              </a:rPr>
              <a:pPr eaLnBrk="1" hangingPunct="1">
                <a:spcBef>
                  <a:spcPct val="0"/>
                </a:spcBef>
                <a:buFontTx/>
                <a:buNone/>
              </a:pPr>
              <a:t>2020/9/7</a:t>
            </a:fld>
            <a:endParaRPr kumimoji="0" lang="en-US" altLang="zh-CN" sz="1000">
              <a:solidFill>
                <a:schemeClr val="bg1"/>
              </a:solidFill>
              <a:latin typeface="Arial" panose="020B0604020202020204" pitchFamily="34" charset="0"/>
              <a:ea typeface="宋体" panose="02010600030101010101" pitchFamily="2" charset="-122"/>
            </a:endParaRPr>
          </a:p>
        </p:txBody>
      </p:sp>
      <p:sp>
        <p:nvSpPr>
          <p:cNvPr id="106503" name="Text Box 2">
            <a:extLst>
              <a:ext uri="{FF2B5EF4-FFF2-40B4-BE49-F238E27FC236}">
                <a16:creationId xmlns:a16="http://schemas.microsoft.com/office/drawing/2014/main" id="{104B80B8-1122-4F8D-B02B-95483877388C}"/>
              </a:ext>
            </a:extLst>
          </p:cNvPr>
          <p:cNvSpPr txBox="1">
            <a:spLocks noChangeArrowheads="1"/>
          </p:cNvSpPr>
          <p:nvPr/>
        </p:nvSpPr>
        <p:spPr bwMode="auto">
          <a:xfrm>
            <a:off x="1403350" y="785813"/>
            <a:ext cx="60166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真值表举例</a:t>
            </a:r>
          </a:p>
        </p:txBody>
      </p:sp>
      <p:pic>
        <p:nvPicPr>
          <p:cNvPr id="106504" name="Picture 6" descr="C:\Program Files\Microsoft Office\MEDIA\CAGCAT10\j0293844.wmf">
            <a:extLst>
              <a:ext uri="{FF2B5EF4-FFF2-40B4-BE49-F238E27FC236}">
                <a16:creationId xmlns:a16="http://schemas.microsoft.com/office/drawing/2014/main" id="{0BEFF343-1E16-4528-8F27-01333C70F1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5143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6505" name="矩形 3">
            <a:extLst>
              <a:ext uri="{FF2B5EF4-FFF2-40B4-BE49-F238E27FC236}">
                <a16:creationId xmlns:a16="http://schemas.microsoft.com/office/drawing/2014/main" id="{F564B039-23D2-43BA-8A8D-C19C241B4943}"/>
              </a:ext>
            </a:extLst>
          </p:cNvPr>
          <p:cNvSpPr>
            <a:spLocks noChangeArrowheads="1"/>
          </p:cNvSpPr>
          <p:nvPr/>
        </p:nvSpPr>
        <p:spPr bwMode="auto">
          <a:xfrm>
            <a:off x="468313" y="2060575"/>
            <a:ext cx="8567737" cy="198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2800">
                <a:latin typeface="Times New Roman" panose="02020603050405020304" pitchFamily="18" charset="0"/>
                <a:ea typeface="宋体" panose="02010600030101010101" pitchFamily="2" charset="-122"/>
              </a:rPr>
              <a:t>【</a:t>
            </a:r>
            <a:r>
              <a:rPr lang="zh-CN" altLang="en-US" sz="2800">
                <a:latin typeface="Times New Roman" panose="02020603050405020304" pitchFamily="18" charset="0"/>
                <a:ea typeface="宋体" panose="02010600030101010101" pitchFamily="2" charset="-122"/>
              </a:rPr>
              <a:t>例题</a:t>
            </a:r>
            <a:r>
              <a:rPr lang="en-US" altLang="zh-CN" sz="2800">
                <a:latin typeface="Times New Roman" panose="02020603050405020304" pitchFamily="18" charset="0"/>
                <a:ea typeface="宋体" panose="02010600030101010101" pitchFamily="2" charset="-122"/>
              </a:rPr>
              <a:t>】</a:t>
            </a:r>
            <a:r>
              <a:rPr lang="zh-CN" altLang="en-US" sz="2800">
                <a:latin typeface="Times New Roman" panose="02020603050405020304" pitchFamily="18" charset="0"/>
                <a:ea typeface="宋体" panose="02010600030101010101" pitchFamily="2" charset="-122"/>
              </a:rPr>
              <a:t>构造公式 </a:t>
            </a:r>
            <a:r>
              <a:rPr lang="en-US" altLang="zh-CN" sz="2800">
                <a:latin typeface="Times New Roman" panose="02020603050405020304" pitchFamily="18" charset="0"/>
                <a:ea typeface="宋体" panose="02010600030101010101" pitchFamily="2" charset="-122"/>
              </a:rPr>
              <a:t>(P→Q)↔(¬Q→¬P)</a:t>
            </a:r>
            <a:r>
              <a:rPr lang="zh-CN" altLang="en-US" sz="2800">
                <a:latin typeface="Times New Roman" panose="02020603050405020304" pitchFamily="18" charset="0"/>
                <a:ea typeface="宋体" panose="02010600030101010101" pitchFamily="2" charset="-122"/>
              </a:rPr>
              <a:t>的真值表。</a:t>
            </a:r>
          </a:p>
          <a:p>
            <a:pPr>
              <a:spcBef>
                <a:spcPct val="0"/>
              </a:spcBef>
              <a:buFontTx/>
              <a:buNone/>
            </a:pPr>
            <a:endParaRPr lang="en-US" altLang="zh-CN" sz="1100">
              <a:latin typeface="Times New Roman" panose="02020603050405020304" pitchFamily="18" charset="0"/>
              <a:ea typeface="宋体" panose="02010600030101010101" pitchFamily="2" charset="-122"/>
            </a:endParaRPr>
          </a:p>
          <a:p>
            <a:pPr>
              <a:spcBef>
                <a:spcPct val="0"/>
              </a:spcBef>
              <a:buFontTx/>
              <a:buNone/>
            </a:pPr>
            <a:r>
              <a:rPr lang="en-US" altLang="zh-CN" sz="2800">
                <a:latin typeface="Times New Roman" panose="02020603050405020304" pitchFamily="18" charset="0"/>
                <a:ea typeface="宋体" panose="02010600030101010101" pitchFamily="2" charset="-122"/>
              </a:rPr>
              <a:t>【</a:t>
            </a:r>
            <a:r>
              <a:rPr lang="zh-CN" altLang="en-US" sz="2800">
                <a:latin typeface="Times New Roman" panose="02020603050405020304" pitchFamily="18" charset="0"/>
                <a:ea typeface="宋体" panose="02010600030101010101" pitchFamily="2" charset="-122"/>
              </a:rPr>
              <a:t>解</a:t>
            </a:r>
            <a:r>
              <a:rPr lang="en-US" altLang="zh-CN" sz="2800">
                <a:latin typeface="Times New Roman" panose="02020603050405020304" pitchFamily="18" charset="0"/>
                <a:ea typeface="宋体" panose="02010600030101010101" pitchFamily="2" charset="-122"/>
              </a:rPr>
              <a:t>】</a:t>
            </a:r>
            <a:r>
              <a:rPr lang="zh-CN" altLang="en-US" sz="2800">
                <a:latin typeface="Times New Roman" panose="02020603050405020304" pitchFamily="18" charset="0"/>
                <a:ea typeface="宋体" panose="02010600030101010101" pitchFamily="2" charset="-122"/>
              </a:rPr>
              <a:t>与上述解法类似，写出公式：</a:t>
            </a:r>
            <a:endParaRPr lang="en-US" altLang="zh-CN" sz="2800">
              <a:latin typeface="Times New Roman" panose="02020603050405020304" pitchFamily="18" charset="0"/>
              <a:ea typeface="宋体" panose="02010600030101010101" pitchFamily="2" charset="-122"/>
            </a:endParaRPr>
          </a:p>
          <a:p>
            <a:pPr>
              <a:spcBef>
                <a:spcPct val="0"/>
              </a:spcBef>
              <a:buFontTx/>
              <a:buNone/>
            </a:pPr>
            <a:r>
              <a:rPr lang="en-US" altLang="zh-CN" sz="2800">
                <a:latin typeface="Times New Roman" panose="02020603050405020304" pitchFamily="18" charset="0"/>
                <a:ea typeface="宋体" panose="02010600030101010101" pitchFamily="2" charset="-122"/>
              </a:rPr>
              <a:t>        ¬P</a:t>
            </a:r>
            <a:r>
              <a:rPr lang="zh-CN" altLang="en-US" sz="2800">
                <a:latin typeface="Times New Roman" panose="02020603050405020304" pitchFamily="18" charset="0"/>
                <a:ea typeface="宋体" panose="02010600030101010101" pitchFamily="2" charset="-122"/>
              </a:rPr>
              <a:t>、</a:t>
            </a:r>
            <a:r>
              <a:rPr lang="en-US" altLang="zh-CN" sz="2800">
                <a:latin typeface="Times New Roman" panose="02020603050405020304" pitchFamily="18" charset="0"/>
                <a:ea typeface="宋体" panose="02010600030101010101" pitchFamily="2" charset="-122"/>
              </a:rPr>
              <a:t>¬Q</a:t>
            </a:r>
            <a:r>
              <a:rPr lang="zh-CN" altLang="en-US" sz="2800">
                <a:latin typeface="Times New Roman" panose="02020603050405020304" pitchFamily="18" charset="0"/>
                <a:ea typeface="宋体" panose="02010600030101010101" pitchFamily="2" charset="-122"/>
              </a:rPr>
              <a:t>、</a:t>
            </a:r>
            <a:r>
              <a:rPr lang="en-US" altLang="zh-CN" sz="2800">
                <a:latin typeface="Times New Roman" panose="02020603050405020304" pitchFamily="18" charset="0"/>
                <a:ea typeface="宋体" panose="02010600030101010101" pitchFamily="2" charset="-122"/>
              </a:rPr>
              <a:t>P→Q</a:t>
            </a:r>
            <a:r>
              <a:rPr lang="zh-CN" altLang="en-US" sz="2800">
                <a:latin typeface="Times New Roman" panose="02020603050405020304" pitchFamily="18" charset="0"/>
                <a:ea typeface="宋体" panose="02010600030101010101" pitchFamily="2" charset="-122"/>
              </a:rPr>
              <a:t>、</a:t>
            </a:r>
            <a:r>
              <a:rPr lang="en-US" altLang="zh-CN" sz="2800">
                <a:latin typeface="Times New Roman" panose="02020603050405020304" pitchFamily="18" charset="0"/>
                <a:ea typeface="宋体" panose="02010600030101010101" pitchFamily="2" charset="-122"/>
              </a:rPr>
              <a:t>¬Q→¬P</a:t>
            </a:r>
            <a:r>
              <a:rPr lang="zh-CN" altLang="en-US" sz="2800">
                <a:latin typeface="Times New Roman" panose="02020603050405020304" pitchFamily="18" charset="0"/>
                <a:ea typeface="宋体" panose="02010600030101010101" pitchFamily="2" charset="-122"/>
              </a:rPr>
              <a:t>、</a:t>
            </a:r>
            <a:r>
              <a:rPr lang="en-US" altLang="zh-CN" sz="2800">
                <a:latin typeface="Times New Roman" panose="02020603050405020304" pitchFamily="18" charset="0"/>
                <a:ea typeface="宋体" panose="02010600030101010101" pitchFamily="2" charset="-122"/>
              </a:rPr>
              <a:t>(P→Q)↔(¬Q→¬P)</a:t>
            </a:r>
          </a:p>
          <a:p>
            <a:pPr>
              <a:spcBef>
                <a:spcPct val="0"/>
              </a:spcBef>
              <a:buFontTx/>
              <a:buNone/>
            </a:pPr>
            <a:r>
              <a:rPr lang="zh-CN" altLang="en-US" sz="2800">
                <a:latin typeface="Times New Roman" panose="02020603050405020304" pitchFamily="18" charset="0"/>
                <a:ea typeface="宋体" panose="02010600030101010101" pitchFamily="2" charset="-122"/>
              </a:rPr>
              <a:t>的真值表如表所示。</a:t>
            </a:r>
          </a:p>
        </p:txBody>
      </p:sp>
      <p:pic>
        <p:nvPicPr>
          <p:cNvPr id="106506" name="图片 4">
            <a:extLst>
              <a:ext uri="{FF2B5EF4-FFF2-40B4-BE49-F238E27FC236}">
                <a16:creationId xmlns:a16="http://schemas.microsoft.com/office/drawing/2014/main" id="{E272D321-E4D2-4547-B4FF-5822A362FB00}"/>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09563" y="4105275"/>
            <a:ext cx="8799512" cy="206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日期占位符 1">
            <a:extLst>
              <a:ext uri="{FF2B5EF4-FFF2-40B4-BE49-F238E27FC236}">
                <a16:creationId xmlns:a16="http://schemas.microsoft.com/office/drawing/2014/main" id="{B071E919-1C0D-4EAE-95E7-DC6898CE6F3C}"/>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97CFDE1F-0AE0-4BAA-81BA-A6DAB488252B}"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07523" name="页脚占位符 2">
            <a:extLst>
              <a:ext uri="{FF2B5EF4-FFF2-40B4-BE49-F238E27FC236}">
                <a16:creationId xmlns:a16="http://schemas.microsoft.com/office/drawing/2014/main" id="{05C76DB4-E476-4ED2-A9DE-B82DEF99947E}"/>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07524" name="灯片编号占位符 3">
            <a:extLst>
              <a:ext uri="{FF2B5EF4-FFF2-40B4-BE49-F238E27FC236}">
                <a16:creationId xmlns:a16="http://schemas.microsoft.com/office/drawing/2014/main" id="{604AED6D-EECB-42A8-A534-A1A803AD1C56}"/>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E8A832A2-2084-4ADD-A370-065155446473}" type="slidenum">
              <a:rPr lang="en-US" altLang="zh-CN" sz="1400" smtClean="0">
                <a:latin typeface="Times New Roman" panose="02020603050405020304" pitchFamily="18" charset="0"/>
                <a:ea typeface="宋体" panose="02010600030101010101" pitchFamily="2" charset="-122"/>
              </a:rPr>
              <a:pPr>
                <a:spcBef>
                  <a:spcPct val="0"/>
                </a:spcBef>
                <a:buFontTx/>
                <a:buNone/>
              </a:pPr>
              <a:t>81</a:t>
            </a:fld>
            <a:endParaRPr lang="en-US" altLang="zh-CN" sz="1400">
              <a:latin typeface="Times New Roman" panose="02020603050405020304" pitchFamily="18" charset="0"/>
              <a:ea typeface="宋体" panose="02010600030101010101" pitchFamily="2" charset="-122"/>
            </a:endParaRPr>
          </a:p>
        </p:txBody>
      </p:sp>
      <p:sp>
        <p:nvSpPr>
          <p:cNvPr id="107525" name="页脚占位符 3">
            <a:extLst>
              <a:ext uri="{FF2B5EF4-FFF2-40B4-BE49-F238E27FC236}">
                <a16:creationId xmlns:a16="http://schemas.microsoft.com/office/drawing/2014/main" id="{F317996B-F998-41D5-8D6B-65F449BBDF7F}"/>
              </a:ext>
            </a:extLst>
          </p:cNvPr>
          <p:cNvSpPr txBox="1">
            <a:spLocks noGrp="1"/>
          </p:cNvSpPr>
          <p:nvPr/>
        </p:nvSpPr>
        <p:spPr bwMode="black">
          <a:xfrm>
            <a:off x="609600" y="6470650"/>
            <a:ext cx="538163"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r">
              <a:spcBef>
                <a:spcPct val="0"/>
              </a:spcBef>
              <a:buFontTx/>
              <a:buNone/>
            </a:pPr>
            <a:fld id="{D8D9DEE6-99A1-4585-BE54-C4C248537896}" type="slidenum">
              <a:rPr kumimoji="0" lang="en-US" altLang="zh-CN" sz="1000">
                <a:solidFill>
                  <a:schemeClr val="bg1"/>
                </a:solidFill>
                <a:latin typeface="Arial" panose="020B0604020202020204" pitchFamily="34" charset="0"/>
                <a:ea typeface="宋体" panose="02010600030101010101" pitchFamily="2" charset="-122"/>
              </a:rPr>
              <a:pPr algn="r">
                <a:spcBef>
                  <a:spcPct val="0"/>
                </a:spcBef>
                <a:buFontTx/>
                <a:buNone/>
              </a:pPr>
              <a:t>81</a:t>
            </a:fld>
            <a:endParaRPr kumimoji="0" lang="en-US" altLang="zh-CN" sz="1000">
              <a:solidFill>
                <a:schemeClr val="bg1"/>
              </a:solidFill>
              <a:latin typeface="Arial" panose="020B0604020202020204" pitchFamily="34" charset="0"/>
              <a:ea typeface="宋体" panose="02010600030101010101" pitchFamily="2" charset="-122"/>
            </a:endParaRPr>
          </a:p>
        </p:txBody>
      </p:sp>
      <p:sp>
        <p:nvSpPr>
          <p:cNvPr id="107526" name="日期占位符 4">
            <a:extLst>
              <a:ext uri="{FF2B5EF4-FFF2-40B4-BE49-F238E27FC236}">
                <a16:creationId xmlns:a16="http://schemas.microsoft.com/office/drawing/2014/main" id="{F9F56190-97B0-4055-97A5-D5A93BBDB6EF}"/>
              </a:ext>
            </a:extLst>
          </p:cNvPr>
          <p:cNvSpPr txBox="1">
            <a:spLocks noGrp="1"/>
          </p:cNvSpPr>
          <p:nvPr/>
        </p:nvSpPr>
        <p:spPr bwMode="auto">
          <a:xfrm>
            <a:off x="1271588" y="6472238"/>
            <a:ext cx="946150"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fld id="{A9430263-BC5D-4E73-A00B-D335EA7F223C}" type="datetime1">
              <a:rPr kumimoji="0" lang="zh-CN" altLang="en-US" sz="1000">
                <a:solidFill>
                  <a:schemeClr val="bg1"/>
                </a:solidFill>
                <a:latin typeface="Arial" panose="020B0604020202020204" pitchFamily="34" charset="0"/>
                <a:ea typeface="宋体" panose="02010600030101010101" pitchFamily="2" charset="-122"/>
              </a:rPr>
              <a:pPr eaLnBrk="1" hangingPunct="1">
                <a:spcBef>
                  <a:spcPct val="0"/>
                </a:spcBef>
                <a:buFontTx/>
                <a:buNone/>
              </a:pPr>
              <a:t>2020/9/7</a:t>
            </a:fld>
            <a:endParaRPr kumimoji="0" lang="en-US" altLang="zh-CN" sz="1000">
              <a:solidFill>
                <a:schemeClr val="bg1"/>
              </a:solidFill>
              <a:latin typeface="Arial" panose="020B0604020202020204" pitchFamily="34" charset="0"/>
              <a:ea typeface="宋体" panose="02010600030101010101" pitchFamily="2" charset="-122"/>
            </a:endParaRPr>
          </a:p>
        </p:txBody>
      </p:sp>
      <p:sp>
        <p:nvSpPr>
          <p:cNvPr id="107527" name="Text Box 2">
            <a:extLst>
              <a:ext uri="{FF2B5EF4-FFF2-40B4-BE49-F238E27FC236}">
                <a16:creationId xmlns:a16="http://schemas.microsoft.com/office/drawing/2014/main" id="{531D5E81-3002-4AB4-AB73-D17D356E7C67}"/>
              </a:ext>
            </a:extLst>
          </p:cNvPr>
          <p:cNvSpPr txBox="1">
            <a:spLocks noChangeArrowheads="1"/>
          </p:cNvSpPr>
          <p:nvPr/>
        </p:nvSpPr>
        <p:spPr bwMode="auto">
          <a:xfrm>
            <a:off x="1403350" y="785813"/>
            <a:ext cx="60166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真值表举例</a:t>
            </a:r>
          </a:p>
        </p:txBody>
      </p:sp>
      <p:pic>
        <p:nvPicPr>
          <p:cNvPr id="107528" name="Picture 6" descr="C:\Program Files\Microsoft Office\MEDIA\CAGCAT10\j0293844.wmf">
            <a:extLst>
              <a:ext uri="{FF2B5EF4-FFF2-40B4-BE49-F238E27FC236}">
                <a16:creationId xmlns:a16="http://schemas.microsoft.com/office/drawing/2014/main" id="{56F46F74-AAD8-4411-911A-924CE7B0D6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5143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4457" name="矩形 1">
            <a:extLst>
              <a:ext uri="{FF2B5EF4-FFF2-40B4-BE49-F238E27FC236}">
                <a16:creationId xmlns:a16="http://schemas.microsoft.com/office/drawing/2014/main" id="{33BCE61C-1CCB-4A00-8984-3E2BD5458445}"/>
              </a:ext>
            </a:extLst>
          </p:cNvPr>
          <p:cNvSpPr>
            <a:spLocks noChangeArrowheads="1"/>
          </p:cNvSpPr>
          <p:nvPr/>
        </p:nvSpPr>
        <p:spPr bwMode="auto">
          <a:xfrm>
            <a:off x="684213" y="2174875"/>
            <a:ext cx="8135937" cy="3683000"/>
          </a:xfrm>
          <a:prstGeom prst="rect">
            <a:avLst/>
          </a:prstGeom>
          <a:solidFill>
            <a:schemeClr val="accent3"/>
          </a:solidFill>
          <a:ln>
            <a:solidFill>
              <a:srgbClr val="C00000"/>
            </a:solidFill>
          </a:ln>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nSpc>
                <a:spcPts val="4000"/>
              </a:lnSpc>
              <a:defRPr/>
            </a:pPr>
            <a:r>
              <a:rPr lang="en-US" altLang="zh-CN" dirty="0"/>
              <a:t>【</a:t>
            </a:r>
            <a:r>
              <a:rPr lang="zh-CN" altLang="en-US" dirty="0"/>
              <a:t>例题</a:t>
            </a:r>
            <a:r>
              <a:rPr lang="en-US" altLang="zh-CN" dirty="0"/>
              <a:t>】 </a:t>
            </a:r>
            <a:r>
              <a:rPr lang="zh-CN" altLang="en-US" b="1" dirty="0"/>
              <a:t>有一逻辑学家误入某部落， 部落酋长对逻辑学家说： “现有两扇门，一为死亡门，一为自由门，你可任意开启其中一扇以选择死亡和自由。 现派两人助你选择，这两人负责回答你提出的任何问题，但这两人一名天性诚实、一名说谎成性。” 逻辑学家手指一门向一人发问，然后选择一门从容离去。试问：该逻辑学家如何发问？</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日期占位符 1">
            <a:extLst>
              <a:ext uri="{FF2B5EF4-FFF2-40B4-BE49-F238E27FC236}">
                <a16:creationId xmlns:a16="http://schemas.microsoft.com/office/drawing/2014/main" id="{521533B6-48E4-4F58-A439-A78598C3F3FF}"/>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E101D5A3-A60E-4AC5-9746-AD7D9A1E4AFA}"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08547" name="页脚占位符 2">
            <a:extLst>
              <a:ext uri="{FF2B5EF4-FFF2-40B4-BE49-F238E27FC236}">
                <a16:creationId xmlns:a16="http://schemas.microsoft.com/office/drawing/2014/main" id="{009F596E-4238-439A-9D39-38B9289BF94B}"/>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08548" name="灯片编号占位符 3">
            <a:extLst>
              <a:ext uri="{FF2B5EF4-FFF2-40B4-BE49-F238E27FC236}">
                <a16:creationId xmlns:a16="http://schemas.microsoft.com/office/drawing/2014/main" id="{0785DD44-6169-4C16-B5FA-8CAEC826AAA5}"/>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287299FC-3095-42FD-965A-011EC4D650B1}" type="slidenum">
              <a:rPr lang="en-US" altLang="zh-CN" sz="1400" smtClean="0">
                <a:latin typeface="Times New Roman" panose="02020603050405020304" pitchFamily="18" charset="0"/>
                <a:ea typeface="宋体" panose="02010600030101010101" pitchFamily="2" charset="-122"/>
              </a:rPr>
              <a:pPr>
                <a:spcBef>
                  <a:spcPct val="0"/>
                </a:spcBef>
                <a:buFontTx/>
                <a:buNone/>
              </a:pPr>
              <a:t>82</a:t>
            </a:fld>
            <a:endParaRPr lang="en-US" altLang="zh-CN" sz="1400">
              <a:latin typeface="Times New Roman" panose="02020603050405020304" pitchFamily="18" charset="0"/>
              <a:ea typeface="宋体" panose="02010600030101010101" pitchFamily="2" charset="-122"/>
            </a:endParaRPr>
          </a:p>
        </p:txBody>
      </p:sp>
      <p:sp>
        <p:nvSpPr>
          <p:cNvPr id="108549" name="Text Box 2">
            <a:extLst>
              <a:ext uri="{FF2B5EF4-FFF2-40B4-BE49-F238E27FC236}">
                <a16:creationId xmlns:a16="http://schemas.microsoft.com/office/drawing/2014/main" id="{A3DC9C4F-949E-46C9-8311-508961C53F3C}"/>
              </a:ext>
            </a:extLst>
          </p:cNvPr>
          <p:cNvSpPr txBox="1">
            <a:spLocks noChangeArrowheads="1"/>
          </p:cNvSpPr>
          <p:nvPr/>
        </p:nvSpPr>
        <p:spPr bwMode="auto">
          <a:xfrm>
            <a:off x="1403350" y="785813"/>
            <a:ext cx="60166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真值表举例</a:t>
            </a:r>
          </a:p>
        </p:txBody>
      </p:sp>
      <p:pic>
        <p:nvPicPr>
          <p:cNvPr id="108550" name="Picture 6" descr="C:\Program Files\Microsoft Office\MEDIA\CAGCAT10\j0293844.wmf">
            <a:extLst>
              <a:ext uri="{FF2B5EF4-FFF2-40B4-BE49-F238E27FC236}">
                <a16:creationId xmlns:a16="http://schemas.microsoft.com/office/drawing/2014/main" id="{30844B16-C26C-445C-8DE9-4C9B4B4493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67625" y="506413"/>
            <a:ext cx="1401763" cy="1474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8551" name="矩形 6">
            <a:extLst>
              <a:ext uri="{FF2B5EF4-FFF2-40B4-BE49-F238E27FC236}">
                <a16:creationId xmlns:a16="http://schemas.microsoft.com/office/drawing/2014/main" id="{5B80D92C-97F5-431B-ACF4-562D6AB533E9}"/>
              </a:ext>
            </a:extLst>
          </p:cNvPr>
          <p:cNvSpPr>
            <a:spLocks noChangeArrowheads="1"/>
          </p:cNvSpPr>
          <p:nvPr/>
        </p:nvSpPr>
        <p:spPr bwMode="auto">
          <a:xfrm>
            <a:off x="869950" y="2071688"/>
            <a:ext cx="7734300" cy="3970337"/>
          </a:xfrm>
          <a:prstGeom prst="rect">
            <a:avLst/>
          </a:prstGeom>
          <a:solidFill>
            <a:srgbClr val="FFC000"/>
          </a:solidFill>
          <a:ln w="9525">
            <a:solidFill>
              <a:srgbClr val="000000"/>
            </a:solidFill>
            <a:miter lim="800000"/>
            <a:headEnd/>
            <a:tailEnd/>
          </a:ln>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nSpc>
                <a:spcPct val="150000"/>
              </a:lnSpc>
              <a:spcBef>
                <a:spcPct val="0"/>
              </a:spcBef>
              <a:buFontTx/>
              <a:buNone/>
            </a:pPr>
            <a:r>
              <a:rPr lang="en-US" altLang="zh-CN" sz="2800">
                <a:latin typeface="Times New Roman" panose="02020603050405020304" pitchFamily="18" charset="0"/>
                <a:ea typeface="宋体" panose="02010600030101010101" pitchFamily="2" charset="-122"/>
              </a:rPr>
              <a:t>【</a:t>
            </a:r>
            <a:r>
              <a:rPr lang="zh-CN" altLang="en-US" sz="2800">
                <a:latin typeface="Times New Roman" panose="02020603050405020304" pitchFamily="18" charset="0"/>
                <a:ea typeface="宋体" panose="02010600030101010101" pitchFamily="2" charset="-122"/>
              </a:rPr>
              <a:t>分析</a:t>
            </a:r>
            <a:r>
              <a:rPr lang="en-US" altLang="zh-CN" sz="2800">
                <a:latin typeface="Times New Roman" panose="02020603050405020304" pitchFamily="18" charset="0"/>
                <a:ea typeface="宋体" panose="02010600030101010101" pitchFamily="2" charset="-122"/>
              </a:rPr>
              <a:t>】</a:t>
            </a:r>
            <a:r>
              <a:rPr lang="zh-CN" altLang="en-US" sz="2800" b="1">
                <a:latin typeface="Times New Roman" panose="02020603050405020304" pitchFamily="18" charset="0"/>
                <a:ea typeface="宋体" panose="02010600030101010101" pitchFamily="2" charset="-122"/>
              </a:rPr>
              <a:t>逻辑学家问其中一人： “这扇门是死亡门，他将回答是， 对吗？ ”如果被问者天性诚实， 且回答对，那么另外一人则说谎成性，回答是则意味着不是，也就是说，逻辑学家手指之门不是死亡门。 其它情况可类似分析，具体可通过列出真值表进行分析。</a:t>
            </a:r>
          </a:p>
        </p:txBody>
      </p:sp>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日期占位符 1">
            <a:extLst>
              <a:ext uri="{FF2B5EF4-FFF2-40B4-BE49-F238E27FC236}">
                <a16:creationId xmlns:a16="http://schemas.microsoft.com/office/drawing/2014/main" id="{9AE1BAC7-B93C-45C8-96A5-EDD78355165E}"/>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8A05C9A7-B55C-46C7-9677-73E560692EE4}"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09571" name="页脚占位符 2">
            <a:extLst>
              <a:ext uri="{FF2B5EF4-FFF2-40B4-BE49-F238E27FC236}">
                <a16:creationId xmlns:a16="http://schemas.microsoft.com/office/drawing/2014/main" id="{0185629F-3E8C-46C8-844E-9B5C4CECE333}"/>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09572" name="灯片编号占位符 3">
            <a:extLst>
              <a:ext uri="{FF2B5EF4-FFF2-40B4-BE49-F238E27FC236}">
                <a16:creationId xmlns:a16="http://schemas.microsoft.com/office/drawing/2014/main" id="{50F6C4F5-7293-47CE-9B44-7CFBD4651D38}"/>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FE938740-8961-4110-A5E4-F6D8DAA50205}" type="slidenum">
              <a:rPr lang="en-US" altLang="zh-CN" sz="1400" smtClean="0">
                <a:latin typeface="Times New Roman" panose="02020603050405020304" pitchFamily="18" charset="0"/>
                <a:ea typeface="宋体" panose="02010600030101010101" pitchFamily="2" charset="-122"/>
              </a:rPr>
              <a:pPr>
                <a:spcBef>
                  <a:spcPct val="0"/>
                </a:spcBef>
                <a:buFontTx/>
                <a:buNone/>
              </a:pPr>
              <a:t>83</a:t>
            </a:fld>
            <a:endParaRPr lang="en-US" altLang="zh-CN" sz="1400">
              <a:latin typeface="Times New Roman" panose="02020603050405020304" pitchFamily="18" charset="0"/>
              <a:ea typeface="宋体" panose="02010600030101010101" pitchFamily="2" charset="-122"/>
            </a:endParaRPr>
          </a:p>
        </p:txBody>
      </p:sp>
      <p:sp>
        <p:nvSpPr>
          <p:cNvPr id="109573" name="Text Box 2">
            <a:extLst>
              <a:ext uri="{FF2B5EF4-FFF2-40B4-BE49-F238E27FC236}">
                <a16:creationId xmlns:a16="http://schemas.microsoft.com/office/drawing/2014/main" id="{C5B17ECC-49BB-4D38-91C3-9D4D86CC2A7A}"/>
              </a:ext>
            </a:extLst>
          </p:cNvPr>
          <p:cNvSpPr txBox="1">
            <a:spLocks noChangeArrowheads="1"/>
          </p:cNvSpPr>
          <p:nvPr/>
        </p:nvSpPr>
        <p:spPr bwMode="auto">
          <a:xfrm>
            <a:off x="1403350" y="692150"/>
            <a:ext cx="60166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真值表举例</a:t>
            </a:r>
          </a:p>
        </p:txBody>
      </p:sp>
      <p:pic>
        <p:nvPicPr>
          <p:cNvPr id="109574" name="Picture 6" descr="C:\Program Files\Microsoft Office\MEDIA\CAGCAT10\j0293844.wmf">
            <a:extLst>
              <a:ext uri="{FF2B5EF4-FFF2-40B4-BE49-F238E27FC236}">
                <a16:creationId xmlns:a16="http://schemas.microsoft.com/office/drawing/2014/main" id="{7B0FA84F-9DD4-4763-AE24-D1739CD9A0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67625" y="506413"/>
            <a:ext cx="1401763" cy="1474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6503" name="矩形 6">
            <a:extLst>
              <a:ext uri="{FF2B5EF4-FFF2-40B4-BE49-F238E27FC236}">
                <a16:creationId xmlns:a16="http://schemas.microsoft.com/office/drawing/2014/main" id="{ABF4283B-029D-4FE5-BE69-EC95363318B8}"/>
              </a:ext>
            </a:extLst>
          </p:cNvPr>
          <p:cNvSpPr>
            <a:spLocks noChangeArrowheads="1"/>
          </p:cNvSpPr>
          <p:nvPr/>
        </p:nvSpPr>
        <p:spPr bwMode="auto">
          <a:xfrm>
            <a:off x="539750" y="1773238"/>
            <a:ext cx="8278813" cy="1684337"/>
          </a:xfrm>
          <a:prstGeom prst="rect">
            <a:avLst/>
          </a:prstGeom>
          <a:solidFill>
            <a:schemeClr val="accent3"/>
          </a:solidFill>
          <a:ln>
            <a:solidFill>
              <a:schemeClr val="tx1"/>
            </a:solidFill>
          </a:ln>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nSpc>
                <a:spcPct val="150000"/>
              </a:lnSpc>
              <a:defRPr/>
            </a:pPr>
            <a:r>
              <a:rPr lang="en-US" altLang="zh-CN" sz="2400" dirty="0"/>
              <a:t>【</a:t>
            </a:r>
            <a:r>
              <a:rPr lang="zh-CN" altLang="en-US" sz="2400" dirty="0"/>
              <a:t>解</a:t>
            </a:r>
            <a:r>
              <a:rPr lang="en-US" altLang="zh-CN" sz="2400" dirty="0"/>
              <a:t>】</a:t>
            </a:r>
            <a:r>
              <a:rPr lang="zh-CN" altLang="en-US" sz="2400" b="1" dirty="0"/>
              <a:t>令</a:t>
            </a:r>
            <a:r>
              <a:rPr lang="en-US" altLang="zh-CN" sz="2400" b="1" dirty="0"/>
              <a:t>P</a:t>
            </a:r>
            <a:r>
              <a:rPr lang="zh-CN" altLang="en-US" sz="2400" b="1" dirty="0"/>
              <a:t>表示命题 “被问者天性诚实”； </a:t>
            </a:r>
            <a:r>
              <a:rPr lang="en-US" altLang="zh-CN" sz="2400" b="1" dirty="0"/>
              <a:t>Q</a:t>
            </a:r>
            <a:r>
              <a:rPr lang="zh-CN" altLang="en-US" sz="2400" b="1" dirty="0"/>
              <a:t>表示命题 “被问者回答对”；</a:t>
            </a:r>
            <a:r>
              <a:rPr lang="en-US" altLang="zh-CN" sz="2400" b="1" dirty="0"/>
              <a:t>R</a:t>
            </a:r>
            <a:r>
              <a:rPr lang="zh-CN" altLang="en-US" sz="2400" b="1" dirty="0"/>
              <a:t> 表示命题 “另外一人回答是”； </a:t>
            </a:r>
            <a:r>
              <a:rPr lang="en-US" altLang="zh-CN" sz="2400" b="1" dirty="0"/>
              <a:t>S</a:t>
            </a:r>
            <a:r>
              <a:rPr lang="zh-CN" altLang="en-US" sz="2400" b="1" dirty="0"/>
              <a:t>表示命题 “这扇门是死亡门”。 则可列出如下真值表。</a:t>
            </a:r>
          </a:p>
        </p:txBody>
      </p:sp>
      <p:pic>
        <p:nvPicPr>
          <p:cNvPr id="109576" name="图片 7">
            <a:extLst>
              <a:ext uri="{FF2B5EF4-FFF2-40B4-BE49-F238E27FC236}">
                <a16:creationId xmlns:a16="http://schemas.microsoft.com/office/drawing/2014/main" id="{1784B3BA-D8BD-4449-B452-43CF7B8ADE21}"/>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268538" y="3500438"/>
            <a:ext cx="4883150" cy="280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日期占位符 1">
            <a:extLst>
              <a:ext uri="{FF2B5EF4-FFF2-40B4-BE49-F238E27FC236}">
                <a16:creationId xmlns:a16="http://schemas.microsoft.com/office/drawing/2014/main" id="{94B15626-3192-4A6A-9AB7-068FEA791595}"/>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FA8DF7D7-A24E-4817-9141-E9302EE2D440}"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10595" name="页脚占位符 2">
            <a:extLst>
              <a:ext uri="{FF2B5EF4-FFF2-40B4-BE49-F238E27FC236}">
                <a16:creationId xmlns:a16="http://schemas.microsoft.com/office/drawing/2014/main" id="{1623A180-6A6B-4449-A397-CEE3BD907AF9}"/>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10596" name="灯片编号占位符 3">
            <a:extLst>
              <a:ext uri="{FF2B5EF4-FFF2-40B4-BE49-F238E27FC236}">
                <a16:creationId xmlns:a16="http://schemas.microsoft.com/office/drawing/2014/main" id="{04232357-A190-44DD-A2E4-E3E4AFA53E94}"/>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62000F00-2D2B-4A51-B423-5D4E81BBE1C3}" type="slidenum">
              <a:rPr lang="en-US" altLang="zh-CN" sz="1400" smtClean="0">
                <a:latin typeface="Times New Roman" panose="02020603050405020304" pitchFamily="18" charset="0"/>
                <a:ea typeface="宋体" panose="02010600030101010101" pitchFamily="2" charset="-122"/>
              </a:rPr>
              <a:pPr>
                <a:spcBef>
                  <a:spcPct val="0"/>
                </a:spcBef>
                <a:buFontTx/>
                <a:buNone/>
              </a:pPr>
              <a:t>84</a:t>
            </a:fld>
            <a:endParaRPr lang="en-US" altLang="zh-CN" sz="1400">
              <a:latin typeface="Times New Roman" panose="02020603050405020304" pitchFamily="18" charset="0"/>
              <a:ea typeface="宋体" panose="02010600030101010101" pitchFamily="2" charset="-122"/>
            </a:endParaRPr>
          </a:p>
        </p:txBody>
      </p:sp>
      <p:sp>
        <p:nvSpPr>
          <p:cNvPr id="110597" name="页脚占位符 3">
            <a:extLst>
              <a:ext uri="{FF2B5EF4-FFF2-40B4-BE49-F238E27FC236}">
                <a16:creationId xmlns:a16="http://schemas.microsoft.com/office/drawing/2014/main" id="{B29FC34A-C7BC-4AA8-967E-01B5A345809B}"/>
              </a:ext>
            </a:extLst>
          </p:cNvPr>
          <p:cNvSpPr txBox="1">
            <a:spLocks noGrp="1"/>
          </p:cNvSpPr>
          <p:nvPr/>
        </p:nvSpPr>
        <p:spPr bwMode="black">
          <a:xfrm>
            <a:off x="609600" y="6470650"/>
            <a:ext cx="538163"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r">
              <a:spcBef>
                <a:spcPct val="0"/>
              </a:spcBef>
              <a:buFontTx/>
              <a:buNone/>
            </a:pPr>
            <a:fld id="{ADC8F8C7-1D4D-483E-900E-8814C9584A2E}" type="slidenum">
              <a:rPr kumimoji="0" lang="en-US" altLang="zh-CN" sz="1000">
                <a:solidFill>
                  <a:schemeClr val="bg1"/>
                </a:solidFill>
                <a:latin typeface="Arial" panose="020B0604020202020204" pitchFamily="34" charset="0"/>
                <a:ea typeface="宋体" panose="02010600030101010101" pitchFamily="2" charset="-122"/>
              </a:rPr>
              <a:pPr algn="r">
                <a:spcBef>
                  <a:spcPct val="0"/>
                </a:spcBef>
                <a:buFontTx/>
                <a:buNone/>
              </a:pPr>
              <a:t>84</a:t>
            </a:fld>
            <a:endParaRPr kumimoji="0" lang="en-US" altLang="zh-CN" sz="1000">
              <a:solidFill>
                <a:schemeClr val="bg1"/>
              </a:solidFill>
              <a:latin typeface="Arial" panose="020B0604020202020204" pitchFamily="34" charset="0"/>
              <a:ea typeface="宋体" panose="02010600030101010101" pitchFamily="2" charset="-122"/>
            </a:endParaRPr>
          </a:p>
        </p:txBody>
      </p:sp>
      <p:sp>
        <p:nvSpPr>
          <p:cNvPr id="110598" name="日期占位符 4">
            <a:extLst>
              <a:ext uri="{FF2B5EF4-FFF2-40B4-BE49-F238E27FC236}">
                <a16:creationId xmlns:a16="http://schemas.microsoft.com/office/drawing/2014/main" id="{CE5656D8-B9D5-4561-A324-CC4F3AD972C8}"/>
              </a:ext>
            </a:extLst>
          </p:cNvPr>
          <p:cNvSpPr txBox="1">
            <a:spLocks noGrp="1"/>
          </p:cNvSpPr>
          <p:nvPr/>
        </p:nvSpPr>
        <p:spPr bwMode="auto">
          <a:xfrm>
            <a:off x="1271588" y="6472238"/>
            <a:ext cx="946150"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fld id="{547520E0-AD53-41C2-99E4-E62E460514BC}" type="datetime1">
              <a:rPr kumimoji="0" lang="zh-CN" altLang="en-US" sz="1000">
                <a:solidFill>
                  <a:schemeClr val="bg1"/>
                </a:solidFill>
                <a:latin typeface="Arial" panose="020B0604020202020204" pitchFamily="34" charset="0"/>
                <a:ea typeface="宋体" panose="02010600030101010101" pitchFamily="2" charset="-122"/>
              </a:rPr>
              <a:pPr eaLnBrk="1" hangingPunct="1">
                <a:spcBef>
                  <a:spcPct val="0"/>
                </a:spcBef>
                <a:buFontTx/>
                <a:buNone/>
              </a:pPr>
              <a:t>2020/9/7</a:t>
            </a:fld>
            <a:endParaRPr kumimoji="0" lang="en-US" altLang="zh-CN" sz="1000">
              <a:solidFill>
                <a:schemeClr val="bg1"/>
              </a:solidFill>
              <a:latin typeface="Arial" panose="020B0604020202020204" pitchFamily="34" charset="0"/>
              <a:ea typeface="宋体" panose="02010600030101010101" pitchFamily="2" charset="-122"/>
            </a:endParaRPr>
          </a:p>
        </p:txBody>
      </p:sp>
      <p:sp>
        <p:nvSpPr>
          <p:cNvPr id="110599" name="Text Box 2">
            <a:extLst>
              <a:ext uri="{FF2B5EF4-FFF2-40B4-BE49-F238E27FC236}">
                <a16:creationId xmlns:a16="http://schemas.microsoft.com/office/drawing/2014/main" id="{CC00F8FA-7FAE-448A-B7DE-4B0E50B6DB1A}"/>
              </a:ext>
            </a:extLst>
          </p:cNvPr>
          <p:cNvSpPr txBox="1">
            <a:spLocks noChangeArrowheads="1"/>
          </p:cNvSpPr>
          <p:nvPr/>
        </p:nvSpPr>
        <p:spPr bwMode="auto">
          <a:xfrm>
            <a:off x="1403350" y="785813"/>
            <a:ext cx="60166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真值表的说明</a:t>
            </a:r>
          </a:p>
        </p:txBody>
      </p:sp>
      <p:pic>
        <p:nvPicPr>
          <p:cNvPr id="110600" name="Picture 6" descr="C:\Program Files\Microsoft Office\MEDIA\CAGCAT10\j0293844.wmf">
            <a:extLst>
              <a:ext uri="{FF2B5EF4-FFF2-40B4-BE49-F238E27FC236}">
                <a16:creationId xmlns:a16="http://schemas.microsoft.com/office/drawing/2014/main" id="{BD95703E-0E17-4583-BB64-1259FE6C38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5143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0601" name="Rectangle 6">
            <a:extLst>
              <a:ext uri="{FF2B5EF4-FFF2-40B4-BE49-F238E27FC236}">
                <a16:creationId xmlns:a16="http://schemas.microsoft.com/office/drawing/2014/main" id="{EDEB0140-35DC-4BCA-8CB0-F57DB1E4D7E3}"/>
              </a:ext>
            </a:extLst>
          </p:cNvPr>
          <p:cNvSpPr>
            <a:spLocks noChangeArrowheads="1"/>
          </p:cNvSpPr>
          <p:nvPr/>
        </p:nvSpPr>
        <p:spPr bwMode="auto">
          <a:xfrm>
            <a:off x="900113" y="2516188"/>
            <a:ext cx="8064500" cy="30400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buFont typeface="Wingdings" panose="05000000000000000000" pitchFamily="2" charset="2"/>
              <a:buChar char="J"/>
            </a:pPr>
            <a:r>
              <a:rPr kumimoji="0" lang="zh-CN" altLang="en-US" sz="2800" b="1">
                <a:latin typeface="黑体" panose="02010609060101010101" pitchFamily="49" charset="-122"/>
                <a:ea typeface="黑体" panose="02010609060101010101" pitchFamily="49" charset="-122"/>
              </a:rPr>
              <a:t> 设</a:t>
            </a:r>
            <a:r>
              <a:rPr kumimoji="0" lang="en-US" altLang="zh-CN" sz="2800" b="1">
                <a:latin typeface="黑体" panose="02010609060101010101" pitchFamily="49" charset="-122"/>
                <a:ea typeface="黑体" panose="02010609060101010101" pitchFamily="49" charset="-122"/>
              </a:rPr>
              <a:t>P</a:t>
            </a:r>
            <a:r>
              <a:rPr kumimoji="0" lang="en-US" altLang="zh-CN" sz="2800" b="1" baseline="-25000">
                <a:latin typeface="黑体" panose="02010609060101010101" pitchFamily="49" charset="-122"/>
                <a:ea typeface="黑体" panose="02010609060101010101" pitchFamily="49" charset="-122"/>
              </a:rPr>
              <a:t>1</a:t>
            </a:r>
            <a:r>
              <a:rPr kumimoji="0" lang="zh-CN" altLang="en-US" sz="2800" b="1">
                <a:latin typeface="黑体" panose="02010609060101010101" pitchFamily="49" charset="-122"/>
                <a:ea typeface="黑体" panose="02010609060101010101" pitchFamily="49" charset="-122"/>
              </a:rPr>
              <a:t>，</a:t>
            </a:r>
            <a:r>
              <a:rPr kumimoji="0" lang="en-US" altLang="zh-CN" sz="2800" b="1">
                <a:latin typeface="黑体" panose="02010609060101010101" pitchFamily="49" charset="-122"/>
                <a:ea typeface="黑体" panose="02010609060101010101" pitchFamily="49" charset="-122"/>
              </a:rPr>
              <a:t>P</a:t>
            </a:r>
            <a:r>
              <a:rPr kumimoji="0" lang="en-US" altLang="zh-CN" sz="2800" b="1" baseline="-25000">
                <a:latin typeface="黑体" panose="02010609060101010101" pitchFamily="49" charset="-122"/>
                <a:ea typeface="黑体" panose="02010609060101010101" pitchFamily="49" charset="-122"/>
              </a:rPr>
              <a:t>2</a:t>
            </a:r>
            <a:r>
              <a:rPr kumimoji="0" lang="en-US" altLang="zh-CN" sz="2800" b="1">
                <a:latin typeface="黑体" panose="02010609060101010101" pitchFamily="49" charset="-122"/>
                <a:ea typeface="黑体" panose="02010609060101010101" pitchFamily="49" charset="-122"/>
              </a:rPr>
              <a:t>,…,P</a:t>
            </a:r>
            <a:r>
              <a:rPr kumimoji="0" lang="en-US" altLang="zh-CN" sz="2800" b="1" baseline="-25000">
                <a:latin typeface="黑体" panose="02010609060101010101" pitchFamily="49" charset="-122"/>
                <a:ea typeface="黑体" panose="02010609060101010101" pitchFamily="49" charset="-122"/>
              </a:rPr>
              <a:t>n</a:t>
            </a:r>
            <a:r>
              <a:rPr kumimoji="0" lang="zh-CN" altLang="en-US" sz="2800" b="1">
                <a:latin typeface="黑体" panose="02010609060101010101" pitchFamily="49" charset="-122"/>
                <a:ea typeface="黑体" panose="02010609060101010101" pitchFamily="49" charset="-122"/>
              </a:rPr>
              <a:t>为命题公式</a:t>
            </a:r>
            <a:r>
              <a:rPr kumimoji="0" lang="en-US" altLang="zh-CN" sz="2800" b="1">
                <a:latin typeface="黑体" panose="02010609060101010101" pitchFamily="49" charset="-122"/>
                <a:ea typeface="黑体" panose="02010609060101010101" pitchFamily="49" charset="-122"/>
              </a:rPr>
              <a:t>P</a:t>
            </a:r>
            <a:r>
              <a:rPr kumimoji="0" lang="zh-CN" altLang="en-US" sz="2800" b="1">
                <a:latin typeface="黑体" panose="02010609060101010101" pitchFamily="49" charset="-122"/>
                <a:ea typeface="黑体" panose="02010609060101010101" pitchFamily="49" charset="-122"/>
              </a:rPr>
              <a:t>中命题变元，对于命题变元每一种真值指派的可能组合，都能唯一确定</a:t>
            </a:r>
            <a:r>
              <a:rPr kumimoji="0" lang="en-US" altLang="zh-CN" sz="2800" b="1">
                <a:latin typeface="黑体" panose="02010609060101010101" pitchFamily="49" charset="-122"/>
                <a:ea typeface="黑体" panose="02010609060101010101" pitchFamily="49" charset="-122"/>
              </a:rPr>
              <a:t>P</a:t>
            </a:r>
            <a:r>
              <a:rPr kumimoji="0" lang="zh-CN" altLang="en-US" sz="2800" b="1">
                <a:latin typeface="黑体" panose="02010609060101010101" pitchFamily="49" charset="-122"/>
                <a:ea typeface="黑体" panose="02010609060101010101" pitchFamily="49" charset="-122"/>
              </a:rPr>
              <a:t>的真值（即有</a:t>
            </a:r>
            <a:r>
              <a:rPr kumimoji="0" lang="en-US" altLang="zh-CN" sz="2800" b="1">
                <a:latin typeface="黑体" panose="02010609060101010101" pitchFamily="49" charset="-122"/>
                <a:ea typeface="黑体" panose="02010609060101010101" pitchFamily="49" charset="-122"/>
              </a:rPr>
              <a:t>2</a:t>
            </a:r>
            <a:r>
              <a:rPr kumimoji="0" lang="zh-CN" altLang="en-US" sz="2800" b="1">
                <a:latin typeface="黑体" panose="02010609060101010101" pitchFamily="49" charset="-122"/>
                <a:ea typeface="黑体" panose="02010609060101010101" pitchFamily="49" charset="-122"/>
              </a:rPr>
              <a:t>的</a:t>
            </a:r>
            <a:r>
              <a:rPr kumimoji="0" lang="en-US" altLang="zh-CN" sz="2800" b="1">
                <a:latin typeface="黑体" panose="02010609060101010101" pitchFamily="49" charset="-122"/>
                <a:ea typeface="黑体" panose="02010609060101010101" pitchFamily="49" charset="-122"/>
              </a:rPr>
              <a:t>n</a:t>
            </a:r>
            <a:r>
              <a:rPr kumimoji="0" lang="zh-CN" altLang="en-US" sz="2800" b="1">
                <a:latin typeface="黑体" panose="02010609060101010101" pitchFamily="49" charset="-122"/>
                <a:ea typeface="黑体" panose="02010609060101010101" pitchFamily="49" charset="-122"/>
              </a:rPr>
              <a:t>次幂种分布）。</a:t>
            </a:r>
          </a:p>
          <a:p>
            <a:pPr eaLnBrk="1" hangingPunct="1">
              <a:lnSpc>
                <a:spcPct val="120000"/>
              </a:lnSpc>
              <a:buFont typeface="Wingdings" panose="05000000000000000000" pitchFamily="2" charset="2"/>
              <a:buChar char="u"/>
            </a:pPr>
            <a:endParaRPr kumimoji="0" lang="zh-CN" altLang="en-US" sz="1400" b="1">
              <a:latin typeface="黑体" panose="02010609060101010101" pitchFamily="49" charset="-122"/>
              <a:ea typeface="黑体" panose="02010609060101010101" pitchFamily="49" charset="-122"/>
            </a:endParaRPr>
          </a:p>
          <a:p>
            <a:pPr eaLnBrk="1" hangingPunct="1">
              <a:lnSpc>
                <a:spcPct val="120000"/>
              </a:lnSpc>
              <a:buFont typeface="Wingdings" panose="05000000000000000000" pitchFamily="2" charset="2"/>
              <a:buChar char="J"/>
            </a:pPr>
            <a:r>
              <a:rPr kumimoji="0" lang="zh-CN" altLang="en-US" sz="2800" b="1">
                <a:latin typeface="黑体" panose="02010609060101010101" pitchFamily="49" charset="-122"/>
                <a:ea typeface="黑体" panose="02010609060101010101" pitchFamily="49" charset="-122"/>
              </a:rPr>
              <a:t> 为有序列出公式的真值表，在对命题变元做指派时，可按二进制数次序列表。</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日期占位符 1">
            <a:extLst>
              <a:ext uri="{FF2B5EF4-FFF2-40B4-BE49-F238E27FC236}">
                <a16:creationId xmlns:a16="http://schemas.microsoft.com/office/drawing/2014/main" id="{91CD3DCD-369D-4777-A894-CF802C8A0237}"/>
              </a:ext>
            </a:extLst>
          </p:cNvPr>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fld id="{BAE8A9F8-BCB0-44AA-945A-B0DA1068EEB1}" type="datetime1">
              <a:rPr lang="zh-CN" altLang="en-US" sz="1400" b="1">
                <a:latin typeface="Times New Roman" panose="02020603050405020304" pitchFamily="18" charset="0"/>
                <a:ea typeface="宋体" panose="02010600030101010101" pitchFamily="2" charset="-122"/>
              </a:rPr>
              <a:pPr eaLnBrk="1" hangingPunct="1">
                <a:spcBef>
                  <a:spcPct val="0"/>
                </a:spcBef>
                <a:buFontTx/>
                <a:buNone/>
              </a:pPr>
              <a:t>2020/9/7</a:t>
            </a:fld>
            <a:endParaRPr lang="en-US" altLang="zh-CN" sz="1400" b="1">
              <a:latin typeface="Times New Roman" panose="02020603050405020304" pitchFamily="18" charset="0"/>
              <a:ea typeface="宋体" panose="02010600030101010101" pitchFamily="2" charset="-122"/>
            </a:endParaRPr>
          </a:p>
        </p:txBody>
      </p:sp>
      <p:sp>
        <p:nvSpPr>
          <p:cNvPr id="111619" name="页脚占位符 2">
            <a:extLst>
              <a:ext uri="{FF2B5EF4-FFF2-40B4-BE49-F238E27FC236}">
                <a16:creationId xmlns:a16="http://schemas.microsoft.com/office/drawing/2014/main" id="{A9CD70F0-CCBC-4CD5-BE24-F57FDB886373}"/>
              </a:ext>
            </a:extLst>
          </p:cNvPr>
          <p:cNvSpPr txBox="1">
            <a:spLocks noGrp="1"/>
          </p:cNvSpPr>
          <p:nvPr/>
        </p:nvSpPr>
        <p:spPr bwMode="auto">
          <a:xfrm>
            <a:off x="3124200" y="6356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400" b="1">
                <a:latin typeface="Times New Roman" panose="02020603050405020304" pitchFamily="18" charset="0"/>
                <a:ea typeface="宋体" panose="02010600030101010101" pitchFamily="2" charset="-122"/>
              </a:rPr>
              <a:t>计算机应用技术研究所</a:t>
            </a:r>
          </a:p>
        </p:txBody>
      </p:sp>
      <p:sp>
        <p:nvSpPr>
          <p:cNvPr id="111620" name="灯片编号占位符 3">
            <a:extLst>
              <a:ext uri="{FF2B5EF4-FFF2-40B4-BE49-F238E27FC236}">
                <a16:creationId xmlns:a16="http://schemas.microsoft.com/office/drawing/2014/main" id="{836A517D-D338-4186-82C2-0E03EA4AF680}"/>
              </a:ext>
            </a:extLst>
          </p:cNvPr>
          <p:cNvSpPr txBox="1">
            <a:spLocks noGrp="1"/>
          </p:cNvSpPr>
          <p:nvPr/>
        </p:nvSpPr>
        <p:spPr bwMode="auto">
          <a:xfrm>
            <a:off x="6588125"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FontTx/>
              <a:buNone/>
            </a:pPr>
            <a:fld id="{24EFCDD7-9B39-41AA-94E2-06D9A49C5F5B}" type="slidenum">
              <a:rPr lang="en-US" altLang="zh-CN" sz="1400" b="1">
                <a:latin typeface="Times New Roman" panose="02020603050405020304" pitchFamily="18" charset="0"/>
                <a:ea typeface="宋体" panose="02010600030101010101" pitchFamily="2" charset="-122"/>
              </a:rPr>
              <a:pPr algn="r" eaLnBrk="1" hangingPunct="1">
                <a:spcBef>
                  <a:spcPct val="0"/>
                </a:spcBef>
                <a:buFontTx/>
                <a:buNone/>
              </a:pPr>
              <a:t>85</a:t>
            </a:fld>
            <a:endParaRPr lang="en-US" altLang="zh-CN" sz="1400" b="1">
              <a:latin typeface="Times New Roman" panose="02020603050405020304" pitchFamily="18" charset="0"/>
              <a:ea typeface="宋体" panose="02010600030101010101" pitchFamily="2" charset="-122"/>
            </a:endParaRPr>
          </a:p>
        </p:txBody>
      </p:sp>
      <p:sp>
        <p:nvSpPr>
          <p:cNvPr id="111621" name="页脚占位符 3">
            <a:extLst>
              <a:ext uri="{FF2B5EF4-FFF2-40B4-BE49-F238E27FC236}">
                <a16:creationId xmlns:a16="http://schemas.microsoft.com/office/drawing/2014/main" id="{078E763B-13BD-4DB2-B97B-D052FADB5B4A}"/>
              </a:ext>
            </a:extLst>
          </p:cNvPr>
          <p:cNvSpPr txBox="1">
            <a:spLocks noGrp="1"/>
          </p:cNvSpPr>
          <p:nvPr/>
        </p:nvSpPr>
        <p:spPr bwMode="black">
          <a:xfrm>
            <a:off x="609600" y="6470650"/>
            <a:ext cx="538163"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r">
              <a:spcBef>
                <a:spcPct val="0"/>
              </a:spcBef>
              <a:buFontTx/>
              <a:buNone/>
            </a:pPr>
            <a:fld id="{3BF19E67-6C7E-4EE3-A708-B20E8C629579}" type="slidenum">
              <a:rPr kumimoji="0" lang="en-US" altLang="zh-CN" sz="1000">
                <a:solidFill>
                  <a:schemeClr val="bg1"/>
                </a:solidFill>
                <a:latin typeface="Arial" panose="020B0604020202020204" pitchFamily="34" charset="0"/>
                <a:ea typeface="宋体" panose="02010600030101010101" pitchFamily="2" charset="-122"/>
              </a:rPr>
              <a:pPr algn="r">
                <a:spcBef>
                  <a:spcPct val="0"/>
                </a:spcBef>
                <a:buFontTx/>
                <a:buNone/>
              </a:pPr>
              <a:t>85</a:t>
            </a:fld>
            <a:endParaRPr kumimoji="0" lang="en-US" altLang="zh-CN" sz="1000">
              <a:solidFill>
                <a:schemeClr val="bg1"/>
              </a:solidFill>
              <a:latin typeface="Arial" panose="020B0604020202020204" pitchFamily="34" charset="0"/>
              <a:ea typeface="宋体" panose="02010600030101010101" pitchFamily="2" charset="-122"/>
            </a:endParaRPr>
          </a:p>
        </p:txBody>
      </p:sp>
      <p:sp>
        <p:nvSpPr>
          <p:cNvPr id="111622" name="日期占位符 4">
            <a:extLst>
              <a:ext uri="{FF2B5EF4-FFF2-40B4-BE49-F238E27FC236}">
                <a16:creationId xmlns:a16="http://schemas.microsoft.com/office/drawing/2014/main" id="{0308DE55-6733-4922-98F8-BC2FC47D86F6}"/>
              </a:ext>
            </a:extLst>
          </p:cNvPr>
          <p:cNvSpPr txBox="1">
            <a:spLocks noGrp="1"/>
          </p:cNvSpPr>
          <p:nvPr/>
        </p:nvSpPr>
        <p:spPr bwMode="auto">
          <a:xfrm>
            <a:off x="1271588" y="6472238"/>
            <a:ext cx="946150"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fld id="{8876F025-730D-4813-A404-24802FC00AD7}" type="datetime1">
              <a:rPr kumimoji="0" lang="zh-CN" altLang="en-US" sz="1000">
                <a:solidFill>
                  <a:schemeClr val="bg1"/>
                </a:solidFill>
                <a:latin typeface="Arial" panose="020B0604020202020204" pitchFamily="34" charset="0"/>
                <a:ea typeface="宋体" panose="02010600030101010101" pitchFamily="2" charset="-122"/>
              </a:rPr>
              <a:pPr eaLnBrk="1" hangingPunct="1">
                <a:spcBef>
                  <a:spcPct val="0"/>
                </a:spcBef>
                <a:buFontTx/>
                <a:buNone/>
              </a:pPr>
              <a:t>2020/9/7</a:t>
            </a:fld>
            <a:endParaRPr kumimoji="0" lang="en-US" altLang="zh-CN" sz="1000">
              <a:solidFill>
                <a:schemeClr val="bg1"/>
              </a:solidFill>
              <a:latin typeface="Arial" panose="020B0604020202020204" pitchFamily="34" charset="0"/>
              <a:ea typeface="宋体" panose="02010600030101010101" pitchFamily="2" charset="-122"/>
            </a:endParaRPr>
          </a:p>
        </p:txBody>
      </p:sp>
      <p:sp>
        <p:nvSpPr>
          <p:cNvPr id="111623" name="Text Box 2">
            <a:extLst>
              <a:ext uri="{FF2B5EF4-FFF2-40B4-BE49-F238E27FC236}">
                <a16:creationId xmlns:a16="http://schemas.microsoft.com/office/drawing/2014/main" id="{4F83DD84-A775-4E42-A408-8428336EF028}"/>
              </a:ext>
            </a:extLst>
          </p:cNvPr>
          <p:cNvSpPr txBox="1">
            <a:spLocks noChangeArrowheads="1"/>
          </p:cNvSpPr>
          <p:nvPr/>
        </p:nvSpPr>
        <p:spPr bwMode="auto">
          <a:xfrm>
            <a:off x="1403350" y="692150"/>
            <a:ext cx="60166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真值表的说明</a:t>
            </a:r>
          </a:p>
        </p:txBody>
      </p:sp>
      <p:pic>
        <p:nvPicPr>
          <p:cNvPr id="111624" name="Picture 6" descr="C:\Program Files\Microsoft Office\MEDIA\CAGCAT10\j0293844.wmf">
            <a:extLst>
              <a:ext uri="{FF2B5EF4-FFF2-40B4-BE49-F238E27FC236}">
                <a16:creationId xmlns:a16="http://schemas.microsoft.com/office/drawing/2014/main" id="{549091C3-1758-4D5A-B295-934AD05344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5143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61190" name="Rectangle 6">
            <a:extLst>
              <a:ext uri="{FF2B5EF4-FFF2-40B4-BE49-F238E27FC236}">
                <a16:creationId xmlns:a16="http://schemas.microsoft.com/office/drawing/2014/main" id="{7581083C-2E46-46DB-A66A-47BD535FE75F}"/>
              </a:ext>
            </a:extLst>
          </p:cNvPr>
          <p:cNvSpPr>
            <a:spLocks noChangeArrowheads="1"/>
          </p:cNvSpPr>
          <p:nvPr/>
        </p:nvSpPr>
        <p:spPr bwMode="black">
          <a:xfrm>
            <a:off x="755650" y="1911350"/>
            <a:ext cx="7777163" cy="4038600"/>
          </a:xfrm>
          <a:prstGeom prst="rect">
            <a:avLst/>
          </a:prstGeom>
          <a:noFill/>
          <a:ln>
            <a:noFill/>
          </a:ln>
        </p:spPr>
        <p:txBody>
          <a:bodyPr/>
          <a:lstStyle>
            <a:lvl1pPr marL="342900" indent="-342900">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buClr>
                <a:srgbClr val="CC0099"/>
              </a:buClr>
              <a:buFont typeface="Wingdings" panose="05000000000000000000" pitchFamily="2" charset="2"/>
              <a:buChar char="Ø"/>
              <a:defRPr/>
            </a:pPr>
            <a:r>
              <a:rPr lang="zh-CN" altLang="en-US" b="1">
                <a:effectLst>
                  <a:outerShdw blurRad="38100" dist="38100" dir="2700000" algn="tl">
                    <a:srgbClr val="C0C0C0"/>
                  </a:outerShdw>
                </a:effectLst>
                <a:latin typeface="Times New Roman" panose="02020603050405020304" pitchFamily="18" charset="0"/>
                <a:ea typeface="华文新魏" panose="02010800040101010101" pitchFamily="2" charset="-122"/>
              </a:rPr>
              <a:t>为</a:t>
            </a:r>
            <a:r>
              <a:rPr lang="zh-CN" altLang="en-US" b="1">
                <a:solidFill>
                  <a:srgbClr val="FF0000"/>
                </a:solidFill>
                <a:effectLst>
                  <a:outerShdw blurRad="38100" dist="38100" dir="2700000" algn="tl">
                    <a:srgbClr val="C0C0C0"/>
                  </a:outerShdw>
                </a:effectLst>
                <a:latin typeface="Times New Roman" panose="02020603050405020304" pitchFamily="18" charset="0"/>
                <a:ea typeface="华文新魏" panose="02010800040101010101" pitchFamily="2" charset="-122"/>
              </a:rPr>
              <a:t>有序列出</a:t>
            </a:r>
            <a:r>
              <a:rPr lang="en-US" altLang="zh-CN" b="1">
                <a:effectLst>
                  <a:outerShdw blurRad="38100" dist="38100" dir="2700000" algn="tl">
                    <a:srgbClr val="C0C0C0"/>
                  </a:outerShdw>
                </a:effectLst>
                <a:latin typeface="Times New Roman" panose="02020603050405020304" pitchFamily="18" charset="0"/>
                <a:ea typeface="华文新魏" panose="02010800040101010101" pitchFamily="2" charset="-122"/>
              </a:rPr>
              <a:t>G(P</a:t>
            </a:r>
            <a:r>
              <a:rPr lang="en-US" altLang="zh-CN" b="1" baseline="-25000">
                <a:effectLst>
                  <a:outerShdw blurRad="38100" dist="38100" dir="2700000" algn="tl">
                    <a:srgbClr val="C0C0C0"/>
                  </a:outerShdw>
                </a:effectLst>
                <a:latin typeface="Times New Roman" panose="02020603050405020304" pitchFamily="18" charset="0"/>
                <a:ea typeface="华文新魏" panose="02010800040101010101" pitchFamily="2" charset="-122"/>
              </a:rPr>
              <a:t>1</a:t>
            </a:r>
            <a:r>
              <a:rPr lang="en-US" altLang="zh-CN" b="1">
                <a:effectLst>
                  <a:outerShdw blurRad="38100" dist="38100" dir="2700000" algn="tl">
                    <a:srgbClr val="C0C0C0"/>
                  </a:outerShdw>
                </a:effectLst>
                <a:latin typeface="Times New Roman" panose="02020603050405020304" pitchFamily="18" charset="0"/>
                <a:ea typeface="华文新魏" panose="02010800040101010101" pitchFamily="2" charset="-122"/>
              </a:rPr>
              <a:t>,P</a:t>
            </a:r>
            <a:r>
              <a:rPr lang="en-US" altLang="zh-CN" b="1" baseline="-25000">
                <a:effectLst>
                  <a:outerShdw blurRad="38100" dist="38100" dir="2700000" algn="tl">
                    <a:srgbClr val="C0C0C0"/>
                  </a:outerShdw>
                </a:effectLst>
                <a:latin typeface="Times New Roman" panose="02020603050405020304" pitchFamily="18" charset="0"/>
                <a:ea typeface="华文新魏" panose="02010800040101010101" pitchFamily="2" charset="-122"/>
              </a:rPr>
              <a:t>2</a:t>
            </a:r>
            <a:r>
              <a:rPr lang="en-US" altLang="zh-CN" b="1">
                <a:effectLst>
                  <a:outerShdw blurRad="38100" dist="38100" dir="2700000" algn="tl">
                    <a:srgbClr val="C0C0C0"/>
                  </a:outerShdw>
                </a:effectLst>
                <a:latin typeface="Times New Roman" panose="02020603050405020304" pitchFamily="18" charset="0"/>
                <a:ea typeface="华文新魏" panose="02010800040101010101" pitchFamily="2" charset="-122"/>
              </a:rPr>
              <a:t>,…,P</a:t>
            </a:r>
            <a:r>
              <a:rPr lang="en-US" altLang="zh-CN" b="1" baseline="-25000">
                <a:effectLst>
                  <a:outerShdw blurRad="38100" dist="38100" dir="2700000" algn="tl">
                    <a:srgbClr val="C0C0C0"/>
                  </a:outerShdw>
                </a:effectLst>
                <a:latin typeface="Times New Roman" panose="02020603050405020304" pitchFamily="18" charset="0"/>
                <a:ea typeface="华文新魏" panose="02010800040101010101" pitchFamily="2" charset="-122"/>
              </a:rPr>
              <a:t>n</a:t>
            </a:r>
            <a:r>
              <a:rPr lang="en-US" altLang="zh-CN" b="1">
                <a:effectLst>
                  <a:outerShdw blurRad="38100" dist="38100" dir="2700000" algn="tl">
                    <a:srgbClr val="C0C0C0"/>
                  </a:outerShdw>
                </a:effectLst>
                <a:latin typeface="Times New Roman" panose="02020603050405020304" pitchFamily="18" charset="0"/>
                <a:ea typeface="华文新魏" panose="02010800040101010101" pitchFamily="2" charset="-122"/>
              </a:rPr>
              <a:t>)</a:t>
            </a:r>
            <a:r>
              <a:rPr lang="zh-CN" altLang="en-US" b="1">
                <a:effectLst>
                  <a:outerShdw blurRad="38100" dist="38100" dir="2700000" algn="tl">
                    <a:srgbClr val="C0C0C0"/>
                  </a:outerShdw>
                </a:effectLst>
                <a:latin typeface="Times New Roman" panose="02020603050405020304" pitchFamily="18" charset="0"/>
                <a:ea typeface="华文新魏" panose="02010800040101010101" pitchFamily="2" charset="-122"/>
              </a:rPr>
              <a:t>的真值表，可以将</a:t>
            </a:r>
            <a:r>
              <a:rPr lang="en-US" altLang="zh-CN" b="1">
                <a:effectLst>
                  <a:outerShdw blurRad="38100" dist="38100" dir="2700000" algn="tl">
                    <a:srgbClr val="C0C0C0"/>
                  </a:outerShdw>
                </a:effectLst>
                <a:latin typeface="Times New Roman" panose="02020603050405020304" pitchFamily="18" charset="0"/>
                <a:ea typeface="华文新魏" panose="02010800040101010101" pitchFamily="2" charset="-122"/>
              </a:rPr>
              <a:t>F</a:t>
            </a:r>
            <a:r>
              <a:rPr lang="zh-CN" altLang="en-US" b="1">
                <a:effectLst>
                  <a:outerShdw blurRad="38100" dist="38100" dir="2700000" algn="tl">
                    <a:srgbClr val="C0C0C0"/>
                  </a:outerShdw>
                </a:effectLst>
                <a:latin typeface="Times New Roman" panose="02020603050405020304" pitchFamily="18" charset="0"/>
                <a:ea typeface="华文新魏" panose="02010800040101010101" pitchFamily="2" charset="-122"/>
              </a:rPr>
              <a:t>看成</a:t>
            </a:r>
            <a:r>
              <a:rPr lang="en-US" altLang="zh-CN" b="1">
                <a:effectLst>
                  <a:outerShdw blurRad="38100" dist="38100" dir="2700000" algn="tl">
                    <a:srgbClr val="C0C0C0"/>
                  </a:outerShdw>
                </a:effectLst>
                <a:latin typeface="Times New Roman" panose="02020603050405020304" pitchFamily="18" charset="0"/>
                <a:ea typeface="华文新魏" panose="02010800040101010101" pitchFamily="2" charset="-122"/>
              </a:rPr>
              <a:t>0</a:t>
            </a:r>
            <a:r>
              <a:rPr lang="zh-CN" altLang="en-US" b="1">
                <a:effectLst>
                  <a:outerShdw blurRad="38100" dist="38100" dir="2700000" algn="tl">
                    <a:srgbClr val="C0C0C0"/>
                  </a:outerShdw>
                </a:effectLst>
                <a:latin typeface="Times New Roman" panose="02020603050405020304" pitchFamily="18" charset="0"/>
                <a:ea typeface="华文新魏" panose="02010800040101010101" pitchFamily="2" charset="-122"/>
              </a:rPr>
              <a:t>，将</a:t>
            </a:r>
            <a:r>
              <a:rPr lang="en-US" altLang="zh-CN" b="1">
                <a:effectLst>
                  <a:outerShdw blurRad="38100" dist="38100" dir="2700000" algn="tl">
                    <a:srgbClr val="C0C0C0"/>
                  </a:outerShdw>
                </a:effectLst>
                <a:latin typeface="Times New Roman" panose="02020603050405020304" pitchFamily="18" charset="0"/>
                <a:ea typeface="华文新魏" panose="02010800040101010101" pitchFamily="2" charset="-122"/>
              </a:rPr>
              <a:t>T</a:t>
            </a:r>
            <a:r>
              <a:rPr lang="zh-CN" altLang="en-US" b="1">
                <a:effectLst>
                  <a:outerShdw blurRad="38100" dist="38100" dir="2700000" algn="tl">
                    <a:srgbClr val="C0C0C0"/>
                  </a:outerShdw>
                </a:effectLst>
                <a:latin typeface="Times New Roman" panose="02020603050405020304" pitchFamily="18" charset="0"/>
                <a:ea typeface="华文新魏" panose="02010800040101010101" pitchFamily="2" charset="-122"/>
              </a:rPr>
              <a:t>看成</a:t>
            </a:r>
            <a:r>
              <a:rPr lang="en-US" altLang="zh-CN" b="1">
                <a:effectLst>
                  <a:outerShdw blurRad="38100" dist="38100" dir="2700000" algn="tl">
                    <a:srgbClr val="C0C0C0"/>
                  </a:outerShdw>
                </a:effectLst>
                <a:latin typeface="Times New Roman" panose="02020603050405020304" pitchFamily="18" charset="0"/>
                <a:ea typeface="华文新魏" panose="02010800040101010101" pitchFamily="2" charset="-122"/>
              </a:rPr>
              <a:t>1</a:t>
            </a:r>
            <a:r>
              <a:rPr lang="zh-CN" altLang="en-US" b="1">
                <a:effectLst>
                  <a:outerShdw blurRad="38100" dist="38100" dir="2700000" algn="tl">
                    <a:srgbClr val="C0C0C0"/>
                  </a:outerShdw>
                </a:effectLst>
                <a:latin typeface="Times New Roman" panose="02020603050405020304" pitchFamily="18" charset="0"/>
                <a:ea typeface="华文新魏" panose="02010800040101010101" pitchFamily="2" charset="-122"/>
              </a:rPr>
              <a:t>，按照</a:t>
            </a:r>
            <a:r>
              <a:rPr lang="zh-CN" altLang="en-US" b="1">
                <a:solidFill>
                  <a:srgbClr val="FF0000"/>
                </a:solidFill>
                <a:effectLst>
                  <a:outerShdw blurRad="38100" dist="38100" dir="2700000" algn="tl">
                    <a:srgbClr val="C0C0C0"/>
                  </a:outerShdw>
                </a:effectLst>
                <a:latin typeface="Times New Roman" panose="02020603050405020304" pitchFamily="18" charset="0"/>
                <a:ea typeface="华文新魏" panose="02010800040101010101" pitchFamily="2" charset="-122"/>
              </a:rPr>
              <a:t>二进制数</a:t>
            </a:r>
            <a:r>
              <a:rPr lang="en-US" altLang="zh-CN" b="1">
                <a:effectLst>
                  <a:outerShdw blurRad="38100" dist="38100" dir="2700000" algn="tl">
                    <a:srgbClr val="C0C0C0"/>
                  </a:outerShdw>
                </a:effectLst>
                <a:latin typeface="Times New Roman" panose="02020603050405020304" pitchFamily="18" charset="0"/>
                <a:ea typeface="华文新魏" panose="02010800040101010101" pitchFamily="2" charset="-122"/>
              </a:rPr>
              <a:t>00…0, 00…01, 00…010, …, 11…10, 11…1(</a:t>
            </a:r>
            <a:r>
              <a:rPr lang="zh-CN" altLang="en-US" b="1">
                <a:effectLst>
                  <a:outerShdw blurRad="38100" dist="38100" dir="2700000" algn="tl">
                    <a:srgbClr val="C0C0C0"/>
                  </a:outerShdw>
                </a:effectLst>
                <a:latin typeface="Times New Roman" panose="02020603050405020304" pitchFamily="18" charset="0"/>
                <a:ea typeface="华文新魏" panose="02010800040101010101" pitchFamily="2" charset="-122"/>
              </a:rPr>
              <a:t>即十进制的</a:t>
            </a:r>
            <a:r>
              <a:rPr lang="en-US" altLang="zh-CN" b="1">
                <a:effectLst>
                  <a:outerShdw blurRad="38100" dist="38100" dir="2700000" algn="tl">
                    <a:srgbClr val="C0C0C0"/>
                  </a:outerShdw>
                </a:effectLst>
                <a:latin typeface="Times New Roman" panose="02020603050405020304" pitchFamily="18" charset="0"/>
                <a:ea typeface="华文新魏" panose="02010800040101010101" pitchFamily="2" charset="-122"/>
              </a:rPr>
              <a:t>0,1,2,…. ,2</a:t>
            </a:r>
            <a:r>
              <a:rPr lang="en-US" altLang="zh-CN" b="1" baseline="30000">
                <a:effectLst>
                  <a:outerShdw blurRad="38100" dist="38100" dir="2700000" algn="tl">
                    <a:srgbClr val="C0C0C0"/>
                  </a:outerShdw>
                </a:effectLst>
                <a:latin typeface="Times New Roman" panose="02020603050405020304" pitchFamily="18" charset="0"/>
                <a:ea typeface="华文新魏" panose="02010800040101010101" pitchFamily="2" charset="-122"/>
              </a:rPr>
              <a:t>n</a:t>
            </a:r>
            <a:r>
              <a:rPr lang="en-US" altLang="zh-CN" b="1">
                <a:effectLst>
                  <a:outerShdw blurRad="38100" dist="38100" dir="2700000" algn="tl">
                    <a:srgbClr val="C0C0C0"/>
                  </a:outerShdw>
                </a:effectLst>
                <a:latin typeface="Times New Roman" panose="02020603050405020304" pitchFamily="18" charset="0"/>
                <a:ea typeface="华文新魏" panose="02010800040101010101" pitchFamily="2" charset="-122"/>
              </a:rPr>
              <a:t> -1)</a:t>
            </a:r>
            <a:r>
              <a:rPr lang="zh-CN" altLang="en-US" b="1">
                <a:effectLst>
                  <a:outerShdw blurRad="38100" dist="38100" dir="2700000" algn="tl">
                    <a:srgbClr val="C0C0C0"/>
                  </a:outerShdw>
                </a:effectLst>
                <a:latin typeface="Times New Roman" panose="02020603050405020304" pitchFamily="18" charset="0"/>
                <a:ea typeface="华文新魏" panose="02010800040101010101" pitchFamily="2" charset="-122"/>
              </a:rPr>
              <a:t>的次序进行指派列真值表。</a:t>
            </a:r>
          </a:p>
          <a:p>
            <a:pPr eaLnBrk="1" hangingPunct="1">
              <a:lnSpc>
                <a:spcPct val="110000"/>
              </a:lnSpc>
              <a:buClr>
                <a:srgbClr val="CC0099"/>
              </a:buClr>
              <a:buFont typeface="Wingdings" panose="05000000000000000000" pitchFamily="2" charset="2"/>
              <a:buChar char="Ø"/>
              <a:defRPr/>
            </a:pPr>
            <a:r>
              <a:rPr lang="zh-CN" altLang="en-US" b="1">
                <a:effectLst>
                  <a:outerShdw blurRad="38100" dist="38100" dir="2700000" algn="tl">
                    <a:srgbClr val="C0C0C0"/>
                  </a:outerShdw>
                </a:effectLst>
                <a:latin typeface="Times New Roman" panose="02020603050405020304" pitchFamily="18" charset="0"/>
                <a:ea typeface="华文新魏" panose="02010800040101010101" pitchFamily="2" charset="-122"/>
              </a:rPr>
              <a:t>如</a:t>
            </a:r>
            <a:r>
              <a:rPr lang="en-US" altLang="zh-CN" b="1">
                <a:effectLst>
                  <a:outerShdw blurRad="38100" dist="38100" dir="2700000" algn="tl">
                    <a:srgbClr val="C0C0C0"/>
                  </a:outerShdw>
                </a:effectLst>
                <a:latin typeface="Times New Roman" panose="02020603050405020304" pitchFamily="18" charset="0"/>
                <a:ea typeface="华文新魏" panose="02010800040101010101" pitchFamily="2" charset="-122"/>
              </a:rPr>
              <a:t>G(P,Q)</a:t>
            </a:r>
            <a:r>
              <a:rPr lang="zh-CN" altLang="en-US" b="1">
                <a:effectLst>
                  <a:outerShdw blurRad="38100" dist="38100" dir="2700000" algn="tl">
                    <a:srgbClr val="C0C0C0"/>
                  </a:outerShdw>
                </a:effectLst>
                <a:latin typeface="Times New Roman" panose="02020603050405020304" pitchFamily="18" charset="0"/>
                <a:ea typeface="华文新魏" panose="02010800040101010101" pitchFamily="2" charset="-122"/>
              </a:rPr>
              <a:t>的真值表可按照如下次序指派：</a:t>
            </a:r>
          </a:p>
          <a:p>
            <a:pPr eaLnBrk="1" hangingPunct="1">
              <a:lnSpc>
                <a:spcPct val="110000"/>
              </a:lnSpc>
              <a:buClr>
                <a:srgbClr val="CC0099"/>
              </a:buClr>
              <a:buFont typeface="Wingdings" panose="05000000000000000000" pitchFamily="2" charset="2"/>
              <a:buNone/>
              <a:defRPr/>
            </a:pPr>
            <a:r>
              <a:rPr lang="zh-CN" altLang="en-US" b="1">
                <a:effectLst>
                  <a:outerShdw blurRad="38100" dist="38100" dir="2700000" algn="tl">
                    <a:srgbClr val="C0C0C0"/>
                  </a:outerShdw>
                </a:effectLst>
                <a:latin typeface="Times New Roman" panose="02020603050405020304" pitchFamily="18" charset="0"/>
                <a:ea typeface="华文新魏" panose="02010800040101010101" pitchFamily="2" charset="-122"/>
              </a:rPr>
              <a:t>                    </a:t>
            </a:r>
            <a:r>
              <a:rPr lang="en-US" altLang="zh-CN" b="1">
                <a:solidFill>
                  <a:srgbClr val="006600"/>
                </a:solidFill>
                <a:effectLst>
                  <a:outerShdw blurRad="38100" dist="38100" dir="2700000" algn="tl">
                    <a:srgbClr val="C0C0C0"/>
                  </a:outerShdw>
                </a:effectLst>
                <a:latin typeface="Times New Roman" panose="02020603050405020304" pitchFamily="18" charset="0"/>
                <a:ea typeface="华文新魏" panose="02010800040101010101" pitchFamily="2" charset="-122"/>
              </a:rPr>
              <a:t>00(F,F)</a:t>
            </a:r>
            <a:r>
              <a:rPr lang="zh-CN" altLang="en-US" b="1">
                <a:solidFill>
                  <a:srgbClr val="006600"/>
                </a:solidFill>
                <a:effectLst>
                  <a:outerShdw blurRad="38100" dist="38100" dir="2700000" algn="tl">
                    <a:srgbClr val="C0C0C0"/>
                  </a:outerShdw>
                </a:effectLst>
                <a:latin typeface="Times New Roman" panose="02020603050405020304" pitchFamily="18" charset="0"/>
                <a:ea typeface="华文新魏" panose="02010800040101010101" pitchFamily="2" charset="-122"/>
              </a:rPr>
              <a:t>，</a:t>
            </a:r>
            <a:r>
              <a:rPr lang="en-US" altLang="zh-CN" b="1">
                <a:solidFill>
                  <a:srgbClr val="006600"/>
                </a:solidFill>
                <a:effectLst>
                  <a:outerShdw blurRad="38100" dist="38100" dir="2700000" algn="tl">
                    <a:srgbClr val="C0C0C0"/>
                  </a:outerShdw>
                </a:effectLst>
                <a:latin typeface="Times New Roman" panose="02020603050405020304" pitchFamily="18" charset="0"/>
                <a:ea typeface="华文新魏" panose="02010800040101010101" pitchFamily="2" charset="-122"/>
              </a:rPr>
              <a:t>01(F,T)</a:t>
            </a:r>
            <a:r>
              <a:rPr lang="zh-CN" altLang="en-US" b="1">
                <a:solidFill>
                  <a:srgbClr val="006600"/>
                </a:solidFill>
                <a:effectLst>
                  <a:outerShdw blurRad="38100" dist="38100" dir="2700000" algn="tl">
                    <a:srgbClr val="C0C0C0"/>
                  </a:outerShdw>
                </a:effectLst>
                <a:latin typeface="Times New Roman" panose="02020603050405020304" pitchFamily="18" charset="0"/>
                <a:ea typeface="华文新魏" panose="02010800040101010101" pitchFamily="2" charset="-122"/>
              </a:rPr>
              <a:t>，</a:t>
            </a:r>
            <a:r>
              <a:rPr lang="en-US" altLang="zh-CN" b="1">
                <a:solidFill>
                  <a:srgbClr val="006600"/>
                </a:solidFill>
                <a:effectLst>
                  <a:outerShdw blurRad="38100" dist="38100" dir="2700000" algn="tl">
                    <a:srgbClr val="C0C0C0"/>
                  </a:outerShdw>
                </a:effectLst>
                <a:latin typeface="Times New Roman" panose="02020603050405020304" pitchFamily="18" charset="0"/>
                <a:ea typeface="华文新魏" panose="02010800040101010101" pitchFamily="2" charset="-122"/>
              </a:rPr>
              <a:t>10(T,F)</a:t>
            </a:r>
            <a:r>
              <a:rPr lang="zh-CN" altLang="en-US" b="1">
                <a:solidFill>
                  <a:srgbClr val="006600"/>
                </a:solidFill>
                <a:effectLst>
                  <a:outerShdw blurRad="38100" dist="38100" dir="2700000" algn="tl">
                    <a:srgbClr val="C0C0C0"/>
                  </a:outerShdw>
                </a:effectLst>
                <a:latin typeface="Times New Roman" panose="02020603050405020304" pitchFamily="18" charset="0"/>
                <a:ea typeface="华文新魏" panose="02010800040101010101" pitchFamily="2" charset="-122"/>
              </a:rPr>
              <a:t>，</a:t>
            </a:r>
            <a:r>
              <a:rPr lang="en-US" altLang="zh-CN" b="1">
                <a:solidFill>
                  <a:srgbClr val="006600"/>
                </a:solidFill>
                <a:effectLst>
                  <a:outerShdw blurRad="38100" dist="38100" dir="2700000" algn="tl">
                    <a:srgbClr val="C0C0C0"/>
                  </a:outerShdw>
                </a:effectLst>
                <a:latin typeface="Times New Roman" panose="02020603050405020304" pitchFamily="18" charset="0"/>
                <a:ea typeface="华文新魏" panose="02010800040101010101" pitchFamily="2" charset="-122"/>
              </a:rPr>
              <a:t>11(T,T)</a:t>
            </a:r>
          </a:p>
          <a:p>
            <a:pPr eaLnBrk="1" hangingPunct="1">
              <a:buClr>
                <a:srgbClr val="CC0099"/>
              </a:buClr>
              <a:buFont typeface="Wingdings" panose="05000000000000000000" pitchFamily="2" charset="2"/>
              <a:buChar char="Ø"/>
              <a:defRPr/>
            </a:pPr>
            <a:r>
              <a:rPr lang="zh-CN" altLang="en-US" b="1">
                <a:effectLst>
                  <a:outerShdw blurRad="38100" dist="38100" dir="2700000" algn="tl">
                    <a:srgbClr val="C0C0C0"/>
                  </a:outerShdw>
                </a:effectLst>
                <a:latin typeface="Times New Roman" panose="02020603050405020304" pitchFamily="18" charset="0"/>
                <a:ea typeface="华文新魏" panose="02010800040101010101" pitchFamily="2" charset="-122"/>
              </a:rPr>
              <a:t>如</a:t>
            </a:r>
            <a:r>
              <a:rPr lang="en-US" altLang="zh-CN" b="1">
                <a:effectLst>
                  <a:outerShdw blurRad="38100" dist="38100" dir="2700000" algn="tl">
                    <a:srgbClr val="C0C0C0"/>
                  </a:outerShdw>
                </a:effectLst>
                <a:latin typeface="Times New Roman" panose="02020603050405020304" pitchFamily="18" charset="0"/>
                <a:ea typeface="华文新魏" panose="02010800040101010101" pitchFamily="2" charset="-122"/>
              </a:rPr>
              <a:t>G(P,Q,R)</a:t>
            </a:r>
            <a:r>
              <a:rPr lang="zh-CN" altLang="en-US" b="1">
                <a:effectLst>
                  <a:outerShdw blurRad="38100" dist="38100" dir="2700000" algn="tl">
                    <a:srgbClr val="C0C0C0"/>
                  </a:outerShdw>
                </a:effectLst>
                <a:latin typeface="Times New Roman" panose="02020603050405020304" pitchFamily="18" charset="0"/>
                <a:ea typeface="华文新魏" panose="02010800040101010101" pitchFamily="2" charset="-122"/>
              </a:rPr>
              <a:t>的真值表可按照如下次序指派： </a:t>
            </a:r>
          </a:p>
          <a:p>
            <a:pPr eaLnBrk="1" hangingPunct="1">
              <a:buClr>
                <a:srgbClr val="CC0099"/>
              </a:buClr>
              <a:buFont typeface="Wingdings" panose="05000000000000000000" pitchFamily="2" charset="2"/>
              <a:buNone/>
              <a:defRPr/>
            </a:pPr>
            <a:r>
              <a:rPr lang="zh-CN" altLang="en-US" b="1">
                <a:effectLst>
                  <a:outerShdw blurRad="38100" dist="38100" dir="2700000" algn="tl">
                    <a:srgbClr val="C0C0C0"/>
                  </a:outerShdw>
                </a:effectLst>
                <a:latin typeface="Times New Roman" panose="02020603050405020304" pitchFamily="18" charset="0"/>
                <a:ea typeface="华文新魏" panose="02010800040101010101" pitchFamily="2" charset="-122"/>
              </a:rPr>
              <a:t>             </a:t>
            </a:r>
            <a:r>
              <a:rPr lang="en-US" altLang="zh-CN" b="1">
                <a:solidFill>
                  <a:srgbClr val="006600"/>
                </a:solidFill>
                <a:effectLst>
                  <a:outerShdw blurRad="38100" dist="38100" dir="2700000" algn="tl">
                    <a:srgbClr val="C0C0C0"/>
                  </a:outerShdw>
                </a:effectLst>
                <a:latin typeface="Times New Roman" panose="02020603050405020304" pitchFamily="18" charset="0"/>
                <a:ea typeface="华文新魏" panose="02010800040101010101" pitchFamily="2" charset="-122"/>
              </a:rPr>
              <a:t>000(F,F,F), 001(F,F,T), 010(F,T,F), 011(F,T,T)     </a:t>
            </a:r>
          </a:p>
          <a:p>
            <a:pPr eaLnBrk="1" hangingPunct="1">
              <a:buClr>
                <a:srgbClr val="CC0099"/>
              </a:buClr>
              <a:buFont typeface="Wingdings" panose="05000000000000000000" pitchFamily="2" charset="2"/>
              <a:buNone/>
              <a:defRPr/>
            </a:pPr>
            <a:r>
              <a:rPr lang="en-US" altLang="zh-CN" b="1">
                <a:solidFill>
                  <a:srgbClr val="006600"/>
                </a:solidFill>
                <a:effectLst>
                  <a:outerShdw blurRad="38100" dist="38100" dir="2700000" algn="tl">
                    <a:srgbClr val="C0C0C0"/>
                  </a:outerShdw>
                </a:effectLst>
                <a:latin typeface="Times New Roman" panose="02020603050405020304" pitchFamily="18" charset="0"/>
                <a:ea typeface="华文新魏" panose="02010800040101010101" pitchFamily="2" charset="-122"/>
              </a:rPr>
              <a:t>            100(T,F,F), 101(T,F,T), 110(T,T,F), 111(T,T,T)</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日期占位符 1">
            <a:extLst>
              <a:ext uri="{FF2B5EF4-FFF2-40B4-BE49-F238E27FC236}">
                <a16:creationId xmlns:a16="http://schemas.microsoft.com/office/drawing/2014/main" id="{365FFD9F-DA4A-4806-9386-8DCB58D77943}"/>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3D38B5FD-F775-475F-A7BC-46CCF4C38E43}"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12643" name="页脚占位符 2">
            <a:extLst>
              <a:ext uri="{FF2B5EF4-FFF2-40B4-BE49-F238E27FC236}">
                <a16:creationId xmlns:a16="http://schemas.microsoft.com/office/drawing/2014/main" id="{90FCE7DB-1529-47B6-A75A-4CE98B5DCC27}"/>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12644" name="灯片编号占位符 3">
            <a:extLst>
              <a:ext uri="{FF2B5EF4-FFF2-40B4-BE49-F238E27FC236}">
                <a16:creationId xmlns:a16="http://schemas.microsoft.com/office/drawing/2014/main" id="{76C9DA38-72B7-42BD-9C6C-AEC183FB4241}"/>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31B6DFCD-4B07-4758-994B-C807AFE84179}" type="slidenum">
              <a:rPr lang="en-US" altLang="zh-CN" sz="1400" smtClean="0">
                <a:latin typeface="Times New Roman" panose="02020603050405020304" pitchFamily="18" charset="0"/>
                <a:ea typeface="宋体" panose="02010600030101010101" pitchFamily="2" charset="-122"/>
              </a:rPr>
              <a:pPr>
                <a:spcBef>
                  <a:spcPct val="0"/>
                </a:spcBef>
                <a:buFontTx/>
                <a:buNone/>
              </a:pPr>
              <a:t>86</a:t>
            </a:fld>
            <a:endParaRPr lang="en-US" altLang="zh-CN" sz="1400">
              <a:latin typeface="Times New Roman" panose="02020603050405020304" pitchFamily="18" charset="0"/>
              <a:ea typeface="宋体" panose="02010600030101010101" pitchFamily="2" charset="-122"/>
            </a:endParaRPr>
          </a:p>
        </p:txBody>
      </p:sp>
      <p:sp>
        <p:nvSpPr>
          <p:cNvPr id="112645" name="页脚占位符 3">
            <a:extLst>
              <a:ext uri="{FF2B5EF4-FFF2-40B4-BE49-F238E27FC236}">
                <a16:creationId xmlns:a16="http://schemas.microsoft.com/office/drawing/2014/main" id="{A17F6D00-EC4E-4AF4-B4AA-75522B2F2BCB}"/>
              </a:ext>
            </a:extLst>
          </p:cNvPr>
          <p:cNvSpPr txBox="1">
            <a:spLocks noGrp="1"/>
          </p:cNvSpPr>
          <p:nvPr/>
        </p:nvSpPr>
        <p:spPr bwMode="black">
          <a:xfrm>
            <a:off x="609600" y="6470650"/>
            <a:ext cx="538163"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r">
              <a:spcBef>
                <a:spcPct val="0"/>
              </a:spcBef>
              <a:buFontTx/>
              <a:buNone/>
            </a:pPr>
            <a:fld id="{C0A3A5BD-9C70-460B-9F55-CFD1B81AB0B9}" type="slidenum">
              <a:rPr kumimoji="0" lang="en-US" altLang="zh-CN" sz="1000">
                <a:solidFill>
                  <a:schemeClr val="bg1"/>
                </a:solidFill>
                <a:latin typeface="Arial" panose="020B0604020202020204" pitchFamily="34" charset="0"/>
                <a:ea typeface="宋体" panose="02010600030101010101" pitchFamily="2" charset="-122"/>
              </a:rPr>
              <a:pPr algn="r">
                <a:spcBef>
                  <a:spcPct val="0"/>
                </a:spcBef>
                <a:buFontTx/>
                <a:buNone/>
              </a:pPr>
              <a:t>86</a:t>
            </a:fld>
            <a:endParaRPr kumimoji="0" lang="en-US" altLang="zh-CN" sz="1000">
              <a:solidFill>
                <a:schemeClr val="bg1"/>
              </a:solidFill>
              <a:latin typeface="Arial" panose="020B0604020202020204" pitchFamily="34" charset="0"/>
              <a:ea typeface="宋体" panose="02010600030101010101" pitchFamily="2" charset="-122"/>
            </a:endParaRPr>
          </a:p>
        </p:txBody>
      </p:sp>
      <p:sp>
        <p:nvSpPr>
          <p:cNvPr id="112646" name="日期占位符 4">
            <a:extLst>
              <a:ext uri="{FF2B5EF4-FFF2-40B4-BE49-F238E27FC236}">
                <a16:creationId xmlns:a16="http://schemas.microsoft.com/office/drawing/2014/main" id="{71A73783-59BD-4115-A199-ECA2124C5A5C}"/>
              </a:ext>
            </a:extLst>
          </p:cNvPr>
          <p:cNvSpPr txBox="1">
            <a:spLocks noGrp="1"/>
          </p:cNvSpPr>
          <p:nvPr/>
        </p:nvSpPr>
        <p:spPr bwMode="auto">
          <a:xfrm>
            <a:off x="1271588" y="6472238"/>
            <a:ext cx="946150"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fld id="{EF7D0382-0B36-410C-881E-DD006B59AE46}" type="datetime1">
              <a:rPr kumimoji="0" lang="zh-CN" altLang="en-US" sz="1000">
                <a:solidFill>
                  <a:schemeClr val="bg1"/>
                </a:solidFill>
                <a:latin typeface="Arial" panose="020B0604020202020204" pitchFamily="34" charset="0"/>
                <a:ea typeface="宋体" panose="02010600030101010101" pitchFamily="2" charset="-122"/>
              </a:rPr>
              <a:pPr eaLnBrk="1" hangingPunct="1">
                <a:spcBef>
                  <a:spcPct val="0"/>
                </a:spcBef>
                <a:buFontTx/>
                <a:buNone/>
              </a:pPr>
              <a:t>2020/9/7</a:t>
            </a:fld>
            <a:endParaRPr kumimoji="0" lang="en-US" altLang="zh-CN" sz="1000">
              <a:solidFill>
                <a:schemeClr val="bg1"/>
              </a:solidFill>
              <a:latin typeface="Arial" panose="020B0604020202020204" pitchFamily="34" charset="0"/>
              <a:ea typeface="宋体" panose="02010600030101010101" pitchFamily="2" charset="-122"/>
            </a:endParaRPr>
          </a:p>
        </p:txBody>
      </p:sp>
      <p:sp>
        <p:nvSpPr>
          <p:cNvPr id="112647" name="Text Box 2">
            <a:extLst>
              <a:ext uri="{FF2B5EF4-FFF2-40B4-BE49-F238E27FC236}">
                <a16:creationId xmlns:a16="http://schemas.microsoft.com/office/drawing/2014/main" id="{6AD4DFCB-0F68-4EDD-8632-C105286A77DD}"/>
              </a:ext>
            </a:extLst>
          </p:cNvPr>
          <p:cNvSpPr txBox="1">
            <a:spLocks noChangeArrowheads="1"/>
          </p:cNvSpPr>
          <p:nvPr/>
        </p:nvSpPr>
        <p:spPr bwMode="auto">
          <a:xfrm>
            <a:off x="1403350" y="692150"/>
            <a:ext cx="60166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例 题</a:t>
            </a:r>
          </a:p>
        </p:txBody>
      </p:sp>
      <p:pic>
        <p:nvPicPr>
          <p:cNvPr id="112648" name="Picture 6" descr="C:\Program Files\Microsoft Office\MEDIA\CAGCAT10\j0293844.wmf">
            <a:extLst>
              <a:ext uri="{FF2B5EF4-FFF2-40B4-BE49-F238E27FC236}">
                <a16:creationId xmlns:a16="http://schemas.microsoft.com/office/drawing/2014/main" id="{7143939D-C7C1-462A-89E1-B2EB0200E4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5143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49" name="Rectangle 6">
            <a:extLst>
              <a:ext uri="{FF2B5EF4-FFF2-40B4-BE49-F238E27FC236}">
                <a16:creationId xmlns:a16="http://schemas.microsoft.com/office/drawing/2014/main" id="{703FA07A-6A7C-45F7-9E58-A0AA83AEF2D3}"/>
              </a:ext>
            </a:extLst>
          </p:cNvPr>
          <p:cNvSpPr>
            <a:spLocks noChangeArrowheads="1"/>
          </p:cNvSpPr>
          <p:nvPr/>
        </p:nvSpPr>
        <p:spPr bwMode="auto">
          <a:xfrm>
            <a:off x="1042988" y="1773238"/>
            <a:ext cx="7345362" cy="16256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kumimoji="0" lang="en-US" altLang="zh-CN" b="1">
                <a:solidFill>
                  <a:srgbClr val="006600"/>
                </a:solidFill>
                <a:latin typeface="黑体" panose="02010609060101010101" pitchFamily="49" charset="-122"/>
                <a:ea typeface="黑体" panose="02010609060101010101" pitchFamily="49" charset="-122"/>
              </a:rPr>
              <a:t>【</a:t>
            </a:r>
            <a:r>
              <a:rPr kumimoji="0" lang="zh-CN" altLang="en-US" b="1">
                <a:solidFill>
                  <a:srgbClr val="006600"/>
                </a:solidFill>
                <a:latin typeface="黑体" panose="02010609060101010101" pitchFamily="49" charset="-122"/>
                <a:ea typeface="黑体" panose="02010609060101010101" pitchFamily="49" charset="-122"/>
              </a:rPr>
              <a:t>例</a:t>
            </a:r>
            <a:r>
              <a:rPr kumimoji="0" lang="en-US" altLang="zh-CN" b="1">
                <a:solidFill>
                  <a:srgbClr val="006600"/>
                </a:solidFill>
                <a:latin typeface="黑体" panose="02010609060101010101" pitchFamily="49" charset="-122"/>
                <a:ea typeface="黑体" panose="02010609060101010101" pitchFamily="49" charset="-122"/>
              </a:rPr>
              <a:t>】</a:t>
            </a:r>
            <a:r>
              <a:rPr kumimoji="0" lang="zh-CN" altLang="en-US" b="1">
                <a:latin typeface="黑体" panose="02010609060101010101" pitchFamily="49" charset="-122"/>
                <a:ea typeface="黑体" panose="02010609060101010101" pitchFamily="49" charset="-122"/>
              </a:rPr>
              <a:t>构造命题公式</a:t>
            </a:r>
            <a:r>
              <a:rPr kumimoji="0" lang="en-US" altLang="zh-CN" b="1">
                <a:latin typeface="黑体" panose="02010609060101010101" pitchFamily="49" charset="-122"/>
                <a:ea typeface="黑体" panose="02010609060101010101" pitchFamily="49" charset="-122"/>
              </a:rPr>
              <a:t>¬</a:t>
            </a:r>
            <a:r>
              <a:rPr kumimoji="0" lang="en-US" altLang="zh-CN" b="1" i="1">
                <a:latin typeface="黑体" panose="02010609060101010101" pitchFamily="49" charset="-122"/>
                <a:ea typeface="黑体" panose="02010609060101010101" pitchFamily="49" charset="-122"/>
              </a:rPr>
              <a:t>p</a:t>
            </a:r>
            <a:r>
              <a:rPr kumimoji="0" lang="en-US" altLang="zh-CN" b="1">
                <a:latin typeface="黑体" panose="02010609060101010101" pitchFamily="49" charset="-122"/>
                <a:ea typeface="黑体" panose="02010609060101010101" pitchFamily="49" charset="-122"/>
              </a:rPr>
              <a:t>∨</a:t>
            </a:r>
            <a:r>
              <a:rPr kumimoji="0" lang="en-US" altLang="zh-CN" b="1" i="1">
                <a:latin typeface="黑体" panose="02010609060101010101" pitchFamily="49" charset="-122"/>
                <a:ea typeface="黑体" panose="02010609060101010101" pitchFamily="49" charset="-122"/>
              </a:rPr>
              <a:t>q</a:t>
            </a:r>
            <a:r>
              <a:rPr kumimoji="0" lang="zh-CN" altLang="en-US" b="1">
                <a:latin typeface="黑体" panose="02010609060101010101" pitchFamily="49" charset="-122"/>
                <a:ea typeface="黑体" panose="02010609060101010101" pitchFamily="49" charset="-122"/>
              </a:rPr>
              <a:t>的真值表，并求成真赋值和成假赋值。</a:t>
            </a:r>
          </a:p>
          <a:p>
            <a:pPr eaLnBrk="1" hangingPunct="1">
              <a:buFontTx/>
              <a:buNone/>
            </a:pPr>
            <a:r>
              <a:rPr kumimoji="0" lang="en-US" altLang="zh-CN" b="1">
                <a:solidFill>
                  <a:srgbClr val="006600"/>
                </a:solidFill>
                <a:latin typeface="黑体" panose="02010609060101010101" pitchFamily="49" charset="-122"/>
                <a:ea typeface="黑体" panose="02010609060101010101" pitchFamily="49" charset="-122"/>
              </a:rPr>
              <a:t>【</a:t>
            </a:r>
            <a:r>
              <a:rPr kumimoji="0" lang="zh-CN" altLang="en-US" b="1">
                <a:solidFill>
                  <a:srgbClr val="006600"/>
                </a:solidFill>
                <a:latin typeface="黑体" panose="02010609060101010101" pitchFamily="49" charset="-122"/>
                <a:ea typeface="黑体" panose="02010609060101010101" pitchFamily="49" charset="-122"/>
              </a:rPr>
              <a:t>解</a:t>
            </a:r>
            <a:r>
              <a:rPr kumimoji="0" lang="en-US" altLang="zh-CN" b="1">
                <a:solidFill>
                  <a:srgbClr val="006600"/>
                </a:solidFill>
                <a:latin typeface="黑体" panose="02010609060101010101" pitchFamily="49" charset="-122"/>
                <a:ea typeface="黑体" panose="02010609060101010101" pitchFamily="49" charset="-122"/>
              </a:rPr>
              <a:t>】</a:t>
            </a:r>
            <a:r>
              <a:rPr kumimoji="0" lang="zh-CN" altLang="en-US" b="1">
                <a:latin typeface="黑体" panose="02010609060101010101" pitchFamily="49" charset="-122"/>
                <a:ea typeface="黑体" panose="02010609060101010101" pitchFamily="49" charset="-122"/>
              </a:rPr>
              <a:t>命题公式</a:t>
            </a:r>
            <a:r>
              <a:rPr kumimoji="0" lang="en-US" altLang="zh-CN" b="1">
                <a:latin typeface="黑体" panose="02010609060101010101" pitchFamily="49" charset="-122"/>
                <a:ea typeface="黑体" panose="02010609060101010101" pitchFamily="49" charset="-122"/>
              </a:rPr>
              <a:t>¬</a:t>
            </a:r>
            <a:r>
              <a:rPr kumimoji="0" lang="en-US" altLang="zh-CN" b="1" i="1">
                <a:latin typeface="黑体" panose="02010609060101010101" pitchFamily="49" charset="-122"/>
                <a:ea typeface="黑体" panose="02010609060101010101" pitchFamily="49" charset="-122"/>
              </a:rPr>
              <a:t>p</a:t>
            </a:r>
            <a:r>
              <a:rPr kumimoji="0" lang="en-US" altLang="zh-CN" b="1">
                <a:latin typeface="黑体" panose="02010609060101010101" pitchFamily="49" charset="-122"/>
                <a:ea typeface="黑体" panose="02010609060101010101" pitchFamily="49" charset="-122"/>
              </a:rPr>
              <a:t>∨</a:t>
            </a:r>
            <a:r>
              <a:rPr kumimoji="0" lang="en-US" altLang="zh-CN" b="1" i="1">
                <a:latin typeface="黑体" panose="02010609060101010101" pitchFamily="49" charset="-122"/>
                <a:ea typeface="黑体" panose="02010609060101010101" pitchFamily="49" charset="-122"/>
              </a:rPr>
              <a:t>q</a:t>
            </a:r>
            <a:r>
              <a:rPr kumimoji="0" lang="zh-CN" altLang="en-US" b="1">
                <a:latin typeface="黑体" panose="02010609060101010101" pitchFamily="49" charset="-122"/>
                <a:ea typeface="黑体" panose="02010609060101010101" pitchFamily="49" charset="-122"/>
              </a:rPr>
              <a:t>的真值表下表所示。</a:t>
            </a:r>
            <a:r>
              <a:rPr kumimoji="0" lang="en-US" altLang="zh-CN" b="1">
                <a:latin typeface="黑体" panose="02010609060101010101" pitchFamily="49" charset="-122"/>
                <a:ea typeface="黑体" panose="02010609060101010101" pitchFamily="49" charset="-122"/>
              </a:rPr>
              <a:t>00</a:t>
            </a:r>
            <a:r>
              <a:rPr kumimoji="0" lang="zh-CN" altLang="en-US" b="1">
                <a:latin typeface="黑体" panose="02010609060101010101" pitchFamily="49" charset="-122"/>
                <a:ea typeface="黑体" panose="02010609060101010101" pitchFamily="49" charset="-122"/>
              </a:rPr>
              <a:t>，</a:t>
            </a:r>
            <a:r>
              <a:rPr kumimoji="0" lang="en-US" altLang="zh-CN" b="1">
                <a:latin typeface="黑体" panose="02010609060101010101" pitchFamily="49" charset="-122"/>
                <a:ea typeface="黑体" panose="02010609060101010101" pitchFamily="49" charset="-122"/>
              </a:rPr>
              <a:t>01</a:t>
            </a:r>
            <a:r>
              <a:rPr kumimoji="0" lang="zh-CN" altLang="en-US" b="1">
                <a:latin typeface="黑体" panose="02010609060101010101" pitchFamily="49" charset="-122"/>
                <a:ea typeface="黑体" panose="02010609060101010101" pitchFamily="49" charset="-122"/>
              </a:rPr>
              <a:t>，</a:t>
            </a:r>
            <a:r>
              <a:rPr kumimoji="0" lang="en-US" altLang="zh-CN" b="1">
                <a:latin typeface="黑体" panose="02010609060101010101" pitchFamily="49" charset="-122"/>
                <a:ea typeface="黑体" panose="02010609060101010101" pitchFamily="49" charset="-122"/>
              </a:rPr>
              <a:t>11</a:t>
            </a:r>
            <a:r>
              <a:rPr kumimoji="0" lang="zh-CN" altLang="en-US" b="1">
                <a:latin typeface="黑体" panose="02010609060101010101" pitchFamily="49" charset="-122"/>
                <a:ea typeface="黑体" panose="02010609060101010101" pitchFamily="49" charset="-122"/>
              </a:rPr>
              <a:t>是成真赋值，</a:t>
            </a:r>
            <a:r>
              <a:rPr kumimoji="0" lang="en-US" altLang="zh-CN" b="1">
                <a:latin typeface="黑体" panose="02010609060101010101" pitchFamily="49" charset="-122"/>
                <a:ea typeface="黑体" panose="02010609060101010101" pitchFamily="49" charset="-122"/>
              </a:rPr>
              <a:t>10</a:t>
            </a:r>
            <a:r>
              <a:rPr kumimoji="0" lang="zh-CN" altLang="en-US" b="1">
                <a:latin typeface="黑体" panose="02010609060101010101" pitchFamily="49" charset="-122"/>
                <a:ea typeface="黑体" panose="02010609060101010101" pitchFamily="49" charset="-122"/>
              </a:rPr>
              <a:t>是成假赋值。</a:t>
            </a:r>
          </a:p>
        </p:txBody>
      </p:sp>
      <p:grpSp>
        <p:nvGrpSpPr>
          <p:cNvPr id="112650" name="Group 7">
            <a:extLst>
              <a:ext uri="{FF2B5EF4-FFF2-40B4-BE49-F238E27FC236}">
                <a16:creationId xmlns:a16="http://schemas.microsoft.com/office/drawing/2014/main" id="{9161E822-CFD6-4461-9601-EA6E47500534}"/>
              </a:ext>
            </a:extLst>
          </p:cNvPr>
          <p:cNvGrpSpPr>
            <a:grpSpLocks/>
          </p:cNvGrpSpPr>
          <p:nvPr/>
        </p:nvGrpSpPr>
        <p:grpSpPr bwMode="auto">
          <a:xfrm>
            <a:off x="2057400" y="3500438"/>
            <a:ext cx="5181600" cy="2727325"/>
            <a:chOff x="1296" y="1872"/>
            <a:chExt cx="3264" cy="1718"/>
          </a:xfrm>
        </p:grpSpPr>
        <p:grpSp>
          <p:nvGrpSpPr>
            <p:cNvPr id="112651" name="Group 8">
              <a:extLst>
                <a:ext uri="{FF2B5EF4-FFF2-40B4-BE49-F238E27FC236}">
                  <a16:creationId xmlns:a16="http://schemas.microsoft.com/office/drawing/2014/main" id="{D45D091A-7CDA-41BF-972F-DC360266E6CD}"/>
                </a:ext>
              </a:extLst>
            </p:cNvPr>
            <p:cNvGrpSpPr>
              <a:grpSpLocks/>
            </p:cNvGrpSpPr>
            <p:nvPr/>
          </p:nvGrpSpPr>
          <p:grpSpPr bwMode="auto">
            <a:xfrm>
              <a:off x="2941" y="1872"/>
              <a:ext cx="803" cy="399"/>
              <a:chOff x="473" y="321"/>
              <a:chExt cx="236" cy="365"/>
            </a:xfrm>
          </p:grpSpPr>
          <p:sp>
            <p:nvSpPr>
              <p:cNvPr id="112710" name="Rectangle 9">
                <a:extLst>
                  <a:ext uri="{FF2B5EF4-FFF2-40B4-BE49-F238E27FC236}">
                    <a16:creationId xmlns:a16="http://schemas.microsoft.com/office/drawing/2014/main" id="{C860839F-5122-4933-B3E8-98B95EC26F94}"/>
                  </a:ext>
                </a:extLst>
              </p:cNvPr>
              <p:cNvSpPr>
                <a:spLocks noChangeArrowheads="1"/>
              </p:cNvSpPr>
              <p:nvPr/>
            </p:nvSpPr>
            <p:spPr bwMode="auto">
              <a:xfrm>
                <a:off x="477" y="325"/>
                <a:ext cx="228"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宋体" panose="02010600030101010101" pitchFamily="2" charset="-122"/>
                </a:endParaRPr>
              </a:p>
              <a:p>
                <a:pPr algn="ctr" eaLnBrk="1" hangingPunct="1">
                  <a:spcBef>
                    <a:spcPct val="0"/>
                  </a:spcBef>
                  <a:buFontTx/>
                  <a:buNone/>
                </a:pPr>
                <a:endParaRPr kumimoji="0" lang="en-US" altLang="zh-CN" b="1">
                  <a:latin typeface="Times New Roman" panose="02020603050405020304" pitchFamily="18" charset="0"/>
                  <a:ea typeface="宋体" panose="02010600030101010101" pitchFamily="2" charset="-122"/>
                </a:endParaRPr>
              </a:p>
              <a:p>
                <a:pPr algn="ctr" eaLnBrk="1" hangingPunct="1">
                  <a:spcBef>
                    <a:spcPct val="0"/>
                  </a:spcBef>
                  <a:buFontTx/>
                  <a:buNone/>
                </a:pPr>
                <a:r>
                  <a:rPr kumimoji="0" lang="en-US" altLang="zh-CN" b="1">
                    <a:latin typeface="Times New Roman" panose="02020603050405020304" pitchFamily="18" charset="0"/>
                    <a:ea typeface="宋体" panose="02010600030101010101" pitchFamily="2" charset="-122"/>
                  </a:rPr>
                  <a:t>¬</a:t>
                </a:r>
                <a:r>
                  <a:rPr kumimoji="0" lang="en-US" altLang="zh-CN" b="1" i="1">
                    <a:latin typeface="Times New Roman" panose="02020603050405020304" pitchFamily="18" charset="0"/>
                    <a:ea typeface="宋体" panose="02010600030101010101" pitchFamily="2" charset="-122"/>
                    <a:cs typeface="Times New Roman" panose="02020603050405020304" pitchFamily="18" charset="0"/>
                  </a:rPr>
                  <a:t>p</a:t>
                </a:r>
                <a:endParaRPr kumimoji="0" lang="en-US" altLang="zh-CN" b="1">
                  <a:latin typeface="Times New Roman" panose="02020603050405020304" pitchFamily="18" charset="0"/>
                  <a:ea typeface="宋体" panose="02010600030101010101" pitchFamily="2" charset="-122"/>
                  <a:cs typeface="Times New Roman" panose="02020603050405020304" pitchFamily="18" charset="0"/>
                </a:endParaRPr>
              </a:p>
              <a:p>
                <a:pPr algn="ctr">
                  <a:spcBef>
                    <a:spcPct val="0"/>
                  </a:spcBef>
                  <a:buFontTx/>
                  <a:buNone/>
                </a:pPr>
                <a:endParaRPr kumimoji="0" lang="en-US" altLang="zh-CN" b="1">
                  <a:latin typeface="Times New Roman" panose="02020603050405020304" pitchFamily="18" charset="0"/>
                  <a:ea typeface="宋体" panose="02010600030101010101" pitchFamily="2" charset="-122"/>
                </a:endParaRPr>
              </a:p>
              <a:p>
                <a:pPr algn="ctr">
                  <a:spcBef>
                    <a:spcPct val="0"/>
                  </a:spcBef>
                  <a:buFontTx/>
                  <a:buNone/>
                </a:pPr>
                <a:endParaRPr kumimoji="0" lang="en-US" altLang="zh-CN" b="1">
                  <a:latin typeface="Times New Roman" panose="02020603050405020304" pitchFamily="18" charset="0"/>
                  <a:ea typeface="宋体" panose="02010600030101010101" pitchFamily="2" charset="-122"/>
                </a:endParaRPr>
              </a:p>
            </p:txBody>
          </p:sp>
          <p:sp>
            <p:nvSpPr>
              <p:cNvPr id="112711" name="Rectangle 10">
                <a:extLst>
                  <a:ext uri="{FF2B5EF4-FFF2-40B4-BE49-F238E27FC236}">
                    <a16:creationId xmlns:a16="http://schemas.microsoft.com/office/drawing/2014/main" id="{4806AC90-3D8F-44EF-B485-28A953D313B2}"/>
                  </a:ext>
                </a:extLst>
              </p:cNvPr>
              <p:cNvSpPr>
                <a:spLocks noChangeArrowheads="1"/>
              </p:cNvSpPr>
              <p:nvPr/>
            </p:nvSpPr>
            <p:spPr bwMode="auto">
              <a:xfrm>
                <a:off x="473" y="321"/>
                <a:ext cx="236" cy="365"/>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2652" name="Group 11">
              <a:extLst>
                <a:ext uri="{FF2B5EF4-FFF2-40B4-BE49-F238E27FC236}">
                  <a16:creationId xmlns:a16="http://schemas.microsoft.com/office/drawing/2014/main" id="{34A961EC-1E78-45B4-A729-9214E245B96F}"/>
                </a:ext>
              </a:extLst>
            </p:cNvPr>
            <p:cNvGrpSpPr>
              <a:grpSpLocks/>
            </p:cNvGrpSpPr>
            <p:nvPr/>
          </p:nvGrpSpPr>
          <p:grpSpPr bwMode="auto">
            <a:xfrm>
              <a:off x="1296" y="1872"/>
              <a:ext cx="3264" cy="1718"/>
              <a:chOff x="1488" y="2122"/>
              <a:chExt cx="2832" cy="1718"/>
            </a:xfrm>
          </p:grpSpPr>
          <p:grpSp>
            <p:nvGrpSpPr>
              <p:cNvPr id="112653" name="Group 12">
                <a:extLst>
                  <a:ext uri="{FF2B5EF4-FFF2-40B4-BE49-F238E27FC236}">
                    <a16:creationId xmlns:a16="http://schemas.microsoft.com/office/drawing/2014/main" id="{7DA8E694-92AF-4860-9DFE-6F8988009BAA}"/>
                  </a:ext>
                </a:extLst>
              </p:cNvPr>
              <p:cNvGrpSpPr>
                <a:grpSpLocks/>
              </p:cNvGrpSpPr>
              <p:nvPr/>
            </p:nvGrpSpPr>
            <p:grpSpPr bwMode="auto">
              <a:xfrm>
                <a:off x="1488" y="2122"/>
                <a:ext cx="707" cy="399"/>
                <a:chOff x="0" y="321"/>
                <a:chExt cx="236" cy="365"/>
              </a:xfrm>
            </p:grpSpPr>
            <p:sp>
              <p:nvSpPr>
                <p:cNvPr id="112708" name="Rectangle 13">
                  <a:extLst>
                    <a:ext uri="{FF2B5EF4-FFF2-40B4-BE49-F238E27FC236}">
                      <a16:creationId xmlns:a16="http://schemas.microsoft.com/office/drawing/2014/main" id="{18675462-549C-43C4-AA27-72893B0B1C54}"/>
                    </a:ext>
                  </a:extLst>
                </p:cNvPr>
                <p:cNvSpPr>
                  <a:spLocks noChangeArrowheads="1"/>
                </p:cNvSpPr>
                <p:nvPr/>
              </p:nvSpPr>
              <p:spPr bwMode="auto">
                <a:xfrm>
                  <a:off x="4" y="325"/>
                  <a:ext cx="228"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sz="2800" b="1" i="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sz="2800" b="1" i="1">
                      <a:latin typeface="Times New Roman" panose="02020603050405020304" pitchFamily="18" charset="0"/>
                      <a:ea typeface="宋体" panose="02010600030101010101" pitchFamily="2" charset="-122"/>
                      <a:cs typeface="Times New Roman" panose="02020603050405020304" pitchFamily="18" charset="0"/>
                    </a:rPr>
                    <a:t>p</a:t>
                  </a:r>
                  <a:endParaRPr kumimoji="0" lang="en-US" altLang="zh-CN" sz="2800" b="1">
                    <a:latin typeface="Times New Roman" panose="02020603050405020304" pitchFamily="18" charset="0"/>
                    <a:ea typeface="宋体" panose="02010600030101010101" pitchFamily="2" charset="-122"/>
                    <a:cs typeface="Times New Roman" panose="02020603050405020304" pitchFamily="18" charset="0"/>
                  </a:endParaRPr>
                </a:p>
                <a:p>
                  <a:pPr algn="ctr">
                    <a:spcBef>
                      <a:spcPct val="0"/>
                    </a:spcBef>
                    <a:buFontTx/>
                    <a:buNone/>
                  </a:pPr>
                  <a:endParaRPr kumimoji="0" lang="en-US" altLang="zh-CN" sz="2800"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2709" name="Rectangle 14">
                  <a:extLst>
                    <a:ext uri="{FF2B5EF4-FFF2-40B4-BE49-F238E27FC236}">
                      <a16:creationId xmlns:a16="http://schemas.microsoft.com/office/drawing/2014/main" id="{649CE40D-5CD3-4784-9AAA-A7B7C84B18B0}"/>
                    </a:ext>
                  </a:extLst>
                </p:cNvPr>
                <p:cNvSpPr>
                  <a:spLocks noChangeArrowheads="1"/>
                </p:cNvSpPr>
                <p:nvPr/>
              </p:nvSpPr>
              <p:spPr bwMode="auto">
                <a:xfrm>
                  <a:off x="0" y="321"/>
                  <a:ext cx="236" cy="365"/>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2654" name="Group 15">
                <a:extLst>
                  <a:ext uri="{FF2B5EF4-FFF2-40B4-BE49-F238E27FC236}">
                    <a16:creationId xmlns:a16="http://schemas.microsoft.com/office/drawing/2014/main" id="{08B8E138-17E3-4FB7-8F63-1FDF8735B9D9}"/>
                  </a:ext>
                </a:extLst>
              </p:cNvPr>
              <p:cNvGrpSpPr>
                <a:grpSpLocks/>
              </p:cNvGrpSpPr>
              <p:nvPr/>
            </p:nvGrpSpPr>
            <p:grpSpPr bwMode="auto">
              <a:xfrm>
                <a:off x="2195" y="2122"/>
                <a:ext cx="709" cy="399"/>
                <a:chOff x="236" y="321"/>
                <a:chExt cx="237" cy="365"/>
              </a:xfrm>
            </p:grpSpPr>
            <p:sp>
              <p:nvSpPr>
                <p:cNvPr id="112706" name="Rectangle 16">
                  <a:extLst>
                    <a:ext uri="{FF2B5EF4-FFF2-40B4-BE49-F238E27FC236}">
                      <a16:creationId xmlns:a16="http://schemas.microsoft.com/office/drawing/2014/main" id="{CAE70243-6316-46A6-84FF-8DF61F35EF3B}"/>
                    </a:ext>
                  </a:extLst>
                </p:cNvPr>
                <p:cNvSpPr>
                  <a:spLocks noChangeArrowheads="1"/>
                </p:cNvSpPr>
                <p:nvPr/>
              </p:nvSpPr>
              <p:spPr bwMode="auto">
                <a:xfrm>
                  <a:off x="240" y="325"/>
                  <a:ext cx="229"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sz="2800" b="1" i="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sz="2800" b="1" i="1">
                      <a:latin typeface="Times New Roman" panose="02020603050405020304" pitchFamily="18" charset="0"/>
                      <a:ea typeface="宋体" panose="02010600030101010101" pitchFamily="2" charset="-122"/>
                      <a:cs typeface="Times New Roman" panose="02020603050405020304" pitchFamily="18" charset="0"/>
                    </a:rPr>
                    <a:t>q</a:t>
                  </a:r>
                  <a:endParaRPr kumimoji="0" lang="en-US" altLang="zh-CN" sz="2800" b="1">
                    <a:latin typeface="Times New Roman" panose="02020603050405020304" pitchFamily="18" charset="0"/>
                    <a:ea typeface="宋体" panose="02010600030101010101" pitchFamily="2" charset="-122"/>
                    <a:cs typeface="Times New Roman" panose="02020603050405020304" pitchFamily="18" charset="0"/>
                  </a:endParaRPr>
                </a:p>
                <a:p>
                  <a:pPr algn="ctr">
                    <a:spcBef>
                      <a:spcPct val="0"/>
                    </a:spcBef>
                    <a:buFontTx/>
                    <a:buNone/>
                  </a:pPr>
                  <a:endParaRPr kumimoji="0" lang="en-US" altLang="zh-CN" sz="2800"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2707" name="Rectangle 17">
                  <a:extLst>
                    <a:ext uri="{FF2B5EF4-FFF2-40B4-BE49-F238E27FC236}">
                      <a16:creationId xmlns:a16="http://schemas.microsoft.com/office/drawing/2014/main" id="{72E65A47-9774-4C59-88EA-F23FB34D99DF}"/>
                    </a:ext>
                  </a:extLst>
                </p:cNvPr>
                <p:cNvSpPr>
                  <a:spLocks noChangeArrowheads="1"/>
                </p:cNvSpPr>
                <p:nvPr/>
              </p:nvSpPr>
              <p:spPr bwMode="auto">
                <a:xfrm>
                  <a:off x="236" y="321"/>
                  <a:ext cx="237" cy="365"/>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2655" name="Group 18">
                <a:extLst>
                  <a:ext uri="{FF2B5EF4-FFF2-40B4-BE49-F238E27FC236}">
                    <a16:creationId xmlns:a16="http://schemas.microsoft.com/office/drawing/2014/main" id="{E3EA0A54-3D67-47B1-A03C-10CB397BD30B}"/>
                  </a:ext>
                </a:extLst>
              </p:cNvPr>
              <p:cNvGrpSpPr>
                <a:grpSpLocks/>
              </p:cNvGrpSpPr>
              <p:nvPr/>
            </p:nvGrpSpPr>
            <p:grpSpPr bwMode="auto">
              <a:xfrm>
                <a:off x="3611" y="2122"/>
                <a:ext cx="709" cy="399"/>
                <a:chOff x="709" y="321"/>
                <a:chExt cx="237" cy="365"/>
              </a:xfrm>
            </p:grpSpPr>
            <p:sp>
              <p:nvSpPr>
                <p:cNvPr id="112704" name="Rectangle 19">
                  <a:extLst>
                    <a:ext uri="{FF2B5EF4-FFF2-40B4-BE49-F238E27FC236}">
                      <a16:creationId xmlns:a16="http://schemas.microsoft.com/office/drawing/2014/main" id="{F63F87E6-5B69-448A-924C-D80D462CCF98}"/>
                    </a:ext>
                  </a:extLst>
                </p:cNvPr>
                <p:cNvSpPr>
                  <a:spLocks noChangeArrowheads="1"/>
                </p:cNvSpPr>
                <p:nvPr/>
              </p:nvSpPr>
              <p:spPr bwMode="auto">
                <a:xfrm>
                  <a:off x="713" y="325"/>
                  <a:ext cx="229"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sz="2800" b="1">
                    <a:latin typeface="Times New Roman" panose="02020603050405020304" pitchFamily="18" charset="0"/>
                    <a:ea typeface="宋体" panose="02010600030101010101" pitchFamily="2" charset="-122"/>
                  </a:endParaRPr>
                </a:p>
                <a:p>
                  <a:pPr algn="ctr" eaLnBrk="1" hangingPunct="1">
                    <a:spcBef>
                      <a:spcPct val="0"/>
                    </a:spcBef>
                    <a:buFontTx/>
                    <a:buNone/>
                  </a:pPr>
                  <a:r>
                    <a:rPr kumimoji="0" lang="en-US" altLang="zh-CN" sz="2800" b="1">
                      <a:latin typeface="Times New Roman" panose="02020603050405020304" pitchFamily="18" charset="0"/>
                      <a:ea typeface="宋体" panose="02010600030101010101" pitchFamily="2" charset="-122"/>
                    </a:rPr>
                    <a:t>¬</a:t>
                  </a:r>
                  <a:r>
                    <a:rPr kumimoji="0" lang="en-US" altLang="zh-CN" sz="2800" b="1" i="1">
                      <a:latin typeface="Times New Roman" panose="02020603050405020304" pitchFamily="18" charset="0"/>
                      <a:ea typeface="宋体" panose="02010600030101010101" pitchFamily="2" charset="-122"/>
                      <a:cs typeface="Times New Roman" panose="02020603050405020304" pitchFamily="18" charset="0"/>
                    </a:rPr>
                    <a:t>p</a:t>
                  </a:r>
                  <a:r>
                    <a:rPr kumimoji="0" lang="en-US" altLang="zh-CN" sz="2800" b="1">
                      <a:latin typeface="Times New Roman" panose="02020603050405020304" pitchFamily="18" charset="0"/>
                      <a:ea typeface="宋体" panose="02010600030101010101" pitchFamily="2" charset="-122"/>
                    </a:rPr>
                    <a:t>∨</a:t>
                  </a:r>
                  <a:r>
                    <a:rPr kumimoji="0" lang="en-US" altLang="zh-CN" sz="2800" b="1" i="1">
                      <a:latin typeface="Times New Roman" panose="02020603050405020304" pitchFamily="18" charset="0"/>
                      <a:ea typeface="宋体" panose="02010600030101010101" pitchFamily="2" charset="-122"/>
                    </a:rPr>
                    <a:t>q</a:t>
                  </a:r>
                  <a:endParaRPr kumimoji="0" lang="en-US" altLang="zh-CN" sz="2800" b="1">
                    <a:latin typeface="Times New Roman" panose="02020603050405020304" pitchFamily="18" charset="0"/>
                    <a:ea typeface="宋体" panose="02010600030101010101" pitchFamily="2" charset="-122"/>
                  </a:endParaRPr>
                </a:p>
                <a:p>
                  <a:pPr algn="ctr">
                    <a:spcBef>
                      <a:spcPct val="0"/>
                    </a:spcBef>
                    <a:buFontTx/>
                    <a:buNone/>
                  </a:pPr>
                  <a:endParaRPr kumimoji="0" lang="en-US" altLang="zh-CN" sz="2800" b="1">
                    <a:latin typeface="Times New Roman" panose="02020603050405020304" pitchFamily="18" charset="0"/>
                    <a:ea typeface="宋体" panose="02010600030101010101" pitchFamily="2" charset="-122"/>
                  </a:endParaRPr>
                </a:p>
              </p:txBody>
            </p:sp>
            <p:sp>
              <p:nvSpPr>
                <p:cNvPr id="112705" name="Rectangle 20">
                  <a:extLst>
                    <a:ext uri="{FF2B5EF4-FFF2-40B4-BE49-F238E27FC236}">
                      <a16:creationId xmlns:a16="http://schemas.microsoft.com/office/drawing/2014/main" id="{94848579-1784-407B-91FB-878F41E4F6E7}"/>
                    </a:ext>
                  </a:extLst>
                </p:cNvPr>
                <p:cNvSpPr>
                  <a:spLocks noChangeArrowheads="1"/>
                </p:cNvSpPr>
                <p:nvPr/>
              </p:nvSpPr>
              <p:spPr bwMode="auto">
                <a:xfrm>
                  <a:off x="709" y="321"/>
                  <a:ext cx="237" cy="365"/>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2656" name="Group 21">
                <a:extLst>
                  <a:ext uri="{FF2B5EF4-FFF2-40B4-BE49-F238E27FC236}">
                    <a16:creationId xmlns:a16="http://schemas.microsoft.com/office/drawing/2014/main" id="{4106C9B8-EE21-47F2-9671-02EF360F6A15}"/>
                  </a:ext>
                </a:extLst>
              </p:cNvPr>
              <p:cNvGrpSpPr>
                <a:grpSpLocks/>
              </p:cNvGrpSpPr>
              <p:nvPr/>
            </p:nvGrpSpPr>
            <p:grpSpPr bwMode="auto">
              <a:xfrm>
                <a:off x="1488" y="2525"/>
                <a:ext cx="707" cy="326"/>
                <a:chOff x="0" y="690"/>
                <a:chExt cx="236" cy="298"/>
              </a:xfrm>
            </p:grpSpPr>
            <p:sp>
              <p:nvSpPr>
                <p:cNvPr id="112702" name="Rectangle 22">
                  <a:extLst>
                    <a:ext uri="{FF2B5EF4-FFF2-40B4-BE49-F238E27FC236}">
                      <a16:creationId xmlns:a16="http://schemas.microsoft.com/office/drawing/2014/main" id="{02DDB652-CBB5-420F-AA06-142E1826B184}"/>
                    </a:ext>
                  </a:extLst>
                </p:cNvPr>
                <p:cNvSpPr>
                  <a:spLocks noChangeArrowheads="1"/>
                </p:cNvSpPr>
                <p:nvPr/>
              </p:nvSpPr>
              <p:spPr bwMode="auto">
                <a:xfrm>
                  <a:off x="4" y="694"/>
                  <a:ext cx="228"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sz="2800"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sz="2800" b="1">
                      <a:latin typeface="Times New Roman" panose="02020603050405020304" pitchFamily="18" charset="0"/>
                      <a:ea typeface="宋体" panose="02010600030101010101" pitchFamily="2" charset="-122"/>
                      <a:cs typeface="Times New Roman" panose="02020603050405020304" pitchFamily="18" charset="0"/>
                    </a:rPr>
                    <a:t>0</a:t>
                  </a:r>
                </a:p>
                <a:p>
                  <a:pPr algn="ctr">
                    <a:spcBef>
                      <a:spcPct val="0"/>
                    </a:spcBef>
                    <a:buFontTx/>
                    <a:buNone/>
                  </a:pPr>
                  <a:endParaRPr kumimoji="0" lang="en-US" altLang="zh-CN" sz="2800"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2703" name="Rectangle 23">
                  <a:extLst>
                    <a:ext uri="{FF2B5EF4-FFF2-40B4-BE49-F238E27FC236}">
                      <a16:creationId xmlns:a16="http://schemas.microsoft.com/office/drawing/2014/main" id="{472921A0-374D-4767-901F-40CFE90A6B90}"/>
                    </a:ext>
                  </a:extLst>
                </p:cNvPr>
                <p:cNvSpPr>
                  <a:spLocks noChangeArrowheads="1"/>
                </p:cNvSpPr>
                <p:nvPr/>
              </p:nvSpPr>
              <p:spPr bwMode="auto">
                <a:xfrm>
                  <a:off x="0" y="690"/>
                  <a:ext cx="236"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2657" name="Group 24">
                <a:extLst>
                  <a:ext uri="{FF2B5EF4-FFF2-40B4-BE49-F238E27FC236}">
                    <a16:creationId xmlns:a16="http://schemas.microsoft.com/office/drawing/2014/main" id="{779E896C-9DCE-4AAC-8AD5-22F69EBF1EA9}"/>
                  </a:ext>
                </a:extLst>
              </p:cNvPr>
              <p:cNvGrpSpPr>
                <a:grpSpLocks/>
              </p:cNvGrpSpPr>
              <p:nvPr/>
            </p:nvGrpSpPr>
            <p:grpSpPr bwMode="auto">
              <a:xfrm>
                <a:off x="2195" y="2525"/>
                <a:ext cx="709" cy="326"/>
                <a:chOff x="236" y="690"/>
                <a:chExt cx="237" cy="298"/>
              </a:xfrm>
            </p:grpSpPr>
            <p:sp>
              <p:nvSpPr>
                <p:cNvPr id="112700" name="Rectangle 25">
                  <a:extLst>
                    <a:ext uri="{FF2B5EF4-FFF2-40B4-BE49-F238E27FC236}">
                      <a16:creationId xmlns:a16="http://schemas.microsoft.com/office/drawing/2014/main" id="{BAD0E1AD-4455-4413-B8A9-CFA0B383720F}"/>
                    </a:ext>
                  </a:extLst>
                </p:cNvPr>
                <p:cNvSpPr>
                  <a:spLocks noChangeArrowheads="1"/>
                </p:cNvSpPr>
                <p:nvPr/>
              </p:nvSpPr>
              <p:spPr bwMode="auto">
                <a:xfrm>
                  <a:off x="240" y="694"/>
                  <a:ext cx="229"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sz="2800"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sz="2800" b="1">
                      <a:latin typeface="Times New Roman" panose="02020603050405020304" pitchFamily="18" charset="0"/>
                      <a:ea typeface="宋体" panose="02010600030101010101" pitchFamily="2" charset="-122"/>
                      <a:cs typeface="Times New Roman" panose="02020603050405020304" pitchFamily="18" charset="0"/>
                    </a:rPr>
                    <a:t>0</a:t>
                  </a:r>
                </a:p>
                <a:p>
                  <a:pPr algn="ctr">
                    <a:spcBef>
                      <a:spcPct val="0"/>
                    </a:spcBef>
                    <a:buFontTx/>
                    <a:buNone/>
                  </a:pPr>
                  <a:endParaRPr kumimoji="0" lang="en-US" altLang="zh-CN" sz="2800"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2701" name="Rectangle 26">
                  <a:extLst>
                    <a:ext uri="{FF2B5EF4-FFF2-40B4-BE49-F238E27FC236}">
                      <a16:creationId xmlns:a16="http://schemas.microsoft.com/office/drawing/2014/main" id="{52041B5F-B595-4AFD-B7BD-5C18FDCCB811}"/>
                    </a:ext>
                  </a:extLst>
                </p:cNvPr>
                <p:cNvSpPr>
                  <a:spLocks noChangeArrowheads="1"/>
                </p:cNvSpPr>
                <p:nvPr/>
              </p:nvSpPr>
              <p:spPr bwMode="auto">
                <a:xfrm>
                  <a:off x="236" y="690"/>
                  <a:ext cx="237"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2658" name="Group 27">
                <a:extLst>
                  <a:ext uri="{FF2B5EF4-FFF2-40B4-BE49-F238E27FC236}">
                    <a16:creationId xmlns:a16="http://schemas.microsoft.com/office/drawing/2014/main" id="{57744877-C8C9-4F29-A62E-C98420AD3788}"/>
                  </a:ext>
                </a:extLst>
              </p:cNvPr>
              <p:cNvGrpSpPr>
                <a:grpSpLocks/>
              </p:cNvGrpSpPr>
              <p:nvPr/>
            </p:nvGrpSpPr>
            <p:grpSpPr bwMode="auto">
              <a:xfrm>
                <a:off x="2904" y="2525"/>
                <a:ext cx="707" cy="326"/>
                <a:chOff x="473" y="690"/>
                <a:chExt cx="236" cy="298"/>
              </a:xfrm>
            </p:grpSpPr>
            <p:sp>
              <p:nvSpPr>
                <p:cNvPr id="112698" name="Rectangle 28">
                  <a:extLst>
                    <a:ext uri="{FF2B5EF4-FFF2-40B4-BE49-F238E27FC236}">
                      <a16:creationId xmlns:a16="http://schemas.microsoft.com/office/drawing/2014/main" id="{56AE89CE-A1F8-4E21-B090-17561E99C570}"/>
                    </a:ext>
                  </a:extLst>
                </p:cNvPr>
                <p:cNvSpPr>
                  <a:spLocks noChangeArrowheads="1"/>
                </p:cNvSpPr>
                <p:nvPr/>
              </p:nvSpPr>
              <p:spPr bwMode="auto">
                <a:xfrm>
                  <a:off x="477" y="694"/>
                  <a:ext cx="228"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sz="2800"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sz="2800" b="1">
                      <a:latin typeface="Times New Roman" panose="02020603050405020304" pitchFamily="18" charset="0"/>
                      <a:ea typeface="宋体" panose="02010600030101010101" pitchFamily="2" charset="-122"/>
                      <a:cs typeface="Times New Roman" panose="02020603050405020304" pitchFamily="18" charset="0"/>
                    </a:rPr>
                    <a:t>1</a:t>
                  </a:r>
                </a:p>
                <a:p>
                  <a:pPr algn="ctr">
                    <a:spcBef>
                      <a:spcPct val="0"/>
                    </a:spcBef>
                    <a:buFontTx/>
                    <a:buNone/>
                  </a:pPr>
                  <a:endParaRPr kumimoji="0" lang="en-US" altLang="zh-CN" sz="2800"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2699" name="Rectangle 29">
                  <a:extLst>
                    <a:ext uri="{FF2B5EF4-FFF2-40B4-BE49-F238E27FC236}">
                      <a16:creationId xmlns:a16="http://schemas.microsoft.com/office/drawing/2014/main" id="{AAB5CB1F-6000-40C2-97C3-C519ACAFA568}"/>
                    </a:ext>
                  </a:extLst>
                </p:cNvPr>
                <p:cNvSpPr>
                  <a:spLocks noChangeArrowheads="1"/>
                </p:cNvSpPr>
                <p:nvPr/>
              </p:nvSpPr>
              <p:spPr bwMode="auto">
                <a:xfrm>
                  <a:off x="473" y="690"/>
                  <a:ext cx="236"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2659" name="Group 30">
                <a:extLst>
                  <a:ext uri="{FF2B5EF4-FFF2-40B4-BE49-F238E27FC236}">
                    <a16:creationId xmlns:a16="http://schemas.microsoft.com/office/drawing/2014/main" id="{0EDE46A3-41C4-4D1F-9C70-00929503BEFF}"/>
                  </a:ext>
                </a:extLst>
              </p:cNvPr>
              <p:cNvGrpSpPr>
                <a:grpSpLocks/>
              </p:cNvGrpSpPr>
              <p:nvPr/>
            </p:nvGrpSpPr>
            <p:grpSpPr bwMode="auto">
              <a:xfrm>
                <a:off x="3611" y="2525"/>
                <a:ext cx="709" cy="326"/>
                <a:chOff x="709" y="690"/>
                <a:chExt cx="237" cy="298"/>
              </a:xfrm>
            </p:grpSpPr>
            <p:sp>
              <p:nvSpPr>
                <p:cNvPr id="112696" name="Rectangle 31">
                  <a:extLst>
                    <a:ext uri="{FF2B5EF4-FFF2-40B4-BE49-F238E27FC236}">
                      <a16:creationId xmlns:a16="http://schemas.microsoft.com/office/drawing/2014/main" id="{939A5AAF-313C-4F9D-98C4-FA806E2C98BC}"/>
                    </a:ext>
                  </a:extLst>
                </p:cNvPr>
                <p:cNvSpPr>
                  <a:spLocks noChangeArrowheads="1"/>
                </p:cNvSpPr>
                <p:nvPr/>
              </p:nvSpPr>
              <p:spPr bwMode="auto">
                <a:xfrm>
                  <a:off x="713" y="694"/>
                  <a:ext cx="229"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sz="2800"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sz="2800" b="1">
                      <a:latin typeface="Times New Roman" panose="02020603050405020304" pitchFamily="18" charset="0"/>
                      <a:ea typeface="宋体" panose="02010600030101010101" pitchFamily="2" charset="-122"/>
                      <a:cs typeface="Times New Roman" panose="02020603050405020304" pitchFamily="18" charset="0"/>
                    </a:rPr>
                    <a:t>1</a:t>
                  </a:r>
                </a:p>
                <a:p>
                  <a:pPr algn="ctr">
                    <a:spcBef>
                      <a:spcPct val="0"/>
                    </a:spcBef>
                    <a:buFontTx/>
                    <a:buNone/>
                  </a:pPr>
                  <a:endParaRPr kumimoji="0" lang="en-US" altLang="zh-CN" sz="2800"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2697" name="Rectangle 32">
                  <a:extLst>
                    <a:ext uri="{FF2B5EF4-FFF2-40B4-BE49-F238E27FC236}">
                      <a16:creationId xmlns:a16="http://schemas.microsoft.com/office/drawing/2014/main" id="{1E13491E-EA42-4119-AFAD-83E578FA054C}"/>
                    </a:ext>
                  </a:extLst>
                </p:cNvPr>
                <p:cNvSpPr>
                  <a:spLocks noChangeArrowheads="1"/>
                </p:cNvSpPr>
                <p:nvPr/>
              </p:nvSpPr>
              <p:spPr bwMode="auto">
                <a:xfrm>
                  <a:off x="709" y="690"/>
                  <a:ext cx="237"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2660" name="Group 33">
                <a:extLst>
                  <a:ext uri="{FF2B5EF4-FFF2-40B4-BE49-F238E27FC236}">
                    <a16:creationId xmlns:a16="http://schemas.microsoft.com/office/drawing/2014/main" id="{77D7FDEE-5F7B-4FBB-82C5-9D1C8DF8652A}"/>
                  </a:ext>
                </a:extLst>
              </p:cNvPr>
              <p:cNvGrpSpPr>
                <a:grpSpLocks/>
              </p:cNvGrpSpPr>
              <p:nvPr/>
            </p:nvGrpSpPr>
            <p:grpSpPr bwMode="auto">
              <a:xfrm>
                <a:off x="1488" y="2855"/>
                <a:ext cx="707" cy="325"/>
                <a:chOff x="0" y="992"/>
                <a:chExt cx="236" cy="298"/>
              </a:xfrm>
            </p:grpSpPr>
            <p:sp>
              <p:nvSpPr>
                <p:cNvPr id="112694" name="Rectangle 34">
                  <a:extLst>
                    <a:ext uri="{FF2B5EF4-FFF2-40B4-BE49-F238E27FC236}">
                      <a16:creationId xmlns:a16="http://schemas.microsoft.com/office/drawing/2014/main" id="{5100F111-AA97-48C2-BD7B-29D9F5A91F4D}"/>
                    </a:ext>
                  </a:extLst>
                </p:cNvPr>
                <p:cNvSpPr>
                  <a:spLocks noChangeArrowheads="1"/>
                </p:cNvSpPr>
                <p:nvPr/>
              </p:nvSpPr>
              <p:spPr bwMode="auto">
                <a:xfrm>
                  <a:off x="4" y="996"/>
                  <a:ext cx="228"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sz="2800"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sz="2800" b="1">
                      <a:latin typeface="Times New Roman" panose="02020603050405020304" pitchFamily="18" charset="0"/>
                      <a:ea typeface="宋体" panose="02010600030101010101" pitchFamily="2" charset="-122"/>
                      <a:cs typeface="Times New Roman" panose="02020603050405020304" pitchFamily="18" charset="0"/>
                    </a:rPr>
                    <a:t>0</a:t>
                  </a:r>
                </a:p>
                <a:p>
                  <a:pPr algn="ctr">
                    <a:spcBef>
                      <a:spcPct val="0"/>
                    </a:spcBef>
                    <a:buFontTx/>
                    <a:buNone/>
                  </a:pPr>
                  <a:endParaRPr kumimoji="0" lang="en-US" altLang="zh-CN" sz="2800"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2695" name="Rectangle 35">
                  <a:extLst>
                    <a:ext uri="{FF2B5EF4-FFF2-40B4-BE49-F238E27FC236}">
                      <a16:creationId xmlns:a16="http://schemas.microsoft.com/office/drawing/2014/main" id="{594BC73C-0502-4424-A6A8-015D600E5D46}"/>
                    </a:ext>
                  </a:extLst>
                </p:cNvPr>
                <p:cNvSpPr>
                  <a:spLocks noChangeArrowheads="1"/>
                </p:cNvSpPr>
                <p:nvPr/>
              </p:nvSpPr>
              <p:spPr bwMode="auto">
                <a:xfrm>
                  <a:off x="0" y="992"/>
                  <a:ext cx="236"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2661" name="Group 36">
                <a:extLst>
                  <a:ext uri="{FF2B5EF4-FFF2-40B4-BE49-F238E27FC236}">
                    <a16:creationId xmlns:a16="http://schemas.microsoft.com/office/drawing/2014/main" id="{ED4DB61A-CB1A-44B0-B65D-C33510077668}"/>
                  </a:ext>
                </a:extLst>
              </p:cNvPr>
              <p:cNvGrpSpPr>
                <a:grpSpLocks/>
              </p:cNvGrpSpPr>
              <p:nvPr/>
            </p:nvGrpSpPr>
            <p:grpSpPr bwMode="auto">
              <a:xfrm>
                <a:off x="2195" y="2855"/>
                <a:ext cx="709" cy="325"/>
                <a:chOff x="236" y="992"/>
                <a:chExt cx="237" cy="298"/>
              </a:xfrm>
            </p:grpSpPr>
            <p:sp>
              <p:nvSpPr>
                <p:cNvPr id="112692" name="Rectangle 37">
                  <a:extLst>
                    <a:ext uri="{FF2B5EF4-FFF2-40B4-BE49-F238E27FC236}">
                      <a16:creationId xmlns:a16="http://schemas.microsoft.com/office/drawing/2014/main" id="{C3BE763A-E5BE-4CD1-BCF8-77FB95EFBF88}"/>
                    </a:ext>
                  </a:extLst>
                </p:cNvPr>
                <p:cNvSpPr>
                  <a:spLocks noChangeArrowheads="1"/>
                </p:cNvSpPr>
                <p:nvPr/>
              </p:nvSpPr>
              <p:spPr bwMode="auto">
                <a:xfrm>
                  <a:off x="240" y="996"/>
                  <a:ext cx="229"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sz="2800"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sz="2800" b="1">
                      <a:latin typeface="Times New Roman" panose="02020603050405020304" pitchFamily="18" charset="0"/>
                      <a:ea typeface="宋体" panose="02010600030101010101" pitchFamily="2" charset="-122"/>
                      <a:cs typeface="Times New Roman" panose="02020603050405020304" pitchFamily="18" charset="0"/>
                    </a:rPr>
                    <a:t>1</a:t>
                  </a:r>
                </a:p>
                <a:p>
                  <a:pPr algn="ctr">
                    <a:spcBef>
                      <a:spcPct val="0"/>
                    </a:spcBef>
                    <a:buFontTx/>
                    <a:buNone/>
                  </a:pPr>
                  <a:endParaRPr kumimoji="0" lang="en-US" altLang="zh-CN" sz="2800"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2693" name="Rectangle 38">
                  <a:extLst>
                    <a:ext uri="{FF2B5EF4-FFF2-40B4-BE49-F238E27FC236}">
                      <a16:creationId xmlns:a16="http://schemas.microsoft.com/office/drawing/2014/main" id="{F86217CC-5275-456E-8158-451F6254887E}"/>
                    </a:ext>
                  </a:extLst>
                </p:cNvPr>
                <p:cNvSpPr>
                  <a:spLocks noChangeArrowheads="1"/>
                </p:cNvSpPr>
                <p:nvPr/>
              </p:nvSpPr>
              <p:spPr bwMode="auto">
                <a:xfrm>
                  <a:off x="236" y="992"/>
                  <a:ext cx="237"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2662" name="Group 39">
                <a:extLst>
                  <a:ext uri="{FF2B5EF4-FFF2-40B4-BE49-F238E27FC236}">
                    <a16:creationId xmlns:a16="http://schemas.microsoft.com/office/drawing/2014/main" id="{F96676D0-93B9-472A-B517-4A250187F984}"/>
                  </a:ext>
                </a:extLst>
              </p:cNvPr>
              <p:cNvGrpSpPr>
                <a:grpSpLocks/>
              </p:cNvGrpSpPr>
              <p:nvPr/>
            </p:nvGrpSpPr>
            <p:grpSpPr bwMode="auto">
              <a:xfrm>
                <a:off x="2904" y="2855"/>
                <a:ext cx="707" cy="325"/>
                <a:chOff x="473" y="992"/>
                <a:chExt cx="236" cy="298"/>
              </a:xfrm>
            </p:grpSpPr>
            <p:sp>
              <p:nvSpPr>
                <p:cNvPr id="112690" name="Rectangle 40">
                  <a:extLst>
                    <a:ext uri="{FF2B5EF4-FFF2-40B4-BE49-F238E27FC236}">
                      <a16:creationId xmlns:a16="http://schemas.microsoft.com/office/drawing/2014/main" id="{D668DD1D-98D4-4A23-B18B-4F6CEA2655CB}"/>
                    </a:ext>
                  </a:extLst>
                </p:cNvPr>
                <p:cNvSpPr>
                  <a:spLocks noChangeArrowheads="1"/>
                </p:cNvSpPr>
                <p:nvPr/>
              </p:nvSpPr>
              <p:spPr bwMode="auto">
                <a:xfrm>
                  <a:off x="477" y="996"/>
                  <a:ext cx="228"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sz="2800"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sz="2800" b="1">
                      <a:latin typeface="Times New Roman" panose="02020603050405020304" pitchFamily="18" charset="0"/>
                      <a:ea typeface="宋体" panose="02010600030101010101" pitchFamily="2" charset="-122"/>
                      <a:cs typeface="Times New Roman" panose="02020603050405020304" pitchFamily="18" charset="0"/>
                    </a:rPr>
                    <a:t>1</a:t>
                  </a:r>
                </a:p>
                <a:p>
                  <a:pPr algn="ctr">
                    <a:spcBef>
                      <a:spcPct val="0"/>
                    </a:spcBef>
                    <a:buFontTx/>
                    <a:buNone/>
                  </a:pPr>
                  <a:endParaRPr kumimoji="0" lang="en-US" altLang="zh-CN" sz="2800"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2691" name="Rectangle 41">
                  <a:extLst>
                    <a:ext uri="{FF2B5EF4-FFF2-40B4-BE49-F238E27FC236}">
                      <a16:creationId xmlns:a16="http://schemas.microsoft.com/office/drawing/2014/main" id="{195B9247-8395-4744-B770-767EC4FE66D6}"/>
                    </a:ext>
                  </a:extLst>
                </p:cNvPr>
                <p:cNvSpPr>
                  <a:spLocks noChangeArrowheads="1"/>
                </p:cNvSpPr>
                <p:nvPr/>
              </p:nvSpPr>
              <p:spPr bwMode="auto">
                <a:xfrm>
                  <a:off x="473" y="992"/>
                  <a:ext cx="236"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2663" name="Group 42">
                <a:extLst>
                  <a:ext uri="{FF2B5EF4-FFF2-40B4-BE49-F238E27FC236}">
                    <a16:creationId xmlns:a16="http://schemas.microsoft.com/office/drawing/2014/main" id="{0C4C931D-0701-4635-9B5A-04E91B38AEA2}"/>
                  </a:ext>
                </a:extLst>
              </p:cNvPr>
              <p:cNvGrpSpPr>
                <a:grpSpLocks/>
              </p:cNvGrpSpPr>
              <p:nvPr/>
            </p:nvGrpSpPr>
            <p:grpSpPr bwMode="auto">
              <a:xfrm>
                <a:off x="3611" y="2855"/>
                <a:ext cx="709" cy="325"/>
                <a:chOff x="709" y="992"/>
                <a:chExt cx="237" cy="298"/>
              </a:xfrm>
            </p:grpSpPr>
            <p:sp>
              <p:nvSpPr>
                <p:cNvPr id="112688" name="Rectangle 43">
                  <a:extLst>
                    <a:ext uri="{FF2B5EF4-FFF2-40B4-BE49-F238E27FC236}">
                      <a16:creationId xmlns:a16="http://schemas.microsoft.com/office/drawing/2014/main" id="{E7E2AA5F-3982-41F8-BD53-D85E46D551CB}"/>
                    </a:ext>
                  </a:extLst>
                </p:cNvPr>
                <p:cNvSpPr>
                  <a:spLocks noChangeArrowheads="1"/>
                </p:cNvSpPr>
                <p:nvPr/>
              </p:nvSpPr>
              <p:spPr bwMode="auto">
                <a:xfrm>
                  <a:off x="713" y="996"/>
                  <a:ext cx="229"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sz="2800"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sz="2800" b="1">
                      <a:latin typeface="Times New Roman" panose="02020603050405020304" pitchFamily="18" charset="0"/>
                      <a:ea typeface="宋体" panose="02010600030101010101" pitchFamily="2" charset="-122"/>
                      <a:cs typeface="Times New Roman" panose="02020603050405020304" pitchFamily="18" charset="0"/>
                    </a:rPr>
                    <a:t>1</a:t>
                  </a:r>
                </a:p>
                <a:p>
                  <a:pPr algn="ctr">
                    <a:spcBef>
                      <a:spcPct val="0"/>
                    </a:spcBef>
                    <a:buFontTx/>
                    <a:buNone/>
                  </a:pPr>
                  <a:endParaRPr kumimoji="0" lang="en-US" altLang="zh-CN" sz="2800"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2689" name="Rectangle 44">
                  <a:extLst>
                    <a:ext uri="{FF2B5EF4-FFF2-40B4-BE49-F238E27FC236}">
                      <a16:creationId xmlns:a16="http://schemas.microsoft.com/office/drawing/2014/main" id="{22644B84-D38F-4B58-A826-9C965F2E3AB5}"/>
                    </a:ext>
                  </a:extLst>
                </p:cNvPr>
                <p:cNvSpPr>
                  <a:spLocks noChangeArrowheads="1"/>
                </p:cNvSpPr>
                <p:nvPr/>
              </p:nvSpPr>
              <p:spPr bwMode="auto">
                <a:xfrm>
                  <a:off x="709" y="992"/>
                  <a:ext cx="237"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2664" name="Group 45">
                <a:extLst>
                  <a:ext uri="{FF2B5EF4-FFF2-40B4-BE49-F238E27FC236}">
                    <a16:creationId xmlns:a16="http://schemas.microsoft.com/office/drawing/2014/main" id="{36A5B486-AF75-4A20-9885-79623EA74BF6}"/>
                  </a:ext>
                </a:extLst>
              </p:cNvPr>
              <p:cNvGrpSpPr>
                <a:grpSpLocks/>
              </p:cNvGrpSpPr>
              <p:nvPr/>
            </p:nvGrpSpPr>
            <p:grpSpPr bwMode="auto">
              <a:xfrm>
                <a:off x="1488" y="3185"/>
                <a:ext cx="707" cy="325"/>
                <a:chOff x="0" y="1294"/>
                <a:chExt cx="236" cy="298"/>
              </a:xfrm>
            </p:grpSpPr>
            <p:sp>
              <p:nvSpPr>
                <p:cNvPr id="112686" name="Rectangle 46">
                  <a:extLst>
                    <a:ext uri="{FF2B5EF4-FFF2-40B4-BE49-F238E27FC236}">
                      <a16:creationId xmlns:a16="http://schemas.microsoft.com/office/drawing/2014/main" id="{98731CFF-1BA3-45C3-A6DE-B881AF3A2AAA}"/>
                    </a:ext>
                  </a:extLst>
                </p:cNvPr>
                <p:cNvSpPr>
                  <a:spLocks noChangeArrowheads="1"/>
                </p:cNvSpPr>
                <p:nvPr/>
              </p:nvSpPr>
              <p:spPr bwMode="auto">
                <a:xfrm>
                  <a:off x="4" y="1298"/>
                  <a:ext cx="228"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sz="2800"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sz="2800" b="1">
                      <a:latin typeface="Times New Roman" panose="02020603050405020304" pitchFamily="18" charset="0"/>
                      <a:ea typeface="宋体" panose="02010600030101010101" pitchFamily="2" charset="-122"/>
                      <a:cs typeface="Times New Roman" panose="02020603050405020304" pitchFamily="18" charset="0"/>
                    </a:rPr>
                    <a:t>1</a:t>
                  </a:r>
                </a:p>
                <a:p>
                  <a:pPr algn="ctr">
                    <a:spcBef>
                      <a:spcPct val="0"/>
                    </a:spcBef>
                    <a:buFontTx/>
                    <a:buNone/>
                  </a:pPr>
                  <a:endParaRPr kumimoji="0" lang="en-US" altLang="zh-CN" sz="2800"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2687" name="Rectangle 47">
                  <a:extLst>
                    <a:ext uri="{FF2B5EF4-FFF2-40B4-BE49-F238E27FC236}">
                      <a16:creationId xmlns:a16="http://schemas.microsoft.com/office/drawing/2014/main" id="{AE5DF402-4207-407C-A41A-CAE6B45DB79A}"/>
                    </a:ext>
                  </a:extLst>
                </p:cNvPr>
                <p:cNvSpPr>
                  <a:spLocks noChangeArrowheads="1"/>
                </p:cNvSpPr>
                <p:nvPr/>
              </p:nvSpPr>
              <p:spPr bwMode="auto">
                <a:xfrm>
                  <a:off x="0" y="1294"/>
                  <a:ext cx="236"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2665" name="Group 48">
                <a:extLst>
                  <a:ext uri="{FF2B5EF4-FFF2-40B4-BE49-F238E27FC236}">
                    <a16:creationId xmlns:a16="http://schemas.microsoft.com/office/drawing/2014/main" id="{D9FC28AD-032A-414D-BF31-042CDB643DE9}"/>
                  </a:ext>
                </a:extLst>
              </p:cNvPr>
              <p:cNvGrpSpPr>
                <a:grpSpLocks/>
              </p:cNvGrpSpPr>
              <p:nvPr/>
            </p:nvGrpSpPr>
            <p:grpSpPr bwMode="auto">
              <a:xfrm>
                <a:off x="2195" y="3185"/>
                <a:ext cx="709" cy="325"/>
                <a:chOff x="236" y="1294"/>
                <a:chExt cx="237" cy="298"/>
              </a:xfrm>
            </p:grpSpPr>
            <p:sp>
              <p:nvSpPr>
                <p:cNvPr id="112684" name="Rectangle 49">
                  <a:extLst>
                    <a:ext uri="{FF2B5EF4-FFF2-40B4-BE49-F238E27FC236}">
                      <a16:creationId xmlns:a16="http://schemas.microsoft.com/office/drawing/2014/main" id="{D9379860-83A1-4A90-9B09-39038092FA06}"/>
                    </a:ext>
                  </a:extLst>
                </p:cNvPr>
                <p:cNvSpPr>
                  <a:spLocks noChangeArrowheads="1"/>
                </p:cNvSpPr>
                <p:nvPr/>
              </p:nvSpPr>
              <p:spPr bwMode="auto">
                <a:xfrm>
                  <a:off x="240" y="1298"/>
                  <a:ext cx="229"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sz="2800"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sz="2800" b="1">
                      <a:latin typeface="Times New Roman" panose="02020603050405020304" pitchFamily="18" charset="0"/>
                      <a:ea typeface="宋体" panose="02010600030101010101" pitchFamily="2" charset="-122"/>
                      <a:cs typeface="Times New Roman" panose="02020603050405020304" pitchFamily="18" charset="0"/>
                    </a:rPr>
                    <a:t>0</a:t>
                  </a:r>
                </a:p>
                <a:p>
                  <a:pPr algn="ctr">
                    <a:spcBef>
                      <a:spcPct val="0"/>
                    </a:spcBef>
                    <a:buFontTx/>
                    <a:buNone/>
                  </a:pPr>
                  <a:endParaRPr kumimoji="0" lang="en-US" altLang="zh-CN" sz="2800"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2685" name="Rectangle 50">
                  <a:extLst>
                    <a:ext uri="{FF2B5EF4-FFF2-40B4-BE49-F238E27FC236}">
                      <a16:creationId xmlns:a16="http://schemas.microsoft.com/office/drawing/2014/main" id="{26FA57E4-37EA-40DF-BBB4-5A3CC2D7A42C}"/>
                    </a:ext>
                  </a:extLst>
                </p:cNvPr>
                <p:cNvSpPr>
                  <a:spLocks noChangeArrowheads="1"/>
                </p:cNvSpPr>
                <p:nvPr/>
              </p:nvSpPr>
              <p:spPr bwMode="auto">
                <a:xfrm>
                  <a:off x="236" y="1294"/>
                  <a:ext cx="237"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2666" name="Group 51">
                <a:extLst>
                  <a:ext uri="{FF2B5EF4-FFF2-40B4-BE49-F238E27FC236}">
                    <a16:creationId xmlns:a16="http://schemas.microsoft.com/office/drawing/2014/main" id="{114BADBF-D3EE-4D4F-8C52-CBC5EF62E64C}"/>
                  </a:ext>
                </a:extLst>
              </p:cNvPr>
              <p:cNvGrpSpPr>
                <a:grpSpLocks/>
              </p:cNvGrpSpPr>
              <p:nvPr/>
            </p:nvGrpSpPr>
            <p:grpSpPr bwMode="auto">
              <a:xfrm>
                <a:off x="2904" y="3185"/>
                <a:ext cx="707" cy="325"/>
                <a:chOff x="473" y="1294"/>
                <a:chExt cx="236" cy="298"/>
              </a:xfrm>
            </p:grpSpPr>
            <p:sp>
              <p:nvSpPr>
                <p:cNvPr id="112682" name="Rectangle 52">
                  <a:extLst>
                    <a:ext uri="{FF2B5EF4-FFF2-40B4-BE49-F238E27FC236}">
                      <a16:creationId xmlns:a16="http://schemas.microsoft.com/office/drawing/2014/main" id="{4406DC4C-2712-4D4E-B474-CF8316E8F53F}"/>
                    </a:ext>
                  </a:extLst>
                </p:cNvPr>
                <p:cNvSpPr>
                  <a:spLocks noChangeArrowheads="1"/>
                </p:cNvSpPr>
                <p:nvPr/>
              </p:nvSpPr>
              <p:spPr bwMode="auto">
                <a:xfrm>
                  <a:off x="477" y="1298"/>
                  <a:ext cx="228"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sz="2800"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sz="2800" b="1">
                      <a:latin typeface="Times New Roman" panose="02020603050405020304" pitchFamily="18" charset="0"/>
                      <a:ea typeface="宋体" panose="02010600030101010101" pitchFamily="2" charset="-122"/>
                      <a:cs typeface="Times New Roman" panose="02020603050405020304" pitchFamily="18" charset="0"/>
                    </a:rPr>
                    <a:t>0</a:t>
                  </a:r>
                </a:p>
                <a:p>
                  <a:pPr algn="ctr">
                    <a:spcBef>
                      <a:spcPct val="0"/>
                    </a:spcBef>
                    <a:buFontTx/>
                    <a:buNone/>
                  </a:pPr>
                  <a:endParaRPr kumimoji="0" lang="en-US" altLang="zh-CN" sz="2800"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2683" name="Rectangle 53">
                  <a:extLst>
                    <a:ext uri="{FF2B5EF4-FFF2-40B4-BE49-F238E27FC236}">
                      <a16:creationId xmlns:a16="http://schemas.microsoft.com/office/drawing/2014/main" id="{B4E55D23-8C81-460C-A8F9-9D2DC0685178}"/>
                    </a:ext>
                  </a:extLst>
                </p:cNvPr>
                <p:cNvSpPr>
                  <a:spLocks noChangeArrowheads="1"/>
                </p:cNvSpPr>
                <p:nvPr/>
              </p:nvSpPr>
              <p:spPr bwMode="auto">
                <a:xfrm>
                  <a:off x="473" y="1294"/>
                  <a:ext cx="236"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2667" name="Group 54">
                <a:extLst>
                  <a:ext uri="{FF2B5EF4-FFF2-40B4-BE49-F238E27FC236}">
                    <a16:creationId xmlns:a16="http://schemas.microsoft.com/office/drawing/2014/main" id="{FEFF19C1-3899-4B4E-B758-56D00603025E}"/>
                  </a:ext>
                </a:extLst>
              </p:cNvPr>
              <p:cNvGrpSpPr>
                <a:grpSpLocks/>
              </p:cNvGrpSpPr>
              <p:nvPr/>
            </p:nvGrpSpPr>
            <p:grpSpPr bwMode="auto">
              <a:xfrm>
                <a:off x="3611" y="3185"/>
                <a:ext cx="709" cy="325"/>
                <a:chOff x="709" y="1294"/>
                <a:chExt cx="237" cy="298"/>
              </a:xfrm>
            </p:grpSpPr>
            <p:sp>
              <p:nvSpPr>
                <p:cNvPr id="112680" name="Rectangle 55">
                  <a:extLst>
                    <a:ext uri="{FF2B5EF4-FFF2-40B4-BE49-F238E27FC236}">
                      <a16:creationId xmlns:a16="http://schemas.microsoft.com/office/drawing/2014/main" id="{6A5A53DE-2003-4B74-91D1-563B7FD96188}"/>
                    </a:ext>
                  </a:extLst>
                </p:cNvPr>
                <p:cNvSpPr>
                  <a:spLocks noChangeArrowheads="1"/>
                </p:cNvSpPr>
                <p:nvPr/>
              </p:nvSpPr>
              <p:spPr bwMode="auto">
                <a:xfrm>
                  <a:off x="713" y="1298"/>
                  <a:ext cx="229"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sz="2800"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sz="2800" b="1">
                      <a:latin typeface="Times New Roman" panose="02020603050405020304" pitchFamily="18" charset="0"/>
                      <a:ea typeface="宋体" panose="02010600030101010101" pitchFamily="2" charset="-122"/>
                      <a:cs typeface="Times New Roman" panose="02020603050405020304" pitchFamily="18" charset="0"/>
                    </a:rPr>
                    <a:t>0</a:t>
                  </a:r>
                </a:p>
                <a:p>
                  <a:pPr algn="ctr">
                    <a:spcBef>
                      <a:spcPct val="0"/>
                    </a:spcBef>
                    <a:buFontTx/>
                    <a:buNone/>
                  </a:pPr>
                  <a:endParaRPr kumimoji="0" lang="en-US" altLang="zh-CN" sz="2800"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2681" name="Rectangle 56">
                  <a:extLst>
                    <a:ext uri="{FF2B5EF4-FFF2-40B4-BE49-F238E27FC236}">
                      <a16:creationId xmlns:a16="http://schemas.microsoft.com/office/drawing/2014/main" id="{FD3983E2-ACF4-4423-BCB0-32ED2C619DB2}"/>
                    </a:ext>
                  </a:extLst>
                </p:cNvPr>
                <p:cNvSpPr>
                  <a:spLocks noChangeArrowheads="1"/>
                </p:cNvSpPr>
                <p:nvPr/>
              </p:nvSpPr>
              <p:spPr bwMode="auto">
                <a:xfrm>
                  <a:off x="709" y="1294"/>
                  <a:ext cx="237"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2668" name="Group 57">
                <a:extLst>
                  <a:ext uri="{FF2B5EF4-FFF2-40B4-BE49-F238E27FC236}">
                    <a16:creationId xmlns:a16="http://schemas.microsoft.com/office/drawing/2014/main" id="{F49DFB07-31AD-4393-8064-BED7B17A288A}"/>
                  </a:ext>
                </a:extLst>
              </p:cNvPr>
              <p:cNvGrpSpPr>
                <a:grpSpLocks/>
              </p:cNvGrpSpPr>
              <p:nvPr/>
            </p:nvGrpSpPr>
            <p:grpSpPr bwMode="auto">
              <a:xfrm>
                <a:off x="1488" y="3515"/>
                <a:ext cx="707" cy="325"/>
                <a:chOff x="0" y="1596"/>
                <a:chExt cx="236" cy="298"/>
              </a:xfrm>
            </p:grpSpPr>
            <p:sp>
              <p:nvSpPr>
                <p:cNvPr id="112678" name="Rectangle 58">
                  <a:extLst>
                    <a:ext uri="{FF2B5EF4-FFF2-40B4-BE49-F238E27FC236}">
                      <a16:creationId xmlns:a16="http://schemas.microsoft.com/office/drawing/2014/main" id="{E3A6BF1A-D128-47F0-88BD-4FBACDB313B2}"/>
                    </a:ext>
                  </a:extLst>
                </p:cNvPr>
                <p:cNvSpPr>
                  <a:spLocks noChangeArrowheads="1"/>
                </p:cNvSpPr>
                <p:nvPr/>
              </p:nvSpPr>
              <p:spPr bwMode="auto">
                <a:xfrm>
                  <a:off x="4" y="1600"/>
                  <a:ext cx="228"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sz="2800"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sz="2800" b="1">
                      <a:latin typeface="Times New Roman" panose="02020603050405020304" pitchFamily="18" charset="0"/>
                      <a:ea typeface="宋体" panose="02010600030101010101" pitchFamily="2" charset="-122"/>
                      <a:cs typeface="Times New Roman" panose="02020603050405020304" pitchFamily="18" charset="0"/>
                    </a:rPr>
                    <a:t>1</a:t>
                  </a:r>
                </a:p>
                <a:p>
                  <a:pPr algn="ctr">
                    <a:spcBef>
                      <a:spcPct val="0"/>
                    </a:spcBef>
                    <a:buFontTx/>
                    <a:buNone/>
                  </a:pPr>
                  <a:endParaRPr kumimoji="0" lang="en-US" altLang="zh-CN" sz="2800"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2679" name="Rectangle 59">
                  <a:extLst>
                    <a:ext uri="{FF2B5EF4-FFF2-40B4-BE49-F238E27FC236}">
                      <a16:creationId xmlns:a16="http://schemas.microsoft.com/office/drawing/2014/main" id="{FB719D0C-0EAA-464A-B162-A2E7B327BC8E}"/>
                    </a:ext>
                  </a:extLst>
                </p:cNvPr>
                <p:cNvSpPr>
                  <a:spLocks noChangeArrowheads="1"/>
                </p:cNvSpPr>
                <p:nvPr/>
              </p:nvSpPr>
              <p:spPr bwMode="auto">
                <a:xfrm>
                  <a:off x="0" y="1596"/>
                  <a:ext cx="236"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2669" name="Group 60">
                <a:extLst>
                  <a:ext uri="{FF2B5EF4-FFF2-40B4-BE49-F238E27FC236}">
                    <a16:creationId xmlns:a16="http://schemas.microsoft.com/office/drawing/2014/main" id="{811D98EE-4AB6-4901-9EB7-8AF7D286B2D2}"/>
                  </a:ext>
                </a:extLst>
              </p:cNvPr>
              <p:cNvGrpSpPr>
                <a:grpSpLocks/>
              </p:cNvGrpSpPr>
              <p:nvPr/>
            </p:nvGrpSpPr>
            <p:grpSpPr bwMode="auto">
              <a:xfrm>
                <a:off x="2195" y="3515"/>
                <a:ext cx="709" cy="325"/>
                <a:chOff x="236" y="1596"/>
                <a:chExt cx="237" cy="298"/>
              </a:xfrm>
            </p:grpSpPr>
            <p:sp>
              <p:nvSpPr>
                <p:cNvPr id="112676" name="Rectangle 61">
                  <a:extLst>
                    <a:ext uri="{FF2B5EF4-FFF2-40B4-BE49-F238E27FC236}">
                      <a16:creationId xmlns:a16="http://schemas.microsoft.com/office/drawing/2014/main" id="{365F004C-220E-4C9C-AFFB-811526EAE176}"/>
                    </a:ext>
                  </a:extLst>
                </p:cNvPr>
                <p:cNvSpPr>
                  <a:spLocks noChangeArrowheads="1"/>
                </p:cNvSpPr>
                <p:nvPr/>
              </p:nvSpPr>
              <p:spPr bwMode="auto">
                <a:xfrm>
                  <a:off x="240" y="1600"/>
                  <a:ext cx="229"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sz="2800"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sz="2800" b="1">
                      <a:latin typeface="Times New Roman" panose="02020603050405020304" pitchFamily="18" charset="0"/>
                      <a:ea typeface="宋体" panose="02010600030101010101" pitchFamily="2" charset="-122"/>
                      <a:cs typeface="Times New Roman" panose="02020603050405020304" pitchFamily="18" charset="0"/>
                    </a:rPr>
                    <a:t>1</a:t>
                  </a:r>
                </a:p>
                <a:p>
                  <a:pPr algn="ctr">
                    <a:spcBef>
                      <a:spcPct val="0"/>
                    </a:spcBef>
                    <a:buFontTx/>
                    <a:buNone/>
                  </a:pPr>
                  <a:endParaRPr kumimoji="0" lang="en-US" altLang="zh-CN" sz="2800"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2677" name="Rectangle 62">
                  <a:extLst>
                    <a:ext uri="{FF2B5EF4-FFF2-40B4-BE49-F238E27FC236}">
                      <a16:creationId xmlns:a16="http://schemas.microsoft.com/office/drawing/2014/main" id="{89172E75-6336-4A5A-B3FB-10D8497080A1}"/>
                    </a:ext>
                  </a:extLst>
                </p:cNvPr>
                <p:cNvSpPr>
                  <a:spLocks noChangeArrowheads="1"/>
                </p:cNvSpPr>
                <p:nvPr/>
              </p:nvSpPr>
              <p:spPr bwMode="auto">
                <a:xfrm>
                  <a:off x="236" y="1596"/>
                  <a:ext cx="237"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2670" name="Group 63">
                <a:extLst>
                  <a:ext uri="{FF2B5EF4-FFF2-40B4-BE49-F238E27FC236}">
                    <a16:creationId xmlns:a16="http://schemas.microsoft.com/office/drawing/2014/main" id="{E5E7926A-0E17-49C9-980B-EBB9442E3599}"/>
                  </a:ext>
                </a:extLst>
              </p:cNvPr>
              <p:cNvGrpSpPr>
                <a:grpSpLocks/>
              </p:cNvGrpSpPr>
              <p:nvPr/>
            </p:nvGrpSpPr>
            <p:grpSpPr bwMode="auto">
              <a:xfrm>
                <a:off x="2904" y="3515"/>
                <a:ext cx="707" cy="325"/>
                <a:chOff x="473" y="1596"/>
                <a:chExt cx="236" cy="298"/>
              </a:xfrm>
            </p:grpSpPr>
            <p:sp>
              <p:nvSpPr>
                <p:cNvPr id="112674" name="Rectangle 64">
                  <a:extLst>
                    <a:ext uri="{FF2B5EF4-FFF2-40B4-BE49-F238E27FC236}">
                      <a16:creationId xmlns:a16="http://schemas.microsoft.com/office/drawing/2014/main" id="{337B79DE-E91D-4DA7-AD6C-5898ABF491A6}"/>
                    </a:ext>
                  </a:extLst>
                </p:cNvPr>
                <p:cNvSpPr>
                  <a:spLocks noChangeArrowheads="1"/>
                </p:cNvSpPr>
                <p:nvPr/>
              </p:nvSpPr>
              <p:spPr bwMode="auto">
                <a:xfrm>
                  <a:off x="477" y="1600"/>
                  <a:ext cx="228"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sz="2800"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sz="2800" b="1">
                      <a:latin typeface="Times New Roman" panose="02020603050405020304" pitchFamily="18" charset="0"/>
                      <a:ea typeface="宋体" panose="02010600030101010101" pitchFamily="2" charset="-122"/>
                      <a:cs typeface="Times New Roman" panose="02020603050405020304" pitchFamily="18" charset="0"/>
                    </a:rPr>
                    <a:t>0</a:t>
                  </a:r>
                </a:p>
                <a:p>
                  <a:pPr algn="ctr">
                    <a:spcBef>
                      <a:spcPct val="0"/>
                    </a:spcBef>
                    <a:buFontTx/>
                    <a:buNone/>
                  </a:pPr>
                  <a:endParaRPr kumimoji="0" lang="en-US" altLang="zh-CN" sz="2800"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2675" name="Rectangle 65">
                  <a:extLst>
                    <a:ext uri="{FF2B5EF4-FFF2-40B4-BE49-F238E27FC236}">
                      <a16:creationId xmlns:a16="http://schemas.microsoft.com/office/drawing/2014/main" id="{AB891AE2-CF08-47C9-AE0F-6365A62C8543}"/>
                    </a:ext>
                  </a:extLst>
                </p:cNvPr>
                <p:cNvSpPr>
                  <a:spLocks noChangeArrowheads="1"/>
                </p:cNvSpPr>
                <p:nvPr/>
              </p:nvSpPr>
              <p:spPr bwMode="auto">
                <a:xfrm>
                  <a:off x="473" y="1596"/>
                  <a:ext cx="236"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2671" name="Group 66">
                <a:extLst>
                  <a:ext uri="{FF2B5EF4-FFF2-40B4-BE49-F238E27FC236}">
                    <a16:creationId xmlns:a16="http://schemas.microsoft.com/office/drawing/2014/main" id="{8D79E8C7-6FEF-49E3-A73A-53197BEB4183}"/>
                  </a:ext>
                </a:extLst>
              </p:cNvPr>
              <p:cNvGrpSpPr>
                <a:grpSpLocks/>
              </p:cNvGrpSpPr>
              <p:nvPr/>
            </p:nvGrpSpPr>
            <p:grpSpPr bwMode="auto">
              <a:xfrm>
                <a:off x="3611" y="3515"/>
                <a:ext cx="709" cy="325"/>
                <a:chOff x="709" y="1596"/>
                <a:chExt cx="237" cy="298"/>
              </a:xfrm>
            </p:grpSpPr>
            <p:sp>
              <p:nvSpPr>
                <p:cNvPr id="112672" name="Rectangle 67">
                  <a:extLst>
                    <a:ext uri="{FF2B5EF4-FFF2-40B4-BE49-F238E27FC236}">
                      <a16:creationId xmlns:a16="http://schemas.microsoft.com/office/drawing/2014/main" id="{5E065FF1-6F53-473F-B942-3556B0A94FDE}"/>
                    </a:ext>
                  </a:extLst>
                </p:cNvPr>
                <p:cNvSpPr>
                  <a:spLocks noChangeArrowheads="1"/>
                </p:cNvSpPr>
                <p:nvPr/>
              </p:nvSpPr>
              <p:spPr bwMode="auto">
                <a:xfrm>
                  <a:off x="713" y="1600"/>
                  <a:ext cx="229"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sz="2800"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sz="2800" b="1">
                      <a:latin typeface="Times New Roman" panose="02020603050405020304" pitchFamily="18" charset="0"/>
                      <a:ea typeface="宋体" panose="02010600030101010101" pitchFamily="2" charset="-122"/>
                      <a:cs typeface="Times New Roman" panose="02020603050405020304" pitchFamily="18" charset="0"/>
                    </a:rPr>
                    <a:t>1</a:t>
                  </a:r>
                </a:p>
                <a:p>
                  <a:pPr algn="ctr">
                    <a:spcBef>
                      <a:spcPct val="0"/>
                    </a:spcBef>
                    <a:buFontTx/>
                    <a:buNone/>
                  </a:pPr>
                  <a:endParaRPr kumimoji="0" lang="en-US" altLang="zh-CN" sz="2800"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2673" name="Rectangle 68">
                  <a:extLst>
                    <a:ext uri="{FF2B5EF4-FFF2-40B4-BE49-F238E27FC236}">
                      <a16:creationId xmlns:a16="http://schemas.microsoft.com/office/drawing/2014/main" id="{899924AF-A00B-41B3-BF2B-1864F04F7098}"/>
                    </a:ext>
                  </a:extLst>
                </p:cNvPr>
                <p:cNvSpPr>
                  <a:spLocks noChangeArrowheads="1"/>
                </p:cNvSpPr>
                <p:nvPr/>
              </p:nvSpPr>
              <p:spPr bwMode="auto">
                <a:xfrm>
                  <a:off x="709" y="1596"/>
                  <a:ext cx="237"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gr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日期占位符 1">
            <a:extLst>
              <a:ext uri="{FF2B5EF4-FFF2-40B4-BE49-F238E27FC236}">
                <a16:creationId xmlns:a16="http://schemas.microsoft.com/office/drawing/2014/main" id="{158F20FC-B5F7-4F76-88AF-844FF712C821}"/>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13AF401B-AB1F-46E0-A51A-494A46ACCC5E}"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13667" name="页脚占位符 2">
            <a:extLst>
              <a:ext uri="{FF2B5EF4-FFF2-40B4-BE49-F238E27FC236}">
                <a16:creationId xmlns:a16="http://schemas.microsoft.com/office/drawing/2014/main" id="{41814875-78CD-443C-9993-B64E12CED00B}"/>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13668" name="灯片编号占位符 3">
            <a:extLst>
              <a:ext uri="{FF2B5EF4-FFF2-40B4-BE49-F238E27FC236}">
                <a16:creationId xmlns:a16="http://schemas.microsoft.com/office/drawing/2014/main" id="{98810347-475A-4204-9B73-3E5B13B62EF1}"/>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3842DB4B-D53D-448E-A7D7-82378CD8AC70}" type="slidenum">
              <a:rPr lang="en-US" altLang="zh-CN" sz="1400" smtClean="0">
                <a:latin typeface="Times New Roman" panose="02020603050405020304" pitchFamily="18" charset="0"/>
                <a:ea typeface="宋体" panose="02010600030101010101" pitchFamily="2" charset="-122"/>
              </a:rPr>
              <a:pPr>
                <a:spcBef>
                  <a:spcPct val="0"/>
                </a:spcBef>
                <a:buFontTx/>
                <a:buNone/>
              </a:pPr>
              <a:t>87</a:t>
            </a:fld>
            <a:endParaRPr lang="en-US" altLang="zh-CN" sz="1400">
              <a:latin typeface="Times New Roman" panose="02020603050405020304" pitchFamily="18" charset="0"/>
              <a:ea typeface="宋体" panose="02010600030101010101" pitchFamily="2" charset="-122"/>
            </a:endParaRPr>
          </a:p>
        </p:txBody>
      </p:sp>
      <p:sp>
        <p:nvSpPr>
          <p:cNvPr id="113669" name="页脚占位符 3">
            <a:extLst>
              <a:ext uri="{FF2B5EF4-FFF2-40B4-BE49-F238E27FC236}">
                <a16:creationId xmlns:a16="http://schemas.microsoft.com/office/drawing/2014/main" id="{D939593A-19B5-44D1-AA59-B8850E187B08}"/>
              </a:ext>
            </a:extLst>
          </p:cNvPr>
          <p:cNvSpPr txBox="1">
            <a:spLocks noGrp="1"/>
          </p:cNvSpPr>
          <p:nvPr/>
        </p:nvSpPr>
        <p:spPr bwMode="black">
          <a:xfrm>
            <a:off x="609600" y="6470650"/>
            <a:ext cx="538163"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r">
              <a:spcBef>
                <a:spcPct val="0"/>
              </a:spcBef>
              <a:buFontTx/>
              <a:buNone/>
            </a:pPr>
            <a:fld id="{F542D264-7037-440F-AC32-067E52DE9192}" type="slidenum">
              <a:rPr kumimoji="0" lang="en-US" altLang="zh-CN" sz="1000">
                <a:solidFill>
                  <a:schemeClr val="bg1"/>
                </a:solidFill>
                <a:latin typeface="Arial" panose="020B0604020202020204" pitchFamily="34" charset="0"/>
                <a:ea typeface="宋体" panose="02010600030101010101" pitchFamily="2" charset="-122"/>
              </a:rPr>
              <a:pPr algn="r">
                <a:spcBef>
                  <a:spcPct val="0"/>
                </a:spcBef>
                <a:buFontTx/>
                <a:buNone/>
              </a:pPr>
              <a:t>87</a:t>
            </a:fld>
            <a:endParaRPr kumimoji="0" lang="en-US" altLang="zh-CN" sz="1000">
              <a:solidFill>
                <a:schemeClr val="bg1"/>
              </a:solidFill>
              <a:latin typeface="Arial" panose="020B0604020202020204" pitchFamily="34" charset="0"/>
              <a:ea typeface="宋体" panose="02010600030101010101" pitchFamily="2" charset="-122"/>
            </a:endParaRPr>
          </a:p>
        </p:txBody>
      </p:sp>
      <p:sp>
        <p:nvSpPr>
          <p:cNvPr id="113670" name="日期占位符 4">
            <a:extLst>
              <a:ext uri="{FF2B5EF4-FFF2-40B4-BE49-F238E27FC236}">
                <a16:creationId xmlns:a16="http://schemas.microsoft.com/office/drawing/2014/main" id="{4339495C-D777-4FA9-9F8E-D98828E589AF}"/>
              </a:ext>
            </a:extLst>
          </p:cNvPr>
          <p:cNvSpPr txBox="1">
            <a:spLocks noGrp="1"/>
          </p:cNvSpPr>
          <p:nvPr/>
        </p:nvSpPr>
        <p:spPr bwMode="auto">
          <a:xfrm>
            <a:off x="1271588" y="6472238"/>
            <a:ext cx="946150"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fld id="{697F169F-DC3E-4B7F-9C8B-4B02A3968837}" type="datetime1">
              <a:rPr kumimoji="0" lang="zh-CN" altLang="en-US" sz="1000">
                <a:solidFill>
                  <a:schemeClr val="bg1"/>
                </a:solidFill>
                <a:latin typeface="Arial" panose="020B0604020202020204" pitchFamily="34" charset="0"/>
                <a:ea typeface="宋体" panose="02010600030101010101" pitchFamily="2" charset="-122"/>
              </a:rPr>
              <a:pPr eaLnBrk="1" hangingPunct="1">
                <a:spcBef>
                  <a:spcPct val="0"/>
                </a:spcBef>
                <a:buFontTx/>
                <a:buNone/>
              </a:pPr>
              <a:t>2020/9/7</a:t>
            </a:fld>
            <a:endParaRPr kumimoji="0" lang="en-US" altLang="zh-CN" sz="1000">
              <a:solidFill>
                <a:schemeClr val="bg1"/>
              </a:solidFill>
              <a:latin typeface="Arial" panose="020B0604020202020204" pitchFamily="34" charset="0"/>
              <a:ea typeface="宋体" panose="02010600030101010101" pitchFamily="2" charset="-122"/>
            </a:endParaRPr>
          </a:p>
        </p:txBody>
      </p:sp>
      <p:sp>
        <p:nvSpPr>
          <p:cNvPr id="113671" name="Text Box 2">
            <a:extLst>
              <a:ext uri="{FF2B5EF4-FFF2-40B4-BE49-F238E27FC236}">
                <a16:creationId xmlns:a16="http://schemas.microsoft.com/office/drawing/2014/main" id="{59FBCA78-6929-413C-BAF8-F40EEFE418AD}"/>
              </a:ext>
            </a:extLst>
          </p:cNvPr>
          <p:cNvSpPr txBox="1">
            <a:spLocks noChangeArrowheads="1"/>
          </p:cNvSpPr>
          <p:nvPr/>
        </p:nvSpPr>
        <p:spPr bwMode="auto">
          <a:xfrm>
            <a:off x="1403350" y="692150"/>
            <a:ext cx="60166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例 题</a:t>
            </a:r>
          </a:p>
        </p:txBody>
      </p:sp>
      <p:pic>
        <p:nvPicPr>
          <p:cNvPr id="113672" name="Picture 6" descr="C:\Program Files\Microsoft Office\MEDIA\CAGCAT10\j0293844.wmf">
            <a:extLst>
              <a:ext uri="{FF2B5EF4-FFF2-40B4-BE49-F238E27FC236}">
                <a16:creationId xmlns:a16="http://schemas.microsoft.com/office/drawing/2014/main" id="{84762CCE-8533-4B6F-A836-EC2F64BE68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5143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3673" name="Text Box 6">
            <a:extLst>
              <a:ext uri="{FF2B5EF4-FFF2-40B4-BE49-F238E27FC236}">
                <a16:creationId xmlns:a16="http://schemas.microsoft.com/office/drawing/2014/main" id="{B825DC0D-48D8-409E-8915-CD5B00A5F7C9}"/>
              </a:ext>
            </a:extLst>
          </p:cNvPr>
          <p:cNvSpPr txBox="1">
            <a:spLocks noChangeArrowheads="1"/>
          </p:cNvSpPr>
          <p:nvPr/>
        </p:nvSpPr>
        <p:spPr bwMode="auto">
          <a:xfrm>
            <a:off x="684213" y="1731963"/>
            <a:ext cx="8077200" cy="157003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en-US" altLang="zh-CN">
                <a:latin typeface="黑体" panose="02010609060101010101" pitchFamily="49" charset="-122"/>
                <a:ea typeface="黑体" panose="02010609060101010101" pitchFamily="49" charset="-122"/>
              </a:rPr>
              <a:t>   </a:t>
            </a:r>
            <a:r>
              <a:rPr kumimoji="0" lang="en-US" altLang="zh-CN">
                <a:solidFill>
                  <a:srgbClr val="006600"/>
                </a:solidFill>
                <a:latin typeface="黑体" panose="02010609060101010101" pitchFamily="49" charset="-122"/>
                <a:ea typeface="黑体" panose="02010609060101010101" pitchFamily="49" charset="-122"/>
              </a:rPr>
              <a:t>【</a:t>
            </a:r>
            <a:r>
              <a:rPr kumimoji="0" lang="zh-CN" altLang="en-US" b="1">
                <a:solidFill>
                  <a:srgbClr val="006600"/>
                </a:solidFill>
                <a:latin typeface="黑体" panose="02010609060101010101" pitchFamily="49" charset="-122"/>
                <a:ea typeface="黑体" panose="02010609060101010101" pitchFamily="49" charset="-122"/>
              </a:rPr>
              <a:t>例</a:t>
            </a:r>
            <a:r>
              <a:rPr kumimoji="0" lang="en-US" altLang="zh-CN" b="1">
                <a:solidFill>
                  <a:srgbClr val="006600"/>
                </a:solidFill>
                <a:latin typeface="黑体" panose="02010609060101010101" pitchFamily="49" charset="-122"/>
                <a:ea typeface="黑体" panose="02010609060101010101" pitchFamily="49" charset="-122"/>
              </a:rPr>
              <a:t>】</a:t>
            </a:r>
            <a:r>
              <a:rPr kumimoji="0" lang="zh-CN" altLang="en-US" b="1">
                <a:latin typeface="黑体" panose="02010609060101010101" pitchFamily="49" charset="-122"/>
                <a:ea typeface="黑体" panose="02010609060101010101" pitchFamily="49" charset="-122"/>
              </a:rPr>
              <a:t>构造命题公式</a:t>
            </a:r>
            <a:r>
              <a:rPr kumimoji="0" lang="en-US" altLang="zh-CN" b="1">
                <a:latin typeface="黑体" panose="02010609060101010101" pitchFamily="49" charset="-122"/>
                <a:ea typeface="黑体" panose="02010609060101010101" pitchFamily="49" charset="-122"/>
                <a:cs typeface="Times New Roman" panose="02020603050405020304" pitchFamily="18" charset="0"/>
              </a:rPr>
              <a:t>(</a:t>
            </a:r>
            <a:r>
              <a:rPr kumimoji="0" lang="en-US" altLang="zh-CN" b="1" i="1">
                <a:latin typeface="黑体" panose="02010609060101010101" pitchFamily="49" charset="-122"/>
                <a:ea typeface="黑体" panose="02010609060101010101" pitchFamily="49" charset="-122"/>
                <a:cs typeface="Times New Roman" panose="02020603050405020304" pitchFamily="18" charset="0"/>
              </a:rPr>
              <a:t>p</a:t>
            </a:r>
            <a:r>
              <a:rPr kumimoji="0" lang="en-US" altLang="zh-CN" b="1">
                <a:latin typeface="黑体" panose="02010609060101010101" pitchFamily="49" charset="-122"/>
                <a:ea typeface="黑体" panose="02010609060101010101" pitchFamily="49" charset="-122"/>
              </a:rPr>
              <a:t>∧</a:t>
            </a:r>
            <a:r>
              <a:rPr kumimoji="0" lang="en-US" altLang="zh-CN" b="1" i="1">
                <a:latin typeface="黑体" panose="02010609060101010101" pitchFamily="49" charset="-122"/>
                <a:ea typeface="黑体" panose="02010609060101010101" pitchFamily="49" charset="-122"/>
              </a:rPr>
              <a:t>q</a:t>
            </a:r>
            <a:r>
              <a:rPr kumimoji="0" lang="en-US" altLang="zh-CN" b="1">
                <a:latin typeface="黑体" panose="02010609060101010101" pitchFamily="49" charset="-122"/>
                <a:ea typeface="黑体" panose="02010609060101010101" pitchFamily="49" charset="-122"/>
              </a:rPr>
              <a:t>)∨(¬</a:t>
            </a:r>
            <a:r>
              <a:rPr kumimoji="0" lang="en-US" altLang="zh-CN" b="1" i="1">
                <a:latin typeface="黑体" panose="02010609060101010101" pitchFamily="49" charset="-122"/>
                <a:ea typeface="黑体" panose="02010609060101010101" pitchFamily="49" charset="-122"/>
              </a:rPr>
              <a:t>p</a:t>
            </a:r>
            <a:r>
              <a:rPr kumimoji="0" lang="en-US" altLang="zh-CN" b="1">
                <a:latin typeface="黑体" panose="02010609060101010101" pitchFamily="49" charset="-122"/>
                <a:ea typeface="黑体" panose="02010609060101010101" pitchFamily="49" charset="-122"/>
              </a:rPr>
              <a:t>∧¬</a:t>
            </a:r>
            <a:r>
              <a:rPr kumimoji="0" lang="en-US" altLang="zh-CN" b="1" i="1">
                <a:latin typeface="黑体" panose="02010609060101010101" pitchFamily="49" charset="-122"/>
                <a:ea typeface="黑体" panose="02010609060101010101" pitchFamily="49" charset="-122"/>
              </a:rPr>
              <a:t>q</a:t>
            </a:r>
            <a:r>
              <a:rPr kumimoji="0" lang="en-US" altLang="zh-CN" b="1">
                <a:latin typeface="黑体" panose="02010609060101010101" pitchFamily="49" charset="-122"/>
                <a:ea typeface="黑体" panose="02010609060101010101" pitchFamily="49" charset="-122"/>
              </a:rPr>
              <a:t>)</a:t>
            </a:r>
            <a:r>
              <a:rPr kumimoji="0" lang="zh-CN" altLang="en-US" b="1">
                <a:latin typeface="黑体" panose="02010609060101010101" pitchFamily="49" charset="-122"/>
                <a:ea typeface="黑体" panose="02010609060101010101" pitchFamily="49" charset="-122"/>
              </a:rPr>
              <a:t>的真值表，并求成真赋值和成假赋值。</a:t>
            </a:r>
          </a:p>
          <a:p>
            <a:pPr eaLnBrk="1" hangingPunct="1">
              <a:spcBef>
                <a:spcPct val="0"/>
              </a:spcBef>
              <a:buFontTx/>
              <a:buNone/>
            </a:pPr>
            <a:r>
              <a:rPr kumimoji="0" lang="zh-CN" altLang="en-US" b="1">
                <a:latin typeface="黑体" panose="02010609060101010101" pitchFamily="49" charset="-122"/>
                <a:ea typeface="黑体" panose="02010609060101010101" pitchFamily="49" charset="-122"/>
              </a:rPr>
              <a:t>   </a:t>
            </a:r>
            <a:r>
              <a:rPr kumimoji="0" lang="en-US" altLang="zh-CN" b="1">
                <a:solidFill>
                  <a:srgbClr val="006600"/>
                </a:solidFill>
                <a:latin typeface="黑体" panose="02010609060101010101" pitchFamily="49" charset="-122"/>
                <a:ea typeface="黑体" panose="02010609060101010101" pitchFamily="49" charset="-122"/>
              </a:rPr>
              <a:t>【</a:t>
            </a:r>
            <a:r>
              <a:rPr kumimoji="0" lang="zh-CN" altLang="en-US" b="1">
                <a:solidFill>
                  <a:srgbClr val="006600"/>
                </a:solidFill>
                <a:latin typeface="黑体" panose="02010609060101010101" pitchFamily="49" charset="-122"/>
                <a:ea typeface="黑体" panose="02010609060101010101" pitchFamily="49" charset="-122"/>
              </a:rPr>
              <a:t>解</a:t>
            </a:r>
            <a:r>
              <a:rPr kumimoji="0" lang="en-US" altLang="zh-CN" b="1">
                <a:solidFill>
                  <a:srgbClr val="006600"/>
                </a:solidFill>
                <a:latin typeface="黑体" panose="02010609060101010101" pitchFamily="49" charset="-122"/>
                <a:ea typeface="黑体" panose="02010609060101010101" pitchFamily="49" charset="-122"/>
              </a:rPr>
              <a:t>】</a:t>
            </a:r>
            <a:r>
              <a:rPr kumimoji="0" lang="zh-CN" altLang="en-US" b="1">
                <a:latin typeface="黑体" panose="02010609060101010101" pitchFamily="49" charset="-122"/>
                <a:ea typeface="黑体" panose="02010609060101010101" pitchFamily="49" charset="-122"/>
              </a:rPr>
              <a:t>命题公式</a:t>
            </a:r>
            <a:r>
              <a:rPr kumimoji="0" lang="en-US" altLang="zh-CN" b="1">
                <a:latin typeface="黑体" panose="02010609060101010101" pitchFamily="49" charset="-122"/>
                <a:ea typeface="黑体" panose="02010609060101010101" pitchFamily="49" charset="-122"/>
              </a:rPr>
              <a:t>(</a:t>
            </a:r>
            <a:r>
              <a:rPr kumimoji="0" lang="en-US" altLang="zh-CN" b="1" i="1">
                <a:latin typeface="黑体" panose="02010609060101010101" pitchFamily="49" charset="-122"/>
                <a:ea typeface="黑体" panose="02010609060101010101" pitchFamily="49" charset="-122"/>
              </a:rPr>
              <a:t>p</a:t>
            </a:r>
            <a:r>
              <a:rPr kumimoji="0" lang="en-US" altLang="zh-CN" b="1">
                <a:latin typeface="黑体" panose="02010609060101010101" pitchFamily="49" charset="-122"/>
                <a:ea typeface="黑体" panose="02010609060101010101" pitchFamily="49" charset="-122"/>
              </a:rPr>
              <a:t>∧</a:t>
            </a:r>
            <a:r>
              <a:rPr kumimoji="0" lang="en-US" altLang="zh-CN" b="1" i="1">
                <a:latin typeface="黑体" panose="02010609060101010101" pitchFamily="49" charset="-122"/>
                <a:ea typeface="黑体" panose="02010609060101010101" pitchFamily="49" charset="-122"/>
              </a:rPr>
              <a:t>q</a:t>
            </a:r>
            <a:r>
              <a:rPr kumimoji="0" lang="en-US" altLang="zh-CN" b="1">
                <a:latin typeface="黑体" panose="02010609060101010101" pitchFamily="49" charset="-122"/>
                <a:ea typeface="黑体" panose="02010609060101010101" pitchFamily="49" charset="-122"/>
              </a:rPr>
              <a:t>)∨(¬</a:t>
            </a:r>
            <a:r>
              <a:rPr kumimoji="0" lang="en-US" altLang="zh-CN" b="1" i="1">
                <a:latin typeface="黑体" panose="02010609060101010101" pitchFamily="49" charset="-122"/>
                <a:ea typeface="黑体" panose="02010609060101010101" pitchFamily="49" charset="-122"/>
              </a:rPr>
              <a:t>p</a:t>
            </a:r>
            <a:r>
              <a:rPr kumimoji="0" lang="en-US" altLang="zh-CN" b="1">
                <a:latin typeface="黑体" panose="02010609060101010101" pitchFamily="49" charset="-122"/>
                <a:ea typeface="黑体" panose="02010609060101010101" pitchFamily="49" charset="-122"/>
              </a:rPr>
              <a:t>∧¬</a:t>
            </a:r>
            <a:r>
              <a:rPr kumimoji="0" lang="en-US" altLang="zh-CN" b="1" i="1">
                <a:latin typeface="黑体" panose="02010609060101010101" pitchFamily="49" charset="-122"/>
                <a:ea typeface="黑体" panose="02010609060101010101" pitchFamily="49" charset="-122"/>
              </a:rPr>
              <a:t>q</a:t>
            </a:r>
            <a:r>
              <a:rPr kumimoji="0" lang="en-US" altLang="zh-CN" b="1">
                <a:latin typeface="黑体" panose="02010609060101010101" pitchFamily="49" charset="-122"/>
                <a:ea typeface="黑体" panose="02010609060101010101" pitchFamily="49" charset="-122"/>
              </a:rPr>
              <a:t>)</a:t>
            </a:r>
            <a:r>
              <a:rPr kumimoji="0" lang="zh-CN" altLang="en-US" b="1">
                <a:latin typeface="黑体" panose="02010609060101010101" pitchFamily="49" charset="-122"/>
                <a:ea typeface="黑体" panose="02010609060101010101" pitchFamily="49" charset="-122"/>
              </a:rPr>
              <a:t>的真值表如下表所示。</a:t>
            </a:r>
            <a:r>
              <a:rPr kumimoji="0" lang="en-US" altLang="zh-CN" b="1">
                <a:latin typeface="黑体" panose="02010609060101010101" pitchFamily="49" charset="-122"/>
                <a:ea typeface="黑体" panose="02010609060101010101" pitchFamily="49" charset="-122"/>
              </a:rPr>
              <a:t>00</a:t>
            </a:r>
            <a:r>
              <a:rPr kumimoji="0" lang="zh-CN" altLang="en-US" b="1">
                <a:latin typeface="黑体" panose="02010609060101010101" pitchFamily="49" charset="-122"/>
                <a:ea typeface="黑体" panose="02010609060101010101" pitchFamily="49" charset="-122"/>
              </a:rPr>
              <a:t>， </a:t>
            </a:r>
            <a:r>
              <a:rPr kumimoji="0" lang="en-US" altLang="zh-CN" b="1">
                <a:latin typeface="黑体" panose="02010609060101010101" pitchFamily="49" charset="-122"/>
                <a:ea typeface="黑体" panose="02010609060101010101" pitchFamily="49" charset="-122"/>
              </a:rPr>
              <a:t>11</a:t>
            </a:r>
            <a:r>
              <a:rPr kumimoji="0" lang="zh-CN" altLang="en-US" b="1">
                <a:latin typeface="黑体" panose="02010609060101010101" pitchFamily="49" charset="-122"/>
                <a:ea typeface="黑体" panose="02010609060101010101" pitchFamily="49" charset="-122"/>
              </a:rPr>
              <a:t>是成真赋值，</a:t>
            </a:r>
            <a:r>
              <a:rPr kumimoji="0" lang="en-US" altLang="zh-CN" b="1">
                <a:latin typeface="黑体" panose="02010609060101010101" pitchFamily="49" charset="-122"/>
                <a:ea typeface="黑体" panose="02010609060101010101" pitchFamily="49" charset="-122"/>
              </a:rPr>
              <a:t>01</a:t>
            </a:r>
            <a:r>
              <a:rPr kumimoji="0" lang="zh-CN" altLang="en-US" b="1">
                <a:latin typeface="黑体" panose="02010609060101010101" pitchFamily="49" charset="-122"/>
                <a:ea typeface="黑体" panose="02010609060101010101" pitchFamily="49" charset="-122"/>
              </a:rPr>
              <a:t>，</a:t>
            </a:r>
            <a:r>
              <a:rPr kumimoji="0" lang="en-US" altLang="zh-CN" b="1">
                <a:latin typeface="黑体" panose="02010609060101010101" pitchFamily="49" charset="-122"/>
                <a:ea typeface="黑体" panose="02010609060101010101" pitchFamily="49" charset="-122"/>
              </a:rPr>
              <a:t>10</a:t>
            </a:r>
            <a:r>
              <a:rPr kumimoji="0" lang="zh-CN" altLang="en-US" b="1">
                <a:latin typeface="黑体" panose="02010609060101010101" pitchFamily="49" charset="-122"/>
                <a:ea typeface="黑体" panose="02010609060101010101" pitchFamily="49" charset="-122"/>
              </a:rPr>
              <a:t>是成假赋值。</a:t>
            </a:r>
            <a:r>
              <a:rPr kumimoji="0" lang="zh-CN" altLang="en-US">
                <a:latin typeface="黑体" panose="02010609060101010101" pitchFamily="49" charset="-122"/>
                <a:ea typeface="黑体" panose="02010609060101010101" pitchFamily="49" charset="-122"/>
              </a:rPr>
              <a:t>  </a:t>
            </a:r>
          </a:p>
        </p:txBody>
      </p:sp>
      <p:grpSp>
        <p:nvGrpSpPr>
          <p:cNvPr id="113674" name="Group 7">
            <a:extLst>
              <a:ext uri="{FF2B5EF4-FFF2-40B4-BE49-F238E27FC236}">
                <a16:creationId xmlns:a16="http://schemas.microsoft.com/office/drawing/2014/main" id="{53C8D58B-0A1F-4AAE-B12B-FB5F0C3640DA}"/>
              </a:ext>
            </a:extLst>
          </p:cNvPr>
          <p:cNvGrpSpPr>
            <a:grpSpLocks/>
          </p:cNvGrpSpPr>
          <p:nvPr/>
        </p:nvGrpSpPr>
        <p:grpSpPr bwMode="auto">
          <a:xfrm>
            <a:off x="1042988" y="3573463"/>
            <a:ext cx="7777162" cy="2233612"/>
            <a:chOff x="576" y="1853"/>
            <a:chExt cx="4464" cy="1557"/>
          </a:xfrm>
        </p:grpSpPr>
        <p:grpSp>
          <p:nvGrpSpPr>
            <p:cNvPr id="113675" name="Group 8">
              <a:extLst>
                <a:ext uri="{FF2B5EF4-FFF2-40B4-BE49-F238E27FC236}">
                  <a16:creationId xmlns:a16="http://schemas.microsoft.com/office/drawing/2014/main" id="{1ADC5618-B982-4A62-8FA0-0E9D8B61942A}"/>
                </a:ext>
              </a:extLst>
            </p:cNvPr>
            <p:cNvGrpSpPr>
              <a:grpSpLocks/>
            </p:cNvGrpSpPr>
            <p:nvPr/>
          </p:nvGrpSpPr>
          <p:grpSpPr bwMode="auto">
            <a:xfrm>
              <a:off x="576" y="1853"/>
              <a:ext cx="387" cy="365"/>
              <a:chOff x="0" y="317"/>
              <a:chExt cx="150" cy="365"/>
            </a:xfrm>
          </p:grpSpPr>
          <p:sp>
            <p:nvSpPr>
              <p:cNvPr id="113778" name="Rectangle 9">
                <a:extLst>
                  <a:ext uri="{FF2B5EF4-FFF2-40B4-BE49-F238E27FC236}">
                    <a16:creationId xmlns:a16="http://schemas.microsoft.com/office/drawing/2014/main" id="{9CF66162-FC14-4DF7-A069-52F86F45DA6E}"/>
                  </a:ext>
                </a:extLst>
              </p:cNvPr>
              <p:cNvSpPr>
                <a:spLocks noChangeArrowheads="1"/>
              </p:cNvSpPr>
              <p:nvPr/>
            </p:nvSpPr>
            <p:spPr bwMode="auto">
              <a:xfrm>
                <a:off x="0" y="317"/>
                <a:ext cx="15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kumimoji="0" lang="en-US" altLang="zh-CN" b="1" i="1">
                    <a:latin typeface="Times New Roman" panose="02020603050405020304" pitchFamily="18" charset="0"/>
                    <a:ea typeface="宋体" panose="02010600030101010101" pitchFamily="2" charset="-122"/>
                    <a:cs typeface="Times New Roman" panose="02020603050405020304" pitchFamily="18" charset="0"/>
                  </a:rPr>
                  <a:t>p</a:t>
                </a:r>
                <a:endParaRPr kumimoji="0" lang="en-US" altLang="zh-CN" b="1">
                  <a:latin typeface="Times New Roman" panose="02020603050405020304" pitchFamily="18" charset="0"/>
                  <a:ea typeface="宋体" panose="02010600030101010101" pitchFamily="2" charset="-122"/>
                  <a:cs typeface="Times New Roman" panose="02020603050405020304" pitchFamily="18" charset="0"/>
                </a:endParaRPr>
              </a:p>
              <a:p>
                <a:pPr algn="ctr">
                  <a:spcBef>
                    <a:spcPct val="0"/>
                  </a:spcBef>
                  <a:buFontTx/>
                  <a:buNone/>
                </a:pPr>
                <a:endParaRPr kumimoji="0" lang="en-US" altLang="zh-CN"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3779" name="Rectangle 10">
                <a:extLst>
                  <a:ext uri="{FF2B5EF4-FFF2-40B4-BE49-F238E27FC236}">
                    <a16:creationId xmlns:a16="http://schemas.microsoft.com/office/drawing/2014/main" id="{50A29422-D965-444C-A340-A128E2CD6092}"/>
                  </a:ext>
                </a:extLst>
              </p:cNvPr>
              <p:cNvSpPr>
                <a:spLocks noChangeArrowheads="1"/>
              </p:cNvSpPr>
              <p:nvPr/>
            </p:nvSpPr>
            <p:spPr bwMode="auto">
              <a:xfrm>
                <a:off x="0" y="317"/>
                <a:ext cx="150" cy="365"/>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3676" name="Group 11">
              <a:extLst>
                <a:ext uri="{FF2B5EF4-FFF2-40B4-BE49-F238E27FC236}">
                  <a16:creationId xmlns:a16="http://schemas.microsoft.com/office/drawing/2014/main" id="{6ED61313-FF3F-49F3-A0D1-38CF350642EE}"/>
                </a:ext>
              </a:extLst>
            </p:cNvPr>
            <p:cNvGrpSpPr>
              <a:grpSpLocks/>
            </p:cNvGrpSpPr>
            <p:nvPr/>
          </p:nvGrpSpPr>
          <p:grpSpPr bwMode="auto">
            <a:xfrm>
              <a:off x="963" y="1853"/>
              <a:ext cx="387" cy="365"/>
              <a:chOff x="150" y="317"/>
              <a:chExt cx="150" cy="365"/>
            </a:xfrm>
          </p:grpSpPr>
          <p:sp>
            <p:nvSpPr>
              <p:cNvPr id="113776" name="Rectangle 12">
                <a:extLst>
                  <a:ext uri="{FF2B5EF4-FFF2-40B4-BE49-F238E27FC236}">
                    <a16:creationId xmlns:a16="http://schemas.microsoft.com/office/drawing/2014/main" id="{D6A3BA84-4E0C-4AF4-A8D9-39D45CE6ED75}"/>
                  </a:ext>
                </a:extLst>
              </p:cNvPr>
              <p:cNvSpPr>
                <a:spLocks noChangeArrowheads="1"/>
              </p:cNvSpPr>
              <p:nvPr/>
            </p:nvSpPr>
            <p:spPr bwMode="auto">
              <a:xfrm>
                <a:off x="150" y="317"/>
                <a:ext cx="15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kumimoji="0" lang="en-US" altLang="zh-CN" b="1" i="1">
                    <a:latin typeface="Times New Roman" panose="02020603050405020304" pitchFamily="18" charset="0"/>
                    <a:ea typeface="宋体" panose="02010600030101010101" pitchFamily="2" charset="-122"/>
                    <a:cs typeface="Times New Roman" panose="02020603050405020304" pitchFamily="18" charset="0"/>
                  </a:rPr>
                  <a:t>q</a:t>
                </a:r>
                <a:endParaRPr kumimoji="0" lang="en-US" altLang="zh-CN" b="1">
                  <a:latin typeface="Times New Roman" panose="02020603050405020304" pitchFamily="18" charset="0"/>
                  <a:ea typeface="宋体" panose="02010600030101010101" pitchFamily="2" charset="-122"/>
                  <a:cs typeface="Times New Roman" panose="02020603050405020304" pitchFamily="18" charset="0"/>
                </a:endParaRPr>
              </a:p>
              <a:p>
                <a:pPr algn="ctr">
                  <a:spcBef>
                    <a:spcPct val="0"/>
                  </a:spcBef>
                  <a:buFontTx/>
                  <a:buNone/>
                </a:pPr>
                <a:endParaRPr kumimoji="0" lang="en-US" altLang="zh-CN"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3777" name="Rectangle 13">
                <a:extLst>
                  <a:ext uri="{FF2B5EF4-FFF2-40B4-BE49-F238E27FC236}">
                    <a16:creationId xmlns:a16="http://schemas.microsoft.com/office/drawing/2014/main" id="{5217811A-78FB-483E-B08C-21E481308F63}"/>
                  </a:ext>
                </a:extLst>
              </p:cNvPr>
              <p:cNvSpPr>
                <a:spLocks noChangeArrowheads="1"/>
              </p:cNvSpPr>
              <p:nvPr/>
            </p:nvSpPr>
            <p:spPr bwMode="auto">
              <a:xfrm>
                <a:off x="150" y="317"/>
                <a:ext cx="150" cy="365"/>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3677" name="Group 14">
              <a:extLst>
                <a:ext uri="{FF2B5EF4-FFF2-40B4-BE49-F238E27FC236}">
                  <a16:creationId xmlns:a16="http://schemas.microsoft.com/office/drawing/2014/main" id="{6E059D90-1237-4AFE-A7E1-01FA7C927FAC}"/>
                </a:ext>
              </a:extLst>
            </p:cNvPr>
            <p:cNvGrpSpPr>
              <a:grpSpLocks/>
            </p:cNvGrpSpPr>
            <p:nvPr/>
          </p:nvGrpSpPr>
          <p:grpSpPr bwMode="auto">
            <a:xfrm>
              <a:off x="1350" y="1853"/>
              <a:ext cx="563" cy="365"/>
              <a:chOff x="300" y="317"/>
              <a:chExt cx="218" cy="365"/>
            </a:xfrm>
          </p:grpSpPr>
          <p:sp>
            <p:nvSpPr>
              <p:cNvPr id="113774" name="Rectangle 15">
                <a:extLst>
                  <a:ext uri="{FF2B5EF4-FFF2-40B4-BE49-F238E27FC236}">
                    <a16:creationId xmlns:a16="http://schemas.microsoft.com/office/drawing/2014/main" id="{1A834BA7-92B0-4481-AF4E-E0000F356053}"/>
                  </a:ext>
                </a:extLst>
              </p:cNvPr>
              <p:cNvSpPr>
                <a:spLocks noChangeArrowheads="1"/>
              </p:cNvSpPr>
              <p:nvPr/>
            </p:nvSpPr>
            <p:spPr bwMode="auto">
              <a:xfrm>
                <a:off x="300" y="317"/>
                <a:ext cx="21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kumimoji="0" lang="en-US" altLang="zh-CN" b="1" i="1">
                    <a:latin typeface="Times New Roman" panose="02020603050405020304" pitchFamily="18" charset="0"/>
                    <a:ea typeface="宋体" panose="02010600030101010101" pitchFamily="2" charset="-122"/>
                    <a:cs typeface="Times New Roman" panose="02020603050405020304" pitchFamily="18" charset="0"/>
                  </a:rPr>
                  <a:t>p</a:t>
                </a:r>
                <a:r>
                  <a:rPr kumimoji="0" lang="en-US" altLang="zh-CN" b="1">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b="1" i="1">
                    <a:latin typeface="Times New Roman" panose="02020603050405020304" pitchFamily="18" charset="0"/>
                    <a:ea typeface="宋体" panose="02010600030101010101" pitchFamily="2" charset="-122"/>
                    <a:cs typeface="Times New Roman" panose="02020603050405020304" pitchFamily="18" charset="0"/>
                  </a:rPr>
                  <a:t>q</a:t>
                </a:r>
                <a:endParaRPr kumimoji="0" lang="en-US" altLang="zh-CN" b="1">
                  <a:latin typeface="Times New Roman" panose="02020603050405020304" pitchFamily="18" charset="0"/>
                  <a:ea typeface="宋体" panose="02010600030101010101" pitchFamily="2" charset="-122"/>
                  <a:cs typeface="Times New Roman" panose="02020603050405020304" pitchFamily="18" charset="0"/>
                </a:endParaRPr>
              </a:p>
              <a:p>
                <a:pPr algn="ctr">
                  <a:spcBef>
                    <a:spcPct val="0"/>
                  </a:spcBef>
                  <a:buFontTx/>
                  <a:buNone/>
                </a:pPr>
                <a:endParaRPr kumimoji="0" lang="en-US" altLang="zh-CN"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3775" name="Rectangle 16">
                <a:extLst>
                  <a:ext uri="{FF2B5EF4-FFF2-40B4-BE49-F238E27FC236}">
                    <a16:creationId xmlns:a16="http://schemas.microsoft.com/office/drawing/2014/main" id="{DA4481E2-805B-4B75-AC41-40640976358F}"/>
                  </a:ext>
                </a:extLst>
              </p:cNvPr>
              <p:cNvSpPr>
                <a:spLocks noChangeArrowheads="1"/>
              </p:cNvSpPr>
              <p:nvPr/>
            </p:nvSpPr>
            <p:spPr bwMode="auto">
              <a:xfrm>
                <a:off x="300" y="317"/>
                <a:ext cx="218" cy="365"/>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3678" name="Group 17">
              <a:extLst>
                <a:ext uri="{FF2B5EF4-FFF2-40B4-BE49-F238E27FC236}">
                  <a16:creationId xmlns:a16="http://schemas.microsoft.com/office/drawing/2014/main" id="{3AE1D355-702A-4608-8C8B-C0EF2BCF9706}"/>
                </a:ext>
              </a:extLst>
            </p:cNvPr>
            <p:cNvGrpSpPr>
              <a:grpSpLocks/>
            </p:cNvGrpSpPr>
            <p:nvPr/>
          </p:nvGrpSpPr>
          <p:grpSpPr bwMode="auto">
            <a:xfrm>
              <a:off x="1913" y="1853"/>
              <a:ext cx="387" cy="365"/>
              <a:chOff x="518" y="317"/>
              <a:chExt cx="150" cy="365"/>
            </a:xfrm>
          </p:grpSpPr>
          <p:sp>
            <p:nvSpPr>
              <p:cNvPr id="113772" name="Rectangle 18">
                <a:extLst>
                  <a:ext uri="{FF2B5EF4-FFF2-40B4-BE49-F238E27FC236}">
                    <a16:creationId xmlns:a16="http://schemas.microsoft.com/office/drawing/2014/main" id="{B78AEEEC-E5C3-41B9-BEFC-478B66F5E59F}"/>
                  </a:ext>
                </a:extLst>
              </p:cNvPr>
              <p:cNvSpPr>
                <a:spLocks noChangeArrowheads="1"/>
              </p:cNvSpPr>
              <p:nvPr/>
            </p:nvSpPr>
            <p:spPr bwMode="auto">
              <a:xfrm>
                <a:off x="518" y="317"/>
                <a:ext cx="15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kumimoji="0" lang="en-US" altLang="zh-CN" b="1">
                    <a:latin typeface="Times New Roman" panose="02020603050405020304" pitchFamily="18" charset="0"/>
                    <a:ea typeface="宋体" panose="02010600030101010101" pitchFamily="2" charset="-122"/>
                  </a:rPr>
                  <a:t>¬</a:t>
                </a:r>
                <a:r>
                  <a:rPr kumimoji="0" lang="en-US" altLang="zh-CN" b="1" i="1">
                    <a:latin typeface="Times New Roman" panose="02020603050405020304" pitchFamily="18" charset="0"/>
                    <a:ea typeface="宋体" panose="02010600030101010101" pitchFamily="2" charset="-122"/>
                    <a:cs typeface="Times New Roman" panose="02020603050405020304" pitchFamily="18" charset="0"/>
                  </a:rPr>
                  <a:t>p</a:t>
                </a:r>
                <a:endParaRPr kumimoji="0" lang="en-US" altLang="zh-CN" b="1">
                  <a:latin typeface="Times New Roman" panose="02020603050405020304" pitchFamily="18" charset="0"/>
                  <a:ea typeface="宋体" panose="02010600030101010101" pitchFamily="2" charset="-122"/>
                  <a:cs typeface="Times New Roman" panose="02020603050405020304" pitchFamily="18" charset="0"/>
                </a:endParaRPr>
              </a:p>
              <a:p>
                <a:pPr algn="ctr">
                  <a:spcBef>
                    <a:spcPct val="0"/>
                  </a:spcBef>
                  <a:buFontTx/>
                  <a:buNone/>
                </a:pPr>
                <a:endParaRPr kumimoji="0" lang="en-US" altLang="zh-CN" b="1">
                  <a:latin typeface="Times New Roman" panose="02020603050405020304" pitchFamily="18" charset="0"/>
                  <a:ea typeface="宋体" panose="02010600030101010101" pitchFamily="2" charset="-122"/>
                </a:endParaRPr>
              </a:p>
            </p:txBody>
          </p:sp>
          <p:sp>
            <p:nvSpPr>
              <p:cNvPr id="113773" name="Rectangle 19">
                <a:extLst>
                  <a:ext uri="{FF2B5EF4-FFF2-40B4-BE49-F238E27FC236}">
                    <a16:creationId xmlns:a16="http://schemas.microsoft.com/office/drawing/2014/main" id="{1FC3209F-EC97-40A2-915A-16D8A0C15111}"/>
                  </a:ext>
                </a:extLst>
              </p:cNvPr>
              <p:cNvSpPr>
                <a:spLocks noChangeArrowheads="1"/>
              </p:cNvSpPr>
              <p:nvPr/>
            </p:nvSpPr>
            <p:spPr bwMode="auto">
              <a:xfrm>
                <a:off x="518" y="317"/>
                <a:ext cx="150" cy="365"/>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3679" name="Group 20">
              <a:extLst>
                <a:ext uri="{FF2B5EF4-FFF2-40B4-BE49-F238E27FC236}">
                  <a16:creationId xmlns:a16="http://schemas.microsoft.com/office/drawing/2014/main" id="{61373ED8-59A2-41B1-9E6B-0F78A2428CDE}"/>
                </a:ext>
              </a:extLst>
            </p:cNvPr>
            <p:cNvGrpSpPr>
              <a:grpSpLocks/>
            </p:cNvGrpSpPr>
            <p:nvPr/>
          </p:nvGrpSpPr>
          <p:grpSpPr bwMode="auto">
            <a:xfrm>
              <a:off x="2300" y="1853"/>
              <a:ext cx="389" cy="365"/>
              <a:chOff x="668" y="317"/>
              <a:chExt cx="151" cy="365"/>
            </a:xfrm>
          </p:grpSpPr>
          <p:sp>
            <p:nvSpPr>
              <p:cNvPr id="113770" name="Rectangle 21">
                <a:extLst>
                  <a:ext uri="{FF2B5EF4-FFF2-40B4-BE49-F238E27FC236}">
                    <a16:creationId xmlns:a16="http://schemas.microsoft.com/office/drawing/2014/main" id="{7A2A293D-AAC4-4609-8B91-AEE738F27C66}"/>
                  </a:ext>
                </a:extLst>
              </p:cNvPr>
              <p:cNvSpPr>
                <a:spLocks noChangeArrowheads="1"/>
              </p:cNvSpPr>
              <p:nvPr/>
            </p:nvSpPr>
            <p:spPr bwMode="auto">
              <a:xfrm>
                <a:off x="668" y="317"/>
                <a:ext cx="151"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kumimoji="0" lang="en-US" altLang="zh-CN" b="1">
                    <a:latin typeface="Times New Roman" panose="02020603050405020304" pitchFamily="18" charset="0"/>
                    <a:ea typeface="宋体" panose="02010600030101010101" pitchFamily="2" charset="-122"/>
                  </a:rPr>
                  <a:t>¬</a:t>
                </a:r>
                <a:r>
                  <a:rPr kumimoji="0" lang="en-US" altLang="zh-CN" b="1" i="1">
                    <a:latin typeface="Times New Roman" panose="02020603050405020304" pitchFamily="18" charset="0"/>
                    <a:ea typeface="宋体" panose="02010600030101010101" pitchFamily="2" charset="-122"/>
                    <a:cs typeface="Times New Roman" panose="02020603050405020304" pitchFamily="18" charset="0"/>
                  </a:rPr>
                  <a:t>q</a:t>
                </a:r>
                <a:endParaRPr kumimoji="0" lang="en-US" altLang="zh-CN" b="1">
                  <a:latin typeface="Times New Roman" panose="02020603050405020304" pitchFamily="18" charset="0"/>
                  <a:ea typeface="宋体" panose="02010600030101010101" pitchFamily="2" charset="-122"/>
                  <a:cs typeface="Times New Roman" panose="02020603050405020304" pitchFamily="18" charset="0"/>
                </a:endParaRPr>
              </a:p>
              <a:p>
                <a:pPr algn="ctr">
                  <a:spcBef>
                    <a:spcPct val="0"/>
                  </a:spcBef>
                  <a:buFontTx/>
                  <a:buNone/>
                </a:pPr>
                <a:endParaRPr kumimoji="0" lang="en-US" altLang="zh-CN" b="1">
                  <a:latin typeface="Times New Roman" panose="02020603050405020304" pitchFamily="18" charset="0"/>
                  <a:ea typeface="宋体" panose="02010600030101010101" pitchFamily="2" charset="-122"/>
                </a:endParaRPr>
              </a:p>
            </p:txBody>
          </p:sp>
          <p:sp>
            <p:nvSpPr>
              <p:cNvPr id="113771" name="Rectangle 22">
                <a:extLst>
                  <a:ext uri="{FF2B5EF4-FFF2-40B4-BE49-F238E27FC236}">
                    <a16:creationId xmlns:a16="http://schemas.microsoft.com/office/drawing/2014/main" id="{5493CFAC-6FA4-46C5-8D53-EDA386AE9F2F}"/>
                  </a:ext>
                </a:extLst>
              </p:cNvPr>
              <p:cNvSpPr>
                <a:spLocks noChangeArrowheads="1"/>
              </p:cNvSpPr>
              <p:nvPr/>
            </p:nvSpPr>
            <p:spPr bwMode="auto">
              <a:xfrm>
                <a:off x="668" y="317"/>
                <a:ext cx="151" cy="365"/>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3680" name="Group 23">
              <a:extLst>
                <a:ext uri="{FF2B5EF4-FFF2-40B4-BE49-F238E27FC236}">
                  <a16:creationId xmlns:a16="http://schemas.microsoft.com/office/drawing/2014/main" id="{5C76EEBD-AEE2-4584-83E7-8206F2F2464C}"/>
                </a:ext>
              </a:extLst>
            </p:cNvPr>
            <p:cNvGrpSpPr>
              <a:grpSpLocks/>
            </p:cNvGrpSpPr>
            <p:nvPr/>
          </p:nvGrpSpPr>
          <p:grpSpPr bwMode="auto">
            <a:xfrm>
              <a:off x="2689" y="1853"/>
              <a:ext cx="774" cy="365"/>
              <a:chOff x="819" y="317"/>
              <a:chExt cx="300" cy="365"/>
            </a:xfrm>
          </p:grpSpPr>
          <p:sp>
            <p:nvSpPr>
              <p:cNvPr id="113768" name="Rectangle 24">
                <a:extLst>
                  <a:ext uri="{FF2B5EF4-FFF2-40B4-BE49-F238E27FC236}">
                    <a16:creationId xmlns:a16="http://schemas.microsoft.com/office/drawing/2014/main" id="{D96C47A3-1AEF-477D-89F8-37F4AA088DBD}"/>
                  </a:ext>
                </a:extLst>
              </p:cNvPr>
              <p:cNvSpPr>
                <a:spLocks noChangeArrowheads="1"/>
              </p:cNvSpPr>
              <p:nvPr/>
            </p:nvSpPr>
            <p:spPr bwMode="auto">
              <a:xfrm>
                <a:off x="819" y="317"/>
                <a:ext cx="30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kumimoji="0" lang="en-US" altLang="zh-CN" b="1">
                    <a:latin typeface="Times New Roman" panose="02020603050405020304" pitchFamily="18" charset="0"/>
                    <a:ea typeface="宋体" panose="02010600030101010101" pitchFamily="2" charset="-122"/>
                  </a:rPr>
                  <a:t>¬</a:t>
                </a:r>
                <a:r>
                  <a:rPr kumimoji="0" lang="en-US" altLang="zh-CN" b="1" i="1">
                    <a:latin typeface="Times New Roman" panose="02020603050405020304" pitchFamily="18" charset="0"/>
                    <a:ea typeface="宋体" panose="02010600030101010101" pitchFamily="2" charset="-122"/>
                    <a:cs typeface="Times New Roman" panose="02020603050405020304" pitchFamily="18" charset="0"/>
                  </a:rPr>
                  <a:t>p</a:t>
                </a:r>
                <a:r>
                  <a:rPr kumimoji="0" lang="en-US" altLang="zh-CN" b="1">
                    <a:latin typeface="Times New Roman" panose="02020603050405020304" pitchFamily="18" charset="0"/>
                    <a:ea typeface="宋体" panose="02010600030101010101" pitchFamily="2" charset="-122"/>
                  </a:rPr>
                  <a:t>∧¬</a:t>
                </a:r>
                <a:r>
                  <a:rPr kumimoji="0" lang="en-US" altLang="zh-CN" b="1" i="1">
                    <a:latin typeface="Times New Roman" panose="02020603050405020304" pitchFamily="18" charset="0"/>
                    <a:ea typeface="宋体" panose="02010600030101010101" pitchFamily="2" charset="-122"/>
                  </a:rPr>
                  <a:t>q</a:t>
                </a:r>
                <a:endParaRPr kumimoji="0" lang="en-US" altLang="zh-CN" b="1">
                  <a:latin typeface="Times New Roman" panose="02020603050405020304" pitchFamily="18" charset="0"/>
                  <a:ea typeface="宋体" panose="02010600030101010101" pitchFamily="2" charset="-122"/>
                </a:endParaRPr>
              </a:p>
              <a:p>
                <a:pPr algn="ctr">
                  <a:spcBef>
                    <a:spcPct val="0"/>
                  </a:spcBef>
                  <a:buFontTx/>
                  <a:buNone/>
                </a:pPr>
                <a:endParaRPr kumimoji="0" lang="en-US" altLang="zh-CN" b="1">
                  <a:latin typeface="Times New Roman" panose="02020603050405020304" pitchFamily="18" charset="0"/>
                  <a:ea typeface="宋体" panose="02010600030101010101" pitchFamily="2" charset="-122"/>
                </a:endParaRPr>
              </a:p>
            </p:txBody>
          </p:sp>
          <p:sp>
            <p:nvSpPr>
              <p:cNvPr id="113769" name="Rectangle 25">
                <a:extLst>
                  <a:ext uri="{FF2B5EF4-FFF2-40B4-BE49-F238E27FC236}">
                    <a16:creationId xmlns:a16="http://schemas.microsoft.com/office/drawing/2014/main" id="{815FF04E-B8E0-4DB0-ADD9-9F03A8EB6600}"/>
                  </a:ext>
                </a:extLst>
              </p:cNvPr>
              <p:cNvSpPr>
                <a:spLocks noChangeArrowheads="1"/>
              </p:cNvSpPr>
              <p:nvPr/>
            </p:nvSpPr>
            <p:spPr bwMode="auto">
              <a:xfrm>
                <a:off x="819" y="317"/>
                <a:ext cx="300" cy="365"/>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3681" name="Group 26">
              <a:extLst>
                <a:ext uri="{FF2B5EF4-FFF2-40B4-BE49-F238E27FC236}">
                  <a16:creationId xmlns:a16="http://schemas.microsoft.com/office/drawing/2014/main" id="{EE4D943C-BDEB-4C12-94C9-3B6642173604}"/>
                </a:ext>
              </a:extLst>
            </p:cNvPr>
            <p:cNvGrpSpPr>
              <a:grpSpLocks/>
            </p:cNvGrpSpPr>
            <p:nvPr/>
          </p:nvGrpSpPr>
          <p:grpSpPr bwMode="auto">
            <a:xfrm>
              <a:off x="3463" y="1853"/>
              <a:ext cx="1577" cy="365"/>
              <a:chOff x="1119" y="317"/>
              <a:chExt cx="611" cy="365"/>
            </a:xfrm>
          </p:grpSpPr>
          <p:sp>
            <p:nvSpPr>
              <p:cNvPr id="113766" name="Rectangle 27">
                <a:extLst>
                  <a:ext uri="{FF2B5EF4-FFF2-40B4-BE49-F238E27FC236}">
                    <a16:creationId xmlns:a16="http://schemas.microsoft.com/office/drawing/2014/main" id="{7410E041-663F-4EC8-9311-E2BE43188463}"/>
                  </a:ext>
                </a:extLst>
              </p:cNvPr>
              <p:cNvSpPr>
                <a:spLocks noChangeArrowheads="1"/>
              </p:cNvSpPr>
              <p:nvPr/>
            </p:nvSpPr>
            <p:spPr bwMode="auto">
              <a:xfrm>
                <a:off x="1119" y="317"/>
                <a:ext cx="611"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kumimoji="0" lang="en-US" altLang="zh-CN" b="1">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b="1" i="1">
                    <a:latin typeface="Times New Roman" panose="02020603050405020304" pitchFamily="18" charset="0"/>
                    <a:ea typeface="宋体" panose="02010600030101010101" pitchFamily="2" charset="-122"/>
                    <a:cs typeface="Times New Roman" panose="02020603050405020304" pitchFamily="18" charset="0"/>
                  </a:rPr>
                  <a:t>p</a:t>
                </a:r>
                <a:r>
                  <a:rPr kumimoji="0" lang="en-US" altLang="zh-CN" b="1">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b="1" i="1">
                    <a:latin typeface="Times New Roman" panose="02020603050405020304" pitchFamily="18" charset="0"/>
                    <a:ea typeface="宋体" panose="02010600030101010101" pitchFamily="2" charset="-122"/>
                    <a:cs typeface="Times New Roman" panose="02020603050405020304" pitchFamily="18" charset="0"/>
                  </a:rPr>
                  <a:t>q</a:t>
                </a:r>
                <a:r>
                  <a:rPr kumimoji="0" lang="en-US" altLang="zh-CN" b="1">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b="1" i="1">
                    <a:latin typeface="Times New Roman" panose="02020603050405020304" pitchFamily="18" charset="0"/>
                    <a:ea typeface="宋体" panose="02010600030101010101" pitchFamily="2" charset="-122"/>
                    <a:cs typeface="Times New Roman" panose="02020603050405020304" pitchFamily="18" charset="0"/>
                  </a:rPr>
                  <a:t>p</a:t>
                </a:r>
                <a:r>
                  <a:rPr kumimoji="0" lang="en-US" altLang="zh-CN" b="1">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b="1" i="1">
                    <a:latin typeface="Times New Roman" panose="02020603050405020304" pitchFamily="18" charset="0"/>
                    <a:ea typeface="宋体" panose="02010600030101010101" pitchFamily="2" charset="-122"/>
                    <a:cs typeface="Times New Roman" panose="02020603050405020304" pitchFamily="18" charset="0"/>
                  </a:rPr>
                  <a:t>q</a:t>
                </a:r>
                <a:r>
                  <a:rPr kumimoji="0" lang="en-US" altLang="zh-CN" b="1">
                    <a:latin typeface="Times New Roman" panose="02020603050405020304" pitchFamily="18" charset="0"/>
                    <a:ea typeface="宋体" panose="02010600030101010101" pitchFamily="2" charset="-122"/>
                    <a:cs typeface="Times New Roman" panose="02020603050405020304" pitchFamily="18" charset="0"/>
                  </a:rPr>
                  <a:t>)</a:t>
                </a:r>
              </a:p>
              <a:p>
                <a:pPr algn="ctr">
                  <a:spcBef>
                    <a:spcPct val="0"/>
                  </a:spcBef>
                  <a:buFontTx/>
                  <a:buNone/>
                </a:pPr>
                <a:endParaRPr kumimoji="0" lang="en-US" altLang="zh-CN"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3767" name="Rectangle 28">
                <a:extLst>
                  <a:ext uri="{FF2B5EF4-FFF2-40B4-BE49-F238E27FC236}">
                    <a16:creationId xmlns:a16="http://schemas.microsoft.com/office/drawing/2014/main" id="{928FEB9C-5F9A-4276-B957-883018EBD711}"/>
                  </a:ext>
                </a:extLst>
              </p:cNvPr>
              <p:cNvSpPr>
                <a:spLocks noChangeArrowheads="1"/>
              </p:cNvSpPr>
              <p:nvPr/>
            </p:nvSpPr>
            <p:spPr bwMode="auto">
              <a:xfrm>
                <a:off x="1119" y="317"/>
                <a:ext cx="611" cy="365"/>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3682" name="Group 29">
              <a:extLst>
                <a:ext uri="{FF2B5EF4-FFF2-40B4-BE49-F238E27FC236}">
                  <a16:creationId xmlns:a16="http://schemas.microsoft.com/office/drawing/2014/main" id="{E453A09D-FB8E-41A2-A543-7E04EFBC7993}"/>
                </a:ext>
              </a:extLst>
            </p:cNvPr>
            <p:cNvGrpSpPr>
              <a:grpSpLocks/>
            </p:cNvGrpSpPr>
            <p:nvPr/>
          </p:nvGrpSpPr>
          <p:grpSpPr bwMode="auto">
            <a:xfrm>
              <a:off x="576" y="2218"/>
              <a:ext cx="387" cy="298"/>
              <a:chOff x="0" y="682"/>
              <a:chExt cx="150" cy="298"/>
            </a:xfrm>
          </p:grpSpPr>
          <p:sp>
            <p:nvSpPr>
              <p:cNvPr id="113764" name="Rectangle 30">
                <a:extLst>
                  <a:ext uri="{FF2B5EF4-FFF2-40B4-BE49-F238E27FC236}">
                    <a16:creationId xmlns:a16="http://schemas.microsoft.com/office/drawing/2014/main" id="{47D48881-6B62-43A9-A104-D95E5E359029}"/>
                  </a:ext>
                </a:extLst>
              </p:cNvPr>
              <p:cNvSpPr>
                <a:spLocks noChangeArrowheads="1"/>
              </p:cNvSpPr>
              <p:nvPr/>
            </p:nvSpPr>
            <p:spPr bwMode="auto">
              <a:xfrm>
                <a:off x="0" y="682"/>
                <a:ext cx="150" cy="2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kumimoji="0" lang="en-US" altLang="zh-CN" b="1">
                    <a:latin typeface="Times New Roman" panose="02020603050405020304" pitchFamily="18" charset="0"/>
                    <a:ea typeface="宋体" panose="02010600030101010101" pitchFamily="2" charset="-122"/>
                    <a:cs typeface="Times New Roman" panose="02020603050405020304" pitchFamily="18" charset="0"/>
                  </a:rPr>
                  <a:t>0</a:t>
                </a:r>
              </a:p>
              <a:p>
                <a:pPr algn="ctr">
                  <a:spcBef>
                    <a:spcPct val="0"/>
                  </a:spcBef>
                  <a:buFontTx/>
                  <a:buNone/>
                </a:pPr>
                <a:endParaRPr kumimoji="0" lang="en-US" altLang="zh-CN"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3765" name="Rectangle 31">
                <a:extLst>
                  <a:ext uri="{FF2B5EF4-FFF2-40B4-BE49-F238E27FC236}">
                    <a16:creationId xmlns:a16="http://schemas.microsoft.com/office/drawing/2014/main" id="{0D61CFAD-C9CE-4FAA-A096-4C19B14A5146}"/>
                  </a:ext>
                </a:extLst>
              </p:cNvPr>
              <p:cNvSpPr>
                <a:spLocks noChangeArrowheads="1"/>
              </p:cNvSpPr>
              <p:nvPr/>
            </p:nvSpPr>
            <p:spPr bwMode="auto">
              <a:xfrm>
                <a:off x="0" y="682"/>
                <a:ext cx="150"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3683" name="Group 32">
              <a:extLst>
                <a:ext uri="{FF2B5EF4-FFF2-40B4-BE49-F238E27FC236}">
                  <a16:creationId xmlns:a16="http://schemas.microsoft.com/office/drawing/2014/main" id="{9CCC0251-E513-4B65-B707-0E3239C52F3A}"/>
                </a:ext>
              </a:extLst>
            </p:cNvPr>
            <p:cNvGrpSpPr>
              <a:grpSpLocks/>
            </p:cNvGrpSpPr>
            <p:nvPr/>
          </p:nvGrpSpPr>
          <p:grpSpPr bwMode="auto">
            <a:xfrm>
              <a:off x="963" y="2218"/>
              <a:ext cx="387" cy="298"/>
              <a:chOff x="150" y="682"/>
              <a:chExt cx="150" cy="298"/>
            </a:xfrm>
          </p:grpSpPr>
          <p:sp>
            <p:nvSpPr>
              <p:cNvPr id="113762" name="Rectangle 33">
                <a:extLst>
                  <a:ext uri="{FF2B5EF4-FFF2-40B4-BE49-F238E27FC236}">
                    <a16:creationId xmlns:a16="http://schemas.microsoft.com/office/drawing/2014/main" id="{248552C0-6FB0-46E5-B111-2D3B2BFF0747}"/>
                  </a:ext>
                </a:extLst>
              </p:cNvPr>
              <p:cNvSpPr>
                <a:spLocks noChangeArrowheads="1"/>
              </p:cNvSpPr>
              <p:nvPr/>
            </p:nvSpPr>
            <p:spPr bwMode="auto">
              <a:xfrm>
                <a:off x="150" y="682"/>
                <a:ext cx="150" cy="2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kumimoji="0" lang="en-US" altLang="zh-CN" b="1">
                    <a:latin typeface="Times New Roman" panose="02020603050405020304" pitchFamily="18" charset="0"/>
                    <a:ea typeface="宋体" panose="02010600030101010101" pitchFamily="2" charset="-122"/>
                    <a:cs typeface="Times New Roman" panose="02020603050405020304" pitchFamily="18" charset="0"/>
                  </a:rPr>
                  <a:t>0</a:t>
                </a:r>
              </a:p>
              <a:p>
                <a:pPr algn="ctr">
                  <a:spcBef>
                    <a:spcPct val="0"/>
                  </a:spcBef>
                  <a:buFontTx/>
                  <a:buNone/>
                </a:pPr>
                <a:endParaRPr kumimoji="0" lang="en-US" altLang="zh-CN"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3763" name="Rectangle 34">
                <a:extLst>
                  <a:ext uri="{FF2B5EF4-FFF2-40B4-BE49-F238E27FC236}">
                    <a16:creationId xmlns:a16="http://schemas.microsoft.com/office/drawing/2014/main" id="{2B0D078D-73A2-4FF7-A618-F0D81E0FB33E}"/>
                  </a:ext>
                </a:extLst>
              </p:cNvPr>
              <p:cNvSpPr>
                <a:spLocks noChangeArrowheads="1"/>
              </p:cNvSpPr>
              <p:nvPr/>
            </p:nvSpPr>
            <p:spPr bwMode="auto">
              <a:xfrm>
                <a:off x="150" y="682"/>
                <a:ext cx="150"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3684" name="Group 35">
              <a:extLst>
                <a:ext uri="{FF2B5EF4-FFF2-40B4-BE49-F238E27FC236}">
                  <a16:creationId xmlns:a16="http://schemas.microsoft.com/office/drawing/2014/main" id="{0E21B695-965F-4FBF-A6EB-EEFEF080F570}"/>
                </a:ext>
              </a:extLst>
            </p:cNvPr>
            <p:cNvGrpSpPr>
              <a:grpSpLocks/>
            </p:cNvGrpSpPr>
            <p:nvPr/>
          </p:nvGrpSpPr>
          <p:grpSpPr bwMode="auto">
            <a:xfrm>
              <a:off x="1350" y="2218"/>
              <a:ext cx="563" cy="298"/>
              <a:chOff x="300" y="682"/>
              <a:chExt cx="218" cy="298"/>
            </a:xfrm>
          </p:grpSpPr>
          <p:sp>
            <p:nvSpPr>
              <p:cNvPr id="113760" name="Rectangle 36">
                <a:extLst>
                  <a:ext uri="{FF2B5EF4-FFF2-40B4-BE49-F238E27FC236}">
                    <a16:creationId xmlns:a16="http://schemas.microsoft.com/office/drawing/2014/main" id="{F2EFB4B0-3CD3-48BC-A2DB-112F53AFF767}"/>
                  </a:ext>
                </a:extLst>
              </p:cNvPr>
              <p:cNvSpPr>
                <a:spLocks noChangeArrowheads="1"/>
              </p:cNvSpPr>
              <p:nvPr/>
            </p:nvSpPr>
            <p:spPr bwMode="auto">
              <a:xfrm>
                <a:off x="300" y="682"/>
                <a:ext cx="218" cy="2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kumimoji="0" lang="en-US" altLang="zh-CN" b="1">
                    <a:latin typeface="Times New Roman" panose="02020603050405020304" pitchFamily="18" charset="0"/>
                    <a:ea typeface="宋体" panose="02010600030101010101" pitchFamily="2" charset="-122"/>
                    <a:cs typeface="Times New Roman" panose="02020603050405020304" pitchFamily="18" charset="0"/>
                  </a:rPr>
                  <a:t>0</a:t>
                </a:r>
              </a:p>
              <a:p>
                <a:pPr algn="ctr">
                  <a:spcBef>
                    <a:spcPct val="0"/>
                  </a:spcBef>
                  <a:buFontTx/>
                  <a:buNone/>
                </a:pPr>
                <a:endParaRPr kumimoji="0" lang="en-US" altLang="zh-CN"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3761" name="Rectangle 37">
                <a:extLst>
                  <a:ext uri="{FF2B5EF4-FFF2-40B4-BE49-F238E27FC236}">
                    <a16:creationId xmlns:a16="http://schemas.microsoft.com/office/drawing/2014/main" id="{AEF223E7-CAE4-4B4B-BF0D-7FC8329F8FA2}"/>
                  </a:ext>
                </a:extLst>
              </p:cNvPr>
              <p:cNvSpPr>
                <a:spLocks noChangeArrowheads="1"/>
              </p:cNvSpPr>
              <p:nvPr/>
            </p:nvSpPr>
            <p:spPr bwMode="auto">
              <a:xfrm>
                <a:off x="300" y="682"/>
                <a:ext cx="218"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3685" name="Group 38">
              <a:extLst>
                <a:ext uri="{FF2B5EF4-FFF2-40B4-BE49-F238E27FC236}">
                  <a16:creationId xmlns:a16="http://schemas.microsoft.com/office/drawing/2014/main" id="{55DC1894-4F02-40E4-94C0-06C1EC79FC75}"/>
                </a:ext>
              </a:extLst>
            </p:cNvPr>
            <p:cNvGrpSpPr>
              <a:grpSpLocks/>
            </p:cNvGrpSpPr>
            <p:nvPr/>
          </p:nvGrpSpPr>
          <p:grpSpPr bwMode="auto">
            <a:xfrm>
              <a:off x="1913" y="2218"/>
              <a:ext cx="387" cy="298"/>
              <a:chOff x="518" y="682"/>
              <a:chExt cx="150" cy="298"/>
            </a:xfrm>
          </p:grpSpPr>
          <p:sp>
            <p:nvSpPr>
              <p:cNvPr id="113758" name="Rectangle 39">
                <a:extLst>
                  <a:ext uri="{FF2B5EF4-FFF2-40B4-BE49-F238E27FC236}">
                    <a16:creationId xmlns:a16="http://schemas.microsoft.com/office/drawing/2014/main" id="{9F573882-142C-4169-9541-82865E238095}"/>
                  </a:ext>
                </a:extLst>
              </p:cNvPr>
              <p:cNvSpPr>
                <a:spLocks noChangeArrowheads="1"/>
              </p:cNvSpPr>
              <p:nvPr/>
            </p:nvSpPr>
            <p:spPr bwMode="auto">
              <a:xfrm>
                <a:off x="518" y="682"/>
                <a:ext cx="150" cy="2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kumimoji="0" lang="en-US" altLang="zh-CN" b="1">
                    <a:latin typeface="Times New Roman" panose="02020603050405020304" pitchFamily="18" charset="0"/>
                    <a:ea typeface="宋体" panose="02010600030101010101" pitchFamily="2" charset="-122"/>
                    <a:cs typeface="Times New Roman" panose="02020603050405020304" pitchFamily="18" charset="0"/>
                  </a:rPr>
                  <a:t>1</a:t>
                </a:r>
              </a:p>
              <a:p>
                <a:pPr algn="ctr">
                  <a:spcBef>
                    <a:spcPct val="0"/>
                  </a:spcBef>
                  <a:buFontTx/>
                  <a:buNone/>
                </a:pPr>
                <a:endParaRPr kumimoji="0" lang="en-US" altLang="zh-CN"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3759" name="Rectangle 40">
                <a:extLst>
                  <a:ext uri="{FF2B5EF4-FFF2-40B4-BE49-F238E27FC236}">
                    <a16:creationId xmlns:a16="http://schemas.microsoft.com/office/drawing/2014/main" id="{2F360E7D-032B-4DEA-8920-2DC526B25AED}"/>
                  </a:ext>
                </a:extLst>
              </p:cNvPr>
              <p:cNvSpPr>
                <a:spLocks noChangeArrowheads="1"/>
              </p:cNvSpPr>
              <p:nvPr/>
            </p:nvSpPr>
            <p:spPr bwMode="auto">
              <a:xfrm>
                <a:off x="518" y="682"/>
                <a:ext cx="150"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3686" name="Group 41">
              <a:extLst>
                <a:ext uri="{FF2B5EF4-FFF2-40B4-BE49-F238E27FC236}">
                  <a16:creationId xmlns:a16="http://schemas.microsoft.com/office/drawing/2014/main" id="{F7EC6586-BE96-43E2-81F6-227B1B937C92}"/>
                </a:ext>
              </a:extLst>
            </p:cNvPr>
            <p:cNvGrpSpPr>
              <a:grpSpLocks/>
            </p:cNvGrpSpPr>
            <p:nvPr/>
          </p:nvGrpSpPr>
          <p:grpSpPr bwMode="auto">
            <a:xfrm>
              <a:off x="2300" y="2218"/>
              <a:ext cx="389" cy="298"/>
              <a:chOff x="668" y="682"/>
              <a:chExt cx="151" cy="298"/>
            </a:xfrm>
          </p:grpSpPr>
          <p:sp>
            <p:nvSpPr>
              <p:cNvPr id="113756" name="Rectangle 42">
                <a:extLst>
                  <a:ext uri="{FF2B5EF4-FFF2-40B4-BE49-F238E27FC236}">
                    <a16:creationId xmlns:a16="http://schemas.microsoft.com/office/drawing/2014/main" id="{6E6D6811-ACC1-4BC8-92A6-5B265D892BFE}"/>
                  </a:ext>
                </a:extLst>
              </p:cNvPr>
              <p:cNvSpPr>
                <a:spLocks noChangeArrowheads="1"/>
              </p:cNvSpPr>
              <p:nvPr/>
            </p:nvSpPr>
            <p:spPr bwMode="auto">
              <a:xfrm>
                <a:off x="668" y="682"/>
                <a:ext cx="151" cy="2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kumimoji="0" lang="en-US" altLang="zh-CN" b="1">
                    <a:latin typeface="Times New Roman" panose="02020603050405020304" pitchFamily="18" charset="0"/>
                    <a:ea typeface="宋体" panose="02010600030101010101" pitchFamily="2" charset="-122"/>
                    <a:cs typeface="Times New Roman" panose="02020603050405020304" pitchFamily="18" charset="0"/>
                  </a:rPr>
                  <a:t>1</a:t>
                </a:r>
              </a:p>
              <a:p>
                <a:pPr algn="ctr">
                  <a:spcBef>
                    <a:spcPct val="0"/>
                  </a:spcBef>
                  <a:buFontTx/>
                  <a:buNone/>
                </a:pPr>
                <a:endParaRPr kumimoji="0" lang="en-US" altLang="zh-CN"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3757" name="Rectangle 43">
                <a:extLst>
                  <a:ext uri="{FF2B5EF4-FFF2-40B4-BE49-F238E27FC236}">
                    <a16:creationId xmlns:a16="http://schemas.microsoft.com/office/drawing/2014/main" id="{982FD50F-50FF-4524-8681-6C1E512E44AD}"/>
                  </a:ext>
                </a:extLst>
              </p:cNvPr>
              <p:cNvSpPr>
                <a:spLocks noChangeArrowheads="1"/>
              </p:cNvSpPr>
              <p:nvPr/>
            </p:nvSpPr>
            <p:spPr bwMode="auto">
              <a:xfrm>
                <a:off x="668" y="682"/>
                <a:ext cx="151"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3687" name="Group 44">
              <a:extLst>
                <a:ext uri="{FF2B5EF4-FFF2-40B4-BE49-F238E27FC236}">
                  <a16:creationId xmlns:a16="http://schemas.microsoft.com/office/drawing/2014/main" id="{4EB26E69-15B0-4610-B27C-86EB9C02631F}"/>
                </a:ext>
              </a:extLst>
            </p:cNvPr>
            <p:cNvGrpSpPr>
              <a:grpSpLocks/>
            </p:cNvGrpSpPr>
            <p:nvPr/>
          </p:nvGrpSpPr>
          <p:grpSpPr bwMode="auto">
            <a:xfrm>
              <a:off x="2689" y="2218"/>
              <a:ext cx="774" cy="298"/>
              <a:chOff x="819" y="682"/>
              <a:chExt cx="300" cy="298"/>
            </a:xfrm>
          </p:grpSpPr>
          <p:sp>
            <p:nvSpPr>
              <p:cNvPr id="113754" name="Rectangle 45">
                <a:extLst>
                  <a:ext uri="{FF2B5EF4-FFF2-40B4-BE49-F238E27FC236}">
                    <a16:creationId xmlns:a16="http://schemas.microsoft.com/office/drawing/2014/main" id="{8CACEBE3-1648-4403-93F0-0A7D482235EA}"/>
                  </a:ext>
                </a:extLst>
              </p:cNvPr>
              <p:cNvSpPr>
                <a:spLocks noChangeArrowheads="1"/>
              </p:cNvSpPr>
              <p:nvPr/>
            </p:nvSpPr>
            <p:spPr bwMode="auto">
              <a:xfrm>
                <a:off x="819" y="682"/>
                <a:ext cx="300" cy="2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kumimoji="0" lang="en-US" altLang="zh-CN" b="1">
                    <a:latin typeface="Times New Roman" panose="02020603050405020304" pitchFamily="18" charset="0"/>
                    <a:ea typeface="宋体" panose="02010600030101010101" pitchFamily="2" charset="-122"/>
                    <a:cs typeface="Times New Roman" panose="02020603050405020304" pitchFamily="18" charset="0"/>
                  </a:rPr>
                  <a:t>1</a:t>
                </a:r>
              </a:p>
              <a:p>
                <a:pPr algn="ctr">
                  <a:spcBef>
                    <a:spcPct val="0"/>
                  </a:spcBef>
                  <a:buFontTx/>
                  <a:buNone/>
                </a:pPr>
                <a:endParaRPr kumimoji="0" lang="en-US" altLang="zh-CN"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3755" name="Rectangle 46">
                <a:extLst>
                  <a:ext uri="{FF2B5EF4-FFF2-40B4-BE49-F238E27FC236}">
                    <a16:creationId xmlns:a16="http://schemas.microsoft.com/office/drawing/2014/main" id="{B51F5417-3C3A-436B-B813-B8C08D40A67D}"/>
                  </a:ext>
                </a:extLst>
              </p:cNvPr>
              <p:cNvSpPr>
                <a:spLocks noChangeArrowheads="1"/>
              </p:cNvSpPr>
              <p:nvPr/>
            </p:nvSpPr>
            <p:spPr bwMode="auto">
              <a:xfrm>
                <a:off x="819" y="682"/>
                <a:ext cx="300"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3688" name="Group 47">
              <a:extLst>
                <a:ext uri="{FF2B5EF4-FFF2-40B4-BE49-F238E27FC236}">
                  <a16:creationId xmlns:a16="http://schemas.microsoft.com/office/drawing/2014/main" id="{0B885248-F793-40A7-A628-9E4F935D40A3}"/>
                </a:ext>
              </a:extLst>
            </p:cNvPr>
            <p:cNvGrpSpPr>
              <a:grpSpLocks/>
            </p:cNvGrpSpPr>
            <p:nvPr/>
          </p:nvGrpSpPr>
          <p:grpSpPr bwMode="auto">
            <a:xfrm>
              <a:off x="3463" y="2218"/>
              <a:ext cx="1577" cy="298"/>
              <a:chOff x="1119" y="682"/>
              <a:chExt cx="611" cy="298"/>
            </a:xfrm>
          </p:grpSpPr>
          <p:sp>
            <p:nvSpPr>
              <p:cNvPr id="113752" name="Rectangle 48">
                <a:extLst>
                  <a:ext uri="{FF2B5EF4-FFF2-40B4-BE49-F238E27FC236}">
                    <a16:creationId xmlns:a16="http://schemas.microsoft.com/office/drawing/2014/main" id="{D7852BF3-B285-4B49-B324-178FCDA72761}"/>
                  </a:ext>
                </a:extLst>
              </p:cNvPr>
              <p:cNvSpPr>
                <a:spLocks noChangeArrowheads="1"/>
              </p:cNvSpPr>
              <p:nvPr/>
            </p:nvSpPr>
            <p:spPr bwMode="auto">
              <a:xfrm>
                <a:off x="1119" y="682"/>
                <a:ext cx="611" cy="2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kumimoji="0" lang="en-US" altLang="zh-CN" b="1">
                    <a:latin typeface="Times New Roman" panose="02020603050405020304" pitchFamily="18" charset="0"/>
                    <a:ea typeface="宋体" panose="02010600030101010101" pitchFamily="2" charset="-122"/>
                    <a:cs typeface="Times New Roman" panose="02020603050405020304" pitchFamily="18" charset="0"/>
                  </a:rPr>
                  <a:t>1</a:t>
                </a:r>
              </a:p>
              <a:p>
                <a:pPr algn="ctr">
                  <a:spcBef>
                    <a:spcPct val="0"/>
                  </a:spcBef>
                  <a:buFontTx/>
                  <a:buNone/>
                </a:pPr>
                <a:endParaRPr kumimoji="0" lang="en-US" altLang="zh-CN"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3753" name="Rectangle 49">
                <a:extLst>
                  <a:ext uri="{FF2B5EF4-FFF2-40B4-BE49-F238E27FC236}">
                    <a16:creationId xmlns:a16="http://schemas.microsoft.com/office/drawing/2014/main" id="{84078E07-2F7C-4644-ABEB-22B911537F24}"/>
                  </a:ext>
                </a:extLst>
              </p:cNvPr>
              <p:cNvSpPr>
                <a:spLocks noChangeArrowheads="1"/>
              </p:cNvSpPr>
              <p:nvPr/>
            </p:nvSpPr>
            <p:spPr bwMode="auto">
              <a:xfrm>
                <a:off x="1119" y="682"/>
                <a:ext cx="611"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3689" name="Group 50">
              <a:extLst>
                <a:ext uri="{FF2B5EF4-FFF2-40B4-BE49-F238E27FC236}">
                  <a16:creationId xmlns:a16="http://schemas.microsoft.com/office/drawing/2014/main" id="{DF114416-58AC-4B24-8E4E-5D56DB118735}"/>
                </a:ext>
              </a:extLst>
            </p:cNvPr>
            <p:cNvGrpSpPr>
              <a:grpSpLocks/>
            </p:cNvGrpSpPr>
            <p:nvPr/>
          </p:nvGrpSpPr>
          <p:grpSpPr bwMode="auto">
            <a:xfrm>
              <a:off x="576" y="2516"/>
              <a:ext cx="387" cy="298"/>
              <a:chOff x="0" y="980"/>
              <a:chExt cx="150" cy="298"/>
            </a:xfrm>
          </p:grpSpPr>
          <p:sp>
            <p:nvSpPr>
              <p:cNvPr id="113750" name="Rectangle 51">
                <a:extLst>
                  <a:ext uri="{FF2B5EF4-FFF2-40B4-BE49-F238E27FC236}">
                    <a16:creationId xmlns:a16="http://schemas.microsoft.com/office/drawing/2014/main" id="{7C2FBD71-645A-49B5-868C-1FD4E6F1ADED}"/>
                  </a:ext>
                </a:extLst>
              </p:cNvPr>
              <p:cNvSpPr>
                <a:spLocks noChangeArrowheads="1"/>
              </p:cNvSpPr>
              <p:nvPr/>
            </p:nvSpPr>
            <p:spPr bwMode="auto">
              <a:xfrm>
                <a:off x="0" y="980"/>
                <a:ext cx="150" cy="2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kumimoji="0" lang="en-US" altLang="zh-CN" b="1">
                    <a:latin typeface="Times New Roman" panose="02020603050405020304" pitchFamily="18" charset="0"/>
                    <a:ea typeface="宋体" panose="02010600030101010101" pitchFamily="2" charset="-122"/>
                    <a:cs typeface="Times New Roman" panose="02020603050405020304" pitchFamily="18" charset="0"/>
                  </a:rPr>
                  <a:t>0</a:t>
                </a:r>
              </a:p>
              <a:p>
                <a:pPr algn="ctr">
                  <a:spcBef>
                    <a:spcPct val="0"/>
                  </a:spcBef>
                  <a:buFontTx/>
                  <a:buNone/>
                </a:pPr>
                <a:endParaRPr kumimoji="0" lang="en-US" altLang="zh-CN"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3751" name="Rectangle 52">
                <a:extLst>
                  <a:ext uri="{FF2B5EF4-FFF2-40B4-BE49-F238E27FC236}">
                    <a16:creationId xmlns:a16="http://schemas.microsoft.com/office/drawing/2014/main" id="{72B210C3-8EBE-484C-A7DE-9C2201EEC17B}"/>
                  </a:ext>
                </a:extLst>
              </p:cNvPr>
              <p:cNvSpPr>
                <a:spLocks noChangeArrowheads="1"/>
              </p:cNvSpPr>
              <p:nvPr/>
            </p:nvSpPr>
            <p:spPr bwMode="auto">
              <a:xfrm>
                <a:off x="0" y="980"/>
                <a:ext cx="150"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3690" name="Group 53">
              <a:extLst>
                <a:ext uri="{FF2B5EF4-FFF2-40B4-BE49-F238E27FC236}">
                  <a16:creationId xmlns:a16="http://schemas.microsoft.com/office/drawing/2014/main" id="{2D434A48-7F00-4D0D-BE7B-A2E31E791D32}"/>
                </a:ext>
              </a:extLst>
            </p:cNvPr>
            <p:cNvGrpSpPr>
              <a:grpSpLocks/>
            </p:cNvGrpSpPr>
            <p:nvPr/>
          </p:nvGrpSpPr>
          <p:grpSpPr bwMode="auto">
            <a:xfrm>
              <a:off x="963" y="2516"/>
              <a:ext cx="387" cy="298"/>
              <a:chOff x="150" y="980"/>
              <a:chExt cx="150" cy="298"/>
            </a:xfrm>
          </p:grpSpPr>
          <p:sp>
            <p:nvSpPr>
              <p:cNvPr id="113748" name="Rectangle 54">
                <a:extLst>
                  <a:ext uri="{FF2B5EF4-FFF2-40B4-BE49-F238E27FC236}">
                    <a16:creationId xmlns:a16="http://schemas.microsoft.com/office/drawing/2014/main" id="{D46A7FC0-467A-4633-9AF1-4DA5F14A9F4E}"/>
                  </a:ext>
                </a:extLst>
              </p:cNvPr>
              <p:cNvSpPr>
                <a:spLocks noChangeArrowheads="1"/>
              </p:cNvSpPr>
              <p:nvPr/>
            </p:nvSpPr>
            <p:spPr bwMode="auto">
              <a:xfrm>
                <a:off x="150" y="980"/>
                <a:ext cx="150" cy="2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kumimoji="0" lang="en-US" altLang="zh-CN" b="1">
                    <a:latin typeface="Times New Roman" panose="02020603050405020304" pitchFamily="18" charset="0"/>
                    <a:ea typeface="宋体" panose="02010600030101010101" pitchFamily="2" charset="-122"/>
                    <a:cs typeface="Times New Roman" panose="02020603050405020304" pitchFamily="18" charset="0"/>
                  </a:rPr>
                  <a:t>1</a:t>
                </a:r>
              </a:p>
              <a:p>
                <a:pPr algn="ctr">
                  <a:spcBef>
                    <a:spcPct val="0"/>
                  </a:spcBef>
                  <a:buFontTx/>
                  <a:buNone/>
                </a:pPr>
                <a:endParaRPr kumimoji="0" lang="en-US" altLang="zh-CN"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3749" name="Rectangle 55">
                <a:extLst>
                  <a:ext uri="{FF2B5EF4-FFF2-40B4-BE49-F238E27FC236}">
                    <a16:creationId xmlns:a16="http://schemas.microsoft.com/office/drawing/2014/main" id="{1215CB8F-B2A0-4816-9FBA-66E731804A99}"/>
                  </a:ext>
                </a:extLst>
              </p:cNvPr>
              <p:cNvSpPr>
                <a:spLocks noChangeArrowheads="1"/>
              </p:cNvSpPr>
              <p:nvPr/>
            </p:nvSpPr>
            <p:spPr bwMode="auto">
              <a:xfrm>
                <a:off x="150" y="980"/>
                <a:ext cx="150"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3691" name="Group 56">
              <a:extLst>
                <a:ext uri="{FF2B5EF4-FFF2-40B4-BE49-F238E27FC236}">
                  <a16:creationId xmlns:a16="http://schemas.microsoft.com/office/drawing/2014/main" id="{04902F97-854D-4A4C-AEFE-947BB2324821}"/>
                </a:ext>
              </a:extLst>
            </p:cNvPr>
            <p:cNvGrpSpPr>
              <a:grpSpLocks/>
            </p:cNvGrpSpPr>
            <p:nvPr/>
          </p:nvGrpSpPr>
          <p:grpSpPr bwMode="auto">
            <a:xfrm>
              <a:off x="1350" y="2516"/>
              <a:ext cx="563" cy="298"/>
              <a:chOff x="300" y="980"/>
              <a:chExt cx="218" cy="298"/>
            </a:xfrm>
          </p:grpSpPr>
          <p:sp>
            <p:nvSpPr>
              <p:cNvPr id="113746" name="Rectangle 57">
                <a:extLst>
                  <a:ext uri="{FF2B5EF4-FFF2-40B4-BE49-F238E27FC236}">
                    <a16:creationId xmlns:a16="http://schemas.microsoft.com/office/drawing/2014/main" id="{6BC8D431-C2F3-4CF6-9CF5-30D0F2351090}"/>
                  </a:ext>
                </a:extLst>
              </p:cNvPr>
              <p:cNvSpPr>
                <a:spLocks noChangeArrowheads="1"/>
              </p:cNvSpPr>
              <p:nvPr/>
            </p:nvSpPr>
            <p:spPr bwMode="auto">
              <a:xfrm>
                <a:off x="300" y="980"/>
                <a:ext cx="218" cy="2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kumimoji="0" lang="en-US" altLang="zh-CN" b="1">
                    <a:latin typeface="Times New Roman" panose="02020603050405020304" pitchFamily="18" charset="0"/>
                    <a:ea typeface="宋体" panose="02010600030101010101" pitchFamily="2" charset="-122"/>
                    <a:cs typeface="Times New Roman" panose="02020603050405020304" pitchFamily="18" charset="0"/>
                  </a:rPr>
                  <a:t>0</a:t>
                </a:r>
              </a:p>
              <a:p>
                <a:pPr algn="ctr">
                  <a:spcBef>
                    <a:spcPct val="0"/>
                  </a:spcBef>
                  <a:buFontTx/>
                  <a:buNone/>
                </a:pPr>
                <a:endParaRPr kumimoji="0" lang="en-US" altLang="zh-CN"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3747" name="Rectangle 58">
                <a:extLst>
                  <a:ext uri="{FF2B5EF4-FFF2-40B4-BE49-F238E27FC236}">
                    <a16:creationId xmlns:a16="http://schemas.microsoft.com/office/drawing/2014/main" id="{61E2CBDA-AE0D-472F-8B2A-C3EE470A2DB5}"/>
                  </a:ext>
                </a:extLst>
              </p:cNvPr>
              <p:cNvSpPr>
                <a:spLocks noChangeArrowheads="1"/>
              </p:cNvSpPr>
              <p:nvPr/>
            </p:nvSpPr>
            <p:spPr bwMode="auto">
              <a:xfrm>
                <a:off x="300" y="980"/>
                <a:ext cx="218"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3692" name="Group 59">
              <a:extLst>
                <a:ext uri="{FF2B5EF4-FFF2-40B4-BE49-F238E27FC236}">
                  <a16:creationId xmlns:a16="http://schemas.microsoft.com/office/drawing/2014/main" id="{B0FC6704-63D8-49EE-B1CD-9F2D59C7BB41}"/>
                </a:ext>
              </a:extLst>
            </p:cNvPr>
            <p:cNvGrpSpPr>
              <a:grpSpLocks/>
            </p:cNvGrpSpPr>
            <p:nvPr/>
          </p:nvGrpSpPr>
          <p:grpSpPr bwMode="auto">
            <a:xfrm>
              <a:off x="1913" y="2516"/>
              <a:ext cx="387" cy="298"/>
              <a:chOff x="518" y="980"/>
              <a:chExt cx="150" cy="298"/>
            </a:xfrm>
          </p:grpSpPr>
          <p:sp>
            <p:nvSpPr>
              <p:cNvPr id="113744" name="Rectangle 60">
                <a:extLst>
                  <a:ext uri="{FF2B5EF4-FFF2-40B4-BE49-F238E27FC236}">
                    <a16:creationId xmlns:a16="http://schemas.microsoft.com/office/drawing/2014/main" id="{3F20047B-FF92-432B-A0C3-88CB54100431}"/>
                  </a:ext>
                </a:extLst>
              </p:cNvPr>
              <p:cNvSpPr>
                <a:spLocks noChangeArrowheads="1"/>
              </p:cNvSpPr>
              <p:nvPr/>
            </p:nvSpPr>
            <p:spPr bwMode="auto">
              <a:xfrm>
                <a:off x="518" y="980"/>
                <a:ext cx="150" cy="2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kumimoji="0" lang="en-US" altLang="zh-CN" b="1">
                    <a:latin typeface="Times New Roman" panose="02020603050405020304" pitchFamily="18" charset="0"/>
                    <a:ea typeface="宋体" panose="02010600030101010101" pitchFamily="2" charset="-122"/>
                    <a:cs typeface="Times New Roman" panose="02020603050405020304" pitchFamily="18" charset="0"/>
                  </a:rPr>
                  <a:t>1</a:t>
                </a:r>
              </a:p>
              <a:p>
                <a:pPr algn="ctr">
                  <a:spcBef>
                    <a:spcPct val="0"/>
                  </a:spcBef>
                  <a:buFontTx/>
                  <a:buNone/>
                </a:pPr>
                <a:endParaRPr kumimoji="0" lang="en-US" altLang="zh-CN"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3745" name="Rectangle 61">
                <a:extLst>
                  <a:ext uri="{FF2B5EF4-FFF2-40B4-BE49-F238E27FC236}">
                    <a16:creationId xmlns:a16="http://schemas.microsoft.com/office/drawing/2014/main" id="{4DB2CFF1-FB7B-427E-AD57-82B4D3761047}"/>
                  </a:ext>
                </a:extLst>
              </p:cNvPr>
              <p:cNvSpPr>
                <a:spLocks noChangeArrowheads="1"/>
              </p:cNvSpPr>
              <p:nvPr/>
            </p:nvSpPr>
            <p:spPr bwMode="auto">
              <a:xfrm>
                <a:off x="518" y="980"/>
                <a:ext cx="150"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3693" name="Group 62">
              <a:extLst>
                <a:ext uri="{FF2B5EF4-FFF2-40B4-BE49-F238E27FC236}">
                  <a16:creationId xmlns:a16="http://schemas.microsoft.com/office/drawing/2014/main" id="{015FCD91-1C7E-47E1-AC09-F73089E7D6FC}"/>
                </a:ext>
              </a:extLst>
            </p:cNvPr>
            <p:cNvGrpSpPr>
              <a:grpSpLocks/>
            </p:cNvGrpSpPr>
            <p:nvPr/>
          </p:nvGrpSpPr>
          <p:grpSpPr bwMode="auto">
            <a:xfrm>
              <a:off x="2300" y="2516"/>
              <a:ext cx="389" cy="298"/>
              <a:chOff x="668" y="980"/>
              <a:chExt cx="151" cy="298"/>
            </a:xfrm>
          </p:grpSpPr>
          <p:sp>
            <p:nvSpPr>
              <p:cNvPr id="113742" name="Rectangle 63">
                <a:extLst>
                  <a:ext uri="{FF2B5EF4-FFF2-40B4-BE49-F238E27FC236}">
                    <a16:creationId xmlns:a16="http://schemas.microsoft.com/office/drawing/2014/main" id="{FA723E8C-8D92-4027-AEB8-D6D04DBD0120}"/>
                  </a:ext>
                </a:extLst>
              </p:cNvPr>
              <p:cNvSpPr>
                <a:spLocks noChangeArrowheads="1"/>
              </p:cNvSpPr>
              <p:nvPr/>
            </p:nvSpPr>
            <p:spPr bwMode="auto">
              <a:xfrm>
                <a:off x="668" y="980"/>
                <a:ext cx="151" cy="2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kumimoji="0" lang="en-US" altLang="zh-CN" b="1">
                    <a:latin typeface="Times New Roman" panose="02020603050405020304" pitchFamily="18" charset="0"/>
                    <a:ea typeface="宋体" panose="02010600030101010101" pitchFamily="2" charset="-122"/>
                    <a:cs typeface="Times New Roman" panose="02020603050405020304" pitchFamily="18" charset="0"/>
                  </a:rPr>
                  <a:t>0</a:t>
                </a:r>
              </a:p>
              <a:p>
                <a:pPr algn="ctr">
                  <a:spcBef>
                    <a:spcPct val="0"/>
                  </a:spcBef>
                  <a:buFontTx/>
                  <a:buNone/>
                </a:pPr>
                <a:endParaRPr kumimoji="0" lang="en-US" altLang="zh-CN"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3743" name="Rectangle 64">
                <a:extLst>
                  <a:ext uri="{FF2B5EF4-FFF2-40B4-BE49-F238E27FC236}">
                    <a16:creationId xmlns:a16="http://schemas.microsoft.com/office/drawing/2014/main" id="{8E611827-56BE-4D62-8C07-B67F6615C10E}"/>
                  </a:ext>
                </a:extLst>
              </p:cNvPr>
              <p:cNvSpPr>
                <a:spLocks noChangeArrowheads="1"/>
              </p:cNvSpPr>
              <p:nvPr/>
            </p:nvSpPr>
            <p:spPr bwMode="auto">
              <a:xfrm>
                <a:off x="668" y="980"/>
                <a:ext cx="151"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3694" name="Group 65">
              <a:extLst>
                <a:ext uri="{FF2B5EF4-FFF2-40B4-BE49-F238E27FC236}">
                  <a16:creationId xmlns:a16="http://schemas.microsoft.com/office/drawing/2014/main" id="{B2BA4917-339F-44AE-BB8D-62D58D9775C6}"/>
                </a:ext>
              </a:extLst>
            </p:cNvPr>
            <p:cNvGrpSpPr>
              <a:grpSpLocks/>
            </p:cNvGrpSpPr>
            <p:nvPr/>
          </p:nvGrpSpPr>
          <p:grpSpPr bwMode="auto">
            <a:xfrm>
              <a:off x="2689" y="2516"/>
              <a:ext cx="774" cy="298"/>
              <a:chOff x="819" y="980"/>
              <a:chExt cx="300" cy="298"/>
            </a:xfrm>
          </p:grpSpPr>
          <p:sp>
            <p:nvSpPr>
              <p:cNvPr id="113740" name="Rectangle 66">
                <a:extLst>
                  <a:ext uri="{FF2B5EF4-FFF2-40B4-BE49-F238E27FC236}">
                    <a16:creationId xmlns:a16="http://schemas.microsoft.com/office/drawing/2014/main" id="{A1BCFE04-48A7-4851-AAD5-7B3D6322B82D}"/>
                  </a:ext>
                </a:extLst>
              </p:cNvPr>
              <p:cNvSpPr>
                <a:spLocks noChangeArrowheads="1"/>
              </p:cNvSpPr>
              <p:nvPr/>
            </p:nvSpPr>
            <p:spPr bwMode="auto">
              <a:xfrm>
                <a:off x="819" y="980"/>
                <a:ext cx="300" cy="2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kumimoji="0" lang="en-US" altLang="zh-CN" b="1">
                    <a:latin typeface="Times New Roman" panose="02020603050405020304" pitchFamily="18" charset="0"/>
                    <a:ea typeface="宋体" panose="02010600030101010101" pitchFamily="2" charset="-122"/>
                    <a:cs typeface="Times New Roman" panose="02020603050405020304" pitchFamily="18" charset="0"/>
                  </a:rPr>
                  <a:t>0</a:t>
                </a:r>
              </a:p>
              <a:p>
                <a:pPr algn="ctr">
                  <a:spcBef>
                    <a:spcPct val="0"/>
                  </a:spcBef>
                  <a:buFontTx/>
                  <a:buNone/>
                </a:pPr>
                <a:endParaRPr kumimoji="0" lang="en-US" altLang="zh-CN"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3741" name="Rectangle 67">
                <a:extLst>
                  <a:ext uri="{FF2B5EF4-FFF2-40B4-BE49-F238E27FC236}">
                    <a16:creationId xmlns:a16="http://schemas.microsoft.com/office/drawing/2014/main" id="{4EBBF774-665B-4892-BD3B-5F115D120AED}"/>
                  </a:ext>
                </a:extLst>
              </p:cNvPr>
              <p:cNvSpPr>
                <a:spLocks noChangeArrowheads="1"/>
              </p:cNvSpPr>
              <p:nvPr/>
            </p:nvSpPr>
            <p:spPr bwMode="auto">
              <a:xfrm>
                <a:off x="819" y="980"/>
                <a:ext cx="300"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3695" name="Group 68">
              <a:extLst>
                <a:ext uri="{FF2B5EF4-FFF2-40B4-BE49-F238E27FC236}">
                  <a16:creationId xmlns:a16="http://schemas.microsoft.com/office/drawing/2014/main" id="{FAC10A80-D8A8-4BEC-9A0B-18E19F39CDBE}"/>
                </a:ext>
              </a:extLst>
            </p:cNvPr>
            <p:cNvGrpSpPr>
              <a:grpSpLocks/>
            </p:cNvGrpSpPr>
            <p:nvPr/>
          </p:nvGrpSpPr>
          <p:grpSpPr bwMode="auto">
            <a:xfrm>
              <a:off x="3463" y="2516"/>
              <a:ext cx="1577" cy="298"/>
              <a:chOff x="1119" y="980"/>
              <a:chExt cx="611" cy="298"/>
            </a:xfrm>
          </p:grpSpPr>
          <p:sp>
            <p:nvSpPr>
              <p:cNvPr id="113738" name="Rectangle 69">
                <a:extLst>
                  <a:ext uri="{FF2B5EF4-FFF2-40B4-BE49-F238E27FC236}">
                    <a16:creationId xmlns:a16="http://schemas.microsoft.com/office/drawing/2014/main" id="{1637C89B-2B7A-43B2-A0F5-349306F3C67E}"/>
                  </a:ext>
                </a:extLst>
              </p:cNvPr>
              <p:cNvSpPr>
                <a:spLocks noChangeArrowheads="1"/>
              </p:cNvSpPr>
              <p:nvPr/>
            </p:nvSpPr>
            <p:spPr bwMode="auto">
              <a:xfrm>
                <a:off x="1119" y="980"/>
                <a:ext cx="611" cy="2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kumimoji="0" lang="en-US" altLang="zh-CN" b="1">
                    <a:latin typeface="Times New Roman" panose="02020603050405020304" pitchFamily="18" charset="0"/>
                    <a:ea typeface="宋体" panose="02010600030101010101" pitchFamily="2" charset="-122"/>
                    <a:cs typeface="Times New Roman" panose="02020603050405020304" pitchFamily="18" charset="0"/>
                  </a:rPr>
                  <a:t>0</a:t>
                </a:r>
              </a:p>
              <a:p>
                <a:pPr algn="ctr">
                  <a:spcBef>
                    <a:spcPct val="0"/>
                  </a:spcBef>
                  <a:buFontTx/>
                  <a:buNone/>
                </a:pPr>
                <a:endParaRPr kumimoji="0" lang="en-US" altLang="zh-CN"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3739" name="Rectangle 70">
                <a:extLst>
                  <a:ext uri="{FF2B5EF4-FFF2-40B4-BE49-F238E27FC236}">
                    <a16:creationId xmlns:a16="http://schemas.microsoft.com/office/drawing/2014/main" id="{1B33800F-462A-4101-A0B0-CD50126CBFA4}"/>
                  </a:ext>
                </a:extLst>
              </p:cNvPr>
              <p:cNvSpPr>
                <a:spLocks noChangeArrowheads="1"/>
              </p:cNvSpPr>
              <p:nvPr/>
            </p:nvSpPr>
            <p:spPr bwMode="auto">
              <a:xfrm>
                <a:off x="1119" y="980"/>
                <a:ext cx="611"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3696" name="Group 71">
              <a:extLst>
                <a:ext uri="{FF2B5EF4-FFF2-40B4-BE49-F238E27FC236}">
                  <a16:creationId xmlns:a16="http://schemas.microsoft.com/office/drawing/2014/main" id="{86F1DC60-CF94-4F20-8AFA-1B5310C6BEF9}"/>
                </a:ext>
              </a:extLst>
            </p:cNvPr>
            <p:cNvGrpSpPr>
              <a:grpSpLocks/>
            </p:cNvGrpSpPr>
            <p:nvPr/>
          </p:nvGrpSpPr>
          <p:grpSpPr bwMode="auto">
            <a:xfrm>
              <a:off x="576" y="2814"/>
              <a:ext cx="387" cy="298"/>
              <a:chOff x="0" y="1278"/>
              <a:chExt cx="150" cy="298"/>
            </a:xfrm>
          </p:grpSpPr>
          <p:sp>
            <p:nvSpPr>
              <p:cNvPr id="113736" name="Rectangle 72">
                <a:extLst>
                  <a:ext uri="{FF2B5EF4-FFF2-40B4-BE49-F238E27FC236}">
                    <a16:creationId xmlns:a16="http://schemas.microsoft.com/office/drawing/2014/main" id="{6424B702-3D58-4E4C-8D29-26AF9B9215E5}"/>
                  </a:ext>
                </a:extLst>
              </p:cNvPr>
              <p:cNvSpPr>
                <a:spLocks noChangeArrowheads="1"/>
              </p:cNvSpPr>
              <p:nvPr/>
            </p:nvSpPr>
            <p:spPr bwMode="auto">
              <a:xfrm>
                <a:off x="0" y="1278"/>
                <a:ext cx="150" cy="2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kumimoji="0" lang="en-US" altLang="zh-CN" b="1">
                    <a:latin typeface="Times New Roman" panose="02020603050405020304" pitchFamily="18" charset="0"/>
                    <a:ea typeface="宋体" panose="02010600030101010101" pitchFamily="2" charset="-122"/>
                    <a:cs typeface="Times New Roman" panose="02020603050405020304" pitchFamily="18" charset="0"/>
                  </a:rPr>
                  <a:t>1</a:t>
                </a:r>
              </a:p>
              <a:p>
                <a:pPr algn="ctr">
                  <a:spcBef>
                    <a:spcPct val="0"/>
                  </a:spcBef>
                  <a:buFontTx/>
                  <a:buNone/>
                </a:pPr>
                <a:endParaRPr kumimoji="0" lang="en-US" altLang="zh-CN"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3737" name="Rectangle 73">
                <a:extLst>
                  <a:ext uri="{FF2B5EF4-FFF2-40B4-BE49-F238E27FC236}">
                    <a16:creationId xmlns:a16="http://schemas.microsoft.com/office/drawing/2014/main" id="{46744FE3-50FE-4BE3-8709-CF43F0C3B2DC}"/>
                  </a:ext>
                </a:extLst>
              </p:cNvPr>
              <p:cNvSpPr>
                <a:spLocks noChangeArrowheads="1"/>
              </p:cNvSpPr>
              <p:nvPr/>
            </p:nvSpPr>
            <p:spPr bwMode="auto">
              <a:xfrm>
                <a:off x="0" y="1278"/>
                <a:ext cx="150"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3697" name="Group 74">
              <a:extLst>
                <a:ext uri="{FF2B5EF4-FFF2-40B4-BE49-F238E27FC236}">
                  <a16:creationId xmlns:a16="http://schemas.microsoft.com/office/drawing/2014/main" id="{B4BEA54C-219D-413C-8D14-FBBFCAA0ED9C}"/>
                </a:ext>
              </a:extLst>
            </p:cNvPr>
            <p:cNvGrpSpPr>
              <a:grpSpLocks/>
            </p:cNvGrpSpPr>
            <p:nvPr/>
          </p:nvGrpSpPr>
          <p:grpSpPr bwMode="auto">
            <a:xfrm>
              <a:off x="963" y="2814"/>
              <a:ext cx="387" cy="298"/>
              <a:chOff x="150" y="1278"/>
              <a:chExt cx="150" cy="298"/>
            </a:xfrm>
          </p:grpSpPr>
          <p:sp>
            <p:nvSpPr>
              <p:cNvPr id="113734" name="Rectangle 75">
                <a:extLst>
                  <a:ext uri="{FF2B5EF4-FFF2-40B4-BE49-F238E27FC236}">
                    <a16:creationId xmlns:a16="http://schemas.microsoft.com/office/drawing/2014/main" id="{7E88BFA9-6626-4E28-8B0C-063B543FCCA7}"/>
                  </a:ext>
                </a:extLst>
              </p:cNvPr>
              <p:cNvSpPr>
                <a:spLocks noChangeArrowheads="1"/>
              </p:cNvSpPr>
              <p:nvPr/>
            </p:nvSpPr>
            <p:spPr bwMode="auto">
              <a:xfrm>
                <a:off x="150" y="1278"/>
                <a:ext cx="150" cy="2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kumimoji="0" lang="en-US" altLang="zh-CN" b="1">
                    <a:latin typeface="Times New Roman" panose="02020603050405020304" pitchFamily="18" charset="0"/>
                    <a:ea typeface="宋体" panose="02010600030101010101" pitchFamily="2" charset="-122"/>
                    <a:cs typeface="Times New Roman" panose="02020603050405020304" pitchFamily="18" charset="0"/>
                  </a:rPr>
                  <a:t>0</a:t>
                </a:r>
              </a:p>
              <a:p>
                <a:pPr algn="ctr">
                  <a:spcBef>
                    <a:spcPct val="0"/>
                  </a:spcBef>
                  <a:buFontTx/>
                  <a:buNone/>
                </a:pPr>
                <a:endParaRPr kumimoji="0" lang="en-US" altLang="zh-CN"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3735" name="Rectangle 76">
                <a:extLst>
                  <a:ext uri="{FF2B5EF4-FFF2-40B4-BE49-F238E27FC236}">
                    <a16:creationId xmlns:a16="http://schemas.microsoft.com/office/drawing/2014/main" id="{5E426DA8-9598-487E-BDA7-927F2A170E3E}"/>
                  </a:ext>
                </a:extLst>
              </p:cNvPr>
              <p:cNvSpPr>
                <a:spLocks noChangeArrowheads="1"/>
              </p:cNvSpPr>
              <p:nvPr/>
            </p:nvSpPr>
            <p:spPr bwMode="auto">
              <a:xfrm>
                <a:off x="150" y="1278"/>
                <a:ext cx="150"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3698" name="Group 77">
              <a:extLst>
                <a:ext uri="{FF2B5EF4-FFF2-40B4-BE49-F238E27FC236}">
                  <a16:creationId xmlns:a16="http://schemas.microsoft.com/office/drawing/2014/main" id="{68E057BD-6D14-48D1-B683-DABB152D91BE}"/>
                </a:ext>
              </a:extLst>
            </p:cNvPr>
            <p:cNvGrpSpPr>
              <a:grpSpLocks/>
            </p:cNvGrpSpPr>
            <p:nvPr/>
          </p:nvGrpSpPr>
          <p:grpSpPr bwMode="auto">
            <a:xfrm>
              <a:off x="1350" y="2814"/>
              <a:ext cx="563" cy="298"/>
              <a:chOff x="300" y="1278"/>
              <a:chExt cx="218" cy="298"/>
            </a:xfrm>
          </p:grpSpPr>
          <p:sp>
            <p:nvSpPr>
              <p:cNvPr id="113732" name="Rectangle 78">
                <a:extLst>
                  <a:ext uri="{FF2B5EF4-FFF2-40B4-BE49-F238E27FC236}">
                    <a16:creationId xmlns:a16="http://schemas.microsoft.com/office/drawing/2014/main" id="{517E0EB7-01BA-49C3-A52C-025E27EE6C0F}"/>
                  </a:ext>
                </a:extLst>
              </p:cNvPr>
              <p:cNvSpPr>
                <a:spLocks noChangeArrowheads="1"/>
              </p:cNvSpPr>
              <p:nvPr/>
            </p:nvSpPr>
            <p:spPr bwMode="auto">
              <a:xfrm>
                <a:off x="300" y="1278"/>
                <a:ext cx="218" cy="2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kumimoji="0" lang="en-US" altLang="zh-CN" b="1">
                    <a:latin typeface="Times New Roman" panose="02020603050405020304" pitchFamily="18" charset="0"/>
                    <a:ea typeface="宋体" panose="02010600030101010101" pitchFamily="2" charset="-122"/>
                    <a:cs typeface="Times New Roman" panose="02020603050405020304" pitchFamily="18" charset="0"/>
                  </a:rPr>
                  <a:t>0</a:t>
                </a:r>
              </a:p>
              <a:p>
                <a:pPr algn="ctr">
                  <a:spcBef>
                    <a:spcPct val="0"/>
                  </a:spcBef>
                  <a:buFontTx/>
                  <a:buNone/>
                </a:pPr>
                <a:endParaRPr kumimoji="0" lang="en-US" altLang="zh-CN"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3733" name="Rectangle 79">
                <a:extLst>
                  <a:ext uri="{FF2B5EF4-FFF2-40B4-BE49-F238E27FC236}">
                    <a16:creationId xmlns:a16="http://schemas.microsoft.com/office/drawing/2014/main" id="{E5336594-E614-433C-9E20-48DC4CAD1694}"/>
                  </a:ext>
                </a:extLst>
              </p:cNvPr>
              <p:cNvSpPr>
                <a:spLocks noChangeArrowheads="1"/>
              </p:cNvSpPr>
              <p:nvPr/>
            </p:nvSpPr>
            <p:spPr bwMode="auto">
              <a:xfrm>
                <a:off x="300" y="1278"/>
                <a:ext cx="218"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3699" name="Group 80">
              <a:extLst>
                <a:ext uri="{FF2B5EF4-FFF2-40B4-BE49-F238E27FC236}">
                  <a16:creationId xmlns:a16="http://schemas.microsoft.com/office/drawing/2014/main" id="{41C02BB2-7ACB-47FD-B7A5-6C38E99A8EE6}"/>
                </a:ext>
              </a:extLst>
            </p:cNvPr>
            <p:cNvGrpSpPr>
              <a:grpSpLocks/>
            </p:cNvGrpSpPr>
            <p:nvPr/>
          </p:nvGrpSpPr>
          <p:grpSpPr bwMode="auto">
            <a:xfrm>
              <a:off x="1913" y="2814"/>
              <a:ext cx="387" cy="298"/>
              <a:chOff x="518" y="1278"/>
              <a:chExt cx="150" cy="298"/>
            </a:xfrm>
          </p:grpSpPr>
          <p:sp>
            <p:nvSpPr>
              <p:cNvPr id="113730" name="Rectangle 81">
                <a:extLst>
                  <a:ext uri="{FF2B5EF4-FFF2-40B4-BE49-F238E27FC236}">
                    <a16:creationId xmlns:a16="http://schemas.microsoft.com/office/drawing/2014/main" id="{6EEF73C4-CEA1-4FAD-BD48-FA912B5FB592}"/>
                  </a:ext>
                </a:extLst>
              </p:cNvPr>
              <p:cNvSpPr>
                <a:spLocks noChangeArrowheads="1"/>
              </p:cNvSpPr>
              <p:nvPr/>
            </p:nvSpPr>
            <p:spPr bwMode="auto">
              <a:xfrm>
                <a:off x="518" y="1278"/>
                <a:ext cx="150" cy="2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kumimoji="0" lang="en-US" altLang="zh-CN" b="1">
                    <a:latin typeface="Times New Roman" panose="02020603050405020304" pitchFamily="18" charset="0"/>
                    <a:ea typeface="宋体" panose="02010600030101010101" pitchFamily="2" charset="-122"/>
                    <a:cs typeface="Times New Roman" panose="02020603050405020304" pitchFamily="18" charset="0"/>
                  </a:rPr>
                  <a:t>0</a:t>
                </a:r>
              </a:p>
              <a:p>
                <a:pPr algn="ctr">
                  <a:spcBef>
                    <a:spcPct val="0"/>
                  </a:spcBef>
                  <a:buFontTx/>
                  <a:buNone/>
                </a:pPr>
                <a:endParaRPr kumimoji="0" lang="en-US" altLang="zh-CN"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3731" name="Rectangle 82">
                <a:extLst>
                  <a:ext uri="{FF2B5EF4-FFF2-40B4-BE49-F238E27FC236}">
                    <a16:creationId xmlns:a16="http://schemas.microsoft.com/office/drawing/2014/main" id="{17E1AAD4-A55A-4270-A4EA-C9AC8E0FEC8C}"/>
                  </a:ext>
                </a:extLst>
              </p:cNvPr>
              <p:cNvSpPr>
                <a:spLocks noChangeArrowheads="1"/>
              </p:cNvSpPr>
              <p:nvPr/>
            </p:nvSpPr>
            <p:spPr bwMode="auto">
              <a:xfrm>
                <a:off x="518" y="1278"/>
                <a:ext cx="150"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3700" name="Group 83">
              <a:extLst>
                <a:ext uri="{FF2B5EF4-FFF2-40B4-BE49-F238E27FC236}">
                  <a16:creationId xmlns:a16="http://schemas.microsoft.com/office/drawing/2014/main" id="{122C66EB-BFDC-4C5C-BA59-F9B009C22801}"/>
                </a:ext>
              </a:extLst>
            </p:cNvPr>
            <p:cNvGrpSpPr>
              <a:grpSpLocks/>
            </p:cNvGrpSpPr>
            <p:nvPr/>
          </p:nvGrpSpPr>
          <p:grpSpPr bwMode="auto">
            <a:xfrm>
              <a:off x="2300" y="2814"/>
              <a:ext cx="389" cy="298"/>
              <a:chOff x="668" y="1278"/>
              <a:chExt cx="151" cy="298"/>
            </a:xfrm>
          </p:grpSpPr>
          <p:sp>
            <p:nvSpPr>
              <p:cNvPr id="113728" name="Rectangle 84">
                <a:extLst>
                  <a:ext uri="{FF2B5EF4-FFF2-40B4-BE49-F238E27FC236}">
                    <a16:creationId xmlns:a16="http://schemas.microsoft.com/office/drawing/2014/main" id="{6CF55BF8-8775-4216-9394-8973AB717799}"/>
                  </a:ext>
                </a:extLst>
              </p:cNvPr>
              <p:cNvSpPr>
                <a:spLocks noChangeArrowheads="1"/>
              </p:cNvSpPr>
              <p:nvPr/>
            </p:nvSpPr>
            <p:spPr bwMode="auto">
              <a:xfrm>
                <a:off x="668" y="1278"/>
                <a:ext cx="151" cy="2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kumimoji="0" lang="en-US" altLang="zh-CN" b="1">
                    <a:latin typeface="Times New Roman" panose="02020603050405020304" pitchFamily="18" charset="0"/>
                    <a:ea typeface="宋体" panose="02010600030101010101" pitchFamily="2" charset="-122"/>
                    <a:cs typeface="Times New Roman" panose="02020603050405020304" pitchFamily="18" charset="0"/>
                  </a:rPr>
                  <a:t>1</a:t>
                </a:r>
              </a:p>
              <a:p>
                <a:pPr algn="ctr">
                  <a:spcBef>
                    <a:spcPct val="0"/>
                  </a:spcBef>
                  <a:buFontTx/>
                  <a:buNone/>
                </a:pPr>
                <a:endParaRPr kumimoji="0" lang="en-US" altLang="zh-CN"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3729" name="Rectangle 85">
                <a:extLst>
                  <a:ext uri="{FF2B5EF4-FFF2-40B4-BE49-F238E27FC236}">
                    <a16:creationId xmlns:a16="http://schemas.microsoft.com/office/drawing/2014/main" id="{3F81FF61-A7A2-488E-A06D-D894EAABA04D}"/>
                  </a:ext>
                </a:extLst>
              </p:cNvPr>
              <p:cNvSpPr>
                <a:spLocks noChangeArrowheads="1"/>
              </p:cNvSpPr>
              <p:nvPr/>
            </p:nvSpPr>
            <p:spPr bwMode="auto">
              <a:xfrm>
                <a:off x="668" y="1278"/>
                <a:ext cx="151"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3701" name="Group 86">
              <a:extLst>
                <a:ext uri="{FF2B5EF4-FFF2-40B4-BE49-F238E27FC236}">
                  <a16:creationId xmlns:a16="http://schemas.microsoft.com/office/drawing/2014/main" id="{67580373-073F-4897-8546-8E6A0F269943}"/>
                </a:ext>
              </a:extLst>
            </p:cNvPr>
            <p:cNvGrpSpPr>
              <a:grpSpLocks/>
            </p:cNvGrpSpPr>
            <p:nvPr/>
          </p:nvGrpSpPr>
          <p:grpSpPr bwMode="auto">
            <a:xfrm>
              <a:off x="2689" y="2814"/>
              <a:ext cx="774" cy="298"/>
              <a:chOff x="819" y="1278"/>
              <a:chExt cx="300" cy="298"/>
            </a:xfrm>
          </p:grpSpPr>
          <p:sp>
            <p:nvSpPr>
              <p:cNvPr id="113726" name="Rectangle 87">
                <a:extLst>
                  <a:ext uri="{FF2B5EF4-FFF2-40B4-BE49-F238E27FC236}">
                    <a16:creationId xmlns:a16="http://schemas.microsoft.com/office/drawing/2014/main" id="{A51E7DC1-D2EC-4F09-933D-5B3EEB54B8C6}"/>
                  </a:ext>
                </a:extLst>
              </p:cNvPr>
              <p:cNvSpPr>
                <a:spLocks noChangeArrowheads="1"/>
              </p:cNvSpPr>
              <p:nvPr/>
            </p:nvSpPr>
            <p:spPr bwMode="auto">
              <a:xfrm>
                <a:off x="819" y="1278"/>
                <a:ext cx="300" cy="2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kumimoji="0" lang="en-US" altLang="zh-CN" b="1">
                    <a:latin typeface="Times New Roman" panose="02020603050405020304" pitchFamily="18" charset="0"/>
                    <a:ea typeface="宋体" panose="02010600030101010101" pitchFamily="2" charset="-122"/>
                    <a:cs typeface="Times New Roman" panose="02020603050405020304" pitchFamily="18" charset="0"/>
                  </a:rPr>
                  <a:t>0</a:t>
                </a:r>
              </a:p>
              <a:p>
                <a:pPr algn="ctr">
                  <a:spcBef>
                    <a:spcPct val="0"/>
                  </a:spcBef>
                  <a:buFontTx/>
                  <a:buNone/>
                </a:pPr>
                <a:endParaRPr kumimoji="0" lang="en-US" altLang="zh-CN"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3727" name="Rectangle 88">
                <a:extLst>
                  <a:ext uri="{FF2B5EF4-FFF2-40B4-BE49-F238E27FC236}">
                    <a16:creationId xmlns:a16="http://schemas.microsoft.com/office/drawing/2014/main" id="{0AAF34E7-DF9D-405D-A93F-61CA6AA6E414}"/>
                  </a:ext>
                </a:extLst>
              </p:cNvPr>
              <p:cNvSpPr>
                <a:spLocks noChangeArrowheads="1"/>
              </p:cNvSpPr>
              <p:nvPr/>
            </p:nvSpPr>
            <p:spPr bwMode="auto">
              <a:xfrm>
                <a:off x="819" y="1278"/>
                <a:ext cx="300"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3702" name="Group 89">
              <a:extLst>
                <a:ext uri="{FF2B5EF4-FFF2-40B4-BE49-F238E27FC236}">
                  <a16:creationId xmlns:a16="http://schemas.microsoft.com/office/drawing/2014/main" id="{D6FA8D0C-E702-47D8-BE0E-9C6E6ADEBB07}"/>
                </a:ext>
              </a:extLst>
            </p:cNvPr>
            <p:cNvGrpSpPr>
              <a:grpSpLocks/>
            </p:cNvGrpSpPr>
            <p:nvPr/>
          </p:nvGrpSpPr>
          <p:grpSpPr bwMode="auto">
            <a:xfrm>
              <a:off x="3463" y="2814"/>
              <a:ext cx="1577" cy="298"/>
              <a:chOff x="1119" y="1278"/>
              <a:chExt cx="611" cy="298"/>
            </a:xfrm>
          </p:grpSpPr>
          <p:sp>
            <p:nvSpPr>
              <p:cNvPr id="113724" name="Rectangle 90">
                <a:extLst>
                  <a:ext uri="{FF2B5EF4-FFF2-40B4-BE49-F238E27FC236}">
                    <a16:creationId xmlns:a16="http://schemas.microsoft.com/office/drawing/2014/main" id="{EA1FC985-F897-44DE-A55A-20BF96E1447F}"/>
                  </a:ext>
                </a:extLst>
              </p:cNvPr>
              <p:cNvSpPr>
                <a:spLocks noChangeArrowheads="1"/>
              </p:cNvSpPr>
              <p:nvPr/>
            </p:nvSpPr>
            <p:spPr bwMode="auto">
              <a:xfrm>
                <a:off x="1119" y="1278"/>
                <a:ext cx="611" cy="2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kumimoji="0" lang="en-US" altLang="zh-CN" b="1">
                    <a:latin typeface="Times New Roman" panose="02020603050405020304" pitchFamily="18" charset="0"/>
                    <a:ea typeface="宋体" panose="02010600030101010101" pitchFamily="2" charset="-122"/>
                    <a:cs typeface="Times New Roman" panose="02020603050405020304" pitchFamily="18" charset="0"/>
                  </a:rPr>
                  <a:t>0</a:t>
                </a:r>
              </a:p>
              <a:p>
                <a:pPr algn="ctr">
                  <a:spcBef>
                    <a:spcPct val="0"/>
                  </a:spcBef>
                  <a:buFontTx/>
                  <a:buNone/>
                </a:pPr>
                <a:endParaRPr kumimoji="0" lang="en-US" altLang="zh-CN"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3725" name="Rectangle 91">
                <a:extLst>
                  <a:ext uri="{FF2B5EF4-FFF2-40B4-BE49-F238E27FC236}">
                    <a16:creationId xmlns:a16="http://schemas.microsoft.com/office/drawing/2014/main" id="{4F90C0B6-C311-4BDA-A615-432AEE6C0058}"/>
                  </a:ext>
                </a:extLst>
              </p:cNvPr>
              <p:cNvSpPr>
                <a:spLocks noChangeArrowheads="1"/>
              </p:cNvSpPr>
              <p:nvPr/>
            </p:nvSpPr>
            <p:spPr bwMode="auto">
              <a:xfrm>
                <a:off x="1119" y="1278"/>
                <a:ext cx="611"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3703" name="Group 92">
              <a:extLst>
                <a:ext uri="{FF2B5EF4-FFF2-40B4-BE49-F238E27FC236}">
                  <a16:creationId xmlns:a16="http://schemas.microsoft.com/office/drawing/2014/main" id="{763DDC8E-58B8-4172-BC8C-EBBA70A2E656}"/>
                </a:ext>
              </a:extLst>
            </p:cNvPr>
            <p:cNvGrpSpPr>
              <a:grpSpLocks/>
            </p:cNvGrpSpPr>
            <p:nvPr/>
          </p:nvGrpSpPr>
          <p:grpSpPr bwMode="auto">
            <a:xfrm>
              <a:off x="576" y="3112"/>
              <a:ext cx="387" cy="298"/>
              <a:chOff x="0" y="1576"/>
              <a:chExt cx="150" cy="298"/>
            </a:xfrm>
          </p:grpSpPr>
          <p:sp>
            <p:nvSpPr>
              <p:cNvPr id="113722" name="Rectangle 93">
                <a:extLst>
                  <a:ext uri="{FF2B5EF4-FFF2-40B4-BE49-F238E27FC236}">
                    <a16:creationId xmlns:a16="http://schemas.microsoft.com/office/drawing/2014/main" id="{1D2F42F6-5D9A-4EC9-BADE-469E4777A686}"/>
                  </a:ext>
                </a:extLst>
              </p:cNvPr>
              <p:cNvSpPr>
                <a:spLocks noChangeArrowheads="1"/>
              </p:cNvSpPr>
              <p:nvPr/>
            </p:nvSpPr>
            <p:spPr bwMode="auto">
              <a:xfrm>
                <a:off x="0" y="1576"/>
                <a:ext cx="150" cy="2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kumimoji="0" lang="en-US" altLang="zh-CN" b="1">
                    <a:latin typeface="Times New Roman" panose="02020603050405020304" pitchFamily="18" charset="0"/>
                    <a:ea typeface="宋体" panose="02010600030101010101" pitchFamily="2" charset="-122"/>
                    <a:cs typeface="Times New Roman" panose="02020603050405020304" pitchFamily="18" charset="0"/>
                  </a:rPr>
                  <a:t>1</a:t>
                </a:r>
              </a:p>
              <a:p>
                <a:pPr algn="ctr">
                  <a:spcBef>
                    <a:spcPct val="0"/>
                  </a:spcBef>
                  <a:buFontTx/>
                  <a:buNone/>
                </a:pPr>
                <a:endParaRPr kumimoji="0" lang="en-US" altLang="zh-CN"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3723" name="Rectangle 94">
                <a:extLst>
                  <a:ext uri="{FF2B5EF4-FFF2-40B4-BE49-F238E27FC236}">
                    <a16:creationId xmlns:a16="http://schemas.microsoft.com/office/drawing/2014/main" id="{8BD78DFE-22C9-424E-A4A8-AB36D6277E41}"/>
                  </a:ext>
                </a:extLst>
              </p:cNvPr>
              <p:cNvSpPr>
                <a:spLocks noChangeArrowheads="1"/>
              </p:cNvSpPr>
              <p:nvPr/>
            </p:nvSpPr>
            <p:spPr bwMode="auto">
              <a:xfrm>
                <a:off x="0" y="1576"/>
                <a:ext cx="150"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3704" name="Group 95">
              <a:extLst>
                <a:ext uri="{FF2B5EF4-FFF2-40B4-BE49-F238E27FC236}">
                  <a16:creationId xmlns:a16="http://schemas.microsoft.com/office/drawing/2014/main" id="{73B84BFB-307E-408D-85F1-0304FE96AA6D}"/>
                </a:ext>
              </a:extLst>
            </p:cNvPr>
            <p:cNvGrpSpPr>
              <a:grpSpLocks/>
            </p:cNvGrpSpPr>
            <p:nvPr/>
          </p:nvGrpSpPr>
          <p:grpSpPr bwMode="auto">
            <a:xfrm>
              <a:off x="963" y="3112"/>
              <a:ext cx="387" cy="298"/>
              <a:chOff x="150" y="1576"/>
              <a:chExt cx="150" cy="298"/>
            </a:xfrm>
          </p:grpSpPr>
          <p:sp>
            <p:nvSpPr>
              <p:cNvPr id="113720" name="Rectangle 96">
                <a:extLst>
                  <a:ext uri="{FF2B5EF4-FFF2-40B4-BE49-F238E27FC236}">
                    <a16:creationId xmlns:a16="http://schemas.microsoft.com/office/drawing/2014/main" id="{9041940B-418E-44E7-A97A-433292AF4EAA}"/>
                  </a:ext>
                </a:extLst>
              </p:cNvPr>
              <p:cNvSpPr>
                <a:spLocks noChangeArrowheads="1"/>
              </p:cNvSpPr>
              <p:nvPr/>
            </p:nvSpPr>
            <p:spPr bwMode="auto">
              <a:xfrm>
                <a:off x="150" y="1576"/>
                <a:ext cx="150" cy="2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kumimoji="0" lang="en-US" altLang="zh-CN" b="1">
                    <a:latin typeface="Times New Roman" panose="02020603050405020304" pitchFamily="18" charset="0"/>
                    <a:ea typeface="宋体" panose="02010600030101010101" pitchFamily="2" charset="-122"/>
                    <a:cs typeface="Times New Roman" panose="02020603050405020304" pitchFamily="18" charset="0"/>
                  </a:rPr>
                  <a:t>1</a:t>
                </a:r>
              </a:p>
              <a:p>
                <a:pPr algn="ctr">
                  <a:spcBef>
                    <a:spcPct val="0"/>
                  </a:spcBef>
                  <a:buFontTx/>
                  <a:buNone/>
                </a:pPr>
                <a:endParaRPr kumimoji="0" lang="en-US" altLang="zh-CN"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3721" name="Rectangle 97">
                <a:extLst>
                  <a:ext uri="{FF2B5EF4-FFF2-40B4-BE49-F238E27FC236}">
                    <a16:creationId xmlns:a16="http://schemas.microsoft.com/office/drawing/2014/main" id="{1AA9DD05-57EA-4215-8461-6E1E32809505}"/>
                  </a:ext>
                </a:extLst>
              </p:cNvPr>
              <p:cNvSpPr>
                <a:spLocks noChangeArrowheads="1"/>
              </p:cNvSpPr>
              <p:nvPr/>
            </p:nvSpPr>
            <p:spPr bwMode="auto">
              <a:xfrm>
                <a:off x="150" y="1576"/>
                <a:ext cx="150"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3705" name="Group 98">
              <a:extLst>
                <a:ext uri="{FF2B5EF4-FFF2-40B4-BE49-F238E27FC236}">
                  <a16:creationId xmlns:a16="http://schemas.microsoft.com/office/drawing/2014/main" id="{7ECD411E-E6E8-40B4-AE46-D7B58EC935D2}"/>
                </a:ext>
              </a:extLst>
            </p:cNvPr>
            <p:cNvGrpSpPr>
              <a:grpSpLocks/>
            </p:cNvGrpSpPr>
            <p:nvPr/>
          </p:nvGrpSpPr>
          <p:grpSpPr bwMode="auto">
            <a:xfrm>
              <a:off x="1350" y="3112"/>
              <a:ext cx="563" cy="298"/>
              <a:chOff x="300" y="1576"/>
              <a:chExt cx="218" cy="298"/>
            </a:xfrm>
          </p:grpSpPr>
          <p:sp>
            <p:nvSpPr>
              <p:cNvPr id="113718" name="Rectangle 99">
                <a:extLst>
                  <a:ext uri="{FF2B5EF4-FFF2-40B4-BE49-F238E27FC236}">
                    <a16:creationId xmlns:a16="http://schemas.microsoft.com/office/drawing/2014/main" id="{15FAFCE5-3FC1-4661-9534-B8B891DC4451}"/>
                  </a:ext>
                </a:extLst>
              </p:cNvPr>
              <p:cNvSpPr>
                <a:spLocks noChangeArrowheads="1"/>
              </p:cNvSpPr>
              <p:nvPr/>
            </p:nvSpPr>
            <p:spPr bwMode="auto">
              <a:xfrm>
                <a:off x="300" y="1576"/>
                <a:ext cx="218" cy="2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kumimoji="0" lang="en-US" altLang="zh-CN" b="1">
                    <a:latin typeface="Times New Roman" panose="02020603050405020304" pitchFamily="18" charset="0"/>
                    <a:ea typeface="宋体" panose="02010600030101010101" pitchFamily="2" charset="-122"/>
                    <a:cs typeface="Times New Roman" panose="02020603050405020304" pitchFamily="18" charset="0"/>
                  </a:rPr>
                  <a:t>1</a:t>
                </a:r>
              </a:p>
              <a:p>
                <a:pPr algn="ctr">
                  <a:spcBef>
                    <a:spcPct val="0"/>
                  </a:spcBef>
                  <a:buFontTx/>
                  <a:buNone/>
                </a:pPr>
                <a:endParaRPr kumimoji="0" lang="en-US" altLang="zh-CN"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3719" name="Rectangle 100">
                <a:extLst>
                  <a:ext uri="{FF2B5EF4-FFF2-40B4-BE49-F238E27FC236}">
                    <a16:creationId xmlns:a16="http://schemas.microsoft.com/office/drawing/2014/main" id="{A8AD7F31-0EC5-433C-ABEF-A7C474F688A2}"/>
                  </a:ext>
                </a:extLst>
              </p:cNvPr>
              <p:cNvSpPr>
                <a:spLocks noChangeArrowheads="1"/>
              </p:cNvSpPr>
              <p:nvPr/>
            </p:nvSpPr>
            <p:spPr bwMode="auto">
              <a:xfrm>
                <a:off x="300" y="1576"/>
                <a:ext cx="218"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3706" name="Group 101">
              <a:extLst>
                <a:ext uri="{FF2B5EF4-FFF2-40B4-BE49-F238E27FC236}">
                  <a16:creationId xmlns:a16="http://schemas.microsoft.com/office/drawing/2014/main" id="{5338B0B5-484B-4094-AE15-A84B74A0F563}"/>
                </a:ext>
              </a:extLst>
            </p:cNvPr>
            <p:cNvGrpSpPr>
              <a:grpSpLocks/>
            </p:cNvGrpSpPr>
            <p:nvPr/>
          </p:nvGrpSpPr>
          <p:grpSpPr bwMode="auto">
            <a:xfrm>
              <a:off x="1913" y="3112"/>
              <a:ext cx="387" cy="298"/>
              <a:chOff x="518" y="1576"/>
              <a:chExt cx="150" cy="298"/>
            </a:xfrm>
          </p:grpSpPr>
          <p:sp>
            <p:nvSpPr>
              <p:cNvPr id="113716" name="Rectangle 102">
                <a:extLst>
                  <a:ext uri="{FF2B5EF4-FFF2-40B4-BE49-F238E27FC236}">
                    <a16:creationId xmlns:a16="http://schemas.microsoft.com/office/drawing/2014/main" id="{68CED526-6C55-4167-A03C-7A2BEE9F8320}"/>
                  </a:ext>
                </a:extLst>
              </p:cNvPr>
              <p:cNvSpPr>
                <a:spLocks noChangeArrowheads="1"/>
              </p:cNvSpPr>
              <p:nvPr/>
            </p:nvSpPr>
            <p:spPr bwMode="auto">
              <a:xfrm>
                <a:off x="518" y="1576"/>
                <a:ext cx="150" cy="2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kumimoji="0" lang="en-US" altLang="zh-CN" b="1">
                    <a:latin typeface="Times New Roman" panose="02020603050405020304" pitchFamily="18" charset="0"/>
                    <a:ea typeface="宋体" panose="02010600030101010101" pitchFamily="2" charset="-122"/>
                    <a:cs typeface="Times New Roman" panose="02020603050405020304" pitchFamily="18" charset="0"/>
                  </a:rPr>
                  <a:t>0</a:t>
                </a:r>
              </a:p>
              <a:p>
                <a:pPr algn="ctr">
                  <a:spcBef>
                    <a:spcPct val="0"/>
                  </a:spcBef>
                  <a:buFontTx/>
                  <a:buNone/>
                </a:pPr>
                <a:endParaRPr kumimoji="0" lang="en-US" altLang="zh-CN"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3717" name="Rectangle 103">
                <a:extLst>
                  <a:ext uri="{FF2B5EF4-FFF2-40B4-BE49-F238E27FC236}">
                    <a16:creationId xmlns:a16="http://schemas.microsoft.com/office/drawing/2014/main" id="{D23C5736-50FA-4EC9-BBBF-E9B4A7F7BB48}"/>
                  </a:ext>
                </a:extLst>
              </p:cNvPr>
              <p:cNvSpPr>
                <a:spLocks noChangeArrowheads="1"/>
              </p:cNvSpPr>
              <p:nvPr/>
            </p:nvSpPr>
            <p:spPr bwMode="auto">
              <a:xfrm>
                <a:off x="518" y="1576"/>
                <a:ext cx="150"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3707" name="Group 104">
              <a:extLst>
                <a:ext uri="{FF2B5EF4-FFF2-40B4-BE49-F238E27FC236}">
                  <a16:creationId xmlns:a16="http://schemas.microsoft.com/office/drawing/2014/main" id="{46E566D4-4D83-48F7-BECB-93DECFDDCAA5}"/>
                </a:ext>
              </a:extLst>
            </p:cNvPr>
            <p:cNvGrpSpPr>
              <a:grpSpLocks/>
            </p:cNvGrpSpPr>
            <p:nvPr/>
          </p:nvGrpSpPr>
          <p:grpSpPr bwMode="auto">
            <a:xfrm>
              <a:off x="2300" y="3112"/>
              <a:ext cx="389" cy="298"/>
              <a:chOff x="668" y="1576"/>
              <a:chExt cx="151" cy="298"/>
            </a:xfrm>
          </p:grpSpPr>
          <p:sp>
            <p:nvSpPr>
              <p:cNvPr id="113714" name="Rectangle 105">
                <a:extLst>
                  <a:ext uri="{FF2B5EF4-FFF2-40B4-BE49-F238E27FC236}">
                    <a16:creationId xmlns:a16="http://schemas.microsoft.com/office/drawing/2014/main" id="{27229C22-2D9C-42AE-B43F-1950BB5D2F8A}"/>
                  </a:ext>
                </a:extLst>
              </p:cNvPr>
              <p:cNvSpPr>
                <a:spLocks noChangeArrowheads="1"/>
              </p:cNvSpPr>
              <p:nvPr/>
            </p:nvSpPr>
            <p:spPr bwMode="auto">
              <a:xfrm>
                <a:off x="668" y="1576"/>
                <a:ext cx="151" cy="2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kumimoji="0" lang="en-US" altLang="zh-CN" b="1">
                    <a:latin typeface="Times New Roman" panose="02020603050405020304" pitchFamily="18" charset="0"/>
                    <a:ea typeface="宋体" panose="02010600030101010101" pitchFamily="2" charset="-122"/>
                    <a:cs typeface="Times New Roman" panose="02020603050405020304" pitchFamily="18" charset="0"/>
                  </a:rPr>
                  <a:t>0</a:t>
                </a:r>
              </a:p>
              <a:p>
                <a:pPr algn="ctr">
                  <a:spcBef>
                    <a:spcPct val="0"/>
                  </a:spcBef>
                  <a:buFontTx/>
                  <a:buNone/>
                </a:pPr>
                <a:endParaRPr kumimoji="0" lang="en-US" altLang="zh-CN"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3715" name="Rectangle 106">
                <a:extLst>
                  <a:ext uri="{FF2B5EF4-FFF2-40B4-BE49-F238E27FC236}">
                    <a16:creationId xmlns:a16="http://schemas.microsoft.com/office/drawing/2014/main" id="{1460696B-0DC2-4404-BC74-97670A8BF613}"/>
                  </a:ext>
                </a:extLst>
              </p:cNvPr>
              <p:cNvSpPr>
                <a:spLocks noChangeArrowheads="1"/>
              </p:cNvSpPr>
              <p:nvPr/>
            </p:nvSpPr>
            <p:spPr bwMode="auto">
              <a:xfrm>
                <a:off x="668" y="1576"/>
                <a:ext cx="151"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3708" name="Group 107">
              <a:extLst>
                <a:ext uri="{FF2B5EF4-FFF2-40B4-BE49-F238E27FC236}">
                  <a16:creationId xmlns:a16="http://schemas.microsoft.com/office/drawing/2014/main" id="{A033C7DD-8432-4A65-A5A0-384F1BA205C4}"/>
                </a:ext>
              </a:extLst>
            </p:cNvPr>
            <p:cNvGrpSpPr>
              <a:grpSpLocks/>
            </p:cNvGrpSpPr>
            <p:nvPr/>
          </p:nvGrpSpPr>
          <p:grpSpPr bwMode="auto">
            <a:xfrm>
              <a:off x="2689" y="3112"/>
              <a:ext cx="774" cy="298"/>
              <a:chOff x="819" y="1576"/>
              <a:chExt cx="300" cy="298"/>
            </a:xfrm>
          </p:grpSpPr>
          <p:sp>
            <p:nvSpPr>
              <p:cNvPr id="113712" name="Rectangle 108">
                <a:extLst>
                  <a:ext uri="{FF2B5EF4-FFF2-40B4-BE49-F238E27FC236}">
                    <a16:creationId xmlns:a16="http://schemas.microsoft.com/office/drawing/2014/main" id="{AF33D7DD-268B-49F3-87C3-E63617ACA2AF}"/>
                  </a:ext>
                </a:extLst>
              </p:cNvPr>
              <p:cNvSpPr>
                <a:spLocks noChangeArrowheads="1"/>
              </p:cNvSpPr>
              <p:nvPr/>
            </p:nvSpPr>
            <p:spPr bwMode="auto">
              <a:xfrm>
                <a:off x="819" y="1576"/>
                <a:ext cx="300" cy="2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kumimoji="0" lang="en-US" altLang="zh-CN" b="1">
                    <a:latin typeface="Times New Roman" panose="02020603050405020304" pitchFamily="18" charset="0"/>
                    <a:ea typeface="宋体" panose="02010600030101010101" pitchFamily="2" charset="-122"/>
                    <a:cs typeface="Times New Roman" panose="02020603050405020304" pitchFamily="18" charset="0"/>
                  </a:rPr>
                  <a:t>0</a:t>
                </a:r>
              </a:p>
              <a:p>
                <a:pPr algn="ctr">
                  <a:spcBef>
                    <a:spcPct val="0"/>
                  </a:spcBef>
                  <a:buFontTx/>
                  <a:buNone/>
                </a:pPr>
                <a:endParaRPr kumimoji="0" lang="en-US" altLang="zh-CN"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3713" name="Rectangle 109">
                <a:extLst>
                  <a:ext uri="{FF2B5EF4-FFF2-40B4-BE49-F238E27FC236}">
                    <a16:creationId xmlns:a16="http://schemas.microsoft.com/office/drawing/2014/main" id="{37A46719-3D60-4278-97E1-CD67BB9801E6}"/>
                  </a:ext>
                </a:extLst>
              </p:cNvPr>
              <p:cNvSpPr>
                <a:spLocks noChangeArrowheads="1"/>
              </p:cNvSpPr>
              <p:nvPr/>
            </p:nvSpPr>
            <p:spPr bwMode="auto">
              <a:xfrm>
                <a:off x="819" y="1576"/>
                <a:ext cx="300"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3709" name="Group 110">
              <a:extLst>
                <a:ext uri="{FF2B5EF4-FFF2-40B4-BE49-F238E27FC236}">
                  <a16:creationId xmlns:a16="http://schemas.microsoft.com/office/drawing/2014/main" id="{C3906B0A-AE41-4C7A-BF21-47F9B5FCCA41}"/>
                </a:ext>
              </a:extLst>
            </p:cNvPr>
            <p:cNvGrpSpPr>
              <a:grpSpLocks/>
            </p:cNvGrpSpPr>
            <p:nvPr/>
          </p:nvGrpSpPr>
          <p:grpSpPr bwMode="auto">
            <a:xfrm>
              <a:off x="3463" y="3112"/>
              <a:ext cx="1577" cy="298"/>
              <a:chOff x="1119" y="1576"/>
              <a:chExt cx="611" cy="298"/>
            </a:xfrm>
          </p:grpSpPr>
          <p:sp>
            <p:nvSpPr>
              <p:cNvPr id="113710" name="Rectangle 111">
                <a:extLst>
                  <a:ext uri="{FF2B5EF4-FFF2-40B4-BE49-F238E27FC236}">
                    <a16:creationId xmlns:a16="http://schemas.microsoft.com/office/drawing/2014/main" id="{62BAFB0C-7AB6-4BD1-A9EF-BBA433C5D69E}"/>
                  </a:ext>
                </a:extLst>
              </p:cNvPr>
              <p:cNvSpPr>
                <a:spLocks noChangeArrowheads="1"/>
              </p:cNvSpPr>
              <p:nvPr/>
            </p:nvSpPr>
            <p:spPr bwMode="auto">
              <a:xfrm>
                <a:off x="1119" y="1576"/>
                <a:ext cx="611" cy="2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kumimoji="0" lang="en-US" altLang="zh-CN" b="1">
                    <a:latin typeface="Times New Roman" panose="02020603050405020304" pitchFamily="18" charset="0"/>
                    <a:ea typeface="宋体" panose="02010600030101010101" pitchFamily="2" charset="-122"/>
                    <a:cs typeface="Times New Roman" panose="02020603050405020304" pitchFamily="18" charset="0"/>
                  </a:rPr>
                  <a:t>1</a:t>
                </a:r>
              </a:p>
              <a:p>
                <a:pPr algn="ctr">
                  <a:spcBef>
                    <a:spcPct val="0"/>
                  </a:spcBef>
                  <a:buFontTx/>
                  <a:buNone/>
                </a:pPr>
                <a:endParaRPr kumimoji="0" lang="en-US" altLang="zh-CN"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3711" name="Rectangle 112">
                <a:extLst>
                  <a:ext uri="{FF2B5EF4-FFF2-40B4-BE49-F238E27FC236}">
                    <a16:creationId xmlns:a16="http://schemas.microsoft.com/office/drawing/2014/main" id="{5A1BDAA8-F803-40D9-9B8E-CBF8815B7B45}"/>
                  </a:ext>
                </a:extLst>
              </p:cNvPr>
              <p:cNvSpPr>
                <a:spLocks noChangeArrowheads="1"/>
              </p:cNvSpPr>
              <p:nvPr/>
            </p:nvSpPr>
            <p:spPr bwMode="auto">
              <a:xfrm>
                <a:off x="1119" y="1576"/>
                <a:ext cx="611"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日期占位符 1">
            <a:extLst>
              <a:ext uri="{FF2B5EF4-FFF2-40B4-BE49-F238E27FC236}">
                <a16:creationId xmlns:a16="http://schemas.microsoft.com/office/drawing/2014/main" id="{A5ACB7A2-2C7A-4B71-9F07-59AB7E30FDD5}"/>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1A55BC9D-C313-4092-8AFE-256F0B4D9334}"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14691" name="页脚占位符 2">
            <a:extLst>
              <a:ext uri="{FF2B5EF4-FFF2-40B4-BE49-F238E27FC236}">
                <a16:creationId xmlns:a16="http://schemas.microsoft.com/office/drawing/2014/main" id="{21394EC4-2624-4D5A-AE4C-541057ECB15F}"/>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14692" name="灯片编号占位符 3">
            <a:extLst>
              <a:ext uri="{FF2B5EF4-FFF2-40B4-BE49-F238E27FC236}">
                <a16:creationId xmlns:a16="http://schemas.microsoft.com/office/drawing/2014/main" id="{F08D3436-A726-420D-A50E-8CD1D7D07D37}"/>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A7F61729-15B0-4286-9254-F3797EFFDC7A}" type="slidenum">
              <a:rPr lang="en-US" altLang="zh-CN" sz="1400" smtClean="0">
                <a:latin typeface="Times New Roman" panose="02020603050405020304" pitchFamily="18" charset="0"/>
                <a:ea typeface="宋体" panose="02010600030101010101" pitchFamily="2" charset="-122"/>
              </a:rPr>
              <a:pPr>
                <a:spcBef>
                  <a:spcPct val="0"/>
                </a:spcBef>
                <a:buFontTx/>
                <a:buNone/>
              </a:pPr>
              <a:t>88</a:t>
            </a:fld>
            <a:endParaRPr lang="en-US" altLang="zh-CN" sz="1400">
              <a:latin typeface="Times New Roman" panose="02020603050405020304" pitchFamily="18" charset="0"/>
              <a:ea typeface="宋体" panose="02010600030101010101" pitchFamily="2" charset="-122"/>
            </a:endParaRPr>
          </a:p>
        </p:txBody>
      </p:sp>
      <p:sp>
        <p:nvSpPr>
          <p:cNvPr id="114693" name="页脚占位符 3">
            <a:extLst>
              <a:ext uri="{FF2B5EF4-FFF2-40B4-BE49-F238E27FC236}">
                <a16:creationId xmlns:a16="http://schemas.microsoft.com/office/drawing/2014/main" id="{F9A2CB9D-3B03-49D4-B145-3EE177D6E86F}"/>
              </a:ext>
            </a:extLst>
          </p:cNvPr>
          <p:cNvSpPr txBox="1">
            <a:spLocks noGrp="1"/>
          </p:cNvSpPr>
          <p:nvPr/>
        </p:nvSpPr>
        <p:spPr bwMode="black">
          <a:xfrm>
            <a:off x="609600" y="6470650"/>
            <a:ext cx="538163"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r">
              <a:spcBef>
                <a:spcPct val="0"/>
              </a:spcBef>
              <a:buFontTx/>
              <a:buNone/>
            </a:pPr>
            <a:fld id="{206EA391-CD1B-4D4E-BFBE-ABE0A0892824}" type="slidenum">
              <a:rPr kumimoji="0" lang="en-US" altLang="zh-CN" sz="1000">
                <a:solidFill>
                  <a:schemeClr val="bg1"/>
                </a:solidFill>
                <a:latin typeface="Arial" panose="020B0604020202020204" pitchFamily="34" charset="0"/>
                <a:ea typeface="宋体" panose="02010600030101010101" pitchFamily="2" charset="-122"/>
              </a:rPr>
              <a:pPr algn="r">
                <a:spcBef>
                  <a:spcPct val="0"/>
                </a:spcBef>
                <a:buFontTx/>
                <a:buNone/>
              </a:pPr>
              <a:t>88</a:t>
            </a:fld>
            <a:endParaRPr kumimoji="0" lang="en-US" altLang="zh-CN" sz="1000">
              <a:solidFill>
                <a:schemeClr val="bg1"/>
              </a:solidFill>
              <a:latin typeface="Arial" panose="020B0604020202020204" pitchFamily="34" charset="0"/>
              <a:ea typeface="宋体" panose="02010600030101010101" pitchFamily="2" charset="-122"/>
            </a:endParaRPr>
          </a:p>
        </p:txBody>
      </p:sp>
      <p:sp>
        <p:nvSpPr>
          <p:cNvPr id="114694" name="日期占位符 4">
            <a:extLst>
              <a:ext uri="{FF2B5EF4-FFF2-40B4-BE49-F238E27FC236}">
                <a16:creationId xmlns:a16="http://schemas.microsoft.com/office/drawing/2014/main" id="{9B2B004C-9EA3-4537-9692-72DDB9297ECE}"/>
              </a:ext>
            </a:extLst>
          </p:cNvPr>
          <p:cNvSpPr txBox="1">
            <a:spLocks noGrp="1"/>
          </p:cNvSpPr>
          <p:nvPr/>
        </p:nvSpPr>
        <p:spPr bwMode="auto">
          <a:xfrm>
            <a:off x="1271588" y="6472238"/>
            <a:ext cx="946150"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fld id="{AE860A02-0518-4BEC-B8C4-E3F839EFBFB6}" type="datetime1">
              <a:rPr kumimoji="0" lang="zh-CN" altLang="en-US" sz="1000">
                <a:solidFill>
                  <a:schemeClr val="bg1"/>
                </a:solidFill>
                <a:latin typeface="Arial" panose="020B0604020202020204" pitchFamily="34" charset="0"/>
                <a:ea typeface="宋体" panose="02010600030101010101" pitchFamily="2" charset="-122"/>
              </a:rPr>
              <a:pPr eaLnBrk="1" hangingPunct="1">
                <a:spcBef>
                  <a:spcPct val="0"/>
                </a:spcBef>
                <a:buFontTx/>
                <a:buNone/>
              </a:pPr>
              <a:t>2020/9/7</a:t>
            </a:fld>
            <a:endParaRPr kumimoji="0" lang="en-US" altLang="zh-CN" sz="1000">
              <a:solidFill>
                <a:schemeClr val="bg1"/>
              </a:solidFill>
              <a:latin typeface="Arial" panose="020B0604020202020204" pitchFamily="34" charset="0"/>
              <a:ea typeface="宋体" panose="02010600030101010101" pitchFamily="2" charset="-122"/>
            </a:endParaRPr>
          </a:p>
        </p:txBody>
      </p:sp>
      <p:sp>
        <p:nvSpPr>
          <p:cNvPr id="114695" name="Text Box 2">
            <a:extLst>
              <a:ext uri="{FF2B5EF4-FFF2-40B4-BE49-F238E27FC236}">
                <a16:creationId xmlns:a16="http://schemas.microsoft.com/office/drawing/2014/main" id="{34E37463-3F99-43B8-9C8E-41A8C72E7B19}"/>
              </a:ext>
            </a:extLst>
          </p:cNvPr>
          <p:cNvSpPr txBox="1">
            <a:spLocks noChangeArrowheads="1"/>
          </p:cNvSpPr>
          <p:nvPr/>
        </p:nvSpPr>
        <p:spPr bwMode="auto">
          <a:xfrm>
            <a:off x="1403350" y="692150"/>
            <a:ext cx="60166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例 题</a:t>
            </a:r>
          </a:p>
        </p:txBody>
      </p:sp>
      <p:pic>
        <p:nvPicPr>
          <p:cNvPr id="114696" name="Picture 6" descr="C:\Program Files\Microsoft Office\MEDIA\CAGCAT10\j0293844.wmf">
            <a:extLst>
              <a:ext uri="{FF2B5EF4-FFF2-40B4-BE49-F238E27FC236}">
                <a16:creationId xmlns:a16="http://schemas.microsoft.com/office/drawing/2014/main" id="{85523CB4-6FE0-4D21-97AE-027A0B14BE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5143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62214" name="Rectangle 6">
            <a:extLst>
              <a:ext uri="{FF2B5EF4-FFF2-40B4-BE49-F238E27FC236}">
                <a16:creationId xmlns:a16="http://schemas.microsoft.com/office/drawing/2014/main" id="{EC0A2486-BF5E-497D-8527-18475F989F4E}"/>
              </a:ext>
            </a:extLst>
          </p:cNvPr>
          <p:cNvSpPr>
            <a:spLocks noChangeArrowheads="1"/>
          </p:cNvSpPr>
          <p:nvPr/>
        </p:nvSpPr>
        <p:spPr bwMode="black">
          <a:xfrm>
            <a:off x="684213" y="1628775"/>
            <a:ext cx="7315200" cy="609600"/>
          </a:xfrm>
          <a:prstGeom prst="rect">
            <a:avLst/>
          </a:prstGeom>
          <a:noFill/>
          <a:ln>
            <a:noFill/>
          </a:ln>
        </p:spPr>
        <p:txBody>
          <a:bodyPr/>
          <a:lstStyle>
            <a:lvl1pPr marL="342900" indent="-342900">
              <a:buBlip>
                <a:blip r:embed="rId2"/>
              </a:buBlip>
              <a:defRPr kumimoji="1" sz="2400">
                <a:solidFill>
                  <a:schemeClr val="tx1"/>
                </a:solidFill>
                <a:effectLst>
                  <a:outerShdw blurRad="38100" dist="38100" dir="2700000" algn="tl">
                    <a:srgbClr val="C0C0C0"/>
                  </a:outerShdw>
                </a:effectLst>
                <a:latin typeface="楷体_GB2312" pitchFamily="49" charset="-122"/>
                <a:ea typeface="楷体_GB2312" pitchFamily="49" charset="-122"/>
              </a:defRPr>
            </a:lvl1pPr>
            <a:lvl2pPr marL="742950" indent="-285750">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buChar char="•"/>
              <a:defRPr kumimoji="1">
                <a:solidFill>
                  <a:schemeClr val="tx1"/>
                </a:solidFill>
                <a:latin typeface="Times New Roman" panose="02020603050405020304" pitchFamily="18" charset="0"/>
                <a:ea typeface="宋体" panose="02010600030101010101" pitchFamily="2" charset="-122"/>
              </a:defRPr>
            </a:lvl3pPr>
            <a:lvl4pPr marL="1600200" indent="-228600">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buFontTx/>
              <a:buNone/>
              <a:defRPr/>
            </a:pPr>
            <a:r>
              <a:rPr lang="en-US" altLang="zh-CN" sz="2800" b="1">
                <a:solidFill>
                  <a:srgbClr val="006600"/>
                </a:solidFill>
                <a:latin typeface="华文新魏" panose="02010800040101010101" pitchFamily="2" charset="-122"/>
                <a:ea typeface="华文新魏" panose="02010800040101010101" pitchFamily="2" charset="-122"/>
              </a:rPr>
              <a:t>【</a:t>
            </a:r>
            <a:r>
              <a:rPr lang="zh-CN" altLang="en-US" sz="2800" b="1">
                <a:solidFill>
                  <a:srgbClr val="006600"/>
                </a:solidFill>
                <a:latin typeface="华文新魏" panose="02010800040101010101" pitchFamily="2" charset="-122"/>
                <a:ea typeface="华文新魏" panose="02010800040101010101" pitchFamily="2" charset="-122"/>
              </a:rPr>
              <a:t>例</a:t>
            </a:r>
            <a:r>
              <a:rPr lang="en-US" altLang="zh-CN" sz="2800" b="1">
                <a:solidFill>
                  <a:srgbClr val="006600"/>
                </a:solidFill>
                <a:latin typeface="华文新魏" panose="02010800040101010101" pitchFamily="2" charset="-122"/>
                <a:ea typeface="华文新魏" panose="02010800040101010101" pitchFamily="2" charset="-122"/>
              </a:rPr>
              <a:t>】</a:t>
            </a:r>
            <a:r>
              <a:rPr lang="zh-CN" altLang="en-US" sz="2800" b="1">
                <a:latin typeface="华文新魏" panose="02010800040101010101" pitchFamily="2" charset="-122"/>
                <a:ea typeface="华文新魏" panose="02010800040101010101" pitchFamily="2" charset="-122"/>
              </a:rPr>
              <a:t>列出</a:t>
            </a:r>
            <a:r>
              <a:rPr lang="en-US" altLang="zh-CN" sz="2800" b="1">
                <a:latin typeface="华文新魏" panose="02010800040101010101" pitchFamily="2" charset="-122"/>
                <a:ea typeface="华文新魏" panose="02010800040101010101" pitchFamily="2" charset="-122"/>
              </a:rPr>
              <a:t>P</a:t>
            </a:r>
            <a:r>
              <a:rPr lang="en-US" altLang="zh-CN" sz="2800" b="1">
                <a:latin typeface="华文新魏" panose="02010800040101010101" pitchFamily="2" charset="-122"/>
                <a:ea typeface="华文新魏" panose="02010800040101010101" pitchFamily="2" charset="-122"/>
                <a:sym typeface="Symbol" panose="05050102010706020507" pitchFamily="18" charset="2"/>
              </a:rPr>
              <a:t>(</a:t>
            </a:r>
            <a:r>
              <a:rPr lang="en-US" altLang="zh-CN" sz="2800" b="1">
                <a:latin typeface="华文新魏" panose="02010800040101010101" pitchFamily="2" charset="-122"/>
                <a:ea typeface="华文新魏" panose="02010800040101010101" pitchFamily="2" charset="-122"/>
              </a:rPr>
              <a:t>Q</a:t>
            </a:r>
            <a:r>
              <a:rPr lang="en-US" altLang="zh-CN" sz="2800" b="1">
                <a:latin typeface="华文新魏" panose="02010800040101010101" pitchFamily="2" charset="-122"/>
                <a:ea typeface="华文新魏" panose="02010800040101010101" pitchFamily="2" charset="-122"/>
                <a:sym typeface="Symbol" panose="05050102010706020507" pitchFamily="18" charset="2"/>
              </a:rPr>
              <a:t></a:t>
            </a:r>
            <a:r>
              <a:rPr lang="en-US" altLang="zh-CN" sz="2800" b="1">
                <a:latin typeface="华文新魏" panose="02010800040101010101" pitchFamily="2" charset="-122"/>
                <a:ea typeface="华文新魏" panose="02010800040101010101" pitchFamily="2" charset="-122"/>
              </a:rPr>
              <a:t>R)</a:t>
            </a:r>
            <a:r>
              <a:rPr lang="zh-CN" altLang="en-US" sz="2800" b="1">
                <a:latin typeface="华文新魏" panose="02010800040101010101" pitchFamily="2" charset="-122"/>
                <a:ea typeface="华文新魏" panose="02010800040101010101" pitchFamily="2" charset="-122"/>
              </a:rPr>
              <a:t>的真值表</a:t>
            </a:r>
            <a:endParaRPr lang="zh-CN" altLang="en-US" sz="2800">
              <a:latin typeface="华文新魏" panose="02010800040101010101" pitchFamily="2" charset="-122"/>
              <a:ea typeface="华文新魏" panose="02010800040101010101" pitchFamily="2" charset="-122"/>
            </a:endParaRPr>
          </a:p>
        </p:txBody>
      </p:sp>
      <p:graphicFrame>
        <p:nvGraphicFramePr>
          <p:cNvPr id="862215" name="Group 7">
            <a:extLst>
              <a:ext uri="{FF2B5EF4-FFF2-40B4-BE49-F238E27FC236}">
                <a16:creationId xmlns:a16="http://schemas.microsoft.com/office/drawing/2014/main" id="{9425421C-3AF4-4C1B-8ADF-44F4B1123ED6}"/>
              </a:ext>
            </a:extLst>
          </p:cNvPr>
          <p:cNvGraphicFramePr>
            <a:graphicFrameLocks noGrp="1"/>
          </p:cNvGraphicFramePr>
          <p:nvPr/>
        </p:nvGraphicFramePr>
        <p:xfrm>
          <a:off x="1116013" y="2205038"/>
          <a:ext cx="7620000" cy="3959225"/>
        </p:xfrm>
        <a:graphic>
          <a:graphicData uri="http://schemas.openxmlformats.org/drawingml/2006/table">
            <a:tbl>
              <a:tblPr/>
              <a:tblGrid>
                <a:gridCol w="1295400">
                  <a:extLst>
                    <a:ext uri="{9D8B030D-6E8A-4147-A177-3AD203B41FA5}">
                      <a16:colId xmlns:a16="http://schemas.microsoft.com/office/drawing/2014/main" val="20000"/>
                    </a:ext>
                  </a:extLst>
                </a:gridCol>
                <a:gridCol w="8382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gridCol w="1524000">
                  <a:extLst>
                    <a:ext uri="{9D8B030D-6E8A-4147-A177-3AD203B41FA5}">
                      <a16:colId xmlns:a16="http://schemas.microsoft.com/office/drawing/2014/main" val="20004"/>
                    </a:ext>
                  </a:extLst>
                </a:gridCol>
                <a:gridCol w="1981200">
                  <a:extLst>
                    <a:ext uri="{9D8B030D-6E8A-4147-A177-3AD203B41FA5}">
                      <a16:colId xmlns:a16="http://schemas.microsoft.com/office/drawing/2014/main" val="20005"/>
                    </a:ext>
                  </a:extLst>
                </a:gridCol>
              </a:tblGrid>
              <a:tr h="404775">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a:defRPr kumimoji="1">
                          <a:solidFill>
                            <a:schemeClr val="tx1"/>
                          </a:solidFill>
                          <a:latin typeface="Times New Roman" panose="02020603050405020304" pitchFamily="18" charset="0"/>
                          <a:ea typeface="宋体" panose="02010600030101010101" pitchFamily="2" charset="-122"/>
                        </a:defRPr>
                      </a:lvl2pPr>
                      <a:lvl3pPr>
                        <a:defRPr kumimoji="1" sz="1600">
                          <a:solidFill>
                            <a:schemeClr val="tx1"/>
                          </a:solidFill>
                          <a:latin typeface="Times New Roman" panose="02020603050405020304" pitchFamily="18" charset="0"/>
                          <a:ea typeface="宋体" panose="02010600030101010101" pitchFamily="2" charset="-122"/>
                        </a:defRPr>
                      </a:lvl3pPr>
                      <a:lvl4pPr>
                        <a:defRPr kumimoji="1" sz="1400">
                          <a:solidFill>
                            <a:schemeClr val="tx1"/>
                          </a:solidFill>
                          <a:latin typeface="Times New Roman" panose="02020603050405020304" pitchFamily="18" charset="0"/>
                          <a:ea typeface="宋体" panose="02010600030101010101" pitchFamily="2" charset="-122"/>
                        </a:defRPr>
                      </a:lvl4pPr>
                      <a:lvl5pPr>
                        <a:defRPr kumimoji="1" sz="1400">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  </a:t>
                      </a:r>
                    </a:p>
                  </a:txBody>
                  <a:tcPr marT="45715" marB="45715"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a:defRPr kumimoji="1">
                          <a:solidFill>
                            <a:schemeClr val="tx1"/>
                          </a:solidFill>
                          <a:latin typeface="Times New Roman" panose="02020603050405020304" pitchFamily="18" charset="0"/>
                          <a:ea typeface="宋体" panose="02010600030101010101" pitchFamily="2" charset="-122"/>
                        </a:defRPr>
                      </a:lvl2pPr>
                      <a:lvl3pPr>
                        <a:defRPr kumimoji="1" sz="1600">
                          <a:solidFill>
                            <a:schemeClr val="tx1"/>
                          </a:solidFill>
                          <a:latin typeface="Times New Roman" panose="02020603050405020304" pitchFamily="18" charset="0"/>
                          <a:ea typeface="宋体" panose="02010600030101010101" pitchFamily="2" charset="-122"/>
                        </a:defRPr>
                      </a:lvl3pPr>
                      <a:lvl4pPr>
                        <a:defRPr kumimoji="1" sz="1400">
                          <a:solidFill>
                            <a:schemeClr val="tx1"/>
                          </a:solidFill>
                          <a:latin typeface="Times New Roman" panose="02020603050405020304" pitchFamily="18" charset="0"/>
                          <a:ea typeface="宋体" panose="02010600030101010101" pitchFamily="2" charset="-122"/>
                        </a:defRPr>
                      </a:lvl4pPr>
                      <a:lvl5pPr>
                        <a:defRPr kumimoji="1" sz="1400">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 P </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a:defRPr kumimoji="1">
                          <a:solidFill>
                            <a:schemeClr val="tx1"/>
                          </a:solidFill>
                          <a:latin typeface="Times New Roman" panose="02020603050405020304" pitchFamily="18" charset="0"/>
                          <a:ea typeface="宋体" panose="02010600030101010101" pitchFamily="2" charset="-122"/>
                        </a:defRPr>
                      </a:lvl2pPr>
                      <a:lvl3pPr>
                        <a:defRPr kumimoji="1" sz="1600">
                          <a:solidFill>
                            <a:schemeClr val="tx1"/>
                          </a:solidFill>
                          <a:latin typeface="Times New Roman" panose="02020603050405020304" pitchFamily="18" charset="0"/>
                          <a:ea typeface="宋体" panose="02010600030101010101" pitchFamily="2" charset="-122"/>
                        </a:defRPr>
                      </a:lvl3pPr>
                      <a:lvl4pPr>
                        <a:defRPr kumimoji="1" sz="1400">
                          <a:solidFill>
                            <a:schemeClr val="tx1"/>
                          </a:solidFill>
                          <a:latin typeface="Times New Roman" panose="02020603050405020304" pitchFamily="18" charset="0"/>
                          <a:ea typeface="宋体" panose="02010600030101010101" pitchFamily="2" charset="-122"/>
                        </a:defRPr>
                      </a:lvl4pPr>
                      <a:lvl5pPr>
                        <a:defRPr kumimoji="1" sz="1400">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 Q</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a:defRPr kumimoji="1">
                          <a:solidFill>
                            <a:schemeClr val="tx1"/>
                          </a:solidFill>
                          <a:latin typeface="Times New Roman" panose="02020603050405020304" pitchFamily="18" charset="0"/>
                          <a:ea typeface="宋体" panose="02010600030101010101" pitchFamily="2" charset="-122"/>
                        </a:defRPr>
                      </a:lvl2pPr>
                      <a:lvl3pPr>
                        <a:defRPr kumimoji="1" sz="1600">
                          <a:solidFill>
                            <a:schemeClr val="tx1"/>
                          </a:solidFill>
                          <a:latin typeface="Times New Roman" panose="02020603050405020304" pitchFamily="18" charset="0"/>
                          <a:ea typeface="宋体" panose="02010600030101010101" pitchFamily="2" charset="-122"/>
                        </a:defRPr>
                      </a:lvl3pPr>
                      <a:lvl4pPr>
                        <a:defRPr kumimoji="1" sz="1400">
                          <a:solidFill>
                            <a:schemeClr val="tx1"/>
                          </a:solidFill>
                          <a:latin typeface="Times New Roman" panose="02020603050405020304" pitchFamily="18" charset="0"/>
                          <a:ea typeface="宋体" panose="02010600030101010101" pitchFamily="2" charset="-122"/>
                        </a:defRPr>
                      </a:lvl4pPr>
                      <a:lvl5pPr>
                        <a:defRPr kumimoji="1" sz="1400">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 R</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a:defRPr kumimoji="1">
                          <a:solidFill>
                            <a:schemeClr val="tx1"/>
                          </a:solidFill>
                          <a:latin typeface="Times New Roman" panose="02020603050405020304" pitchFamily="18" charset="0"/>
                          <a:ea typeface="宋体" panose="02010600030101010101" pitchFamily="2" charset="-122"/>
                        </a:defRPr>
                      </a:lvl2pPr>
                      <a:lvl3pPr>
                        <a:defRPr kumimoji="1" sz="1600">
                          <a:solidFill>
                            <a:schemeClr val="tx1"/>
                          </a:solidFill>
                          <a:latin typeface="Times New Roman" panose="02020603050405020304" pitchFamily="18" charset="0"/>
                          <a:ea typeface="宋体" panose="02010600030101010101" pitchFamily="2" charset="-122"/>
                        </a:defRPr>
                      </a:lvl3pPr>
                      <a:lvl4pPr>
                        <a:defRPr kumimoji="1" sz="1400">
                          <a:solidFill>
                            <a:schemeClr val="tx1"/>
                          </a:solidFill>
                          <a:latin typeface="Times New Roman" panose="02020603050405020304" pitchFamily="18" charset="0"/>
                          <a:ea typeface="宋体" panose="02010600030101010101" pitchFamily="2" charset="-122"/>
                        </a:defRPr>
                      </a:lvl4pPr>
                      <a:lvl5pPr>
                        <a:defRPr kumimoji="1" sz="1400">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 Q</a:t>
                      </a: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sym typeface="Symbol" panose="05050102010706020507" pitchFamily="18" charset="2"/>
                        </a:rPr>
                        <a:t>R</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a:defRPr kumimoji="1">
                          <a:solidFill>
                            <a:schemeClr val="tx1"/>
                          </a:solidFill>
                          <a:latin typeface="Times New Roman" panose="02020603050405020304" pitchFamily="18" charset="0"/>
                          <a:ea typeface="宋体" panose="02010600030101010101" pitchFamily="2" charset="-122"/>
                        </a:defRPr>
                      </a:lvl2pPr>
                      <a:lvl3pPr>
                        <a:defRPr kumimoji="1" sz="1600">
                          <a:solidFill>
                            <a:schemeClr val="tx1"/>
                          </a:solidFill>
                          <a:latin typeface="Times New Roman" panose="02020603050405020304" pitchFamily="18" charset="0"/>
                          <a:ea typeface="宋体" panose="02010600030101010101" pitchFamily="2" charset="-122"/>
                        </a:defRPr>
                      </a:lvl3pPr>
                      <a:lvl4pPr>
                        <a:defRPr kumimoji="1" sz="1400">
                          <a:solidFill>
                            <a:schemeClr val="tx1"/>
                          </a:solidFill>
                          <a:latin typeface="Times New Roman" panose="02020603050405020304" pitchFamily="18" charset="0"/>
                          <a:ea typeface="宋体" panose="02010600030101010101" pitchFamily="2" charset="-122"/>
                        </a:defRPr>
                      </a:lvl4pPr>
                      <a:lvl5pPr>
                        <a:defRPr kumimoji="1" sz="1400">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P</a:t>
                      </a: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sym typeface="Symbol" panose="05050102010706020507" pitchFamily="18" charset="2"/>
                        </a:rPr>
                        <a:t>(</a:t>
                      </a: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Q</a:t>
                      </a: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sym typeface="Symbol" panose="05050102010706020507" pitchFamily="18" charset="2"/>
                        </a:rPr>
                        <a:t></a:t>
                      </a: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R)</a:t>
                      </a:r>
                    </a:p>
                  </a:txBody>
                  <a:tcPr marT="45715" marB="45715"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0"/>
                  </a:ext>
                </a:extLst>
              </a:tr>
              <a:tr h="396230">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a:defRPr kumimoji="1">
                          <a:solidFill>
                            <a:schemeClr val="tx1"/>
                          </a:solidFill>
                          <a:latin typeface="Times New Roman" panose="02020603050405020304" pitchFamily="18" charset="0"/>
                          <a:ea typeface="宋体" panose="02010600030101010101" pitchFamily="2" charset="-122"/>
                        </a:defRPr>
                      </a:lvl2pPr>
                      <a:lvl3pPr>
                        <a:defRPr kumimoji="1" sz="1600">
                          <a:solidFill>
                            <a:schemeClr val="tx1"/>
                          </a:solidFill>
                          <a:latin typeface="Times New Roman" panose="02020603050405020304" pitchFamily="18" charset="0"/>
                          <a:ea typeface="宋体" panose="02010600030101010101" pitchFamily="2" charset="-122"/>
                        </a:defRPr>
                      </a:lvl3pPr>
                      <a:lvl4pPr>
                        <a:defRPr kumimoji="1" sz="1400">
                          <a:solidFill>
                            <a:schemeClr val="tx1"/>
                          </a:solidFill>
                          <a:latin typeface="Times New Roman" panose="02020603050405020304" pitchFamily="18" charset="0"/>
                          <a:ea typeface="宋体" panose="02010600030101010101" pitchFamily="2" charset="-122"/>
                        </a:defRPr>
                      </a:lvl4pPr>
                      <a:lvl5pPr>
                        <a:defRPr kumimoji="1" sz="1400">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000</a:t>
                      </a:r>
                    </a:p>
                  </a:txBody>
                  <a:tcPr marT="45715" marB="45715"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a:defRPr kumimoji="1">
                          <a:solidFill>
                            <a:schemeClr val="tx1"/>
                          </a:solidFill>
                          <a:latin typeface="Times New Roman" panose="02020603050405020304" pitchFamily="18" charset="0"/>
                          <a:ea typeface="宋体" panose="02010600030101010101" pitchFamily="2" charset="-122"/>
                        </a:defRPr>
                      </a:lvl2pPr>
                      <a:lvl3pPr>
                        <a:defRPr kumimoji="1" sz="1600">
                          <a:solidFill>
                            <a:schemeClr val="tx1"/>
                          </a:solidFill>
                          <a:latin typeface="Times New Roman" panose="02020603050405020304" pitchFamily="18" charset="0"/>
                          <a:ea typeface="宋体" panose="02010600030101010101" pitchFamily="2" charset="-122"/>
                        </a:defRPr>
                      </a:lvl3pPr>
                      <a:lvl4pPr>
                        <a:defRPr kumimoji="1" sz="1400">
                          <a:solidFill>
                            <a:schemeClr val="tx1"/>
                          </a:solidFill>
                          <a:latin typeface="Times New Roman" panose="02020603050405020304" pitchFamily="18" charset="0"/>
                          <a:ea typeface="宋体" panose="02010600030101010101" pitchFamily="2" charset="-122"/>
                        </a:defRPr>
                      </a:lvl4pPr>
                      <a:lvl5pPr>
                        <a:defRPr kumimoji="1" sz="1400">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 F</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a:defRPr kumimoji="1">
                          <a:solidFill>
                            <a:schemeClr val="tx1"/>
                          </a:solidFill>
                          <a:latin typeface="Times New Roman" panose="02020603050405020304" pitchFamily="18" charset="0"/>
                          <a:ea typeface="宋体" panose="02010600030101010101" pitchFamily="2" charset="-122"/>
                        </a:defRPr>
                      </a:lvl2pPr>
                      <a:lvl3pPr>
                        <a:defRPr kumimoji="1" sz="1600">
                          <a:solidFill>
                            <a:schemeClr val="tx1"/>
                          </a:solidFill>
                          <a:latin typeface="Times New Roman" panose="02020603050405020304" pitchFamily="18" charset="0"/>
                          <a:ea typeface="宋体" panose="02010600030101010101" pitchFamily="2" charset="-122"/>
                        </a:defRPr>
                      </a:lvl3pPr>
                      <a:lvl4pPr>
                        <a:defRPr kumimoji="1" sz="1400">
                          <a:solidFill>
                            <a:schemeClr val="tx1"/>
                          </a:solidFill>
                          <a:latin typeface="Times New Roman" panose="02020603050405020304" pitchFamily="18" charset="0"/>
                          <a:ea typeface="宋体" panose="02010600030101010101" pitchFamily="2" charset="-122"/>
                        </a:defRPr>
                      </a:lvl4pPr>
                      <a:lvl5pPr>
                        <a:defRPr kumimoji="1" sz="1400">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 F</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a:defRPr kumimoji="1">
                          <a:solidFill>
                            <a:schemeClr val="tx1"/>
                          </a:solidFill>
                          <a:latin typeface="Times New Roman" panose="02020603050405020304" pitchFamily="18" charset="0"/>
                          <a:ea typeface="宋体" panose="02010600030101010101" pitchFamily="2" charset="-122"/>
                        </a:defRPr>
                      </a:lvl2pPr>
                      <a:lvl3pPr>
                        <a:defRPr kumimoji="1" sz="1600">
                          <a:solidFill>
                            <a:schemeClr val="tx1"/>
                          </a:solidFill>
                          <a:latin typeface="Times New Roman" panose="02020603050405020304" pitchFamily="18" charset="0"/>
                          <a:ea typeface="宋体" panose="02010600030101010101" pitchFamily="2" charset="-122"/>
                        </a:defRPr>
                      </a:lvl3pPr>
                      <a:lvl4pPr>
                        <a:defRPr kumimoji="1" sz="1400">
                          <a:solidFill>
                            <a:schemeClr val="tx1"/>
                          </a:solidFill>
                          <a:latin typeface="Times New Roman" panose="02020603050405020304" pitchFamily="18" charset="0"/>
                          <a:ea typeface="宋体" panose="02010600030101010101" pitchFamily="2" charset="-122"/>
                        </a:defRPr>
                      </a:lvl4pPr>
                      <a:lvl5pPr>
                        <a:defRPr kumimoji="1" sz="1400">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 F</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a:defRPr kumimoji="1">
                          <a:solidFill>
                            <a:schemeClr val="tx1"/>
                          </a:solidFill>
                          <a:latin typeface="Times New Roman" panose="02020603050405020304" pitchFamily="18" charset="0"/>
                          <a:ea typeface="宋体" panose="02010600030101010101" pitchFamily="2" charset="-122"/>
                        </a:defRPr>
                      </a:lvl2pPr>
                      <a:lvl3pPr>
                        <a:defRPr kumimoji="1" sz="1600">
                          <a:solidFill>
                            <a:schemeClr val="tx1"/>
                          </a:solidFill>
                          <a:latin typeface="Times New Roman" panose="02020603050405020304" pitchFamily="18" charset="0"/>
                          <a:ea typeface="宋体" panose="02010600030101010101" pitchFamily="2" charset="-122"/>
                        </a:defRPr>
                      </a:lvl3pPr>
                      <a:lvl4pPr>
                        <a:defRPr kumimoji="1" sz="1400">
                          <a:solidFill>
                            <a:schemeClr val="tx1"/>
                          </a:solidFill>
                          <a:latin typeface="Times New Roman" panose="02020603050405020304" pitchFamily="18" charset="0"/>
                          <a:ea typeface="宋体" panose="02010600030101010101" pitchFamily="2" charset="-122"/>
                        </a:defRPr>
                      </a:lvl4pPr>
                      <a:lvl5pPr>
                        <a:defRPr kumimoji="1" sz="1400">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     T</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a:defRPr kumimoji="1">
                          <a:solidFill>
                            <a:schemeClr val="tx1"/>
                          </a:solidFill>
                          <a:latin typeface="Times New Roman" panose="02020603050405020304" pitchFamily="18" charset="0"/>
                          <a:ea typeface="宋体" panose="02010600030101010101" pitchFamily="2" charset="-122"/>
                        </a:defRPr>
                      </a:lvl2pPr>
                      <a:lvl3pPr>
                        <a:defRPr kumimoji="1" sz="1600">
                          <a:solidFill>
                            <a:schemeClr val="tx1"/>
                          </a:solidFill>
                          <a:latin typeface="Times New Roman" panose="02020603050405020304" pitchFamily="18" charset="0"/>
                          <a:ea typeface="宋体" panose="02010600030101010101" pitchFamily="2" charset="-122"/>
                        </a:defRPr>
                      </a:lvl3pPr>
                      <a:lvl4pPr>
                        <a:defRPr kumimoji="1" sz="1400">
                          <a:solidFill>
                            <a:schemeClr val="tx1"/>
                          </a:solidFill>
                          <a:latin typeface="Times New Roman" panose="02020603050405020304" pitchFamily="18" charset="0"/>
                          <a:ea typeface="宋体" panose="02010600030101010101" pitchFamily="2" charset="-122"/>
                        </a:defRPr>
                      </a:lvl4pPr>
                      <a:lvl5pPr>
                        <a:defRPr kumimoji="1" sz="1400">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      T</a:t>
                      </a:r>
                    </a:p>
                  </a:txBody>
                  <a:tcPr marT="45715" marB="45715"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1"/>
                  </a:ext>
                </a:extLst>
              </a:tr>
              <a:tr h="396230">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a:defRPr kumimoji="1">
                          <a:solidFill>
                            <a:schemeClr val="tx1"/>
                          </a:solidFill>
                          <a:latin typeface="Times New Roman" panose="02020603050405020304" pitchFamily="18" charset="0"/>
                          <a:ea typeface="宋体" panose="02010600030101010101" pitchFamily="2" charset="-122"/>
                        </a:defRPr>
                      </a:lvl2pPr>
                      <a:lvl3pPr>
                        <a:defRPr kumimoji="1" sz="1600">
                          <a:solidFill>
                            <a:schemeClr val="tx1"/>
                          </a:solidFill>
                          <a:latin typeface="Times New Roman" panose="02020603050405020304" pitchFamily="18" charset="0"/>
                          <a:ea typeface="宋体" panose="02010600030101010101" pitchFamily="2" charset="-122"/>
                        </a:defRPr>
                      </a:lvl3pPr>
                      <a:lvl4pPr>
                        <a:defRPr kumimoji="1" sz="1400">
                          <a:solidFill>
                            <a:schemeClr val="tx1"/>
                          </a:solidFill>
                          <a:latin typeface="Times New Roman" panose="02020603050405020304" pitchFamily="18" charset="0"/>
                          <a:ea typeface="宋体" panose="02010600030101010101" pitchFamily="2" charset="-122"/>
                        </a:defRPr>
                      </a:lvl4pPr>
                      <a:lvl5pPr>
                        <a:defRPr kumimoji="1" sz="1400">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001</a:t>
                      </a:r>
                    </a:p>
                  </a:txBody>
                  <a:tcPr marT="45715" marB="45715"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a:defRPr kumimoji="1">
                          <a:solidFill>
                            <a:schemeClr val="tx1"/>
                          </a:solidFill>
                          <a:latin typeface="Times New Roman" panose="02020603050405020304" pitchFamily="18" charset="0"/>
                          <a:ea typeface="宋体" panose="02010600030101010101" pitchFamily="2" charset="-122"/>
                        </a:defRPr>
                      </a:lvl2pPr>
                      <a:lvl3pPr>
                        <a:defRPr kumimoji="1" sz="1600">
                          <a:solidFill>
                            <a:schemeClr val="tx1"/>
                          </a:solidFill>
                          <a:latin typeface="Times New Roman" panose="02020603050405020304" pitchFamily="18" charset="0"/>
                          <a:ea typeface="宋体" panose="02010600030101010101" pitchFamily="2" charset="-122"/>
                        </a:defRPr>
                      </a:lvl3pPr>
                      <a:lvl4pPr>
                        <a:defRPr kumimoji="1" sz="1400">
                          <a:solidFill>
                            <a:schemeClr val="tx1"/>
                          </a:solidFill>
                          <a:latin typeface="Times New Roman" panose="02020603050405020304" pitchFamily="18" charset="0"/>
                          <a:ea typeface="宋体" panose="02010600030101010101" pitchFamily="2" charset="-122"/>
                        </a:defRPr>
                      </a:lvl4pPr>
                      <a:lvl5pPr>
                        <a:defRPr kumimoji="1" sz="1400">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 F</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a:defRPr kumimoji="1">
                          <a:solidFill>
                            <a:schemeClr val="tx1"/>
                          </a:solidFill>
                          <a:latin typeface="Times New Roman" panose="02020603050405020304" pitchFamily="18" charset="0"/>
                          <a:ea typeface="宋体" panose="02010600030101010101" pitchFamily="2" charset="-122"/>
                        </a:defRPr>
                      </a:lvl2pPr>
                      <a:lvl3pPr>
                        <a:defRPr kumimoji="1" sz="1600">
                          <a:solidFill>
                            <a:schemeClr val="tx1"/>
                          </a:solidFill>
                          <a:latin typeface="Times New Roman" panose="02020603050405020304" pitchFamily="18" charset="0"/>
                          <a:ea typeface="宋体" panose="02010600030101010101" pitchFamily="2" charset="-122"/>
                        </a:defRPr>
                      </a:lvl3pPr>
                      <a:lvl4pPr>
                        <a:defRPr kumimoji="1" sz="1400">
                          <a:solidFill>
                            <a:schemeClr val="tx1"/>
                          </a:solidFill>
                          <a:latin typeface="Times New Roman" panose="02020603050405020304" pitchFamily="18" charset="0"/>
                          <a:ea typeface="宋体" panose="02010600030101010101" pitchFamily="2" charset="-122"/>
                        </a:defRPr>
                      </a:lvl4pPr>
                      <a:lvl5pPr>
                        <a:defRPr kumimoji="1" sz="1400">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 F</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a:defRPr kumimoji="1">
                          <a:solidFill>
                            <a:schemeClr val="tx1"/>
                          </a:solidFill>
                          <a:latin typeface="Times New Roman" panose="02020603050405020304" pitchFamily="18" charset="0"/>
                          <a:ea typeface="宋体" panose="02010600030101010101" pitchFamily="2" charset="-122"/>
                        </a:defRPr>
                      </a:lvl2pPr>
                      <a:lvl3pPr>
                        <a:defRPr kumimoji="1" sz="1600">
                          <a:solidFill>
                            <a:schemeClr val="tx1"/>
                          </a:solidFill>
                          <a:latin typeface="Times New Roman" panose="02020603050405020304" pitchFamily="18" charset="0"/>
                          <a:ea typeface="宋体" panose="02010600030101010101" pitchFamily="2" charset="-122"/>
                        </a:defRPr>
                      </a:lvl3pPr>
                      <a:lvl4pPr>
                        <a:defRPr kumimoji="1" sz="1400">
                          <a:solidFill>
                            <a:schemeClr val="tx1"/>
                          </a:solidFill>
                          <a:latin typeface="Times New Roman" panose="02020603050405020304" pitchFamily="18" charset="0"/>
                          <a:ea typeface="宋体" panose="02010600030101010101" pitchFamily="2" charset="-122"/>
                        </a:defRPr>
                      </a:lvl4pPr>
                      <a:lvl5pPr>
                        <a:defRPr kumimoji="1" sz="1400">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 T</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a:defRPr kumimoji="1">
                          <a:solidFill>
                            <a:schemeClr val="tx1"/>
                          </a:solidFill>
                          <a:latin typeface="Times New Roman" panose="02020603050405020304" pitchFamily="18" charset="0"/>
                          <a:ea typeface="宋体" panose="02010600030101010101" pitchFamily="2" charset="-122"/>
                        </a:defRPr>
                      </a:lvl2pPr>
                      <a:lvl3pPr>
                        <a:defRPr kumimoji="1" sz="1600">
                          <a:solidFill>
                            <a:schemeClr val="tx1"/>
                          </a:solidFill>
                          <a:latin typeface="Times New Roman" panose="02020603050405020304" pitchFamily="18" charset="0"/>
                          <a:ea typeface="宋体" panose="02010600030101010101" pitchFamily="2" charset="-122"/>
                        </a:defRPr>
                      </a:lvl3pPr>
                      <a:lvl4pPr>
                        <a:defRPr kumimoji="1" sz="1400">
                          <a:solidFill>
                            <a:schemeClr val="tx1"/>
                          </a:solidFill>
                          <a:latin typeface="Times New Roman" panose="02020603050405020304" pitchFamily="18" charset="0"/>
                          <a:ea typeface="宋体" panose="02010600030101010101" pitchFamily="2" charset="-122"/>
                        </a:defRPr>
                      </a:lvl4pPr>
                      <a:lvl5pPr>
                        <a:defRPr kumimoji="1" sz="1400">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     T</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a:defRPr kumimoji="1">
                          <a:solidFill>
                            <a:schemeClr val="tx1"/>
                          </a:solidFill>
                          <a:latin typeface="Times New Roman" panose="02020603050405020304" pitchFamily="18" charset="0"/>
                          <a:ea typeface="宋体" panose="02010600030101010101" pitchFamily="2" charset="-122"/>
                        </a:defRPr>
                      </a:lvl2pPr>
                      <a:lvl3pPr>
                        <a:defRPr kumimoji="1" sz="1600">
                          <a:solidFill>
                            <a:schemeClr val="tx1"/>
                          </a:solidFill>
                          <a:latin typeface="Times New Roman" panose="02020603050405020304" pitchFamily="18" charset="0"/>
                          <a:ea typeface="宋体" panose="02010600030101010101" pitchFamily="2" charset="-122"/>
                        </a:defRPr>
                      </a:lvl3pPr>
                      <a:lvl4pPr>
                        <a:defRPr kumimoji="1" sz="1400">
                          <a:solidFill>
                            <a:schemeClr val="tx1"/>
                          </a:solidFill>
                          <a:latin typeface="Times New Roman" panose="02020603050405020304" pitchFamily="18" charset="0"/>
                          <a:ea typeface="宋体" panose="02010600030101010101" pitchFamily="2" charset="-122"/>
                        </a:defRPr>
                      </a:lvl4pPr>
                      <a:lvl5pPr>
                        <a:defRPr kumimoji="1" sz="1400">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      T</a:t>
                      </a:r>
                    </a:p>
                  </a:txBody>
                  <a:tcPr marT="45715" marB="45715"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2"/>
                  </a:ext>
                </a:extLst>
              </a:tr>
              <a:tr h="504777">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a:defRPr kumimoji="1">
                          <a:solidFill>
                            <a:schemeClr val="tx1"/>
                          </a:solidFill>
                          <a:latin typeface="Times New Roman" panose="02020603050405020304" pitchFamily="18" charset="0"/>
                          <a:ea typeface="宋体" panose="02010600030101010101" pitchFamily="2" charset="-122"/>
                        </a:defRPr>
                      </a:lvl2pPr>
                      <a:lvl3pPr>
                        <a:defRPr kumimoji="1" sz="1600">
                          <a:solidFill>
                            <a:schemeClr val="tx1"/>
                          </a:solidFill>
                          <a:latin typeface="Times New Roman" panose="02020603050405020304" pitchFamily="18" charset="0"/>
                          <a:ea typeface="宋体" panose="02010600030101010101" pitchFamily="2" charset="-122"/>
                        </a:defRPr>
                      </a:lvl3pPr>
                      <a:lvl4pPr>
                        <a:defRPr kumimoji="1" sz="1400">
                          <a:solidFill>
                            <a:schemeClr val="tx1"/>
                          </a:solidFill>
                          <a:latin typeface="Times New Roman" panose="02020603050405020304" pitchFamily="18" charset="0"/>
                          <a:ea typeface="宋体" panose="02010600030101010101" pitchFamily="2" charset="-122"/>
                        </a:defRPr>
                      </a:lvl4pPr>
                      <a:lvl5pPr>
                        <a:defRPr kumimoji="1" sz="1400">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010       </a:t>
                      </a:r>
                    </a:p>
                  </a:txBody>
                  <a:tcPr marT="45715" marB="45715"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a:defRPr kumimoji="1">
                          <a:solidFill>
                            <a:schemeClr val="tx1"/>
                          </a:solidFill>
                          <a:latin typeface="Times New Roman" panose="02020603050405020304" pitchFamily="18" charset="0"/>
                          <a:ea typeface="宋体" panose="02010600030101010101" pitchFamily="2" charset="-122"/>
                        </a:defRPr>
                      </a:lvl2pPr>
                      <a:lvl3pPr>
                        <a:defRPr kumimoji="1" sz="1600">
                          <a:solidFill>
                            <a:schemeClr val="tx1"/>
                          </a:solidFill>
                          <a:latin typeface="Times New Roman" panose="02020603050405020304" pitchFamily="18" charset="0"/>
                          <a:ea typeface="宋体" panose="02010600030101010101" pitchFamily="2" charset="-122"/>
                        </a:defRPr>
                      </a:lvl3pPr>
                      <a:lvl4pPr>
                        <a:defRPr kumimoji="1" sz="1400">
                          <a:solidFill>
                            <a:schemeClr val="tx1"/>
                          </a:solidFill>
                          <a:latin typeface="Times New Roman" panose="02020603050405020304" pitchFamily="18" charset="0"/>
                          <a:ea typeface="宋体" panose="02010600030101010101" pitchFamily="2" charset="-122"/>
                        </a:defRPr>
                      </a:lvl4pPr>
                      <a:lvl5pPr>
                        <a:defRPr kumimoji="1" sz="1400">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 F</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a:defRPr kumimoji="1">
                          <a:solidFill>
                            <a:schemeClr val="tx1"/>
                          </a:solidFill>
                          <a:latin typeface="Times New Roman" panose="02020603050405020304" pitchFamily="18" charset="0"/>
                          <a:ea typeface="宋体" panose="02010600030101010101" pitchFamily="2" charset="-122"/>
                        </a:defRPr>
                      </a:lvl2pPr>
                      <a:lvl3pPr>
                        <a:defRPr kumimoji="1" sz="1600">
                          <a:solidFill>
                            <a:schemeClr val="tx1"/>
                          </a:solidFill>
                          <a:latin typeface="Times New Roman" panose="02020603050405020304" pitchFamily="18" charset="0"/>
                          <a:ea typeface="宋体" panose="02010600030101010101" pitchFamily="2" charset="-122"/>
                        </a:defRPr>
                      </a:lvl3pPr>
                      <a:lvl4pPr>
                        <a:defRPr kumimoji="1" sz="1400">
                          <a:solidFill>
                            <a:schemeClr val="tx1"/>
                          </a:solidFill>
                          <a:latin typeface="Times New Roman" panose="02020603050405020304" pitchFamily="18" charset="0"/>
                          <a:ea typeface="宋体" panose="02010600030101010101" pitchFamily="2" charset="-122"/>
                        </a:defRPr>
                      </a:lvl4pPr>
                      <a:lvl5pPr>
                        <a:defRPr kumimoji="1" sz="1400">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 T</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a:defRPr kumimoji="1">
                          <a:solidFill>
                            <a:schemeClr val="tx1"/>
                          </a:solidFill>
                          <a:latin typeface="Times New Roman" panose="02020603050405020304" pitchFamily="18" charset="0"/>
                          <a:ea typeface="宋体" panose="02010600030101010101" pitchFamily="2" charset="-122"/>
                        </a:defRPr>
                      </a:lvl2pPr>
                      <a:lvl3pPr>
                        <a:defRPr kumimoji="1" sz="1600">
                          <a:solidFill>
                            <a:schemeClr val="tx1"/>
                          </a:solidFill>
                          <a:latin typeface="Times New Roman" panose="02020603050405020304" pitchFamily="18" charset="0"/>
                          <a:ea typeface="宋体" panose="02010600030101010101" pitchFamily="2" charset="-122"/>
                        </a:defRPr>
                      </a:lvl3pPr>
                      <a:lvl4pPr>
                        <a:defRPr kumimoji="1" sz="1400">
                          <a:solidFill>
                            <a:schemeClr val="tx1"/>
                          </a:solidFill>
                          <a:latin typeface="Times New Roman" panose="02020603050405020304" pitchFamily="18" charset="0"/>
                          <a:ea typeface="宋体" panose="02010600030101010101" pitchFamily="2" charset="-122"/>
                        </a:defRPr>
                      </a:lvl4pPr>
                      <a:lvl5pPr>
                        <a:defRPr kumimoji="1" sz="1400">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 F</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a:defRPr kumimoji="1">
                          <a:solidFill>
                            <a:schemeClr val="tx1"/>
                          </a:solidFill>
                          <a:latin typeface="Times New Roman" panose="02020603050405020304" pitchFamily="18" charset="0"/>
                          <a:ea typeface="宋体" panose="02010600030101010101" pitchFamily="2" charset="-122"/>
                        </a:defRPr>
                      </a:lvl2pPr>
                      <a:lvl3pPr>
                        <a:defRPr kumimoji="1" sz="1600">
                          <a:solidFill>
                            <a:schemeClr val="tx1"/>
                          </a:solidFill>
                          <a:latin typeface="Times New Roman" panose="02020603050405020304" pitchFamily="18" charset="0"/>
                          <a:ea typeface="宋体" panose="02010600030101010101" pitchFamily="2" charset="-122"/>
                        </a:defRPr>
                      </a:lvl3pPr>
                      <a:lvl4pPr>
                        <a:defRPr kumimoji="1" sz="1400">
                          <a:solidFill>
                            <a:schemeClr val="tx1"/>
                          </a:solidFill>
                          <a:latin typeface="Times New Roman" panose="02020603050405020304" pitchFamily="18" charset="0"/>
                          <a:ea typeface="宋体" panose="02010600030101010101" pitchFamily="2" charset="-122"/>
                        </a:defRPr>
                      </a:lvl4pPr>
                      <a:lvl5pPr>
                        <a:defRPr kumimoji="1" sz="1400">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     F</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a:defRPr kumimoji="1">
                          <a:solidFill>
                            <a:schemeClr val="tx1"/>
                          </a:solidFill>
                          <a:latin typeface="Times New Roman" panose="02020603050405020304" pitchFamily="18" charset="0"/>
                          <a:ea typeface="宋体" panose="02010600030101010101" pitchFamily="2" charset="-122"/>
                        </a:defRPr>
                      </a:lvl2pPr>
                      <a:lvl3pPr>
                        <a:defRPr kumimoji="1" sz="1600">
                          <a:solidFill>
                            <a:schemeClr val="tx1"/>
                          </a:solidFill>
                          <a:latin typeface="Times New Roman" panose="02020603050405020304" pitchFamily="18" charset="0"/>
                          <a:ea typeface="宋体" panose="02010600030101010101" pitchFamily="2" charset="-122"/>
                        </a:defRPr>
                      </a:lvl3pPr>
                      <a:lvl4pPr>
                        <a:defRPr kumimoji="1" sz="1400">
                          <a:solidFill>
                            <a:schemeClr val="tx1"/>
                          </a:solidFill>
                          <a:latin typeface="Times New Roman" panose="02020603050405020304" pitchFamily="18" charset="0"/>
                          <a:ea typeface="宋体" panose="02010600030101010101" pitchFamily="2" charset="-122"/>
                        </a:defRPr>
                      </a:lvl4pPr>
                      <a:lvl5pPr>
                        <a:defRPr kumimoji="1" sz="1400">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      T </a:t>
                      </a:r>
                    </a:p>
                  </a:txBody>
                  <a:tcPr marT="45715" marB="45715"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3"/>
                  </a:ext>
                </a:extLst>
              </a:tr>
              <a:tr h="450808">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a:defRPr kumimoji="1">
                          <a:solidFill>
                            <a:schemeClr val="tx1"/>
                          </a:solidFill>
                          <a:latin typeface="Times New Roman" panose="02020603050405020304" pitchFamily="18" charset="0"/>
                          <a:ea typeface="宋体" panose="02010600030101010101" pitchFamily="2" charset="-122"/>
                        </a:defRPr>
                      </a:lvl2pPr>
                      <a:lvl3pPr>
                        <a:defRPr kumimoji="1" sz="1600">
                          <a:solidFill>
                            <a:schemeClr val="tx1"/>
                          </a:solidFill>
                          <a:latin typeface="Times New Roman" panose="02020603050405020304" pitchFamily="18" charset="0"/>
                          <a:ea typeface="宋体" panose="02010600030101010101" pitchFamily="2" charset="-122"/>
                        </a:defRPr>
                      </a:lvl3pPr>
                      <a:lvl4pPr>
                        <a:defRPr kumimoji="1" sz="1400">
                          <a:solidFill>
                            <a:schemeClr val="tx1"/>
                          </a:solidFill>
                          <a:latin typeface="Times New Roman" panose="02020603050405020304" pitchFamily="18" charset="0"/>
                          <a:ea typeface="宋体" panose="02010600030101010101" pitchFamily="2" charset="-122"/>
                        </a:defRPr>
                      </a:lvl4pPr>
                      <a:lvl5pPr>
                        <a:defRPr kumimoji="1" sz="1400">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011</a:t>
                      </a:r>
                    </a:p>
                  </a:txBody>
                  <a:tcPr marT="45715" marB="45715"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a:defRPr kumimoji="1">
                          <a:solidFill>
                            <a:schemeClr val="tx1"/>
                          </a:solidFill>
                          <a:latin typeface="Times New Roman" panose="02020603050405020304" pitchFamily="18" charset="0"/>
                          <a:ea typeface="宋体" panose="02010600030101010101" pitchFamily="2" charset="-122"/>
                        </a:defRPr>
                      </a:lvl2pPr>
                      <a:lvl3pPr>
                        <a:defRPr kumimoji="1" sz="1600">
                          <a:solidFill>
                            <a:schemeClr val="tx1"/>
                          </a:solidFill>
                          <a:latin typeface="Times New Roman" panose="02020603050405020304" pitchFamily="18" charset="0"/>
                          <a:ea typeface="宋体" panose="02010600030101010101" pitchFamily="2" charset="-122"/>
                        </a:defRPr>
                      </a:lvl3pPr>
                      <a:lvl4pPr>
                        <a:defRPr kumimoji="1" sz="1400">
                          <a:solidFill>
                            <a:schemeClr val="tx1"/>
                          </a:solidFill>
                          <a:latin typeface="Times New Roman" panose="02020603050405020304" pitchFamily="18" charset="0"/>
                          <a:ea typeface="宋体" panose="02010600030101010101" pitchFamily="2" charset="-122"/>
                        </a:defRPr>
                      </a:lvl4pPr>
                      <a:lvl5pPr>
                        <a:defRPr kumimoji="1" sz="1400">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 F</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a:defRPr kumimoji="1">
                          <a:solidFill>
                            <a:schemeClr val="tx1"/>
                          </a:solidFill>
                          <a:latin typeface="Times New Roman" panose="02020603050405020304" pitchFamily="18" charset="0"/>
                          <a:ea typeface="宋体" panose="02010600030101010101" pitchFamily="2" charset="-122"/>
                        </a:defRPr>
                      </a:lvl2pPr>
                      <a:lvl3pPr>
                        <a:defRPr kumimoji="1" sz="1600">
                          <a:solidFill>
                            <a:schemeClr val="tx1"/>
                          </a:solidFill>
                          <a:latin typeface="Times New Roman" panose="02020603050405020304" pitchFamily="18" charset="0"/>
                          <a:ea typeface="宋体" panose="02010600030101010101" pitchFamily="2" charset="-122"/>
                        </a:defRPr>
                      </a:lvl3pPr>
                      <a:lvl4pPr>
                        <a:defRPr kumimoji="1" sz="1400">
                          <a:solidFill>
                            <a:schemeClr val="tx1"/>
                          </a:solidFill>
                          <a:latin typeface="Times New Roman" panose="02020603050405020304" pitchFamily="18" charset="0"/>
                          <a:ea typeface="宋体" panose="02010600030101010101" pitchFamily="2" charset="-122"/>
                        </a:defRPr>
                      </a:lvl4pPr>
                      <a:lvl5pPr>
                        <a:defRPr kumimoji="1" sz="1400">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 T</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a:defRPr kumimoji="1">
                          <a:solidFill>
                            <a:schemeClr val="tx1"/>
                          </a:solidFill>
                          <a:latin typeface="Times New Roman" panose="02020603050405020304" pitchFamily="18" charset="0"/>
                          <a:ea typeface="宋体" panose="02010600030101010101" pitchFamily="2" charset="-122"/>
                        </a:defRPr>
                      </a:lvl2pPr>
                      <a:lvl3pPr>
                        <a:defRPr kumimoji="1" sz="1600">
                          <a:solidFill>
                            <a:schemeClr val="tx1"/>
                          </a:solidFill>
                          <a:latin typeface="Times New Roman" panose="02020603050405020304" pitchFamily="18" charset="0"/>
                          <a:ea typeface="宋体" panose="02010600030101010101" pitchFamily="2" charset="-122"/>
                        </a:defRPr>
                      </a:lvl3pPr>
                      <a:lvl4pPr>
                        <a:defRPr kumimoji="1" sz="1400">
                          <a:solidFill>
                            <a:schemeClr val="tx1"/>
                          </a:solidFill>
                          <a:latin typeface="Times New Roman" panose="02020603050405020304" pitchFamily="18" charset="0"/>
                          <a:ea typeface="宋体" panose="02010600030101010101" pitchFamily="2" charset="-122"/>
                        </a:defRPr>
                      </a:lvl4pPr>
                      <a:lvl5pPr>
                        <a:defRPr kumimoji="1" sz="1400">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 T</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a:defRPr kumimoji="1">
                          <a:solidFill>
                            <a:schemeClr val="tx1"/>
                          </a:solidFill>
                          <a:latin typeface="Times New Roman" panose="02020603050405020304" pitchFamily="18" charset="0"/>
                          <a:ea typeface="宋体" panose="02010600030101010101" pitchFamily="2" charset="-122"/>
                        </a:defRPr>
                      </a:lvl2pPr>
                      <a:lvl3pPr>
                        <a:defRPr kumimoji="1" sz="1600">
                          <a:solidFill>
                            <a:schemeClr val="tx1"/>
                          </a:solidFill>
                          <a:latin typeface="Times New Roman" panose="02020603050405020304" pitchFamily="18" charset="0"/>
                          <a:ea typeface="宋体" panose="02010600030101010101" pitchFamily="2" charset="-122"/>
                        </a:defRPr>
                      </a:lvl3pPr>
                      <a:lvl4pPr>
                        <a:defRPr kumimoji="1" sz="1400">
                          <a:solidFill>
                            <a:schemeClr val="tx1"/>
                          </a:solidFill>
                          <a:latin typeface="Times New Roman" panose="02020603050405020304" pitchFamily="18" charset="0"/>
                          <a:ea typeface="宋体" panose="02010600030101010101" pitchFamily="2" charset="-122"/>
                        </a:defRPr>
                      </a:lvl4pPr>
                      <a:lvl5pPr>
                        <a:defRPr kumimoji="1" sz="1400">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     T</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a:defRPr kumimoji="1">
                          <a:solidFill>
                            <a:schemeClr val="tx1"/>
                          </a:solidFill>
                          <a:latin typeface="Times New Roman" panose="02020603050405020304" pitchFamily="18" charset="0"/>
                          <a:ea typeface="宋体" panose="02010600030101010101" pitchFamily="2" charset="-122"/>
                        </a:defRPr>
                      </a:lvl2pPr>
                      <a:lvl3pPr>
                        <a:defRPr kumimoji="1" sz="1600">
                          <a:solidFill>
                            <a:schemeClr val="tx1"/>
                          </a:solidFill>
                          <a:latin typeface="Times New Roman" panose="02020603050405020304" pitchFamily="18" charset="0"/>
                          <a:ea typeface="宋体" panose="02010600030101010101" pitchFamily="2" charset="-122"/>
                        </a:defRPr>
                      </a:lvl3pPr>
                      <a:lvl4pPr>
                        <a:defRPr kumimoji="1" sz="1400">
                          <a:solidFill>
                            <a:schemeClr val="tx1"/>
                          </a:solidFill>
                          <a:latin typeface="Times New Roman" panose="02020603050405020304" pitchFamily="18" charset="0"/>
                          <a:ea typeface="宋体" panose="02010600030101010101" pitchFamily="2" charset="-122"/>
                        </a:defRPr>
                      </a:lvl4pPr>
                      <a:lvl5pPr>
                        <a:defRPr kumimoji="1" sz="1400">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      T</a:t>
                      </a:r>
                    </a:p>
                  </a:txBody>
                  <a:tcPr marT="45715" marB="45715"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4"/>
                  </a:ext>
                </a:extLst>
              </a:tr>
              <a:tr h="450808">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a:defRPr kumimoji="1">
                          <a:solidFill>
                            <a:schemeClr val="tx1"/>
                          </a:solidFill>
                          <a:latin typeface="Times New Roman" panose="02020603050405020304" pitchFamily="18" charset="0"/>
                          <a:ea typeface="宋体" panose="02010600030101010101" pitchFamily="2" charset="-122"/>
                        </a:defRPr>
                      </a:lvl2pPr>
                      <a:lvl3pPr>
                        <a:defRPr kumimoji="1" sz="1600">
                          <a:solidFill>
                            <a:schemeClr val="tx1"/>
                          </a:solidFill>
                          <a:latin typeface="Times New Roman" panose="02020603050405020304" pitchFamily="18" charset="0"/>
                          <a:ea typeface="宋体" panose="02010600030101010101" pitchFamily="2" charset="-122"/>
                        </a:defRPr>
                      </a:lvl3pPr>
                      <a:lvl4pPr>
                        <a:defRPr kumimoji="1" sz="1400">
                          <a:solidFill>
                            <a:schemeClr val="tx1"/>
                          </a:solidFill>
                          <a:latin typeface="Times New Roman" panose="02020603050405020304" pitchFamily="18" charset="0"/>
                          <a:ea typeface="宋体" panose="02010600030101010101" pitchFamily="2" charset="-122"/>
                        </a:defRPr>
                      </a:lvl4pPr>
                      <a:lvl5pPr>
                        <a:defRPr kumimoji="1" sz="1400">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100 </a:t>
                      </a:r>
                    </a:p>
                  </a:txBody>
                  <a:tcPr marT="45715" marB="45715"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a:defRPr kumimoji="1">
                          <a:solidFill>
                            <a:schemeClr val="tx1"/>
                          </a:solidFill>
                          <a:latin typeface="Times New Roman" panose="02020603050405020304" pitchFamily="18" charset="0"/>
                          <a:ea typeface="宋体" panose="02010600030101010101" pitchFamily="2" charset="-122"/>
                        </a:defRPr>
                      </a:lvl2pPr>
                      <a:lvl3pPr>
                        <a:defRPr kumimoji="1" sz="1600">
                          <a:solidFill>
                            <a:schemeClr val="tx1"/>
                          </a:solidFill>
                          <a:latin typeface="Times New Roman" panose="02020603050405020304" pitchFamily="18" charset="0"/>
                          <a:ea typeface="宋体" panose="02010600030101010101" pitchFamily="2" charset="-122"/>
                        </a:defRPr>
                      </a:lvl3pPr>
                      <a:lvl4pPr>
                        <a:defRPr kumimoji="1" sz="1400">
                          <a:solidFill>
                            <a:schemeClr val="tx1"/>
                          </a:solidFill>
                          <a:latin typeface="Times New Roman" panose="02020603050405020304" pitchFamily="18" charset="0"/>
                          <a:ea typeface="宋体" panose="02010600030101010101" pitchFamily="2" charset="-122"/>
                        </a:defRPr>
                      </a:lvl4pPr>
                      <a:lvl5pPr>
                        <a:defRPr kumimoji="1" sz="1400">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 T</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a:defRPr kumimoji="1">
                          <a:solidFill>
                            <a:schemeClr val="tx1"/>
                          </a:solidFill>
                          <a:latin typeface="Times New Roman" panose="02020603050405020304" pitchFamily="18" charset="0"/>
                          <a:ea typeface="宋体" panose="02010600030101010101" pitchFamily="2" charset="-122"/>
                        </a:defRPr>
                      </a:lvl2pPr>
                      <a:lvl3pPr>
                        <a:defRPr kumimoji="1" sz="1600">
                          <a:solidFill>
                            <a:schemeClr val="tx1"/>
                          </a:solidFill>
                          <a:latin typeface="Times New Roman" panose="02020603050405020304" pitchFamily="18" charset="0"/>
                          <a:ea typeface="宋体" panose="02010600030101010101" pitchFamily="2" charset="-122"/>
                        </a:defRPr>
                      </a:lvl3pPr>
                      <a:lvl4pPr>
                        <a:defRPr kumimoji="1" sz="1400">
                          <a:solidFill>
                            <a:schemeClr val="tx1"/>
                          </a:solidFill>
                          <a:latin typeface="Times New Roman" panose="02020603050405020304" pitchFamily="18" charset="0"/>
                          <a:ea typeface="宋体" panose="02010600030101010101" pitchFamily="2" charset="-122"/>
                        </a:defRPr>
                      </a:lvl4pPr>
                      <a:lvl5pPr>
                        <a:defRPr kumimoji="1" sz="1400">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 F</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a:defRPr kumimoji="1">
                          <a:solidFill>
                            <a:schemeClr val="tx1"/>
                          </a:solidFill>
                          <a:latin typeface="Times New Roman" panose="02020603050405020304" pitchFamily="18" charset="0"/>
                          <a:ea typeface="宋体" panose="02010600030101010101" pitchFamily="2" charset="-122"/>
                        </a:defRPr>
                      </a:lvl2pPr>
                      <a:lvl3pPr>
                        <a:defRPr kumimoji="1" sz="1600">
                          <a:solidFill>
                            <a:schemeClr val="tx1"/>
                          </a:solidFill>
                          <a:latin typeface="Times New Roman" panose="02020603050405020304" pitchFamily="18" charset="0"/>
                          <a:ea typeface="宋体" panose="02010600030101010101" pitchFamily="2" charset="-122"/>
                        </a:defRPr>
                      </a:lvl3pPr>
                      <a:lvl4pPr>
                        <a:defRPr kumimoji="1" sz="1400">
                          <a:solidFill>
                            <a:schemeClr val="tx1"/>
                          </a:solidFill>
                          <a:latin typeface="Times New Roman" panose="02020603050405020304" pitchFamily="18" charset="0"/>
                          <a:ea typeface="宋体" panose="02010600030101010101" pitchFamily="2" charset="-122"/>
                        </a:defRPr>
                      </a:lvl4pPr>
                      <a:lvl5pPr>
                        <a:defRPr kumimoji="1" sz="1400">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 F</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a:defRPr kumimoji="1">
                          <a:solidFill>
                            <a:schemeClr val="tx1"/>
                          </a:solidFill>
                          <a:latin typeface="Times New Roman" panose="02020603050405020304" pitchFamily="18" charset="0"/>
                          <a:ea typeface="宋体" panose="02010600030101010101" pitchFamily="2" charset="-122"/>
                        </a:defRPr>
                      </a:lvl2pPr>
                      <a:lvl3pPr>
                        <a:defRPr kumimoji="1" sz="1600">
                          <a:solidFill>
                            <a:schemeClr val="tx1"/>
                          </a:solidFill>
                          <a:latin typeface="Times New Roman" panose="02020603050405020304" pitchFamily="18" charset="0"/>
                          <a:ea typeface="宋体" panose="02010600030101010101" pitchFamily="2" charset="-122"/>
                        </a:defRPr>
                      </a:lvl3pPr>
                      <a:lvl4pPr>
                        <a:defRPr kumimoji="1" sz="1400">
                          <a:solidFill>
                            <a:schemeClr val="tx1"/>
                          </a:solidFill>
                          <a:latin typeface="Times New Roman" panose="02020603050405020304" pitchFamily="18" charset="0"/>
                          <a:ea typeface="宋体" panose="02010600030101010101" pitchFamily="2" charset="-122"/>
                        </a:defRPr>
                      </a:lvl4pPr>
                      <a:lvl5pPr>
                        <a:defRPr kumimoji="1" sz="1400">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     T</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a:defRPr kumimoji="1">
                          <a:solidFill>
                            <a:schemeClr val="tx1"/>
                          </a:solidFill>
                          <a:latin typeface="Times New Roman" panose="02020603050405020304" pitchFamily="18" charset="0"/>
                          <a:ea typeface="宋体" panose="02010600030101010101" pitchFamily="2" charset="-122"/>
                        </a:defRPr>
                      </a:lvl2pPr>
                      <a:lvl3pPr>
                        <a:defRPr kumimoji="1" sz="1600">
                          <a:solidFill>
                            <a:schemeClr val="tx1"/>
                          </a:solidFill>
                          <a:latin typeface="Times New Roman" panose="02020603050405020304" pitchFamily="18" charset="0"/>
                          <a:ea typeface="宋体" panose="02010600030101010101" pitchFamily="2" charset="-122"/>
                        </a:defRPr>
                      </a:lvl3pPr>
                      <a:lvl4pPr>
                        <a:defRPr kumimoji="1" sz="1400">
                          <a:solidFill>
                            <a:schemeClr val="tx1"/>
                          </a:solidFill>
                          <a:latin typeface="Times New Roman" panose="02020603050405020304" pitchFamily="18" charset="0"/>
                          <a:ea typeface="宋体" panose="02010600030101010101" pitchFamily="2" charset="-122"/>
                        </a:defRPr>
                      </a:lvl4pPr>
                      <a:lvl5pPr>
                        <a:defRPr kumimoji="1" sz="1400">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      T</a:t>
                      </a:r>
                    </a:p>
                  </a:txBody>
                  <a:tcPr marT="45715" marB="45715"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5"/>
                  </a:ext>
                </a:extLst>
              </a:tr>
              <a:tr h="452396">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a:defRPr kumimoji="1">
                          <a:solidFill>
                            <a:schemeClr val="tx1"/>
                          </a:solidFill>
                          <a:latin typeface="Times New Roman" panose="02020603050405020304" pitchFamily="18" charset="0"/>
                          <a:ea typeface="宋体" panose="02010600030101010101" pitchFamily="2" charset="-122"/>
                        </a:defRPr>
                      </a:lvl2pPr>
                      <a:lvl3pPr>
                        <a:defRPr kumimoji="1" sz="1600">
                          <a:solidFill>
                            <a:schemeClr val="tx1"/>
                          </a:solidFill>
                          <a:latin typeface="Times New Roman" panose="02020603050405020304" pitchFamily="18" charset="0"/>
                          <a:ea typeface="宋体" panose="02010600030101010101" pitchFamily="2" charset="-122"/>
                        </a:defRPr>
                      </a:lvl3pPr>
                      <a:lvl4pPr>
                        <a:defRPr kumimoji="1" sz="1400">
                          <a:solidFill>
                            <a:schemeClr val="tx1"/>
                          </a:solidFill>
                          <a:latin typeface="Times New Roman" panose="02020603050405020304" pitchFamily="18" charset="0"/>
                          <a:ea typeface="宋体" panose="02010600030101010101" pitchFamily="2" charset="-122"/>
                        </a:defRPr>
                      </a:lvl4pPr>
                      <a:lvl5pPr>
                        <a:defRPr kumimoji="1" sz="1400">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101</a:t>
                      </a:r>
                    </a:p>
                  </a:txBody>
                  <a:tcPr marT="45715" marB="45715"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a:defRPr kumimoji="1">
                          <a:solidFill>
                            <a:schemeClr val="tx1"/>
                          </a:solidFill>
                          <a:latin typeface="Times New Roman" panose="02020603050405020304" pitchFamily="18" charset="0"/>
                          <a:ea typeface="宋体" panose="02010600030101010101" pitchFamily="2" charset="-122"/>
                        </a:defRPr>
                      </a:lvl2pPr>
                      <a:lvl3pPr>
                        <a:defRPr kumimoji="1" sz="1600">
                          <a:solidFill>
                            <a:schemeClr val="tx1"/>
                          </a:solidFill>
                          <a:latin typeface="Times New Roman" panose="02020603050405020304" pitchFamily="18" charset="0"/>
                          <a:ea typeface="宋体" panose="02010600030101010101" pitchFamily="2" charset="-122"/>
                        </a:defRPr>
                      </a:lvl3pPr>
                      <a:lvl4pPr>
                        <a:defRPr kumimoji="1" sz="1400">
                          <a:solidFill>
                            <a:schemeClr val="tx1"/>
                          </a:solidFill>
                          <a:latin typeface="Times New Roman" panose="02020603050405020304" pitchFamily="18" charset="0"/>
                          <a:ea typeface="宋体" panose="02010600030101010101" pitchFamily="2" charset="-122"/>
                        </a:defRPr>
                      </a:lvl4pPr>
                      <a:lvl5pPr>
                        <a:defRPr kumimoji="1" sz="1400">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 T</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a:defRPr kumimoji="1">
                          <a:solidFill>
                            <a:schemeClr val="tx1"/>
                          </a:solidFill>
                          <a:latin typeface="Times New Roman" panose="02020603050405020304" pitchFamily="18" charset="0"/>
                          <a:ea typeface="宋体" panose="02010600030101010101" pitchFamily="2" charset="-122"/>
                        </a:defRPr>
                      </a:lvl2pPr>
                      <a:lvl3pPr>
                        <a:defRPr kumimoji="1" sz="1600">
                          <a:solidFill>
                            <a:schemeClr val="tx1"/>
                          </a:solidFill>
                          <a:latin typeface="Times New Roman" panose="02020603050405020304" pitchFamily="18" charset="0"/>
                          <a:ea typeface="宋体" panose="02010600030101010101" pitchFamily="2" charset="-122"/>
                        </a:defRPr>
                      </a:lvl3pPr>
                      <a:lvl4pPr>
                        <a:defRPr kumimoji="1" sz="1400">
                          <a:solidFill>
                            <a:schemeClr val="tx1"/>
                          </a:solidFill>
                          <a:latin typeface="Times New Roman" panose="02020603050405020304" pitchFamily="18" charset="0"/>
                          <a:ea typeface="宋体" panose="02010600030101010101" pitchFamily="2" charset="-122"/>
                        </a:defRPr>
                      </a:lvl4pPr>
                      <a:lvl5pPr>
                        <a:defRPr kumimoji="1" sz="1400">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 F</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a:defRPr kumimoji="1">
                          <a:solidFill>
                            <a:schemeClr val="tx1"/>
                          </a:solidFill>
                          <a:latin typeface="Times New Roman" panose="02020603050405020304" pitchFamily="18" charset="0"/>
                          <a:ea typeface="宋体" panose="02010600030101010101" pitchFamily="2" charset="-122"/>
                        </a:defRPr>
                      </a:lvl2pPr>
                      <a:lvl3pPr>
                        <a:defRPr kumimoji="1" sz="1600">
                          <a:solidFill>
                            <a:schemeClr val="tx1"/>
                          </a:solidFill>
                          <a:latin typeface="Times New Roman" panose="02020603050405020304" pitchFamily="18" charset="0"/>
                          <a:ea typeface="宋体" panose="02010600030101010101" pitchFamily="2" charset="-122"/>
                        </a:defRPr>
                      </a:lvl3pPr>
                      <a:lvl4pPr>
                        <a:defRPr kumimoji="1" sz="1400">
                          <a:solidFill>
                            <a:schemeClr val="tx1"/>
                          </a:solidFill>
                          <a:latin typeface="Times New Roman" panose="02020603050405020304" pitchFamily="18" charset="0"/>
                          <a:ea typeface="宋体" panose="02010600030101010101" pitchFamily="2" charset="-122"/>
                        </a:defRPr>
                      </a:lvl4pPr>
                      <a:lvl5pPr>
                        <a:defRPr kumimoji="1" sz="1400">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 T</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a:defRPr kumimoji="1">
                          <a:solidFill>
                            <a:schemeClr val="tx1"/>
                          </a:solidFill>
                          <a:latin typeface="Times New Roman" panose="02020603050405020304" pitchFamily="18" charset="0"/>
                          <a:ea typeface="宋体" panose="02010600030101010101" pitchFamily="2" charset="-122"/>
                        </a:defRPr>
                      </a:lvl2pPr>
                      <a:lvl3pPr>
                        <a:defRPr kumimoji="1" sz="1600">
                          <a:solidFill>
                            <a:schemeClr val="tx1"/>
                          </a:solidFill>
                          <a:latin typeface="Times New Roman" panose="02020603050405020304" pitchFamily="18" charset="0"/>
                          <a:ea typeface="宋体" panose="02010600030101010101" pitchFamily="2" charset="-122"/>
                        </a:defRPr>
                      </a:lvl3pPr>
                      <a:lvl4pPr>
                        <a:defRPr kumimoji="1" sz="1400">
                          <a:solidFill>
                            <a:schemeClr val="tx1"/>
                          </a:solidFill>
                          <a:latin typeface="Times New Roman" panose="02020603050405020304" pitchFamily="18" charset="0"/>
                          <a:ea typeface="宋体" panose="02010600030101010101" pitchFamily="2" charset="-122"/>
                        </a:defRPr>
                      </a:lvl4pPr>
                      <a:lvl5pPr>
                        <a:defRPr kumimoji="1" sz="1400">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     T</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a:defRPr kumimoji="1">
                          <a:solidFill>
                            <a:schemeClr val="tx1"/>
                          </a:solidFill>
                          <a:latin typeface="Times New Roman" panose="02020603050405020304" pitchFamily="18" charset="0"/>
                          <a:ea typeface="宋体" panose="02010600030101010101" pitchFamily="2" charset="-122"/>
                        </a:defRPr>
                      </a:lvl2pPr>
                      <a:lvl3pPr>
                        <a:defRPr kumimoji="1" sz="1600">
                          <a:solidFill>
                            <a:schemeClr val="tx1"/>
                          </a:solidFill>
                          <a:latin typeface="Times New Roman" panose="02020603050405020304" pitchFamily="18" charset="0"/>
                          <a:ea typeface="宋体" panose="02010600030101010101" pitchFamily="2" charset="-122"/>
                        </a:defRPr>
                      </a:lvl3pPr>
                      <a:lvl4pPr>
                        <a:defRPr kumimoji="1" sz="1400">
                          <a:solidFill>
                            <a:schemeClr val="tx1"/>
                          </a:solidFill>
                          <a:latin typeface="Times New Roman" panose="02020603050405020304" pitchFamily="18" charset="0"/>
                          <a:ea typeface="宋体" panose="02010600030101010101" pitchFamily="2" charset="-122"/>
                        </a:defRPr>
                      </a:lvl4pPr>
                      <a:lvl5pPr>
                        <a:defRPr kumimoji="1" sz="1400">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      T</a:t>
                      </a:r>
                    </a:p>
                  </a:txBody>
                  <a:tcPr marT="45715" marB="45715"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6"/>
                  </a:ext>
                </a:extLst>
              </a:tr>
              <a:tr h="450808">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a:defRPr kumimoji="1">
                          <a:solidFill>
                            <a:schemeClr val="tx1"/>
                          </a:solidFill>
                          <a:latin typeface="Times New Roman" panose="02020603050405020304" pitchFamily="18" charset="0"/>
                          <a:ea typeface="宋体" panose="02010600030101010101" pitchFamily="2" charset="-122"/>
                        </a:defRPr>
                      </a:lvl2pPr>
                      <a:lvl3pPr>
                        <a:defRPr kumimoji="1" sz="1600">
                          <a:solidFill>
                            <a:schemeClr val="tx1"/>
                          </a:solidFill>
                          <a:latin typeface="Times New Roman" panose="02020603050405020304" pitchFamily="18" charset="0"/>
                          <a:ea typeface="宋体" panose="02010600030101010101" pitchFamily="2" charset="-122"/>
                        </a:defRPr>
                      </a:lvl3pPr>
                      <a:lvl4pPr>
                        <a:defRPr kumimoji="1" sz="1400">
                          <a:solidFill>
                            <a:schemeClr val="tx1"/>
                          </a:solidFill>
                          <a:latin typeface="Times New Roman" panose="02020603050405020304" pitchFamily="18" charset="0"/>
                          <a:ea typeface="宋体" panose="02010600030101010101" pitchFamily="2" charset="-122"/>
                        </a:defRPr>
                      </a:lvl4pPr>
                      <a:lvl5pPr>
                        <a:defRPr kumimoji="1" sz="1400">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110</a:t>
                      </a:r>
                    </a:p>
                  </a:txBody>
                  <a:tcPr marT="45715" marB="45715"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a:defRPr kumimoji="1">
                          <a:solidFill>
                            <a:schemeClr val="tx1"/>
                          </a:solidFill>
                          <a:latin typeface="Times New Roman" panose="02020603050405020304" pitchFamily="18" charset="0"/>
                          <a:ea typeface="宋体" panose="02010600030101010101" pitchFamily="2" charset="-122"/>
                        </a:defRPr>
                      </a:lvl2pPr>
                      <a:lvl3pPr>
                        <a:defRPr kumimoji="1" sz="1600">
                          <a:solidFill>
                            <a:schemeClr val="tx1"/>
                          </a:solidFill>
                          <a:latin typeface="Times New Roman" panose="02020603050405020304" pitchFamily="18" charset="0"/>
                          <a:ea typeface="宋体" panose="02010600030101010101" pitchFamily="2" charset="-122"/>
                        </a:defRPr>
                      </a:lvl3pPr>
                      <a:lvl4pPr>
                        <a:defRPr kumimoji="1" sz="1400">
                          <a:solidFill>
                            <a:schemeClr val="tx1"/>
                          </a:solidFill>
                          <a:latin typeface="Times New Roman" panose="02020603050405020304" pitchFamily="18" charset="0"/>
                          <a:ea typeface="宋体" panose="02010600030101010101" pitchFamily="2" charset="-122"/>
                        </a:defRPr>
                      </a:lvl4pPr>
                      <a:lvl5pPr>
                        <a:defRPr kumimoji="1" sz="1400">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 T</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a:defRPr kumimoji="1">
                          <a:solidFill>
                            <a:schemeClr val="tx1"/>
                          </a:solidFill>
                          <a:latin typeface="Times New Roman" panose="02020603050405020304" pitchFamily="18" charset="0"/>
                          <a:ea typeface="宋体" panose="02010600030101010101" pitchFamily="2" charset="-122"/>
                        </a:defRPr>
                      </a:lvl2pPr>
                      <a:lvl3pPr>
                        <a:defRPr kumimoji="1" sz="1600">
                          <a:solidFill>
                            <a:schemeClr val="tx1"/>
                          </a:solidFill>
                          <a:latin typeface="Times New Roman" panose="02020603050405020304" pitchFamily="18" charset="0"/>
                          <a:ea typeface="宋体" panose="02010600030101010101" pitchFamily="2" charset="-122"/>
                        </a:defRPr>
                      </a:lvl3pPr>
                      <a:lvl4pPr>
                        <a:defRPr kumimoji="1" sz="1400">
                          <a:solidFill>
                            <a:schemeClr val="tx1"/>
                          </a:solidFill>
                          <a:latin typeface="Times New Roman" panose="02020603050405020304" pitchFamily="18" charset="0"/>
                          <a:ea typeface="宋体" panose="02010600030101010101" pitchFamily="2" charset="-122"/>
                        </a:defRPr>
                      </a:lvl4pPr>
                      <a:lvl5pPr>
                        <a:defRPr kumimoji="1" sz="1400">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 T</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a:defRPr kumimoji="1">
                          <a:solidFill>
                            <a:schemeClr val="tx1"/>
                          </a:solidFill>
                          <a:latin typeface="Times New Roman" panose="02020603050405020304" pitchFamily="18" charset="0"/>
                          <a:ea typeface="宋体" panose="02010600030101010101" pitchFamily="2" charset="-122"/>
                        </a:defRPr>
                      </a:lvl2pPr>
                      <a:lvl3pPr>
                        <a:defRPr kumimoji="1" sz="1600">
                          <a:solidFill>
                            <a:schemeClr val="tx1"/>
                          </a:solidFill>
                          <a:latin typeface="Times New Roman" panose="02020603050405020304" pitchFamily="18" charset="0"/>
                          <a:ea typeface="宋体" panose="02010600030101010101" pitchFamily="2" charset="-122"/>
                        </a:defRPr>
                      </a:lvl3pPr>
                      <a:lvl4pPr>
                        <a:defRPr kumimoji="1" sz="1400">
                          <a:solidFill>
                            <a:schemeClr val="tx1"/>
                          </a:solidFill>
                          <a:latin typeface="Times New Roman" panose="02020603050405020304" pitchFamily="18" charset="0"/>
                          <a:ea typeface="宋体" panose="02010600030101010101" pitchFamily="2" charset="-122"/>
                        </a:defRPr>
                      </a:lvl4pPr>
                      <a:lvl5pPr>
                        <a:defRPr kumimoji="1" sz="1400">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 F</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a:defRPr kumimoji="1">
                          <a:solidFill>
                            <a:schemeClr val="tx1"/>
                          </a:solidFill>
                          <a:latin typeface="Times New Roman" panose="02020603050405020304" pitchFamily="18" charset="0"/>
                          <a:ea typeface="宋体" panose="02010600030101010101" pitchFamily="2" charset="-122"/>
                        </a:defRPr>
                      </a:lvl2pPr>
                      <a:lvl3pPr>
                        <a:defRPr kumimoji="1" sz="1600">
                          <a:solidFill>
                            <a:schemeClr val="tx1"/>
                          </a:solidFill>
                          <a:latin typeface="Times New Roman" panose="02020603050405020304" pitchFamily="18" charset="0"/>
                          <a:ea typeface="宋体" panose="02010600030101010101" pitchFamily="2" charset="-122"/>
                        </a:defRPr>
                      </a:lvl3pPr>
                      <a:lvl4pPr>
                        <a:defRPr kumimoji="1" sz="1400">
                          <a:solidFill>
                            <a:schemeClr val="tx1"/>
                          </a:solidFill>
                          <a:latin typeface="Times New Roman" panose="02020603050405020304" pitchFamily="18" charset="0"/>
                          <a:ea typeface="宋体" panose="02010600030101010101" pitchFamily="2" charset="-122"/>
                        </a:defRPr>
                      </a:lvl4pPr>
                      <a:lvl5pPr>
                        <a:defRPr kumimoji="1" sz="1400">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     F</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a:defRPr kumimoji="1">
                          <a:solidFill>
                            <a:schemeClr val="tx1"/>
                          </a:solidFill>
                          <a:latin typeface="Times New Roman" panose="02020603050405020304" pitchFamily="18" charset="0"/>
                          <a:ea typeface="宋体" panose="02010600030101010101" pitchFamily="2" charset="-122"/>
                        </a:defRPr>
                      </a:lvl2pPr>
                      <a:lvl3pPr>
                        <a:defRPr kumimoji="1" sz="1600">
                          <a:solidFill>
                            <a:schemeClr val="tx1"/>
                          </a:solidFill>
                          <a:latin typeface="Times New Roman" panose="02020603050405020304" pitchFamily="18" charset="0"/>
                          <a:ea typeface="宋体" panose="02010600030101010101" pitchFamily="2" charset="-122"/>
                        </a:defRPr>
                      </a:lvl3pPr>
                      <a:lvl4pPr>
                        <a:defRPr kumimoji="1" sz="1400">
                          <a:solidFill>
                            <a:schemeClr val="tx1"/>
                          </a:solidFill>
                          <a:latin typeface="Times New Roman" panose="02020603050405020304" pitchFamily="18" charset="0"/>
                          <a:ea typeface="宋体" panose="02010600030101010101" pitchFamily="2" charset="-122"/>
                        </a:defRPr>
                      </a:lvl4pPr>
                      <a:lvl5pPr>
                        <a:defRPr kumimoji="1" sz="1400">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      F</a:t>
                      </a:r>
                    </a:p>
                  </a:txBody>
                  <a:tcPr marT="45715" marB="45715"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7"/>
                  </a:ext>
                </a:extLst>
              </a:tr>
              <a:tr h="452396">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a:defRPr kumimoji="1">
                          <a:solidFill>
                            <a:schemeClr val="tx1"/>
                          </a:solidFill>
                          <a:latin typeface="Times New Roman" panose="02020603050405020304" pitchFamily="18" charset="0"/>
                          <a:ea typeface="宋体" panose="02010600030101010101" pitchFamily="2" charset="-122"/>
                        </a:defRPr>
                      </a:lvl2pPr>
                      <a:lvl3pPr>
                        <a:defRPr kumimoji="1" sz="1600">
                          <a:solidFill>
                            <a:schemeClr val="tx1"/>
                          </a:solidFill>
                          <a:latin typeface="Times New Roman" panose="02020603050405020304" pitchFamily="18" charset="0"/>
                          <a:ea typeface="宋体" panose="02010600030101010101" pitchFamily="2" charset="-122"/>
                        </a:defRPr>
                      </a:lvl3pPr>
                      <a:lvl4pPr>
                        <a:defRPr kumimoji="1" sz="1400">
                          <a:solidFill>
                            <a:schemeClr val="tx1"/>
                          </a:solidFill>
                          <a:latin typeface="Times New Roman" panose="02020603050405020304" pitchFamily="18" charset="0"/>
                          <a:ea typeface="宋体" panose="02010600030101010101" pitchFamily="2" charset="-122"/>
                        </a:defRPr>
                      </a:lvl4pPr>
                      <a:lvl5pPr>
                        <a:defRPr kumimoji="1" sz="1400">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111</a:t>
                      </a:r>
                    </a:p>
                  </a:txBody>
                  <a:tcPr marT="45715" marB="45715"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a:defRPr kumimoji="1">
                          <a:solidFill>
                            <a:schemeClr val="tx1"/>
                          </a:solidFill>
                          <a:latin typeface="Times New Roman" panose="02020603050405020304" pitchFamily="18" charset="0"/>
                          <a:ea typeface="宋体" panose="02010600030101010101" pitchFamily="2" charset="-122"/>
                        </a:defRPr>
                      </a:lvl2pPr>
                      <a:lvl3pPr>
                        <a:defRPr kumimoji="1" sz="1600">
                          <a:solidFill>
                            <a:schemeClr val="tx1"/>
                          </a:solidFill>
                          <a:latin typeface="Times New Roman" panose="02020603050405020304" pitchFamily="18" charset="0"/>
                          <a:ea typeface="宋体" panose="02010600030101010101" pitchFamily="2" charset="-122"/>
                        </a:defRPr>
                      </a:lvl3pPr>
                      <a:lvl4pPr>
                        <a:defRPr kumimoji="1" sz="1400">
                          <a:solidFill>
                            <a:schemeClr val="tx1"/>
                          </a:solidFill>
                          <a:latin typeface="Times New Roman" panose="02020603050405020304" pitchFamily="18" charset="0"/>
                          <a:ea typeface="宋体" panose="02010600030101010101" pitchFamily="2" charset="-122"/>
                        </a:defRPr>
                      </a:lvl4pPr>
                      <a:lvl5pPr>
                        <a:defRPr kumimoji="1" sz="1400">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 T</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a:defRPr kumimoji="1">
                          <a:solidFill>
                            <a:schemeClr val="tx1"/>
                          </a:solidFill>
                          <a:latin typeface="Times New Roman" panose="02020603050405020304" pitchFamily="18" charset="0"/>
                          <a:ea typeface="宋体" panose="02010600030101010101" pitchFamily="2" charset="-122"/>
                        </a:defRPr>
                      </a:lvl2pPr>
                      <a:lvl3pPr>
                        <a:defRPr kumimoji="1" sz="1600">
                          <a:solidFill>
                            <a:schemeClr val="tx1"/>
                          </a:solidFill>
                          <a:latin typeface="Times New Roman" panose="02020603050405020304" pitchFamily="18" charset="0"/>
                          <a:ea typeface="宋体" panose="02010600030101010101" pitchFamily="2" charset="-122"/>
                        </a:defRPr>
                      </a:lvl3pPr>
                      <a:lvl4pPr>
                        <a:defRPr kumimoji="1" sz="1400">
                          <a:solidFill>
                            <a:schemeClr val="tx1"/>
                          </a:solidFill>
                          <a:latin typeface="Times New Roman" panose="02020603050405020304" pitchFamily="18" charset="0"/>
                          <a:ea typeface="宋体" panose="02010600030101010101" pitchFamily="2" charset="-122"/>
                        </a:defRPr>
                      </a:lvl4pPr>
                      <a:lvl5pPr>
                        <a:defRPr kumimoji="1" sz="1400">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 T</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a:defRPr kumimoji="1">
                          <a:solidFill>
                            <a:schemeClr val="tx1"/>
                          </a:solidFill>
                          <a:latin typeface="Times New Roman" panose="02020603050405020304" pitchFamily="18" charset="0"/>
                          <a:ea typeface="宋体" panose="02010600030101010101" pitchFamily="2" charset="-122"/>
                        </a:defRPr>
                      </a:lvl2pPr>
                      <a:lvl3pPr>
                        <a:defRPr kumimoji="1" sz="1600">
                          <a:solidFill>
                            <a:schemeClr val="tx1"/>
                          </a:solidFill>
                          <a:latin typeface="Times New Roman" panose="02020603050405020304" pitchFamily="18" charset="0"/>
                          <a:ea typeface="宋体" panose="02010600030101010101" pitchFamily="2" charset="-122"/>
                        </a:defRPr>
                      </a:lvl3pPr>
                      <a:lvl4pPr>
                        <a:defRPr kumimoji="1" sz="1400">
                          <a:solidFill>
                            <a:schemeClr val="tx1"/>
                          </a:solidFill>
                          <a:latin typeface="Times New Roman" panose="02020603050405020304" pitchFamily="18" charset="0"/>
                          <a:ea typeface="宋体" panose="02010600030101010101" pitchFamily="2" charset="-122"/>
                        </a:defRPr>
                      </a:lvl4pPr>
                      <a:lvl5pPr>
                        <a:defRPr kumimoji="1" sz="1400">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 T</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a:defRPr kumimoji="1">
                          <a:solidFill>
                            <a:schemeClr val="tx1"/>
                          </a:solidFill>
                          <a:latin typeface="Times New Roman" panose="02020603050405020304" pitchFamily="18" charset="0"/>
                          <a:ea typeface="宋体" panose="02010600030101010101" pitchFamily="2" charset="-122"/>
                        </a:defRPr>
                      </a:lvl2pPr>
                      <a:lvl3pPr>
                        <a:defRPr kumimoji="1" sz="1600">
                          <a:solidFill>
                            <a:schemeClr val="tx1"/>
                          </a:solidFill>
                          <a:latin typeface="Times New Roman" panose="02020603050405020304" pitchFamily="18" charset="0"/>
                          <a:ea typeface="宋体" panose="02010600030101010101" pitchFamily="2" charset="-122"/>
                        </a:defRPr>
                      </a:lvl3pPr>
                      <a:lvl4pPr>
                        <a:defRPr kumimoji="1" sz="1400">
                          <a:solidFill>
                            <a:schemeClr val="tx1"/>
                          </a:solidFill>
                          <a:latin typeface="Times New Roman" panose="02020603050405020304" pitchFamily="18" charset="0"/>
                          <a:ea typeface="宋体" panose="02010600030101010101" pitchFamily="2" charset="-122"/>
                        </a:defRPr>
                      </a:lvl4pPr>
                      <a:lvl5pPr>
                        <a:defRPr kumimoji="1" sz="1400">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     T</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a:defRPr kumimoji="1">
                          <a:solidFill>
                            <a:schemeClr val="tx1"/>
                          </a:solidFill>
                          <a:latin typeface="Times New Roman" panose="02020603050405020304" pitchFamily="18" charset="0"/>
                          <a:ea typeface="宋体" panose="02010600030101010101" pitchFamily="2" charset="-122"/>
                        </a:defRPr>
                      </a:lvl2pPr>
                      <a:lvl3pPr>
                        <a:defRPr kumimoji="1" sz="1600">
                          <a:solidFill>
                            <a:schemeClr val="tx1"/>
                          </a:solidFill>
                          <a:latin typeface="Times New Roman" panose="02020603050405020304" pitchFamily="18" charset="0"/>
                          <a:ea typeface="宋体" panose="02010600030101010101" pitchFamily="2" charset="-122"/>
                        </a:defRPr>
                      </a:lvl3pPr>
                      <a:lvl4pPr>
                        <a:defRPr kumimoji="1" sz="1400">
                          <a:solidFill>
                            <a:schemeClr val="tx1"/>
                          </a:solidFill>
                          <a:latin typeface="Times New Roman" panose="02020603050405020304" pitchFamily="18" charset="0"/>
                          <a:ea typeface="宋体" panose="02010600030101010101" pitchFamily="2" charset="-122"/>
                        </a:defRPr>
                      </a:lvl4pPr>
                      <a:lvl5pPr>
                        <a:defRPr kumimoji="1" sz="1400">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      T</a:t>
                      </a:r>
                    </a:p>
                  </a:txBody>
                  <a:tcPr marT="45715" marB="45715"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日期占位符 1">
            <a:extLst>
              <a:ext uri="{FF2B5EF4-FFF2-40B4-BE49-F238E27FC236}">
                <a16:creationId xmlns:a16="http://schemas.microsoft.com/office/drawing/2014/main" id="{9CC39862-B6CA-446F-A534-97CC55E881BB}"/>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73A4B68B-C486-4B73-8F24-76FB77ED4829}"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15715" name="页脚占位符 2">
            <a:extLst>
              <a:ext uri="{FF2B5EF4-FFF2-40B4-BE49-F238E27FC236}">
                <a16:creationId xmlns:a16="http://schemas.microsoft.com/office/drawing/2014/main" id="{9D04316B-C43B-4A0E-8718-B35FAC7A62CA}"/>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15716" name="灯片编号占位符 3">
            <a:extLst>
              <a:ext uri="{FF2B5EF4-FFF2-40B4-BE49-F238E27FC236}">
                <a16:creationId xmlns:a16="http://schemas.microsoft.com/office/drawing/2014/main" id="{F978B1BF-CEC2-4A3D-AE50-475404EF33F7}"/>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2262B27F-B1F0-4AC6-8CB0-49B0D3712886}" type="slidenum">
              <a:rPr lang="en-US" altLang="zh-CN" sz="1400" smtClean="0">
                <a:latin typeface="Times New Roman" panose="02020603050405020304" pitchFamily="18" charset="0"/>
                <a:ea typeface="宋体" panose="02010600030101010101" pitchFamily="2" charset="-122"/>
              </a:rPr>
              <a:pPr>
                <a:spcBef>
                  <a:spcPct val="0"/>
                </a:spcBef>
                <a:buFontTx/>
                <a:buNone/>
              </a:pPr>
              <a:t>89</a:t>
            </a:fld>
            <a:endParaRPr lang="en-US" altLang="zh-CN" sz="1400">
              <a:latin typeface="Times New Roman" panose="02020603050405020304" pitchFamily="18" charset="0"/>
              <a:ea typeface="宋体" panose="02010600030101010101" pitchFamily="2" charset="-122"/>
            </a:endParaRPr>
          </a:p>
        </p:txBody>
      </p:sp>
      <p:sp>
        <p:nvSpPr>
          <p:cNvPr id="115717" name="页脚占位符 3">
            <a:extLst>
              <a:ext uri="{FF2B5EF4-FFF2-40B4-BE49-F238E27FC236}">
                <a16:creationId xmlns:a16="http://schemas.microsoft.com/office/drawing/2014/main" id="{22BA118A-22CB-4274-903B-EDA30F31B9EC}"/>
              </a:ext>
            </a:extLst>
          </p:cNvPr>
          <p:cNvSpPr txBox="1">
            <a:spLocks noGrp="1"/>
          </p:cNvSpPr>
          <p:nvPr/>
        </p:nvSpPr>
        <p:spPr bwMode="black">
          <a:xfrm>
            <a:off x="609600" y="6470650"/>
            <a:ext cx="538163"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r">
              <a:spcBef>
                <a:spcPct val="0"/>
              </a:spcBef>
              <a:buFontTx/>
              <a:buNone/>
            </a:pPr>
            <a:fld id="{C15322C8-2883-444F-AD7A-5CFBCFAA4BE8}" type="slidenum">
              <a:rPr kumimoji="0" lang="en-US" altLang="zh-CN" sz="1000">
                <a:solidFill>
                  <a:schemeClr val="bg1"/>
                </a:solidFill>
                <a:latin typeface="Arial" panose="020B0604020202020204" pitchFamily="34" charset="0"/>
                <a:ea typeface="宋体" panose="02010600030101010101" pitchFamily="2" charset="-122"/>
              </a:rPr>
              <a:pPr algn="r">
                <a:spcBef>
                  <a:spcPct val="0"/>
                </a:spcBef>
                <a:buFontTx/>
                <a:buNone/>
              </a:pPr>
              <a:t>89</a:t>
            </a:fld>
            <a:endParaRPr kumimoji="0" lang="en-US" altLang="zh-CN" sz="1000">
              <a:solidFill>
                <a:schemeClr val="bg1"/>
              </a:solidFill>
              <a:latin typeface="Arial" panose="020B0604020202020204" pitchFamily="34" charset="0"/>
              <a:ea typeface="宋体" panose="02010600030101010101" pitchFamily="2" charset="-122"/>
            </a:endParaRPr>
          </a:p>
        </p:txBody>
      </p:sp>
      <p:sp>
        <p:nvSpPr>
          <p:cNvPr id="115718" name="日期占位符 4">
            <a:extLst>
              <a:ext uri="{FF2B5EF4-FFF2-40B4-BE49-F238E27FC236}">
                <a16:creationId xmlns:a16="http://schemas.microsoft.com/office/drawing/2014/main" id="{42498DCD-EDD8-44FA-8BE7-9BD7BAF5CF20}"/>
              </a:ext>
            </a:extLst>
          </p:cNvPr>
          <p:cNvSpPr txBox="1">
            <a:spLocks noGrp="1"/>
          </p:cNvSpPr>
          <p:nvPr/>
        </p:nvSpPr>
        <p:spPr bwMode="auto">
          <a:xfrm>
            <a:off x="1271588" y="6472238"/>
            <a:ext cx="946150"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fld id="{0C7B291B-C7A1-4F79-A419-956863C4CEEF}" type="datetime1">
              <a:rPr kumimoji="0" lang="zh-CN" altLang="en-US" sz="1000">
                <a:solidFill>
                  <a:schemeClr val="bg1"/>
                </a:solidFill>
                <a:latin typeface="Arial" panose="020B0604020202020204" pitchFamily="34" charset="0"/>
                <a:ea typeface="宋体" panose="02010600030101010101" pitchFamily="2" charset="-122"/>
              </a:rPr>
              <a:pPr eaLnBrk="1" hangingPunct="1">
                <a:spcBef>
                  <a:spcPct val="0"/>
                </a:spcBef>
                <a:buFontTx/>
                <a:buNone/>
              </a:pPr>
              <a:t>2020/9/7</a:t>
            </a:fld>
            <a:endParaRPr kumimoji="0" lang="en-US" altLang="zh-CN" sz="1000">
              <a:solidFill>
                <a:schemeClr val="bg1"/>
              </a:solidFill>
              <a:latin typeface="Arial" panose="020B0604020202020204" pitchFamily="34" charset="0"/>
              <a:ea typeface="宋体" panose="02010600030101010101" pitchFamily="2" charset="-122"/>
            </a:endParaRPr>
          </a:p>
        </p:txBody>
      </p:sp>
      <p:sp>
        <p:nvSpPr>
          <p:cNvPr id="115719" name="Text Box 2">
            <a:extLst>
              <a:ext uri="{FF2B5EF4-FFF2-40B4-BE49-F238E27FC236}">
                <a16:creationId xmlns:a16="http://schemas.microsoft.com/office/drawing/2014/main" id="{9BC2DF78-F21B-4AF1-B8CF-9B0155DCF42C}"/>
              </a:ext>
            </a:extLst>
          </p:cNvPr>
          <p:cNvSpPr txBox="1">
            <a:spLocks noChangeArrowheads="1"/>
          </p:cNvSpPr>
          <p:nvPr/>
        </p:nvSpPr>
        <p:spPr bwMode="auto">
          <a:xfrm>
            <a:off x="1403350" y="692150"/>
            <a:ext cx="60166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公式的分类</a:t>
            </a:r>
          </a:p>
        </p:txBody>
      </p:sp>
      <p:pic>
        <p:nvPicPr>
          <p:cNvPr id="115720" name="Picture 6" descr="C:\Program Files\Microsoft Office\MEDIA\CAGCAT10\j0293844.wmf">
            <a:extLst>
              <a:ext uri="{FF2B5EF4-FFF2-40B4-BE49-F238E27FC236}">
                <a16:creationId xmlns:a16="http://schemas.microsoft.com/office/drawing/2014/main" id="{8DE995FC-A4CC-4791-9DF6-0E3048AD34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5143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5721" name="Rectangle 6">
            <a:extLst>
              <a:ext uri="{FF2B5EF4-FFF2-40B4-BE49-F238E27FC236}">
                <a16:creationId xmlns:a16="http://schemas.microsoft.com/office/drawing/2014/main" id="{0F178DEF-D1EF-4A1A-921F-DE1E91082912}"/>
              </a:ext>
            </a:extLst>
          </p:cNvPr>
          <p:cNvSpPr>
            <a:spLocks noChangeArrowheads="1"/>
          </p:cNvSpPr>
          <p:nvPr/>
        </p:nvSpPr>
        <p:spPr bwMode="auto">
          <a:xfrm>
            <a:off x="755650" y="1773238"/>
            <a:ext cx="7777163" cy="1771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kumimoji="0" lang="en-US" altLang="zh-CN" b="1">
                <a:solidFill>
                  <a:srgbClr val="006600"/>
                </a:solidFill>
                <a:latin typeface="Times New Roman" panose="02020603050405020304" pitchFamily="18" charset="0"/>
                <a:ea typeface="宋体" panose="02010600030101010101" pitchFamily="2" charset="-122"/>
              </a:rPr>
              <a:t>【</a:t>
            </a:r>
            <a:r>
              <a:rPr kumimoji="0" lang="zh-CN" altLang="en-US" b="1">
                <a:solidFill>
                  <a:srgbClr val="006600"/>
                </a:solidFill>
                <a:latin typeface="Times New Roman" panose="02020603050405020304" pitchFamily="18" charset="0"/>
                <a:ea typeface="宋体" panose="02010600030101010101" pitchFamily="2" charset="-122"/>
              </a:rPr>
              <a:t>例</a:t>
            </a:r>
            <a:r>
              <a:rPr kumimoji="0" lang="en-US" altLang="zh-CN" b="1">
                <a:solidFill>
                  <a:srgbClr val="006600"/>
                </a:solidFill>
                <a:latin typeface="Times New Roman" panose="02020603050405020304" pitchFamily="18" charset="0"/>
                <a:ea typeface="宋体" panose="02010600030101010101" pitchFamily="2" charset="-122"/>
              </a:rPr>
              <a:t>】</a:t>
            </a:r>
            <a:r>
              <a:rPr kumimoji="0" lang="zh-CN" altLang="en-US" b="1">
                <a:solidFill>
                  <a:srgbClr val="000000"/>
                </a:solidFill>
                <a:latin typeface="Times New Roman" panose="02020603050405020304" pitchFamily="18" charset="0"/>
                <a:ea typeface="宋体" panose="02010600030101010101" pitchFamily="2" charset="-122"/>
              </a:rPr>
              <a:t>求列公式的真值表：</a:t>
            </a:r>
          </a:p>
          <a:p>
            <a:pPr eaLnBrk="1" hangingPunct="1">
              <a:buFontTx/>
              <a:buNone/>
            </a:pPr>
            <a:r>
              <a:rPr kumimoji="0" lang="zh-CN" altLang="en-US" b="1">
                <a:solidFill>
                  <a:srgbClr val="000000"/>
                </a:solidFill>
                <a:latin typeface="Times New Roman" panose="02020603050405020304" pitchFamily="18" charset="0"/>
                <a:ea typeface="宋体" panose="02010600030101010101" pitchFamily="2" charset="-122"/>
              </a:rPr>
              <a:t>	             Ｇ</a:t>
            </a:r>
            <a:r>
              <a:rPr kumimoji="0" lang="en-US" altLang="zh-CN" b="1" baseline="-25000">
                <a:solidFill>
                  <a:srgbClr val="000000"/>
                </a:solidFill>
                <a:latin typeface="Times New Roman" panose="02020603050405020304" pitchFamily="18" charset="0"/>
                <a:ea typeface="宋体" panose="02010600030101010101" pitchFamily="2" charset="-122"/>
              </a:rPr>
              <a:t>1</a:t>
            </a:r>
            <a:r>
              <a:rPr kumimoji="0" lang="zh-CN" altLang="en-US" b="1">
                <a:solidFill>
                  <a:srgbClr val="000000"/>
                </a:solidFill>
                <a:latin typeface="Times New Roman" panose="02020603050405020304" pitchFamily="18" charset="0"/>
                <a:ea typeface="宋体" panose="02010600030101010101" pitchFamily="2" charset="-122"/>
              </a:rPr>
              <a:t>＝ </a:t>
            </a:r>
            <a:r>
              <a:rPr kumimoji="0" lang="zh-CN" altLang="en-US" b="1">
                <a:solidFill>
                  <a:srgbClr val="000000"/>
                </a:solidFill>
                <a:latin typeface="Times New Roman" panose="02020603050405020304" pitchFamily="18" charset="0"/>
                <a:ea typeface="宋体" panose="02010600030101010101" pitchFamily="2" charset="-122"/>
                <a:sym typeface="Symbol" panose="05050102010706020507" pitchFamily="18" charset="2"/>
              </a:rPr>
              <a:t></a:t>
            </a:r>
            <a:r>
              <a:rPr kumimoji="0" lang="en-US" altLang="zh-CN" b="1">
                <a:solidFill>
                  <a:srgbClr val="000000"/>
                </a:solidFill>
                <a:latin typeface="Times New Roman" panose="02020603050405020304" pitchFamily="18" charset="0"/>
                <a:ea typeface="宋体" panose="02010600030101010101" pitchFamily="2" charset="-122"/>
              </a:rPr>
              <a:t>(</a:t>
            </a:r>
            <a:r>
              <a:rPr kumimoji="0" lang="zh-CN" altLang="en-US" b="1">
                <a:solidFill>
                  <a:srgbClr val="000000"/>
                </a:solidFill>
                <a:latin typeface="Times New Roman" panose="02020603050405020304" pitchFamily="18" charset="0"/>
                <a:ea typeface="宋体" panose="02010600030101010101" pitchFamily="2" charset="-122"/>
              </a:rPr>
              <a:t>Ｐ→Ｑ</a:t>
            </a:r>
            <a:r>
              <a:rPr kumimoji="0" lang="en-US" altLang="zh-CN" b="1">
                <a:solidFill>
                  <a:srgbClr val="000000"/>
                </a:solidFill>
                <a:latin typeface="Times New Roman" panose="02020603050405020304" pitchFamily="18" charset="0"/>
                <a:ea typeface="宋体" panose="02010600030101010101" pitchFamily="2" charset="-122"/>
              </a:rPr>
              <a:t>)→</a:t>
            </a:r>
            <a:r>
              <a:rPr kumimoji="0" lang="zh-CN" altLang="en-US" b="1">
                <a:solidFill>
                  <a:srgbClr val="000000"/>
                </a:solidFill>
                <a:latin typeface="Times New Roman" panose="02020603050405020304" pitchFamily="18" charset="0"/>
                <a:ea typeface="宋体" panose="02010600030101010101" pitchFamily="2" charset="-122"/>
              </a:rPr>
              <a:t>Ｐ；  </a:t>
            </a:r>
          </a:p>
          <a:p>
            <a:pPr eaLnBrk="1" hangingPunct="1">
              <a:buFontTx/>
              <a:buNone/>
            </a:pPr>
            <a:r>
              <a:rPr kumimoji="0" lang="zh-CN" altLang="en-US" b="1">
                <a:solidFill>
                  <a:srgbClr val="000000"/>
                </a:solidFill>
                <a:latin typeface="Times New Roman" panose="02020603050405020304" pitchFamily="18" charset="0"/>
                <a:ea typeface="宋体" panose="02010600030101010101" pitchFamily="2" charset="-122"/>
              </a:rPr>
              <a:t>                         Ｇ</a:t>
            </a:r>
            <a:r>
              <a:rPr kumimoji="0" lang="en-US" altLang="zh-CN" b="1" baseline="-25000">
                <a:solidFill>
                  <a:srgbClr val="000000"/>
                </a:solidFill>
                <a:latin typeface="Times New Roman" panose="02020603050405020304" pitchFamily="18" charset="0"/>
                <a:ea typeface="宋体" panose="02010600030101010101" pitchFamily="2" charset="-122"/>
              </a:rPr>
              <a:t>2</a:t>
            </a:r>
            <a:r>
              <a:rPr kumimoji="0" lang="zh-CN" altLang="en-US" b="1">
                <a:solidFill>
                  <a:srgbClr val="000000"/>
                </a:solidFill>
                <a:latin typeface="Times New Roman" panose="02020603050405020304" pitchFamily="18" charset="0"/>
                <a:ea typeface="宋体" panose="02010600030101010101" pitchFamily="2" charset="-122"/>
              </a:rPr>
              <a:t>＝</a:t>
            </a:r>
            <a:r>
              <a:rPr kumimoji="0" lang="en-US" altLang="zh-CN" b="1">
                <a:solidFill>
                  <a:srgbClr val="000000"/>
                </a:solidFill>
                <a:latin typeface="Times New Roman" panose="02020603050405020304" pitchFamily="18" charset="0"/>
                <a:ea typeface="宋体" panose="02010600030101010101" pitchFamily="2" charset="-122"/>
              </a:rPr>
              <a:t>(</a:t>
            </a:r>
            <a:r>
              <a:rPr kumimoji="0" lang="zh-CN" altLang="en-US" b="1">
                <a:solidFill>
                  <a:srgbClr val="000000"/>
                </a:solidFill>
                <a:latin typeface="Times New Roman" panose="02020603050405020304" pitchFamily="18" charset="0"/>
                <a:ea typeface="宋体" panose="02010600030101010101" pitchFamily="2" charset="-122"/>
              </a:rPr>
              <a:t>Ｐ→Ｑ</a:t>
            </a:r>
            <a:r>
              <a:rPr kumimoji="0" lang="en-US" altLang="zh-CN" b="1">
                <a:solidFill>
                  <a:srgbClr val="000000"/>
                </a:solidFill>
                <a:latin typeface="Times New Roman" panose="02020603050405020304" pitchFamily="18" charset="0"/>
                <a:ea typeface="宋体" panose="02010600030101010101" pitchFamily="2" charset="-122"/>
              </a:rPr>
              <a:t>)∧</a:t>
            </a:r>
            <a:r>
              <a:rPr kumimoji="0" lang="zh-CN" altLang="en-US" b="1">
                <a:solidFill>
                  <a:srgbClr val="000000"/>
                </a:solidFill>
                <a:latin typeface="Times New Roman" panose="02020603050405020304" pitchFamily="18" charset="0"/>
                <a:ea typeface="宋体" panose="02010600030101010101" pitchFamily="2" charset="-122"/>
              </a:rPr>
              <a:t>Ｐ；</a:t>
            </a:r>
          </a:p>
          <a:p>
            <a:pPr eaLnBrk="1" hangingPunct="1">
              <a:buFontTx/>
              <a:buNone/>
            </a:pPr>
            <a:r>
              <a:rPr kumimoji="0" lang="zh-CN" altLang="en-US" b="1">
                <a:solidFill>
                  <a:srgbClr val="000000"/>
                </a:solidFill>
                <a:latin typeface="Times New Roman" panose="02020603050405020304" pitchFamily="18" charset="0"/>
                <a:ea typeface="宋体" panose="02010600030101010101" pitchFamily="2" charset="-122"/>
              </a:rPr>
              <a:t>                         Ｇ</a:t>
            </a:r>
            <a:r>
              <a:rPr kumimoji="0" lang="en-US" altLang="zh-CN" b="1" baseline="-25000">
                <a:solidFill>
                  <a:srgbClr val="000000"/>
                </a:solidFill>
                <a:latin typeface="Times New Roman" panose="02020603050405020304" pitchFamily="18" charset="0"/>
                <a:ea typeface="宋体" panose="02010600030101010101" pitchFamily="2" charset="-122"/>
              </a:rPr>
              <a:t>3</a:t>
            </a:r>
            <a:r>
              <a:rPr kumimoji="0" lang="zh-CN" altLang="en-US" b="1">
                <a:solidFill>
                  <a:srgbClr val="000000"/>
                </a:solidFill>
                <a:latin typeface="Times New Roman" panose="02020603050405020304" pitchFamily="18" charset="0"/>
                <a:ea typeface="宋体" panose="02010600030101010101" pitchFamily="2" charset="-122"/>
              </a:rPr>
              <a:t>＝ </a:t>
            </a:r>
            <a:r>
              <a:rPr kumimoji="0" lang="zh-CN" altLang="en-US" b="1">
                <a:solidFill>
                  <a:srgbClr val="000000"/>
                </a:solidFill>
                <a:latin typeface="Times New Roman" panose="02020603050405020304" pitchFamily="18" charset="0"/>
                <a:ea typeface="宋体" panose="02010600030101010101" pitchFamily="2" charset="-122"/>
                <a:sym typeface="Symbol" panose="05050102010706020507" pitchFamily="18" charset="2"/>
              </a:rPr>
              <a:t></a:t>
            </a:r>
            <a:r>
              <a:rPr kumimoji="0" lang="en-US" altLang="zh-CN" b="1">
                <a:solidFill>
                  <a:srgbClr val="000000"/>
                </a:solidFill>
                <a:latin typeface="Times New Roman" panose="02020603050405020304" pitchFamily="18" charset="0"/>
                <a:ea typeface="宋体" panose="02010600030101010101" pitchFamily="2" charset="-122"/>
              </a:rPr>
              <a:t>(</a:t>
            </a:r>
            <a:r>
              <a:rPr kumimoji="0" lang="zh-CN" altLang="en-US" b="1">
                <a:solidFill>
                  <a:srgbClr val="000000"/>
                </a:solidFill>
                <a:latin typeface="Times New Roman" panose="02020603050405020304" pitchFamily="18" charset="0"/>
                <a:ea typeface="宋体" panose="02010600030101010101" pitchFamily="2" charset="-122"/>
              </a:rPr>
              <a:t>Ｐ∧</a:t>
            </a:r>
            <a:r>
              <a:rPr kumimoji="0" lang="zh-CN" altLang="en-US" b="1">
                <a:solidFill>
                  <a:srgbClr val="000000"/>
                </a:solidFill>
                <a:latin typeface="Times New Roman" panose="02020603050405020304" pitchFamily="18" charset="0"/>
                <a:ea typeface="宋体" panose="02010600030101010101" pitchFamily="2" charset="-122"/>
                <a:sym typeface="Symbol" panose="05050102010706020507" pitchFamily="18" charset="2"/>
              </a:rPr>
              <a:t></a:t>
            </a:r>
            <a:r>
              <a:rPr kumimoji="0" lang="zh-CN" altLang="en-US" b="1">
                <a:solidFill>
                  <a:srgbClr val="000000"/>
                </a:solidFill>
                <a:latin typeface="Times New Roman" panose="02020603050405020304" pitchFamily="18" charset="0"/>
                <a:ea typeface="宋体" panose="02010600030101010101" pitchFamily="2" charset="-122"/>
              </a:rPr>
              <a:t>Ｑ</a:t>
            </a:r>
            <a:r>
              <a:rPr kumimoji="0" lang="en-US" altLang="zh-CN" b="1">
                <a:solidFill>
                  <a:srgbClr val="000000"/>
                </a:solidFill>
                <a:latin typeface="Times New Roman" panose="02020603050405020304" pitchFamily="18" charset="0"/>
                <a:ea typeface="宋体" panose="02010600030101010101" pitchFamily="2" charset="-122"/>
              </a:rPr>
              <a:t>)</a:t>
            </a:r>
            <a:r>
              <a:rPr kumimoji="0" lang="en-US" altLang="zh-CN" b="1">
                <a:solidFill>
                  <a:srgbClr val="000000"/>
                </a:solidFill>
                <a:latin typeface="Times New Roman" panose="02020603050405020304" pitchFamily="18" charset="0"/>
                <a:ea typeface="宋体" panose="02010600030101010101" pitchFamily="2" charset="-122"/>
                <a:sym typeface="Symbol" panose="05050102010706020507" pitchFamily="18" charset="2"/>
              </a:rPr>
              <a:t> </a:t>
            </a:r>
            <a:r>
              <a:rPr kumimoji="0" lang="en-US" altLang="zh-CN" b="1">
                <a:solidFill>
                  <a:srgbClr val="000000"/>
                </a:solidFill>
                <a:latin typeface="Times New Roman" panose="02020603050405020304" pitchFamily="18" charset="0"/>
                <a:ea typeface="宋体" panose="02010600030101010101" pitchFamily="2" charset="-122"/>
              </a:rPr>
              <a:t>(</a:t>
            </a:r>
            <a:r>
              <a:rPr kumimoji="0" lang="zh-CN" altLang="en-US" b="1">
                <a:solidFill>
                  <a:srgbClr val="000000"/>
                </a:solidFill>
                <a:latin typeface="Times New Roman" panose="02020603050405020304" pitchFamily="18" charset="0"/>
                <a:ea typeface="宋体" panose="02010600030101010101" pitchFamily="2" charset="-122"/>
              </a:rPr>
              <a:t>Ｐ→</a:t>
            </a:r>
            <a:r>
              <a:rPr kumimoji="0" lang="en-US" altLang="zh-CN" b="1">
                <a:solidFill>
                  <a:srgbClr val="000000"/>
                </a:solidFill>
                <a:latin typeface="Times New Roman" panose="02020603050405020304" pitchFamily="18" charset="0"/>
                <a:ea typeface="宋体" panose="02010600030101010101" pitchFamily="2" charset="-122"/>
              </a:rPr>
              <a:t>Q)</a:t>
            </a:r>
            <a:r>
              <a:rPr kumimoji="0" lang="zh-CN" altLang="en-US" b="1">
                <a:solidFill>
                  <a:srgbClr val="000000"/>
                </a:solidFill>
                <a:latin typeface="Times New Roman" panose="02020603050405020304" pitchFamily="18" charset="0"/>
                <a:ea typeface="宋体" panose="02010600030101010101" pitchFamily="2" charset="-122"/>
              </a:rPr>
              <a:t>。</a:t>
            </a:r>
          </a:p>
        </p:txBody>
      </p:sp>
      <p:pic>
        <p:nvPicPr>
          <p:cNvPr id="115722" name="Picture 7" descr="QQ截图20140124211220">
            <a:extLst>
              <a:ext uri="{FF2B5EF4-FFF2-40B4-BE49-F238E27FC236}">
                <a16:creationId xmlns:a16="http://schemas.microsoft.com/office/drawing/2014/main" id="{5BE4E5DD-BC57-4A7E-BA9D-D52C7E3E3B8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113" y="3716338"/>
            <a:ext cx="8064500" cy="2316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日期占位符 1">
            <a:extLst>
              <a:ext uri="{FF2B5EF4-FFF2-40B4-BE49-F238E27FC236}">
                <a16:creationId xmlns:a16="http://schemas.microsoft.com/office/drawing/2014/main" id="{4536CB30-5D8A-4EF8-9267-DE0F6B243ACC}"/>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7EB41A26-86FA-41C9-AA39-2165D17C727B}"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16739" name="页脚占位符 2">
            <a:extLst>
              <a:ext uri="{FF2B5EF4-FFF2-40B4-BE49-F238E27FC236}">
                <a16:creationId xmlns:a16="http://schemas.microsoft.com/office/drawing/2014/main" id="{BDD5738E-DF3A-4E73-8DE9-7952DB53DD9A}"/>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16740" name="灯片编号占位符 3">
            <a:extLst>
              <a:ext uri="{FF2B5EF4-FFF2-40B4-BE49-F238E27FC236}">
                <a16:creationId xmlns:a16="http://schemas.microsoft.com/office/drawing/2014/main" id="{3A3FA525-9D99-43FF-AB01-CBBDE7863A7F}"/>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48DD529D-510B-4A20-85ED-9899C77B780F}" type="slidenum">
              <a:rPr lang="en-US" altLang="zh-CN" sz="1400" smtClean="0">
                <a:latin typeface="Times New Roman" panose="02020603050405020304" pitchFamily="18" charset="0"/>
                <a:ea typeface="宋体" panose="02010600030101010101" pitchFamily="2" charset="-122"/>
              </a:rPr>
              <a:pPr>
                <a:spcBef>
                  <a:spcPct val="0"/>
                </a:spcBef>
                <a:buFontTx/>
                <a:buNone/>
              </a:pPr>
              <a:t>90</a:t>
            </a:fld>
            <a:endParaRPr lang="en-US" altLang="zh-CN" sz="1400">
              <a:latin typeface="Times New Roman" panose="02020603050405020304" pitchFamily="18" charset="0"/>
              <a:ea typeface="宋体" panose="02010600030101010101" pitchFamily="2" charset="-122"/>
            </a:endParaRPr>
          </a:p>
        </p:txBody>
      </p:sp>
      <p:sp>
        <p:nvSpPr>
          <p:cNvPr id="116741" name="页脚占位符 3">
            <a:extLst>
              <a:ext uri="{FF2B5EF4-FFF2-40B4-BE49-F238E27FC236}">
                <a16:creationId xmlns:a16="http://schemas.microsoft.com/office/drawing/2014/main" id="{B2909CE2-59B4-485A-AA88-51B640E64099}"/>
              </a:ext>
            </a:extLst>
          </p:cNvPr>
          <p:cNvSpPr txBox="1">
            <a:spLocks noGrp="1"/>
          </p:cNvSpPr>
          <p:nvPr/>
        </p:nvSpPr>
        <p:spPr bwMode="black">
          <a:xfrm>
            <a:off x="609600" y="6470650"/>
            <a:ext cx="538163"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r">
              <a:spcBef>
                <a:spcPct val="0"/>
              </a:spcBef>
              <a:buFontTx/>
              <a:buNone/>
            </a:pPr>
            <a:fld id="{9D604C0C-3FAB-4A0F-9F3D-AC1BFDD7A155}" type="slidenum">
              <a:rPr kumimoji="0" lang="en-US" altLang="zh-CN" sz="1000">
                <a:solidFill>
                  <a:schemeClr val="bg1"/>
                </a:solidFill>
                <a:latin typeface="Arial" panose="020B0604020202020204" pitchFamily="34" charset="0"/>
                <a:ea typeface="宋体" panose="02010600030101010101" pitchFamily="2" charset="-122"/>
              </a:rPr>
              <a:pPr algn="r">
                <a:spcBef>
                  <a:spcPct val="0"/>
                </a:spcBef>
                <a:buFontTx/>
                <a:buNone/>
              </a:pPr>
              <a:t>90</a:t>
            </a:fld>
            <a:endParaRPr kumimoji="0" lang="en-US" altLang="zh-CN" sz="1000">
              <a:solidFill>
                <a:schemeClr val="bg1"/>
              </a:solidFill>
              <a:latin typeface="Arial" panose="020B0604020202020204" pitchFamily="34" charset="0"/>
              <a:ea typeface="宋体" panose="02010600030101010101" pitchFamily="2" charset="-122"/>
            </a:endParaRPr>
          </a:p>
        </p:txBody>
      </p:sp>
      <p:sp>
        <p:nvSpPr>
          <p:cNvPr id="116742" name="日期占位符 4">
            <a:extLst>
              <a:ext uri="{FF2B5EF4-FFF2-40B4-BE49-F238E27FC236}">
                <a16:creationId xmlns:a16="http://schemas.microsoft.com/office/drawing/2014/main" id="{82AE6A6D-8DDA-42F6-9B3B-41935B7C7BF4}"/>
              </a:ext>
            </a:extLst>
          </p:cNvPr>
          <p:cNvSpPr txBox="1">
            <a:spLocks noGrp="1"/>
          </p:cNvSpPr>
          <p:nvPr/>
        </p:nvSpPr>
        <p:spPr bwMode="auto">
          <a:xfrm>
            <a:off x="1271588" y="6472238"/>
            <a:ext cx="946150"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fld id="{83A4EFEE-D4D9-488E-970D-B0D7C07CAD5A}" type="datetime1">
              <a:rPr kumimoji="0" lang="zh-CN" altLang="en-US" sz="1000">
                <a:solidFill>
                  <a:schemeClr val="bg1"/>
                </a:solidFill>
                <a:latin typeface="Arial" panose="020B0604020202020204" pitchFamily="34" charset="0"/>
                <a:ea typeface="宋体" panose="02010600030101010101" pitchFamily="2" charset="-122"/>
              </a:rPr>
              <a:pPr eaLnBrk="1" hangingPunct="1">
                <a:spcBef>
                  <a:spcPct val="0"/>
                </a:spcBef>
                <a:buFontTx/>
                <a:buNone/>
              </a:pPr>
              <a:t>2020/9/7</a:t>
            </a:fld>
            <a:endParaRPr kumimoji="0" lang="en-US" altLang="zh-CN" sz="1000">
              <a:solidFill>
                <a:schemeClr val="bg1"/>
              </a:solidFill>
              <a:latin typeface="Arial" panose="020B0604020202020204" pitchFamily="34" charset="0"/>
              <a:ea typeface="宋体" panose="02010600030101010101" pitchFamily="2" charset="-122"/>
            </a:endParaRPr>
          </a:p>
        </p:txBody>
      </p:sp>
      <p:sp>
        <p:nvSpPr>
          <p:cNvPr id="116743" name="Text Box 2">
            <a:extLst>
              <a:ext uri="{FF2B5EF4-FFF2-40B4-BE49-F238E27FC236}">
                <a16:creationId xmlns:a16="http://schemas.microsoft.com/office/drawing/2014/main" id="{DA9B557B-973F-4411-AF3C-DB6C43689CAB}"/>
              </a:ext>
            </a:extLst>
          </p:cNvPr>
          <p:cNvSpPr txBox="1">
            <a:spLocks noChangeArrowheads="1"/>
          </p:cNvSpPr>
          <p:nvPr/>
        </p:nvSpPr>
        <p:spPr bwMode="auto">
          <a:xfrm>
            <a:off x="1403350" y="692150"/>
            <a:ext cx="60166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公式的分类</a:t>
            </a:r>
          </a:p>
        </p:txBody>
      </p:sp>
      <p:pic>
        <p:nvPicPr>
          <p:cNvPr id="116744" name="Picture 6" descr="C:\Program Files\Microsoft Office\MEDIA\CAGCAT10\j0293844.wmf">
            <a:extLst>
              <a:ext uri="{FF2B5EF4-FFF2-40B4-BE49-F238E27FC236}">
                <a16:creationId xmlns:a16="http://schemas.microsoft.com/office/drawing/2014/main" id="{CEA8EA75-46CC-46E3-8571-6F954B7F90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5143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6745" name="Rectangle 2">
            <a:extLst>
              <a:ext uri="{FF2B5EF4-FFF2-40B4-BE49-F238E27FC236}">
                <a16:creationId xmlns:a16="http://schemas.microsoft.com/office/drawing/2014/main" id="{29CEB02A-D626-410D-8A1A-FB0BD3C59EE4}"/>
              </a:ext>
            </a:extLst>
          </p:cNvPr>
          <p:cNvSpPr>
            <a:spLocks noChangeArrowheads="1"/>
          </p:cNvSpPr>
          <p:nvPr/>
        </p:nvSpPr>
        <p:spPr bwMode="auto">
          <a:xfrm>
            <a:off x="684213" y="2130425"/>
            <a:ext cx="4535487" cy="79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Clr>
                <a:srgbClr val="0000CC"/>
              </a:buClr>
              <a:buFontTx/>
              <a:buNone/>
            </a:pPr>
            <a:r>
              <a:rPr kumimoji="0" lang="zh-CN" altLang="en-US" sz="2800" b="1">
                <a:solidFill>
                  <a:srgbClr val="000000"/>
                </a:solidFill>
                <a:latin typeface="Times New Roman" panose="02020603050405020304" pitchFamily="18" charset="0"/>
                <a:ea typeface="黑体" panose="02010609060101010101" pitchFamily="49" charset="-122"/>
              </a:rPr>
              <a:t>从这三个真值表可以看到：</a:t>
            </a:r>
          </a:p>
        </p:txBody>
      </p:sp>
      <p:sp>
        <p:nvSpPr>
          <p:cNvPr id="116746" name="Rectangle 3">
            <a:extLst>
              <a:ext uri="{FF2B5EF4-FFF2-40B4-BE49-F238E27FC236}">
                <a16:creationId xmlns:a16="http://schemas.microsoft.com/office/drawing/2014/main" id="{B4FA7B1D-1BDC-4D41-B828-109547E63575}"/>
              </a:ext>
            </a:extLst>
          </p:cNvPr>
          <p:cNvSpPr>
            <a:spLocks noChangeArrowheads="1"/>
          </p:cNvSpPr>
          <p:nvPr/>
        </p:nvSpPr>
        <p:spPr bwMode="auto">
          <a:xfrm>
            <a:off x="1435100" y="2898775"/>
            <a:ext cx="7196138" cy="2678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lnSpc>
                <a:spcPct val="200000"/>
              </a:lnSpc>
              <a:spcBef>
                <a:spcPct val="0"/>
              </a:spcBef>
              <a:buClr>
                <a:srgbClr val="0000CC"/>
              </a:buClr>
              <a:buFont typeface="Wingdings" panose="05000000000000000000" pitchFamily="2" charset="2"/>
              <a:buChar char="u"/>
            </a:pPr>
            <a:r>
              <a:rPr lang="zh-CN" altLang="en-US" sz="2800" b="1">
                <a:solidFill>
                  <a:srgbClr val="0000FF"/>
                </a:solidFill>
                <a:latin typeface="Times New Roman" panose="02020603050405020304" pitchFamily="18" charset="0"/>
                <a:ea typeface="黑体" panose="02010609060101010101" pitchFamily="49" charset="-122"/>
              </a:rPr>
              <a:t>公式 </a:t>
            </a:r>
            <a:r>
              <a:rPr lang="en-US" altLang="zh-CN" sz="2800" b="1">
                <a:solidFill>
                  <a:srgbClr val="0000FF"/>
                </a:solidFill>
                <a:latin typeface="Times New Roman" panose="02020603050405020304" pitchFamily="18" charset="0"/>
                <a:ea typeface="黑体" panose="02010609060101010101" pitchFamily="49" charset="-122"/>
              </a:rPr>
              <a:t>G</a:t>
            </a:r>
            <a:r>
              <a:rPr lang="en-US" altLang="zh-CN" sz="2800" b="1" baseline="-25000">
                <a:solidFill>
                  <a:srgbClr val="0000FF"/>
                </a:solidFill>
                <a:latin typeface="Times New Roman" panose="02020603050405020304" pitchFamily="18" charset="0"/>
                <a:ea typeface="黑体" panose="02010609060101010101" pitchFamily="49" charset="-122"/>
              </a:rPr>
              <a:t>1 </a:t>
            </a:r>
            <a:r>
              <a:rPr lang="zh-CN" altLang="en-US" sz="2800" b="1">
                <a:solidFill>
                  <a:srgbClr val="0000FF"/>
                </a:solidFill>
                <a:latin typeface="Times New Roman" panose="02020603050405020304" pitchFamily="18" charset="0"/>
                <a:ea typeface="黑体" panose="02010609060101010101" pitchFamily="49" charset="-122"/>
              </a:rPr>
              <a:t>对所有可能的解释具有</a:t>
            </a:r>
            <a:r>
              <a:rPr lang="zh-CN" altLang="en-US" sz="2800" b="1">
                <a:solidFill>
                  <a:srgbClr val="FF0000"/>
                </a:solidFill>
                <a:latin typeface="Times New Roman" panose="02020603050405020304" pitchFamily="18" charset="0"/>
                <a:ea typeface="黑体" panose="02010609060101010101" pitchFamily="49" charset="-122"/>
              </a:rPr>
              <a:t>“真”</a:t>
            </a:r>
            <a:r>
              <a:rPr lang="zh-CN" altLang="en-US" sz="2800" b="1">
                <a:solidFill>
                  <a:srgbClr val="0000FF"/>
                </a:solidFill>
                <a:latin typeface="Times New Roman" panose="02020603050405020304" pitchFamily="18" charset="0"/>
                <a:ea typeface="黑体" panose="02010609060101010101" pitchFamily="49" charset="-122"/>
              </a:rPr>
              <a:t>值</a:t>
            </a:r>
          </a:p>
          <a:p>
            <a:pPr eaLnBrk="1" hangingPunct="1">
              <a:lnSpc>
                <a:spcPct val="200000"/>
              </a:lnSpc>
              <a:spcBef>
                <a:spcPct val="0"/>
              </a:spcBef>
              <a:buClr>
                <a:srgbClr val="0000CC"/>
              </a:buClr>
              <a:buFont typeface="Wingdings" panose="05000000000000000000" pitchFamily="2" charset="2"/>
              <a:buChar char="u"/>
            </a:pPr>
            <a:r>
              <a:rPr lang="zh-CN" altLang="en-US" sz="2800" b="1">
                <a:solidFill>
                  <a:srgbClr val="0000FF"/>
                </a:solidFill>
                <a:latin typeface="Times New Roman" panose="02020603050405020304" pitchFamily="18" charset="0"/>
                <a:ea typeface="黑体" panose="02010609060101010101" pitchFamily="49" charset="-122"/>
              </a:rPr>
              <a:t>公式 </a:t>
            </a:r>
            <a:r>
              <a:rPr lang="en-US" altLang="zh-CN" sz="2800" b="1">
                <a:solidFill>
                  <a:srgbClr val="0000FF"/>
                </a:solidFill>
                <a:latin typeface="Times New Roman" panose="02020603050405020304" pitchFamily="18" charset="0"/>
                <a:ea typeface="黑体" panose="02010609060101010101" pitchFamily="49" charset="-122"/>
              </a:rPr>
              <a:t>G</a:t>
            </a:r>
            <a:r>
              <a:rPr lang="en-US" altLang="zh-CN" sz="2800" b="1" baseline="-25000">
                <a:solidFill>
                  <a:srgbClr val="0000FF"/>
                </a:solidFill>
                <a:latin typeface="Times New Roman" panose="02020603050405020304" pitchFamily="18" charset="0"/>
                <a:ea typeface="黑体" panose="02010609060101010101" pitchFamily="49" charset="-122"/>
              </a:rPr>
              <a:t>2 </a:t>
            </a:r>
            <a:r>
              <a:rPr lang="zh-CN" altLang="en-US" sz="2800" b="1">
                <a:solidFill>
                  <a:srgbClr val="0000FF"/>
                </a:solidFill>
                <a:latin typeface="Times New Roman" panose="02020603050405020304" pitchFamily="18" charset="0"/>
                <a:ea typeface="黑体" panose="02010609060101010101" pitchFamily="49" charset="-122"/>
              </a:rPr>
              <a:t>则具有</a:t>
            </a:r>
            <a:r>
              <a:rPr lang="zh-CN" altLang="en-US" sz="2800" b="1">
                <a:solidFill>
                  <a:srgbClr val="FF0000"/>
                </a:solidFill>
                <a:latin typeface="Times New Roman" panose="02020603050405020304" pitchFamily="18" charset="0"/>
                <a:ea typeface="黑体" panose="02010609060101010101" pitchFamily="49" charset="-122"/>
              </a:rPr>
              <a:t>“真”和“假”</a:t>
            </a:r>
            <a:r>
              <a:rPr lang="zh-CN" altLang="en-US" sz="2800" b="1">
                <a:solidFill>
                  <a:srgbClr val="0000FF"/>
                </a:solidFill>
                <a:latin typeface="Times New Roman" panose="02020603050405020304" pitchFamily="18" charset="0"/>
                <a:ea typeface="黑体" panose="02010609060101010101" pitchFamily="49" charset="-122"/>
              </a:rPr>
              <a:t>值</a:t>
            </a:r>
            <a:endParaRPr lang="en-US" altLang="zh-CN" sz="2800" b="1">
              <a:solidFill>
                <a:srgbClr val="0000FF"/>
              </a:solidFill>
              <a:latin typeface="Times New Roman" panose="02020603050405020304" pitchFamily="18" charset="0"/>
              <a:ea typeface="黑体" panose="02010609060101010101" pitchFamily="49" charset="-122"/>
            </a:endParaRPr>
          </a:p>
          <a:p>
            <a:pPr eaLnBrk="1" hangingPunct="1">
              <a:lnSpc>
                <a:spcPct val="200000"/>
              </a:lnSpc>
              <a:spcBef>
                <a:spcPct val="0"/>
              </a:spcBef>
              <a:buClr>
                <a:srgbClr val="0000CC"/>
              </a:buClr>
              <a:buFont typeface="Wingdings" panose="05000000000000000000" pitchFamily="2" charset="2"/>
              <a:buChar char="u"/>
            </a:pPr>
            <a:r>
              <a:rPr lang="zh-CN" altLang="en-US" sz="2800" b="1">
                <a:solidFill>
                  <a:srgbClr val="0000FF"/>
                </a:solidFill>
                <a:latin typeface="Times New Roman" panose="02020603050405020304" pitchFamily="18" charset="0"/>
                <a:ea typeface="黑体" panose="02010609060101010101" pitchFamily="49" charset="-122"/>
              </a:rPr>
              <a:t>公式 </a:t>
            </a:r>
            <a:r>
              <a:rPr lang="en-US" altLang="zh-CN" sz="2800" b="1">
                <a:solidFill>
                  <a:srgbClr val="0000FF"/>
                </a:solidFill>
                <a:latin typeface="Times New Roman" panose="02020603050405020304" pitchFamily="18" charset="0"/>
                <a:ea typeface="黑体" panose="02010609060101010101" pitchFamily="49" charset="-122"/>
              </a:rPr>
              <a:t>G</a:t>
            </a:r>
            <a:r>
              <a:rPr lang="en-US" altLang="zh-CN" sz="2800" b="1" baseline="-25000">
                <a:solidFill>
                  <a:srgbClr val="0000FF"/>
                </a:solidFill>
                <a:latin typeface="Times New Roman" panose="02020603050405020304" pitchFamily="18" charset="0"/>
                <a:ea typeface="黑体" panose="02010609060101010101" pitchFamily="49" charset="-122"/>
              </a:rPr>
              <a:t>3 </a:t>
            </a:r>
            <a:r>
              <a:rPr lang="zh-CN" altLang="en-US" sz="2800" b="1">
                <a:solidFill>
                  <a:srgbClr val="0000FF"/>
                </a:solidFill>
                <a:latin typeface="Times New Roman" panose="02020603050405020304" pitchFamily="18" charset="0"/>
                <a:ea typeface="黑体" panose="02010609060101010101" pitchFamily="49" charset="-122"/>
              </a:rPr>
              <a:t>对所有可能的解释均具有</a:t>
            </a:r>
            <a:r>
              <a:rPr lang="zh-CN" altLang="en-US" sz="2800" b="1">
                <a:solidFill>
                  <a:srgbClr val="FF0000"/>
                </a:solidFill>
                <a:latin typeface="Times New Roman" panose="02020603050405020304" pitchFamily="18" charset="0"/>
                <a:ea typeface="黑体" panose="02010609060101010101" pitchFamily="49" charset="-122"/>
              </a:rPr>
              <a:t>“假”</a:t>
            </a:r>
            <a:r>
              <a:rPr lang="zh-CN" altLang="en-US" sz="2800" b="1">
                <a:solidFill>
                  <a:srgbClr val="0000FF"/>
                </a:solidFill>
                <a:latin typeface="Times New Roman" panose="02020603050405020304" pitchFamily="18" charset="0"/>
                <a:ea typeface="黑体" panose="02010609060101010101" pitchFamily="49" charset="-122"/>
              </a:rPr>
              <a:t>值</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日期占位符 1">
            <a:extLst>
              <a:ext uri="{FF2B5EF4-FFF2-40B4-BE49-F238E27FC236}">
                <a16:creationId xmlns:a16="http://schemas.microsoft.com/office/drawing/2014/main" id="{36150369-8924-4169-AAFE-8B8EE999C051}"/>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3FED5B68-D779-4166-845E-F3059BDD6A36}"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17763" name="页脚占位符 2">
            <a:extLst>
              <a:ext uri="{FF2B5EF4-FFF2-40B4-BE49-F238E27FC236}">
                <a16:creationId xmlns:a16="http://schemas.microsoft.com/office/drawing/2014/main" id="{46F59BFE-EC6B-42A7-8548-EB54C9017F42}"/>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17764" name="灯片编号占位符 3">
            <a:extLst>
              <a:ext uri="{FF2B5EF4-FFF2-40B4-BE49-F238E27FC236}">
                <a16:creationId xmlns:a16="http://schemas.microsoft.com/office/drawing/2014/main" id="{EA9B1BD3-F27A-48F3-802B-6A1A4004CC36}"/>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3FF1AD31-552A-4F76-BC56-C083641A5795}" type="slidenum">
              <a:rPr lang="en-US" altLang="zh-CN" sz="1400" smtClean="0">
                <a:latin typeface="Times New Roman" panose="02020603050405020304" pitchFamily="18" charset="0"/>
                <a:ea typeface="宋体" panose="02010600030101010101" pitchFamily="2" charset="-122"/>
              </a:rPr>
              <a:pPr>
                <a:spcBef>
                  <a:spcPct val="0"/>
                </a:spcBef>
                <a:buFontTx/>
                <a:buNone/>
              </a:pPr>
              <a:t>91</a:t>
            </a:fld>
            <a:endParaRPr lang="en-US" altLang="zh-CN" sz="1400">
              <a:latin typeface="Times New Roman" panose="02020603050405020304" pitchFamily="18" charset="0"/>
              <a:ea typeface="宋体" panose="02010600030101010101" pitchFamily="2" charset="-122"/>
            </a:endParaRPr>
          </a:p>
        </p:txBody>
      </p:sp>
      <p:sp>
        <p:nvSpPr>
          <p:cNvPr id="117765" name="页脚占位符 3">
            <a:extLst>
              <a:ext uri="{FF2B5EF4-FFF2-40B4-BE49-F238E27FC236}">
                <a16:creationId xmlns:a16="http://schemas.microsoft.com/office/drawing/2014/main" id="{0DA500F5-3157-45FA-A8B3-7ED3A219929A}"/>
              </a:ext>
            </a:extLst>
          </p:cNvPr>
          <p:cNvSpPr txBox="1">
            <a:spLocks noGrp="1"/>
          </p:cNvSpPr>
          <p:nvPr/>
        </p:nvSpPr>
        <p:spPr bwMode="black">
          <a:xfrm>
            <a:off x="609600" y="6470650"/>
            <a:ext cx="538163"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r">
              <a:spcBef>
                <a:spcPct val="0"/>
              </a:spcBef>
              <a:buFontTx/>
              <a:buNone/>
            </a:pPr>
            <a:fld id="{32F83E2D-E717-4216-896A-0D2F61605B26}" type="slidenum">
              <a:rPr kumimoji="0" lang="en-US" altLang="zh-CN" sz="1000">
                <a:solidFill>
                  <a:schemeClr val="bg1"/>
                </a:solidFill>
                <a:latin typeface="Arial" panose="020B0604020202020204" pitchFamily="34" charset="0"/>
                <a:ea typeface="宋体" panose="02010600030101010101" pitchFamily="2" charset="-122"/>
              </a:rPr>
              <a:pPr algn="r">
                <a:spcBef>
                  <a:spcPct val="0"/>
                </a:spcBef>
                <a:buFontTx/>
                <a:buNone/>
              </a:pPr>
              <a:t>91</a:t>
            </a:fld>
            <a:endParaRPr kumimoji="0" lang="en-US" altLang="zh-CN" sz="1000">
              <a:solidFill>
                <a:schemeClr val="bg1"/>
              </a:solidFill>
              <a:latin typeface="Arial" panose="020B0604020202020204" pitchFamily="34" charset="0"/>
              <a:ea typeface="宋体" panose="02010600030101010101" pitchFamily="2" charset="-122"/>
            </a:endParaRPr>
          </a:p>
        </p:txBody>
      </p:sp>
      <p:sp>
        <p:nvSpPr>
          <p:cNvPr id="117766" name="日期占位符 4">
            <a:extLst>
              <a:ext uri="{FF2B5EF4-FFF2-40B4-BE49-F238E27FC236}">
                <a16:creationId xmlns:a16="http://schemas.microsoft.com/office/drawing/2014/main" id="{68FB2B61-7C3C-43D9-BCF4-D7BB9D3E88B6}"/>
              </a:ext>
            </a:extLst>
          </p:cNvPr>
          <p:cNvSpPr txBox="1">
            <a:spLocks noGrp="1"/>
          </p:cNvSpPr>
          <p:nvPr/>
        </p:nvSpPr>
        <p:spPr bwMode="auto">
          <a:xfrm>
            <a:off x="1271588" y="6472238"/>
            <a:ext cx="946150"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fld id="{D131CA91-4A18-43A1-A705-5B7A451379EE}" type="datetime1">
              <a:rPr kumimoji="0" lang="zh-CN" altLang="en-US" sz="1000">
                <a:solidFill>
                  <a:schemeClr val="bg1"/>
                </a:solidFill>
                <a:latin typeface="Arial" panose="020B0604020202020204" pitchFamily="34" charset="0"/>
                <a:ea typeface="宋体" panose="02010600030101010101" pitchFamily="2" charset="-122"/>
              </a:rPr>
              <a:pPr eaLnBrk="1" hangingPunct="1">
                <a:spcBef>
                  <a:spcPct val="0"/>
                </a:spcBef>
                <a:buFontTx/>
                <a:buNone/>
              </a:pPr>
              <a:t>2020/9/7</a:t>
            </a:fld>
            <a:endParaRPr kumimoji="0" lang="en-US" altLang="zh-CN" sz="1000">
              <a:solidFill>
                <a:schemeClr val="bg1"/>
              </a:solidFill>
              <a:latin typeface="Arial" panose="020B0604020202020204" pitchFamily="34" charset="0"/>
              <a:ea typeface="宋体" panose="02010600030101010101" pitchFamily="2" charset="-122"/>
            </a:endParaRPr>
          </a:p>
        </p:txBody>
      </p:sp>
      <p:sp>
        <p:nvSpPr>
          <p:cNvPr id="117767" name="Text Box 2">
            <a:extLst>
              <a:ext uri="{FF2B5EF4-FFF2-40B4-BE49-F238E27FC236}">
                <a16:creationId xmlns:a16="http://schemas.microsoft.com/office/drawing/2014/main" id="{90FE03BA-FEE7-4C71-8E84-55846A87FB0C}"/>
              </a:ext>
            </a:extLst>
          </p:cNvPr>
          <p:cNvSpPr txBox="1">
            <a:spLocks noChangeArrowheads="1"/>
          </p:cNvSpPr>
          <p:nvPr/>
        </p:nvSpPr>
        <p:spPr bwMode="auto">
          <a:xfrm>
            <a:off x="1403350" y="930275"/>
            <a:ext cx="60166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公式的分类</a:t>
            </a:r>
          </a:p>
        </p:txBody>
      </p:sp>
      <p:pic>
        <p:nvPicPr>
          <p:cNvPr id="117768" name="Picture 6" descr="C:\Program Files\Microsoft Office\MEDIA\CAGCAT10\j0293844.wmf">
            <a:extLst>
              <a:ext uri="{FF2B5EF4-FFF2-40B4-BE49-F238E27FC236}">
                <a16:creationId xmlns:a16="http://schemas.microsoft.com/office/drawing/2014/main" id="{890B4130-6F9F-47C6-A4A7-2DB8DFB7EF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5143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7769" name="Rectangle 6">
            <a:extLst>
              <a:ext uri="{FF2B5EF4-FFF2-40B4-BE49-F238E27FC236}">
                <a16:creationId xmlns:a16="http://schemas.microsoft.com/office/drawing/2014/main" id="{5282052C-F333-40AC-B8AF-B8CB1EB5ACDF}"/>
              </a:ext>
            </a:extLst>
          </p:cNvPr>
          <p:cNvSpPr>
            <a:spLocks noChangeArrowheads="1"/>
          </p:cNvSpPr>
          <p:nvPr/>
        </p:nvSpPr>
        <p:spPr bwMode="auto">
          <a:xfrm>
            <a:off x="1258888" y="2444750"/>
            <a:ext cx="7273925" cy="3144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lnSpc>
                <a:spcPct val="135000"/>
              </a:lnSpc>
              <a:buFont typeface="Wingdings" panose="05000000000000000000" pitchFamily="2" charset="2"/>
              <a:buChar char="J"/>
            </a:pPr>
            <a:r>
              <a:rPr kumimoji="0" lang="zh-CN" altLang="en-US" sz="2800" b="1">
                <a:solidFill>
                  <a:schemeClr val="accent2"/>
                </a:solidFill>
                <a:latin typeface="Times New Roman" panose="02020603050405020304" pitchFamily="18" charset="0"/>
                <a:ea typeface="黑体" panose="02010609060101010101" pitchFamily="49" charset="-122"/>
              </a:rPr>
              <a:t>  公式</a:t>
            </a:r>
            <a:r>
              <a:rPr kumimoji="0" lang="en-US" altLang="zh-CN" sz="2800" b="1">
                <a:solidFill>
                  <a:schemeClr val="accent2"/>
                </a:solidFill>
                <a:latin typeface="Times New Roman" panose="02020603050405020304" pitchFamily="18" charset="0"/>
                <a:ea typeface="黑体" panose="02010609060101010101" pitchFamily="49" charset="-122"/>
              </a:rPr>
              <a:t>G</a:t>
            </a:r>
            <a:r>
              <a:rPr kumimoji="0" lang="zh-CN" altLang="en-US" sz="2800" b="1">
                <a:solidFill>
                  <a:schemeClr val="accent2"/>
                </a:solidFill>
                <a:latin typeface="Times New Roman" panose="02020603050405020304" pitchFamily="18" charset="0"/>
                <a:ea typeface="黑体" panose="02010609060101010101" pitchFamily="49" charset="-122"/>
              </a:rPr>
              <a:t>称为</a:t>
            </a:r>
            <a:r>
              <a:rPr kumimoji="0" lang="zh-CN" altLang="en-US" sz="2800" b="1">
                <a:solidFill>
                  <a:srgbClr val="006600"/>
                </a:solidFill>
                <a:latin typeface="Times New Roman" panose="02020603050405020304" pitchFamily="18" charset="0"/>
                <a:ea typeface="黑体" panose="02010609060101010101" pitchFamily="49" charset="-122"/>
              </a:rPr>
              <a:t>永真公式</a:t>
            </a:r>
            <a:r>
              <a:rPr kumimoji="0" lang="en-US" altLang="zh-CN" sz="2800" b="1">
                <a:solidFill>
                  <a:srgbClr val="006600"/>
                </a:solidFill>
                <a:latin typeface="Times New Roman" panose="02020603050405020304" pitchFamily="18" charset="0"/>
                <a:ea typeface="黑体" panose="02010609060101010101" pitchFamily="49" charset="-122"/>
              </a:rPr>
              <a:t>(</a:t>
            </a:r>
            <a:r>
              <a:rPr kumimoji="0" lang="zh-CN" altLang="en-US" sz="2800" b="1">
                <a:solidFill>
                  <a:srgbClr val="006600"/>
                </a:solidFill>
                <a:latin typeface="Times New Roman" panose="02020603050405020304" pitchFamily="18" charset="0"/>
                <a:ea typeface="黑体" panose="02010609060101010101" pitchFamily="49" charset="-122"/>
              </a:rPr>
              <a:t>重言式</a:t>
            </a:r>
            <a:r>
              <a:rPr kumimoji="0" lang="en-US" altLang="zh-CN" sz="2800" b="1">
                <a:solidFill>
                  <a:srgbClr val="006600"/>
                </a:solidFill>
                <a:latin typeface="Times New Roman" panose="02020603050405020304" pitchFamily="18" charset="0"/>
                <a:ea typeface="黑体" panose="02010609060101010101" pitchFamily="49" charset="-122"/>
              </a:rPr>
              <a:t>)</a:t>
            </a:r>
            <a:r>
              <a:rPr kumimoji="0" lang="zh-CN" altLang="en-US" sz="2800" b="1">
                <a:solidFill>
                  <a:schemeClr val="accent2"/>
                </a:solidFill>
                <a:latin typeface="Times New Roman" panose="02020603050405020304" pitchFamily="18" charset="0"/>
                <a:ea typeface="黑体" panose="02010609060101010101" pitchFamily="49" charset="-122"/>
              </a:rPr>
              <a:t>，如果在它的所有解释之下都为“</a:t>
            </a:r>
            <a:r>
              <a:rPr kumimoji="0" lang="zh-CN" altLang="en-US" sz="2800" b="1">
                <a:solidFill>
                  <a:srgbClr val="006600"/>
                </a:solidFill>
                <a:latin typeface="Times New Roman" panose="02020603050405020304" pitchFamily="18" charset="0"/>
                <a:ea typeface="黑体" panose="02010609060101010101" pitchFamily="49" charset="-122"/>
              </a:rPr>
              <a:t>真</a:t>
            </a:r>
            <a:r>
              <a:rPr kumimoji="0" lang="zh-CN" altLang="en-US" sz="2800" b="1">
                <a:solidFill>
                  <a:schemeClr val="accent2"/>
                </a:solidFill>
                <a:latin typeface="Times New Roman" panose="02020603050405020304" pitchFamily="18" charset="0"/>
                <a:ea typeface="黑体" panose="02010609060101010101" pitchFamily="49" charset="-122"/>
              </a:rPr>
              <a:t>”。</a:t>
            </a:r>
          </a:p>
          <a:p>
            <a:pPr eaLnBrk="1" hangingPunct="1">
              <a:lnSpc>
                <a:spcPct val="135000"/>
              </a:lnSpc>
              <a:buFont typeface="Wingdings" panose="05000000000000000000" pitchFamily="2" charset="2"/>
              <a:buChar char="J"/>
            </a:pPr>
            <a:r>
              <a:rPr kumimoji="0" lang="zh-CN" altLang="en-US" sz="2800" b="1">
                <a:solidFill>
                  <a:schemeClr val="accent2"/>
                </a:solidFill>
                <a:latin typeface="Times New Roman" panose="02020603050405020304" pitchFamily="18" charset="0"/>
                <a:ea typeface="黑体" panose="02010609060101010101" pitchFamily="49" charset="-122"/>
              </a:rPr>
              <a:t>  公式</a:t>
            </a:r>
            <a:r>
              <a:rPr kumimoji="0" lang="en-US" altLang="zh-CN" sz="2800" b="1">
                <a:solidFill>
                  <a:schemeClr val="accent2"/>
                </a:solidFill>
                <a:latin typeface="Times New Roman" panose="02020603050405020304" pitchFamily="18" charset="0"/>
                <a:ea typeface="黑体" panose="02010609060101010101" pitchFamily="49" charset="-122"/>
              </a:rPr>
              <a:t>G</a:t>
            </a:r>
            <a:r>
              <a:rPr kumimoji="0" lang="zh-CN" altLang="en-US" sz="2800" b="1">
                <a:solidFill>
                  <a:schemeClr val="accent2"/>
                </a:solidFill>
                <a:latin typeface="Times New Roman" panose="02020603050405020304" pitchFamily="18" charset="0"/>
                <a:ea typeface="黑体" panose="02010609060101010101" pitchFamily="49" charset="-122"/>
              </a:rPr>
              <a:t>称为</a:t>
            </a:r>
            <a:r>
              <a:rPr kumimoji="0" lang="zh-CN" altLang="en-US" sz="2800" b="1">
                <a:solidFill>
                  <a:srgbClr val="006600"/>
                </a:solidFill>
                <a:latin typeface="Times New Roman" panose="02020603050405020304" pitchFamily="18" charset="0"/>
                <a:ea typeface="黑体" panose="02010609060101010101" pitchFamily="49" charset="-122"/>
              </a:rPr>
              <a:t>永假公式</a:t>
            </a:r>
            <a:r>
              <a:rPr kumimoji="0" lang="en-US" altLang="zh-CN" sz="2800" b="1">
                <a:solidFill>
                  <a:srgbClr val="006600"/>
                </a:solidFill>
                <a:latin typeface="Times New Roman" panose="02020603050405020304" pitchFamily="18" charset="0"/>
                <a:ea typeface="黑体" panose="02010609060101010101" pitchFamily="49" charset="-122"/>
              </a:rPr>
              <a:t>(</a:t>
            </a:r>
            <a:r>
              <a:rPr kumimoji="0" lang="zh-CN" altLang="en-US" sz="2800" b="1">
                <a:solidFill>
                  <a:srgbClr val="006600"/>
                </a:solidFill>
                <a:latin typeface="Times New Roman" panose="02020603050405020304" pitchFamily="18" charset="0"/>
                <a:ea typeface="黑体" panose="02010609060101010101" pitchFamily="49" charset="-122"/>
              </a:rPr>
              <a:t>矛盾式</a:t>
            </a:r>
            <a:r>
              <a:rPr kumimoji="0" lang="en-US" altLang="zh-CN" sz="2800" b="1">
                <a:solidFill>
                  <a:srgbClr val="006600"/>
                </a:solidFill>
                <a:latin typeface="Times New Roman" panose="02020603050405020304" pitchFamily="18" charset="0"/>
                <a:ea typeface="黑体" panose="02010609060101010101" pitchFamily="49" charset="-122"/>
              </a:rPr>
              <a:t>),</a:t>
            </a:r>
            <a:r>
              <a:rPr kumimoji="0" lang="en-US" altLang="zh-CN" sz="2800" b="1">
                <a:solidFill>
                  <a:schemeClr val="accent2"/>
                </a:solidFill>
                <a:latin typeface="Times New Roman" panose="02020603050405020304" pitchFamily="18" charset="0"/>
                <a:ea typeface="黑体" panose="02010609060101010101" pitchFamily="49" charset="-122"/>
              </a:rPr>
              <a:t> </a:t>
            </a:r>
            <a:r>
              <a:rPr kumimoji="0" lang="zh-CN" altLang="en-US" sz="2800" b="1">
                <a:solidFill>
                  <a:schemeClr val="accent2"/>
                </a:solidFill>
                <a:latin typeface="Times New Roman" panose="02020603050405020304" pitchFamily="18" charset="0"/>
                <a:ea typeface="黑体" panose="02010609060101010101" pitchFamily="49" charset="-122"/>
              </a:rPr>
              <a:t>如果在它的所有解释之下都为“</a:t>
            </a:r>
            <a:r>
              <a:rPr kumimoji="0" lang="zh-CN" altLang="en-US" sz="2800" b="1">
                <a:solidFill>
                  <a:srgbClr val="006600"/>
                </a:solidFill>
                <a:latin typeface="Times New Roman" panose="02020603050405020304" pitchFamily="18" charset="0"/>
                <a:ea typeface="黑体" panose="02010609060101010101" pitchFamily="49" charset="-122"/>
              </a:rPr>
              <a:t>假</a:t>
            </a:r>
            <a:r>
              <a:rPr kumimoji="0" lang="zh-CN" altLang="en-US" sz="2800" b="1">
                <a:solidFill>
                  <a:schemeClr val="accent2"/>
                </a:solidFill>
                <a:latin typeface="Times New Roman" panose="02020603050405020304" pitchFamily="18" charset="0"/>
                <a:ea typeface="黑体" panose="02010609060101010101" pitchFamily="49" charset="-122"/>
              </a:rPr>
              <a:t>”。</a:t>
            </a:r>
          </a:p>
          <a:p>
            <a:pPr eaLnBrk="1" hangingPunct="1">
              <a:lnSpc>
                <a:spcPct val="135000"/>
              </a:lnSpc>
              <a:buFont typeface="Wingdings" panose="05000000000000000000" pitchFamily="2" charset="2"/>
              <a:buChar char="J"/>
            </a:pPr>
            <a:r>
              <a:rPr kumimoji="0" lang="zh-CN" altLang="en-US" sz="2800" b="1">
                <a:solidFill>
                  <a:schemeClr val="accent2"/>
                </a:solidFill>
                <a:latin typeface="Times New Roman" panose="02020603050405020304" pitchFamily="18" charset="0"/>
                <a:ea typeface="黑体" panose="02010609060101010101" pitchFamily="49" charset="-122"/>
              </a:rPr>
              <a:t>  公式</a:t>
            </a:r>
            <a:r>
              <a:rPr kumimoji="0" lang="en-US" altLang="zh-CN" sz="2800" b="1">
                <a:solidFill>
                  <a:schemeClr val="accent2"/>
                </a:solidFill>
                <a:latin typeface="Times New Roman" panose="02020603050405020304" pitchFamily="18" charset="0"/>
                <a:ea typeface="黑体" panose="02010609060101010101" pitchFamily="49" charset="-122"/>
              </a:rPr>
              <a:t>G</a:t>
            </a:r>
            <a:r>
              <a:rPr kumimoji="0" lang="zh-CN" altLang="en-US" sz="2800" b="1">
                <a:solidFill>
                  <a:schemeClr val="accent2"/>
                </a:solidFill>
                <a:latin typeface="Times New Roman" panose="02020603050405020304" pitchFamily="18" charset="0"/>
                <a:ea typeface="黑体" panose="02010609060101010101" pitchFamily="49" charset="-122"/>
              </a:rPr>
              <a:t>称为</a:t>
            </a:r>
            <a:r>
              <a:rPr kumimoji="0" lang="zh-CN" altLang="en-US" sz="2800" b="1">
                <a:solidFill>
                  <a:srgbClr val="006600"/>
                </a:solidFill>
                <a:latin typeface="Times New Roman" panose="02020603050405020304" pitchFamily="18" charset="0"/>
                <a:ea typeface="黑体" panose="02010609060101010101" pitchFamily="49" charset="-122"/>
              </a:rPr>
              <a:t>可满足式</a:t>
            </a:r>
            <a:r>
              <a:rPr kumimoji="0" lang="zh-CN" altLang="en-US" sz="2800" b="1">
                <a:solidFill>
                  <a:schemeClr val="accent2"/>
                </a:solidFill>
                <a:latin typeface="Times New Roman" panose="02020603050405020304" pitchFamily="18" charset="0"/>
                <a:ea typeface="黑体" panose="02010609060101010101" pitchFamily="49" charset="-122"/>
              </a:rPr>
              <a:t>，如果它不是永假的。</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日期占位符 1">
            <a:extLst>
              <a:ext uri="{FF2B5EF4-FFF2-40B4-BE49-F238E27FC236}">
                <a16:creationId xmlns:a16="http://schemas.microsoft.com/office/drawing/2014/main" id="{C04FAEE8-5C56-4FB6-8C5F-8E882E32CD1A}"/>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F3674E65-1858-4F08-A3AE-677F8D820A87}"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18787" name="页脚占位符 2">
            <a:extLst>
              <a:ext uri="{FF2B5EF4-FFF2-40B4-BE49-F238E27FC236}">
                <a16:creationId xmlns:a16="http://schemas.microsoft.com/office/drawing/2014/main" id="{C95BB45D-B155-4A51-A669-EFC9D30C9C42}"/>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18788" name="灯片编号占位符 3">
            <a:extLst>
              <a:ext uri="{FF2B5EF4-FFF2-40B4-BE49-F238E27FC236}">
                <a16:creationId xmlns:a16="http://schemas.microsoft.com/office/drawing/2014/main" id="{0EF81A20-B802-42D3-A31B-FBB266239517}"/>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103D99D4-21AA-4425-ADE4-475931D49A2A}" type="slidenum">
              <a:rPr lang="en-US" altLang="zh-CN" sz="1400" smtClean="0">
                <a:latin typeface="Times New Roman" panose="02020603050405020304" pitchFamily="18" charset="0"/>
                <a:ea typeface="宋体" panose="02010600030101010101" pitchFamily="2" charset="-122"/>
              </a:rPr>
              <a:pPr>
                <a:spcBef>
                  <a:spcPct val="0"/>
                </a:spcBef>
                <a:buFontTx/>
                <a:buNone/>
              </a:pPr>
              <a:t>92</a:t>
            </a:fld>
            <a:endParaRPr lang="en-US" altLang="zh-CN" sz="1400">
              <a:latin typeface="Times New Roman" panose="02020603050405020304" pitchFamily="18" charset="0"/>
              <a:ea typeface="宋体" panose="02010600030101010101" pitchFamily="2" charset="-122"/>
            </a:endParaRPr>
          </a:p>
        </p:txBody>
      </p:sp>
      <p:sp>
        <p:nvSpPr>
          <p:cNvPr id="118789" name="页脚占位符 3">
            <a:extLst>
              <a:ext uri="{FF2B5EF4-FFF2-40B4-BE49-F238E27FC236}">
                <a16:creationId xmlns:a16="http://schemas.microsoft.com/office/drawing/2014/main" id="{5B375D0A-044A-450C-AFB9-C6A96479AAE0}"/>
              </a:ext>
            </a:extLst>
          </p:cNvPr>
          <p:cNvSpPr txBox="1">
            <a:spLocks noGrp="1"/>
          </p:cNvSpPr>
          <p:nvPr/>
        </p:nvSpPr>
        <p:spPr bwMode="black">
          <a:xfrm>
            <a:off x="609600" y="6470650"/>
            <a:ext cx="538163"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r">
              <a:spcBef>
                <a:spcPct val="0"/>
              </a:spcBef>
              <a:buFontTx/>
              <a:buNone/>
            </a:pPr>
            <a:fld id="{395C5DA7-B7C0-425E-AA4A-A0848A29B3FD}" type="slidenum">
              <a:rPr kumimoji="0" lang="en-US" altLang="zh-CN" sz="1000">
                <a:solidFill>
                  <a:schemeClr val="bg1"/>
                </a:solidFill>
                <a:latin typeface="Arial" panose="020B0604020202020204" pitchFamily="34" charset="0"/>
                <a:ea typeface="宋体" panose="02010600030101010101" pitchFamily="2" charset="-122"/>
              </a:rPr>
              <a:pPr algn="r">
                <a:spcBef>
                  <a:spcPct val="0"/>
                </a:spcBef>
                <a:buFontTx/>
                <a:buNone/>
              </a:pPr>
              <a:t>92</a:t>
            </a:fld>
            <a:endParaRPr kumimoji="0" lang="en-US" altLang="zh-CN" sz="1000">
              <a:solidFill>
                <a:schemeClr val="bg1"/>
              </a:solidFill>
              <a:latin typeface="Arial" panose="020B0604020202020204" pitchFamily="34" charset="0"/>
              <a:ea typeface="宋体" panose="02010600030101010101" pitchFamily="2" charset="-122"/>
            </a:endParaRPr>
          </a:p>
        </p:txBody>
      </p:sp>
      <p:sp>
        <p:nvSpPr>
          <p:cNvPr id="118790" name="日期占位符 4">
            <a:extLst>
              <a:ext uri="{FF2B5EF4-FFF2-40B4-BE49-F238E27FC236}">
                <a16:creationId xmlns:a16="http://schemas.microsoft.com/office/drawing/2014/main" id="{6CFB0FCF-8FEF-4CDE-BF9C-1DB03A13154F}"/>
              </a:ext>
            </a:extLst>
          </p:cNvPr>
          <p:cNvSpPr txBox="1">
            <a:spLocks noGrp="1"/>
          </p:cNvSpPr>
          <p:nvPr/>
        </p:nvSpPr>
        <p:spPr bwMode="auto">
          <a:xfrm>
            <a:off x="1271588" y="6472238"/>
            <a:ext cx="946150"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fld id="{DA883D8E-AF79-4F0F-B268-31D48BEEC35F}" type="datetime1">
              <a:rPr kumimoji="0" lang="zh-CN" altLang="en-US" sz="1000">
                <a:solidFill>
                  <a:schemeClr val="bg1"/>
                </a:solidFill>
                <a:latin typeface="Arial" panose="020B0604020202020204" pitchFamily="34" charset="0"/>
                <a:ea typeface="宋体" panose="02010600030101010101" pitchFamily="2" charset="-122"/>
              </a:rPr>
              <a:pPr eaLnBrk="1" hangingPunct="1">
                <a:spcBef>
                  <a:spcPct val="0"/>
                </a:spcBef>
                <a:buFontTx/>
                <a:buNone/>
              </a:pPr>
              <a:t>2020/9/7</a:t>
            </a:fld>
            <a:endParaRPr kumimoji="0" lang="en-US" altLang="zh-CN" sz="1000">
              <a:solidFill>
                <a:schemeClr val="bg1"/>
              </a:solidFill>
              <a:latin typeface="Arial" panose="020B0604020202020204" pitchFamily="34" charset="0"/>
              <a:ea typeface="宋体" panose="02010600030101010101" pitchFamily="2" charset="-122"/>
            </a:endParaRPr>
          </a:p>
        </p:txBody>
      </p:sp>
      <p:sp>
        <p:nvSpPr>
          <p:cNvPr id="118791" name="Text Box 2">
            <a:extLst>
              <a:ext uri="{FF2B5EF4-FFF2-40B4-BE49-F238E27FC236}">
                <a16:creationId xmlns:a16="http://schemas.microsoft.com/office/drawing/2014/main" id="{3B3E226B-1CCA-4D19-BB42-C7E5FE676161}"/>
              </a:ext>
            </a:extLst>
          </p:cNvPr>
          <p:cNvSpPr txBox="1">
            <a:spLocks noChangeArrowheads="1"/>
          </p:cNvSpPr>
          <p:nvPr/>
        </p:nvSpPr>
        <p:spPr bwMode="auto">
          <a:xfrm>
            <a:off x="1435100" y="858838"/>
            <a:ext cx="60166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公式的分类</a:t>
            </a:r>
          </a:p>
        </p:txBody>
      </p:sp>
      <p:pic>
        <p:nvPicPr>
          <p:cNvPr id="118792" name="Picture 6" descr="C:\Program Files\Microsoft Office\MEDIA\CAGCAT10\j0293844.wmf">
            <a:extLst>
              <a:ext uri="{FF2B5EF4-FFF2-40B4-BE49-F238E27FC236}">
                <a16:creationId xmlns:a16="http://schemas.microsoft.com/office/drawing/2014/main" id="{20C887D6-2C01-4CD1-941E-13D5F12C87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5143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8793" name="Rectangle 6">
            <a:extLst>
              <a:ext uri="{FF2B5EF4-FFF2-40B4-BE49-F238E27FC236}">
                <a16:creationId xmlns:a16="http://schemas.microsoft.com/office/drawing/2014/main" id="{5B79877B-CF2E-4A69-98CB-B4C282B1A350}"/>
              </a:ext>
            </a:extLst>
          </p:cNvPr>
          <p:cNvSpPr>
            <a:spLocks noChangeArrowheads="1"/>
          </p:cNvSpPr>
          <p:nvPr/>
        </p:nvSpPr>
        <p:spPr bwMode="auto">
          <a:xfrm>
            <a:off x="1403350" y="2738438"/>
            <a:ext cx="6697663" cy="2154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lnSpc>
                <a:spcPct val="140000"/>
              </a:lnSpc>
              <a:buFontTx/>
              <a:buNone/>
            </a:pPr>
            <a:r>
              <a:rPr kumimoji="0" lang="zh-CN" altLang="en-US" sz="2800" b="1">
                <a:latin typeface="黑体" panose="02010609060101010101" pitchFamily="49" charset="-122"/>
                <a:ea typeface="黑体" panose="02010609060101010101" pitchFamily="49" charset="-122"/>
              </a:rPr>
              <a:t>如果</a:t>
            </a:r>
            <a:r>
              <a:rPr kumimoji="0" lang="en-US" altLang="zh-CN" sz="2800" b="1">
                <a:latin typeface="黑体" panose="02010609060101010101" pitchFamily="49" charset="-122"/>
                <a:ea typeface="黑体" panose="02010609060101010101" pitchFamily="49" charset="-122"/>
              </a:rPr>
              <a:t>A</a:t>
            </a:r>
            <a:r>
              <a:rPr kumimoji="0" lang="zh-CN" altLang="en-US" sz="2800" b="1">
                <a:latin typeface="黑体" panose="02010609060101010101" pitchFamily="49" charset="-122"/>
                <a:ea typeface="黑体" panose="02010609060101010101" pitchFamily="49" charset="-122"/>
              </a:rPr>
              <a:t>，</a:t>
            </a:r>
            <a:r>
              <a:rPr kumimoji="0" lang="en-US" altLang="zh-CN" sz="2800" b="1">
                <a:latin typeface="黑体" panose="02010609060101010101" pitchFamily="49" charset="-122"/>
                <a:ea typeface="黑体" panose="02010609060101010101" pitchFamily="49" charset="-122"/>
              </a:rPr>
              <a:t>B</a:t>
            </a:r>
            <a:r>
              <a:rPr kumimoji="0" lang="zh-CN" altLang="en-US" sz="2800" b="1">
                <a:latin typeface="黑体" panose="02010609060101010101" pitchFamily="49" charset="-122"/>
                <a:ea typeface="黑体" panose="02010609060101010101" pitchFamily="49" charset="-122"/>
              </a:rPr>
              <a:t>是永真式</a:t>
            </a:r>
            <a:r>
              <a:rPr kumimoji="0" lang="en-US" altLang="zh-CN" sz="2800" b="1">
                <a:latin typeface="黑体" panose="02010609060101010101" pitchFamily="49" charset="-122"/>
                <a:ea typeface="黑体" panose="02010609060101010101" pitchFamily="49" charset="-122"/>
              </a:rPr>
              <a:t>(</a:t>
            </a:r>
            <a:r>
              <a:rPr kumimoji="0" lang="zh-CN" altLang="en-US" sz="2800" b="1">
                <a:latin typeface="黑体" panose="02010609060101010101" pitchFamily="49" charset="-122"/>
                <a:ea typeface="黑体" panose="02010609060101010101" pitchFamily="49" charset="-122"/>
              </a:rPr>
              <a:t>永假式</a:t>
            </a:r>
            <a:r>
              <a:rPr kumimoji="0" lang="en-US" altLang="zh-CN" sz="2800" b="1">
                <a:latin typeface="黑体" panose="02010609060101010101" pitchFamily="49" charset="-122"/>
                <a:ea typeface="黑体" panose="02010609060101010101" pitchFamily="49" charset="-122"/>
              </a:rPr>
              <a:t>)</a:t>
            </a:r>
            <a:r>
              <a:rPr kumimoji="0" lang="zh-CN" altLang="en-US" sz="2800" b="1">
                <a:latin typeface="黑体" panose="02010609060101010101" pitchFamily="49" charset="-122"/>
                <a:ea typeface="黑体" panose="02010609060101010101" pitchFamily="49" charset="-122"/>
              </a:rPr>
              <a:t>，则</a:t>
            </a:r>
          </a:p>
          <a:p>
            <a:pPr algn="ctr" eaLnBrk="1" hangingPunct="1">
              <a:lnSpc>
                <a:spcPct val="140000"/>
              </a:lnSpc>
              <a:buFontTx/>
              <a:buNone/>
            </a:pPr>
            <a:r>
              <a:rPr kumimoji="0" lang="en-US" altLang="zh-CN" sz="2800" b="1">
                <a:solidFill>
                  <a:srgbClr val="006600"/>
                </a:solidFill>
                <a:latin typeface="黑体" panose="02010609060101010101" pitchFamily="49" charset="-122"/>
                <a:ea typeface="黑体" panose="02010609060101010101" pitchFamily="49" charset="-122"/>
              </a:rPr>
              <a:t>(A</a:t>
            </a:r>
            <a:r>
              <a:rPr kumimoji="0" lang="en-US" altLang="zh-CN" sz="2800" b="1">
                <a:solidFill>
                  <a:srgbClr val="006600"/>
                </a:solidFill>
                <a:latin typeface="黑体" panose="02010609060101010101" pitchFamily="49" charset="-122"/>
                <a:ea typeface="黑体" panose="02010609060101010101" pitchFamily="49" charset="-122"/>
                <a:sym typeface="Kingsoft Phonetic Plain" pitchFamily="2" charset="2"/>
              </a:rPr>
              <a:t>∧</a:t>
            </a:r>
            <a:r>
              <a:rPr kumimoji="0" lang="en-US" altLang="zh-CN" sz="2800" b="1">
                <a:solidFill>
                  <a:srgbClr val="006600"/>
                </a:solidFill>
                <a:latin typeface="黑体" panose="02010609060101010101" pitchFamily="49" charset="-122"/>
                <a:ea typeface="黑体" panose="02010609060101010101" pitchFamily="49" charset="-122"/>
              </a:rPr>
              <a:t>B)</a:t>
            </a:r>
            <a:r>
              <a:rPr kumimoji="0" lang="zh-CN" altLang="en-US" sz="2800" b="1">
                <a:solidFill>
                  <a:srgbClr val="006600"/>
                </a:solidFill>
                <a:latin typeface="黑体" panose="02010609060101010101" pitchFamily="49" charset="-122"/>
                <a:ea typeface="黑体" panose="02010609060101010101" pitchFamily="49" charset="-122"/>
              </a:rPr>
              <a:t>、</a:t>
            </a:r>
            <a:r>
              <a:rPr kumimoji="0" lang="en-US" altLang="zh-CN" sz="2800" b="1">
                <a:solidFill>
                  <a:srgbClr val="006600"/>
                </a:solidFill>
                <a:latin typeface="黑体" panose="02010609060101010101" pitchFamily="49" charset="-122"/>
                <a:ea typeface="黑体" panose="02010609060101010101" pitchFamily="49" charset="-122"/>
              </a:rPr>
              <a:t>(A</a:t>
            </a:r>
            <a:r>
              <a:rPr kumimoji="0" lang="en-US" altLang="zh-CN" sz="2800" b="1">
                <a:solidFill>
                  <a:srgbClr val="006600"/>
                </a:solidFill>
                <a:latin typeface="黑体" panose="02010609060101010101" pitchFamily="49" charset="-122"/>
                <a:ea typeface="黑体" panose="02010609060101010101" pitchFamily="49" charset="-122"/>
                <a:sym typeface="Kingsoft Phonetic Plain" pitchFamily="2" charset="2"/>
              </a:rPr>
              <a:t>∨</a:t>
            </a:r>
            <a:r>
              <a:rPr kumimoji="0" lang="en-US" altLang="zh-CN" sz="2800" b="1">
                <a:solidFill>
                  <a:srgbClr val="006600"/>
                </a:solidFill>
                <a:latin typeface="黑体" panose="02010609060101010101" pitchFamily="49" charset="-122"/>
                <a:ea typeface="黑体" panose="02010609060101010101" pitchFamily="49" charset="-122"/>
              </a:rPr>
              <a:t>B)</a:t>
            </a:r>
            <a:r>
              <a:rPr kumimoji="0" lang="zh-CN" altLang="en-US" sz="2800" b="1">
                <a:solidFill>
                  <a:srgbClr val="006600"/>
                </a:solidFill>
                <a:latin typeface="黑体" panose="02010609060101010101" pitchFamily="49" charset="-122"/>
                <a:ea typeface="黑体" panose="02010609060101010101" pitchFamily="49" charset="-122"/>
              </a:rPr>
              <a:t>、</a:t>
            </a:r>
            <a:r>
              <a:rPr kumimoji="0" lang="en-US" altLang="zh-CN" sz="2800" b="1">
                <a:solidFill>
                  <a:srgbClr val="006600"/>
                </a:solidFill>
                <a:latin typeface="黑体" panose="02010609060101010101" pitchFamily="49" charset="-122"/>
                <a:ea typeface="黑体" panose="02010609060101010101" pitchFamily="49" charset="-122"/>
              </a:rPr>
              <a:t>(A</a:t>
            </a:r>
            <a:r>
              <a:rPr kumimoji="0" lang="en-US" altLang="zh-CN" sz="2800" b="1">
                <a:solidFill>
                  <a:srgbClr val="006600"/>
                </a:solidFill>
                <a:latin typeface="黑体" panose="02010609060101010101" pitchFamily="49" charset="-122"/>
                <a:ea typeface="黑体" panose="02010609060101010101" pitchFamily="49" charset="-122"/>
                <a:sym typeface="Symbol" panose="05050102010706020507" pitchFamily="18" charset="2"/>
              </a:rPr>
              <a:t></a:t>
            </a:r>
            <a:r>
              <a:rPr kumimoji="0" lang="en-US" altLang="zh-CN" sz="2800" b="1">
                <a:solidFill>
                  <a:srgbClr val="006600"/>
                </a:solidFill>
                <a:latin typeface="黑体" panose="02010609060101010101" pitchFamily="49" charset="-122"/>
                <a:ea typeface="黑体" panose="02010609060101010101" pitchFamily="49" charset="-122"/>
              </a:rPr>
              <a:t>B)</a:t>
            </a:r>
            <a:r>
              <a:rPr kumimoji="0" lang="zh-CN" altLang="en-US" sz="2800" b="1">
                <a:solidFill>
                  <a:srgbClr val="006600"/>
                </a:solidFill>
                <a:latin typeface="黑体" panose="02010609060101010101" pitchFamily="49" charset="-122"/>
                <a:ea typeface="黑体" panose="02010609060101010101" pitchFamily="49" charset="-122"/>
              </a:rPr>
              <a:t>和</a:t>
            </a:r>
            <a:r>
              <a:rPr kumimoji="0" lang="en-US" altLang="zh-CN" sz="2800" b="1">
                <a:solidFill>
                  <a:srgbClr val="006600"/>
                </a:solidFill>
                <a:latin typeface="黑体" panose="02010609060101010101" pitchFamily="49" charset="-122"/>
                <a:ea typeface="黑体" panose="02010609060101010101" pitchFamily="49" charset="-122"/>
              </a:rPr>
              <a:t>(A</a:t>
            </a:r>
            <a:r>
              <a:rPr kumimoji="0" lang="en-US" altLang="zh-CN" sz="2800" b="1">
                <a:solidFill>
                  <a:srgbClr val="006600"/>
                </a:solidFill>
                <a:latin typeface="黑体" panose="02010609060101010101" pitchFamily="49" charset="-122"/>
                <a:ea typeface="黑体" panose="02010609060101010101" pitchFamily="49" charset="-122"/>
                <a:sym typeface="Symbol" panose="05050102010706020507" pitchFamily="18" charset="2"/>
              </a:rPr>
              <a:t></a:t>
            </a:r>
            <a:r>
              <a:rPr kumimoji="0" lang="en-US" altLang="zh-CN" sz="2800" b="1">
                <a:solidFill>
                  <a:srgbClr val="006600"/>
                </a:solidFill>
                <a:latin typeface="黑体" panose="02010609060101010101" pitchFamily="49" charset="-122"/>
                <a:ea typeface="黑体" panose="02010609060101010101" pitchFamily="49" charset="-122"/>
              </a:rPr>
              <a:t>B)</a:t>
            </a:r>
          </a:p>
          <a:p>
            <a:pPr eaLnBrk="1" hangingPunct="1">
              <a:lnSpc>
                <a:spcPct val="140000"/>
              </a:lnSpc>
              <a:buFontTx/>
              <a:buNone/>
            </a:pPr>
            <a:r>
              <a:rPr kumimoji="0" lang="zh-CN" altLang="en-US" sz="2800" b="1">
                <a:latin typeface="黑体" panose="02010609060101010101" pitchFamily="49" charset="-122"/>
                <a:ea typeface="黑体" panose="02010609060101010101" pitchFamily="49" charset="-122"/>
              </a:rPr>
              <a:t>也都是永真式</a:t>
            </a:r>
            <a:r>
              <a:rPr kumimoji="0" lang="en-US" altLang="zh-CN" sz="2800" b="1">
                <a:latin typeface="黑体" panose="02010609060101010101" pitchFamily="49" charset="-122"/>
                <a:ea typeface="黑体" panose="02010609060101010101" pitchFamily="49" charset="-122"/>
              </a:rPr>
              <a:t>(</a:t>
            </a:r>
            <a:r>
              <a:rPr kumimoji="0" lang="zh-CN" altLang="en-US" sz="2800" b="1">
                <a:latin typeface="黑体" panose="02010609060101010101" pitchFamily="49" charset="-122"/>
                <a:ea typeface="黑体" panose="02010609060101010101" pitchFamily="49" charset="-122"/>
              </a:rPr>
              <a:t>永假式</a:t>
            </a:r>
            <a:r>
              <a:rPr kumimoji="0" lang="en-US" altLang="zh-CN" sz="2800" b="1">
                <a:latin typeface="黑体" panose="02010609060101010101" pitchFamily="49" charset="-122"/>
                <a:ea typeface="黑体" panose="02010609060101010101" pitchFamily="49" charset="-122"/>
              </a:rPr>
              <a:t>)</a:t>
            </a:r>
            <a:r>
              <a:rPr kumimoji="0" lang="en-US" altLang="zh-CN" sz="3200">
                <a:latin typeface="黑体" panose="02010609060101010101" pitchFamily="49" charset="-122"/>
                <a:ea typeface="黑体" panose="02010609060101010101" pitchFamily="49" charset="-122"/>
              </a:rPr>
              <a:t> </a:t>
            </a:r>
            <a:r>
              <a:rPr kumimoji="0" lang="zh-CN" altLang="en-US" sz="2800" b="1">
                <a:latin typeface="黑体" panose="02010609060101010101" pitchFamily="49" charset="-122"/>
                <a:ea typeface="黑体" panose="02010609060101010101" pitchFamily="49" charset="-122"/>
              </a:rPr>
              <a:t>。</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日期占位符 1">
            <a:extLst>
              <a:ext uri="{FF2B5EF4-FFF2-40B4-BE49-F238E27FC236}">
                <a16:creationId xmlns:a16="http://schemas.microsoft.com/office/drawing/2014/main" id="{75849169-D53E-4130-B38B-F0C79DAF0B9A}"/>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128C3B84-6F0C-4779-BE0E-9807605247CA}"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19811" name="页脚占位符 2">
            <a:extLst>
              <a:ext uri="{FF2B5EF4-FFF2-40B4-BE49-F238E27FC236}">
                <a16:creationId xmlns:a16="http://schemas.microsoft.com/office/drawing/2014/main" id="{A7CAF94C-FB44-4353-8522-5E3614F94733}"/>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19812" name="灯片编号占位符 3">
            <a:extLst>
              <a:ext uri="{FF2B5EF4-FFF2-40B4-BE49-F238E27FC236}">
                <a16:creationId xmlns:a16="http://schemas.microsoft.com/office/drawing/2014/main" id="{46353A28-54B9-4A54-AAC8-0D1F1BE123FD}"/>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8D913FF7-E2DD-4E00-B832-F8DC41EA5932}" type="slidenum">
              <a:rPr lang="en-US" altLang="zh-CN" sz="1400" smtClean="0">
                <a:latin typeface="Times New Roman" panose="02020603050405020304" pitchFamily="18" charset="0"/>
                <a:ea typeface="宋体" panose="02010600030101010101" pitchFamily="2" charset="-122"/>
              </a:rPr>
              <a:pPr>
                <a:spcBef>
                  <a:spcPct val="0"/>
                </a:spcBef>
                <a:buFontTx/>
                <a:buNone/>
              </a:pPr>
              <a:t>93</a:t>
            </a:fld>
            <a:endParaRPr lang="en-US" altLang="zh-CN" sz="1400">
              <a:latin typeface="Times New Roman" panose="02020603050405020304" pitchFamily="18" charset="0"/>
              <a:ea typeface="宋体" panose="02010600030101010101" pitchFamily="2" charset="-122"/>
            </a:endParaRPr>
          </a:p>
        </p:txBody>
      </p:sp>
      <p:sp>
        <p:nvSpPr>
          <p:cNvPr id="119813" name="Text Box 2">
            <a:extLst>
              <a:ext uri="{FF2B5EF4-FFF2-40B4-BE49-F238E27FC236}">
                <a16:creationId xmlns:a16="http://schemas.microsoft.com/office/drawing/2014/main" id="{A2FFE792-25EA-4CF4-AE97-1B0E1210B396}"/>
              </a:ext>
            </a:extLst>
          </p:cNvPr>
          <p:cNvSpPr txBox="1">
            <a:spLocks noChangeArrowheads="1"/>
          </p:cNvSpPr>
          <p:nvPr/>
        </p:nvSpPr>
        <p:spPr bwMode="auto">
          <a:xfrm>
            <a:off x="1435100" y="858838"/>
            <a:ext cx="60166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公式的分类</a:t>
            </a:r>
          </a:p>
        </p:txBody>
      </p:sp>
      <p:pic>
        <p:nvPicPr>
          <p:cNvPr id="119814" name="Picture 6" descr="C:\Program Files\Microsoft Office\MEDIA\CAGCAT10\j0293844.wmf">
            <a:extLst>
              <a:ext uri="{FF2B5EF4-FFF2-40B4-BE49-F238E27FC236}">
                <a16:creationId xmlns:a16="http://schemas.microsoft.com/office/drawing/2014/main" id="{5AD5B8D1-FAC0-4402-BC68-F5A1F2CC46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5143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9815" name="Rectangle 3">
            <a:extLst>
              <a:ext uri="{FF2B5EF4-FFF2-40B4-BE49-F238E27FC236}">
                <a16:creationId xmlns:a16="http://schemas.microsoft.com/office/drawing/2014/main" id="{94CBE955-5003-41B6-AD30-07F444197E27}"/>
              </a:ext>
            </a:extLst>
          </p:cNvPr>
          <p:cNvSpPr>
            <a:spLocks noChangeArrowheads="1"/>
          </p:cNvSpPr>
          <p:nvPr/>
        </p:nvSpPr>
        <p:spPr bwMode="auto">
          <a:xfrm>
            <a:off x="1979613" y="2941638"/>
            <a:ext cx="5640387" cy="25749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609600" indent="-609600">
              <a:spcBef>
                <a:spcPct val="20000"/>
              </a:spcBef>
              <a:buBlip>
                <a:blip r:embed="rId2"/>
              </a:buBlip>
              <a:defRPr kumimoji="1" sz="2400">
                <a:solidFill>
                  <a:schemeClr val="tx1"/>
                </a:solidFill>
                <a:latin typeface="楷体_GB2312" pitchFamily="49" charset="-122"/>
                <a:ea typeface="楷体_GB2312" pitchFamily="49" charset="-122"/>
              </a:defRPr>
            </a:lvl1pPr>
            <a:lvl2pPr marL="800100" indent="-3429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57300" indent="-3429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14500" indent="-3429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171700" indent="-3429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28900" indent="-3429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086100" indent="-3429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43300" indent="-3429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00500" indent="-3429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buClr>
                <a:srgbClr val="A50021"/>
              </a:buClr>
              <a:buFontTx/>
              <a:buAutoNum type="arabicParenR"/>
            </a:pPr>
            <a:r>
              <a:rPr lang="zh-CN" altLang="en-US" b="1">
                <a:solidFill>
                  <a:srgbClr val="006600"/>
                </a:solidFill>
                <a:latin typeface="Times New Roman" panose="02020603050405020304" pitchFamily="18" charset="0"/>
                <a:ea typeface="黑体" panose="02010609060101010101" pitchFamily="49" charset="-122"/>
              </a:rPr>
              <a:t>永真式</a:t>
            </a:r>
            <a:r>
              <a:rPr lang="en-US" altLang="zh-CN" b="1">
                <a:solidFill>
                  <a:srgbClr val="0000FF"/>
                </a:solidFill>
                <a:latin typeface="Times New Roman" panose="02020603050405020304" pitchFamily="18" charset="0"/>
                <a:ea typeface="黑体" panose="02010609060101010101" pitchFamily="49" charset="-122"/>
              </a:rPr>
              <a:t>G</a:t>
            </a:r>
            <a:r>
              <a:rPr lang="zh-CN" altLang="en-US" b="1">
                <a:solidFill>
                  <a:srgbClr val="0000FF"/>
                </a:solidFill>
                <a:latin typeface="Times New Roman" panose="02020603050405020304" pitchFamily="18" charset="0"/>
                <a:ea typeface="黑体" panose="02010609060101010101" pitchFamily="49" charset="-122"/>
              </a:rPr>
              <a:t>的</a:t>
            </a:r>
            <a:r>
              <a:rPr lang="zh-CN" altLang="en-US" b="1">
                <a:solidFill>
                  <a:srgbClr val="006600"/>
                </a:solidFill>
                <a:latin typeface="Times New Roman" panose="02020603050405020304" pitchFamily="18" charset="0"/>
                <a:ea typeface="黑体" panose="02010609060101010101" pitchFamily="49" charset="-122"/>
              </a:rPr>
              <a:t>否定</a:t>
            </a:r>
            <a:r>
              <a:rPr lang="zh-CN" altLang="en-US" b="1">
                <a:solidFill>
                  <a:srgbClr val="0000FF"/>
                </a:solidFill>
                <a:latin typeface="Times New Roman" panose="02020603050405020304" pitchFamily="18" charset="0"/>
                <a:ea typeface="黑体" panose="02010609060101010101" pitchFamily="49" charset="-122"/>
                <a:sym typeface="Symbol" panose="05050102010706020507" pitchFamily="18" charset="2"/>
              </a:rPr>
              <a:t></a:t>
            </a:r>
            <a:r>
              <a:rPr lang="en-US" altLang="zh-CN" b="1">
                <a:solidFill>
                  <a:srgbClr val="0000FF"/>
                </a:solidFill>
                <a:latin typeface="Times New Roman" panose="02020603050405020304" pitchFamily="18" charset="0"/>
                <a:ea typeface="黑体" panose="02010609060101010101" pitchFamily="49" charset="-122"/>
                <a:sym typeface="Symbol" panose="05050102010706020507" pitchFamily="18" charset="2"/>
              </a:rPr>
              <a:t>G</a:t>
            </a:r>
            <a:r>
              <a:rPr lang="zh-CN" altLang="en-US" b="1">
                <a:solidFill>
                  <a:srgbClr val="0000FF"/>
                </a:solidFill>
                <a:latin typeface="Times New Roman" panose="02020603050405020304" pitchFamily="18" charset="0"/>
                <a:ea typeface="黑体" panose="02010609060101010101" pitchFamily="49" charset="-122"/>
              </a:rPr>
              <a:t>是</a:t>
            </a:r>
            <a:r>
              <a:rPr lang="zh-CN" altLang="en-US" b="1">
                <a:solidFill>
                  <a:srgbClr val="006600"/>
                </a:solidFill>
                <a:latin typeface="Times New Roman" panose="02020603050405020304" pitchFamily="18" charset="0"/>
                <a:ea typeface="黑体" panose="02010609060101010101" pitchFamily="49" charset="-122"/>
              </a:rPr>
              <a:t>矛盾式</a:t>
            </a:r>
            <a:r>
              <a:rPr lang="zh-CN" altLang="en-US" b="1">
                <a:solidFill>
                  <a:srgbClr val="0000FF"/>
                </a:solidFill>
                <a:latin typeface="Times New Roman" panose="02020603050405020304" pitchFamily="18" charset="0"/>
                <a:ea typeface="黑体" panose="02010609060101010101" pitchFamily="49" charset="-122"/>
              </a:rPr>
              <a:t>；</a:t>
            </a:r>
          </a:p>
          <a:p>
            <a:pPr eaLnBrk="1" hangingPunct="1">
              <a:lnSpc>
                <a:spcPct val="120000"/>
              </a:lnSpc>
              <a:buClr>
                <a:srgbClr val="A50021"/>
              </a:buClr>
              <a:buFontTx/>
              <a:buNone/>
            </a:pPr>
            <a:r>
              <a:rPr lang="zh-CN" altLang="en-US" b="1">
                <a:solidFill>
                  <a:schemeClr val="accent1"/>
                </a:solidFill>
                <a:latin typeface="Times New Roman" panose="02020603050405020304" pitchFamily="18" charset="0"/>
                <a:ea typeface="黑体" panose="02010609060101010101" pitchFamily="49" charset="-122"/>
              </a:rPr>
              <a:t>        </a:t>
            </a:r>
            <a:r>
              <a:rPr lang="zh-CN" altLang="en-US" b="1">
                <a:solidFill>
                  <a:srgbClr val="006600"/>
                </a:solidFill>
                <a:latin typeface="Times New Roman" panose="02020603050405020304" pitchFamily="18" charset="0"/>
                <a:ea typeface="黑体" panose="02010609060101010101" pitchFamily="49" charset="-122"/>
              </a:rPr>
              <a:t>矛盾式</a:t>
            </a:r>
            <a:r>
              <a:rPr lang="en-US" altLang="zh-CN" b="1">
                <a:solidFill>
                  <a:srgbClr val="0000FF"/>
                </a:solidFill>
                <a:latin typeface="Times New Roman" panose="02020603050405020304" pitchFamily="18" charset="0"/>
                <a:ea typeface="黑体" panose="02010609060101010101" pitchFamily="49" charset="-122"/>
              </a:rPr>
              <a:t>G</a:t>
            </a:r>
            <a:r>
              <a:rPr lang="zh-CN" altLang="en-US" b="1">
                <a:solidFill>
                  <a:srgbClr val="0000FF"/>
                </a:solidFill>
                <a:latin typeface="Times New Roman" panose="02020603050405020304" pitchFamily="18" charset="0"/>
                <a:ea typeface="黑体" panose="02010609060101010101" pitchFamily="49" charset="-122"/>
              </a:rPr>
              <a:t>的</a:t>
            </a:r>
            <a:r>
              <a:rPr lang="zh-CN" altLang="en-US" b="1">
                <a:solidFill>
                  <a:srgbClr val="006600"/>
                </a:solidFill>
                <a:latin typeface="Times New Roman" panose="02020603050405020304" pitchFamily="18" charset="0"/>
                <a:ea typeface="黑体" panose="02010609060101010101" pitchFamily="49" charset="-122"/>
              </a:rPr>
              <a:t>否定</a:t>
            </a:r>
            <a:r>
              <a:rPr lang="zh-CN" altLang="en-US" b="1">
                <a:solidFill>
                  <a:srgbClr val="0000FF"/>
                </a:solidFill>
                <a:latin typeface="Times New Roman" panose="02020603050405020304" pitchFamily="18" charset="0"/>
                <a:ea typeface="黑体" panose="02010609060101010101" pitchFamily="49" charset="-122"/>
                <a:sym typeface="Symbol" panose="05050102010706020507" pitchFamily="18" charset="2"/>
              </a:rPr>
              <a:t></a:t>
            </a:r>
            <a:r>
              <a:rPr lang="en-US" altLang="zh-CN" b="1">
                <a:solidFill>
                  <a:srgbClr val="0000FF"/>
                </a:solidFill>
                <a:latin typeface="Times New Roman" panose="02020603050405020304" pitchFamily="18" charset="0"/>
                <a:ea typeface="黑体" panose="02010609060101010101" pitchFamily="49" charset="-122"/>
                <a:sym typeface="Symbol" panose="05050102010706020507" pitchFamily="18" charset="2"/>
              </a:rPr>
              <a:t>G</a:t>
            </a:r>
            <a:r>
              <a:rPr lang="zh-CN" altLang="en-US" b="1">
                <a:solidFill>
                  <a:srgbClr val="0000FF"/>
                </a:solidFill>
                <a:latin typeface="Times New Roman" panose="02020603050405020304" pitchFamily="18" charset="0"/>
                <a:ea typeface="黑体" panose="02010609060101010101" pitchFamily="49" charset="-122"/>
              </a:rPr>
              <a:t>是</a:t>
            </a:r>
            <a:r>
              <a:rPr lang="zh-CN" altLang="en-US" b="1">
                <a:solidFill>
                  <a:srgbClr val="006600"/>
                </a:solidFill>
                <a:latin typeface="Times New Roman" panose="02020603050405020304" pitchFamily="18" charset="0"/>
                <a:ea typeface="黑体" panose="02010609060101010101" pitchFamily="49" charset="-122"/>
              </a:rPr>
              <a:t>永真式</a:t>
            </a:r>
            <a:r>
              <a:rPr lang="zh-CN" altLang="en-US" b="1">
                <a:solidFill>
                  <a:srgbClr val="0000FF"/>
                </a:solidFill>
                <a:latin typeface="Times New Roman" panose="02020603050405020304" pitchFamily="18" charset="0"/>
                <a:ea typeface="黑体" panose="02010609060101010101" pitchFamily="49" charset="-122"/>
              </a:rPr>
              <a:t>。</a:t>
            </a:r>
          </a:p>
          <a:p>
            <a:pPr eaLnBrk="1" hangingPunct="1">
              <a:lnSpc>
                <a:spcPct val="120000"/>
              </a:lnSpc>
              <a:buClr>
                <a:srgbClr val="A50021"/>
              </a:buClr>
              <a:buFontTx/>
              <a:buAutoNum type="arabicParenR" startAt="2"/>
            </a:pPr>
            <a:r>
              <a:rPr lang="zh-CN" altLang="en-US" b="1">
                <a:solidFill>
                  <a:srgbClr val="000000"/>
                </a:solidFill>
                <a:latin typeface="Times New Roman" panose="02020603050405020304" pitchFamily="18" charset="0"/>
                <a:ea typeface="黑体" panose="02010609060101010101" pitchFamily="49" charset="-122"/>
              </a:rPr>
              <a:t>永真式</a:t>
            </a:r>
            <a:r>
              <a:rPr lang="zh-CN" altLang="en-US" b="1">
                <a:solidFill>
                  <a:srgbClr val="0000FF"/>
                </a:solidFill>
                <a:latin typeface="Times New Roman" panose="02020603050405020304" pitchFamily="18" charset="0"/>
                <a:ea typeface="黑体" panose="02010609060101010101" pitchFamily="49" charset="-122"/>
              </a:rPr>
              <a:t>一定是</a:t>
            </a:r>
            <a:r>
              <a:rPr lang="zh-CN" altLang="en-US" b="1">
                <a:solidFill>
                  <a:srgbClr val="000000"/>
                </a:solidFill>
                <a:latin typeface="Times New Roman" panose="02020603050405020304" pitchFamily="18" charset="0"/>
                <a:ea typeface="黑体" panose="02010609060101010101" pitchFamily="49" charset="-122"/>
              </a:rPr>
              <a:t>可满足式</a:t>
            </a:r>
            <a:r>
              <a:rPr lang="en-US" altLang="zh-CN" b="1">
                <a:solidFill>
                  <a:srgbClr val="000000"/>
                </a:solidFill>
                <a:latin typeface="Times New Roman" panose="02020603050405020304" pitchFamily="18" charset="0"/>
                <a:ea typeface="黑体" panose="02010609060101010101" pitchFamily="49" charset="-122"/>
              </a:rPr>
              <a:t>;</a:t>
            </a:r>
          </a:p>
          <a:p>
            <a:pPr eaLnBrk="1" hangingPunct="1">
              <a:lnSpc>
                <a:spcPct val="120000"/>
              </a:lnSpc>
              <a:buClr>
                <a:srgbClr val="A50021"/>
              </a:buClr>
              <a:buFontTx/>
              <a:buNone/>
            </a:pPr>
            <a:r>
              <a:rPr lang="en-US" altLang="zh-CN" b="1">
                <a:solidFill>
                  <a:srgbClr val="0000FF"/>
                </a:solidFill>
                <a:latin typeface="Times New Roman" panose="02020603050405020304" pitchFamily="18" charset="0"/>
                <a:ea typeface="黑体" panose="02010609060101010101" pitchFamily="49" charset="-122"/>
              </a:rPr>
              <a:t>        </a:t>
            </a:r>
            <a:r>
              <a:rPr lang="zh-CN" altLang="en-US" b="1">
                <a:solidFill>
                  <a:srgbClr val="000000"/>
                </a:solidFill>
                <a:latin typeface="Times New Roman" panose="02020603050405020304" pitchFamily="18" charset="0"/>
                <a:ea typeface="黑体" panose="02010609060101010101" pitchFamily="49" charset="-122"/>
              </a:rPr>
              <a:t>可满足式</a:t>
            </a:r>
            <a:r>
              <a:rPr lang="zh-CN" altLang="en-US" b="1">
                <a:solidFill>
                  <a:srgbClr val="0000FF"/>
                </a:solidFill>
                <a:latin typeface="Times New Roman" panose="02020603050405020304" pitchFamily="18" charset="0"/>
                <a:ea typeface="黑体" panose="02010609060101010101" pitchFamily="49" charset="-122"/>
              </a:rPr>
              <a:t>不一定是</a:t>
            </a:r>
            <a:r>
              <a:rPr lang="zh-CN" altLang="en-US" b="1">
                <a:solidFill>
                  <a:srgbClr val="000000"/>
                </a:solidFill>
                <a:latin typeface="Times New Roman" panose="02020603050405020304" pitchFamily="18" charset="0"/>
                <a:ea typeface="黑体" panose="02010609060101010101" pitchFamily="49" charset="-122"/>
              </a:rPr>
              <a:t>永真式</a:t>
            </a:r>
          </a:p>
          <a:p>
            <a:pPr eaLnBrk="1" hangingPunct="1">
              <a:lnSpc>
                <a:spcPct val="120000"/>
              </a:lnSpc>
              <a:buClr>
                <a:srgbClr val="A50021"/>
              </a:buClr>
              <a:buFontTx/>
              <a:buAutoNum type="arabicParenR" startAt="3"/>
            </a:pPr>
            <a:r>
              <a:rPr lang="zh-CN" altLang="en-US" b="1">
                <a:solidFill>
                  <a:srgbClr val="000000"/>
                </a:solidFill>
                <a:latin typeface="Times New Roman" panose="02020603050405020304" pitchFamily="18" charset="0"/>
                <a:ea typeface="黑体" panose="02010609060101010101" pitchFamily="49" charset="-122"/>
              </a:rPr>
              <a:t>可满足式的否定</a:t>
            </a:r>
            <a:r>
              <a:rPr lang="zh-CN" altLang="en-US" b="1">
                <a:solidFill>
                  <a:srgbClr val="0000FF"/>
                </a:solidFill>
                <a:latin typeface="Times New Roman" panose="02020603050405020304" pitchFamily="18" charset="0"/>
                <a:ea typeface="黑体" panose="02010609060101010101" pitchFamily="49" charset="-122"/>
              </a:rPr>
              <a:t>不一定是</a:t>
            </a:r>
            <a:r>
              <a:rPr lang="zh-CN" altLang="en-US" b="1">
                <a:solidFill>
                  <a:srgbClr val="000000"/>
                </a:solidFill>
                <a:latin typeface="Times New Roman" panose="02020603050405020304" pitchFamily="18" charset="0"/>
                <a:ea typeface="黑体" panose="02010609060101010101" pitchFamily="49" charset="-122"/>
              </a:rPr>
              <a:t>矛盾式</a:t>
            </a:r>
            <a:endParaRPr lang="zh-CN" altLang="en-US" b="1">
              <a:solidFill>
                <a:srgbClr val="0000FF"/>
              </a:solidFill>
              <a:latin typeface="Times New Roman" panose="02020603050405020304" pitchFamily="18" charset="0"/>
              <a:ea typeface="黑体" panose="02010609060101010101" pitchFamily="49" charset="-122"/>
            </a:endParaRPr>
          </a:p>
        </p:txBody>
      </p:sp>
      <p:sp>
        <p:nvSpPr>
          <p:cNvPr id="119816" name="Rectangle 2">
            <a:extLst>
              <a:ext uri="{FF2B5EF4-FFF2-40B4-BE49-F238E27FC236}">
                <a16:creationId xmlns:a16="http://schemas.microsoft.com/office/drawing/2014/main" id="{EA6A8F6B-55C6-48FE-BFF4-EE0E0ACE71BE}"/>
              </a:ext>
            </a:extLst>
          </p:cNvPr>
          <p:cNvSpPr>
            <a:spLocks noChangeArrowheads="1"/>
          </p:cNvSpPr>
          <p:nvPr/>
        </p:nvSpPr>
        <p:spPr bwMode="auto">
          <a:xfrm>
            <a:off x="533400" y="2051050"/>
            <a:ext cx="4830763"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800" b="1">
                <a:latin typeface="Times New Roman" panose="02020603050405020304" pitchFamily="18" charset="0"/>
                <a:ea typeface="黑体" panose="02010609060101010101" pitchFamily="49" charset="-122"/>
              </a:rPr>
              <a:t>三种特殊公式之间的关系：</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日期占位符 1">
            <a:extLst>
              <a:ext uri="{FF2B5EF4-FFF2-40B4-BE49-F238E27FC236}">
                <a16:creationId xmlns:a16="http://schemas.microsoft.com/office/drawing/2014/main" id="{734C4AAD-0243-43E8-B868-8055C1F78F6F}"/>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AC2554BE-F5CF-4B9F-9405-8C50736ABFA7}"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20835" name="页脚占位符 2">
            <a:extLst>
              <a:ext uri="{FF2B5EF4-FFF2-40B4-BE49-F238E27FC236}">
                <a16:creationId xmlns:a16="http://schemas.microsoft.com/office/drawing/2014/main" id="{BAB51603-0CB6-43FE-B98B-9DBD8EE3EC11}"/>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20836" name="灯片编号占位符 3">
            <a:extLst>
              <a:ext uri="{FF2B5EF4-FFF2-40B4-BE49-F238E27FC236}">
                <a16:creationId xmlns:a16="http://schemas.microsoft.com/office/drawing/2014/main" id="{2C77C23E-B58E-4FA1-928A-710C4BA76BC4}"/>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1A3356CC-474A-4CF5-8100-F53831B721EB}" type="slidenum">
              <a:rPr lang="en-US" altLang="zh-CN" sz="1400" smtClean="0">
                <a:latin typeface="Times New Roman" panose="02020603050405020304" pitchFamily="18" charset="0"/>
                <a:ea typeface="宋体" panose="02010600030101010101" pitchFamily="2" charset="-122"/>
              </a:rPr>
              <a:pPr>
                <a:spcBef>
                  <a:spcPct val="0"/>
                </a:spcBef>
                <a:buFontTx/>
                <a:buNone/>
              </a:pPr>
              <a:t>94</a:t>
            </a:fld>
            <a:endParaRPr lang="en-US" altLang="zh-CN" sz="1400">
              <a:latin typeface="Times New Roman" panose="02020603050405020304" pitchFamily="18" charset="0"/>
              <a:ea typeface="宋体" panose="02010600030101010101" pitchFamily="2" charset="-122"/>
            </a:endParaRPr>
          </a:p>
        </p:txBody>
      </p:sp>
      <p:sp>
        <p:nvSpPr>
          <p:cNvPr id="120837" name="Text Box 2">
            <a:extLst>
              <a:ext uri="{FF2B5EF4-FFF2-40B4-BE49-F238E27FC236}">
                <a16:creationId xmlns:a16="http://schemas.microsoft.com/office/drawing/2014/main" id="{9EEBB933-F566-4330-918A-7E65EE14CB0F}"/>
              </a:ext>
            </a:extLst>
          </p:cNvPr>
          <p:cNvSpPr txBox="1">
            <a:spLocks noChangeArrowheads="1"/>
          </p:cNvSpPr>
          <p:nvPr/>
        </p:nvSpPr>
        <p:spPr bwMode="auto">
          <a:xfrm>
            <a:off x="1435100" y="858838"/>
            <a:ext cx="60166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公式的分类</a:t>
            </a:r>
          </a:p>
        </p:txBody>
      </p:sp>
      <p:pic>
        <p:nvPicPr>
          <p:cNvPr id="120838" name="Picture 6" descr="C:\Program Files\Microsoft Office\MEDIA\CAGCAT10\j0293844.wmf">
            <a:extLst>
              <a:ext uri="{FF2B5EF4-FFF2-40B4-BE49-F238E27FC236}">
                <a16:creationId xmlns:a16="http://schemas.microsoft.com/office/drawing/2014/main" id="{7AC1544C-5D94-40B7-BA86-725D549BE0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5143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0839" name="Rectangle 2">
            <a:extLst>
              <a:ext uri="{FF2B5EF4-FFF2-40B4-BE49-F238E27FC236}">
                <a16:creationId xmlns:a16="http://schemas.microsoft.com/office/drawing/2014/main" id="{B543DFC9-9916-4961-A199-3CB62798AB01}"/>
              </a:ext>
            </a:extLst>
          </p:cNvPr>
          <p:cNvSpPr>
            <a:spLocks noChangeArrowheads="1"/>
          </p:cNvSpPr>
          <p:nvPr/>
        </p:nvSpPr>
        <p:spPr bwMode="auto">
          <a:xfrm>
            <a:off x="604838" y="2338388"/>
            <a:ext cx="4830762"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800" b="1">
                <a:latin typeface="Times New Roman" panose="02020603050405020304" pitchFamily="18" charset="0"/>
                <a:ea typeface="黑体" panose="02010609060101010101" pitchFamily="49" charset="-122"/>
              </a:rPr>
              <a:t>三种特殊公式之间的关系：</a:t>
            </a:r>
          </a:p>
        </p:txBody>
      </p:sp>
      <p:pic>
        <p:nvPicPr>
          <p:cNvPr id="120840" name="Picture 3">
            <a:extLst>
              <a:ext uri="{FF2B5EF4-FFF2-40B4-BE49-F238E27FC236}">
                <a16:creationId xmlns:a16="http://schemas.microsoft.com/office/drawing/2014/main" id="{B517E524-0347-4FA3-A64F-F361B264E29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black">
          <a:xfrm>
            <a:off x="827088" y="3284538"/>
            <a:ext cx="8161337" cy="1905000"/>
          </a:xfrm>
          <a:prstGeom prst="rect">
            <a:avLst/>
          </a:prstGeom>
          <a:solidFill>
            <a:schemeClr val="bg1"/>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日期占位符 1">
            <a:extLst>
              <a:ext uri="{FF2B5EF4-FFF2-40B4-BE49-F238E27FC236}">
                <a16:creationId xmlns:a16="http://schemas.microsoft.com/office/drawing/2014/main" id="{79A9C599-53EF-4483-8B12-A2826A5322A9}"/>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42551697-10CB-4326-9D7E-9DA41FA8EC22}"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21859" name="页脚占位符 2">
            <a:extLst>
              <a:ext uri="{FF2B5EF4-FFF2-40B4-BE49-F238E27FC236}">
                <a16:creationId xmlns:a16="http://schemas.microsoft.com/office/drawing/2014/main" id="{88BEE998-981F-4420-90F9-0F02BB19B4F7}"/>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21860" name="灯片编号占位符 3">
            <a:extLst>
              <a:ext uri="{FF2B5EF4-FFF2-40B4-BE49-F238E27FC236}">
                <a16:creationId xmlns:a16="http://schemas.microsoft.com/office/drawing/2014/main" id="{A1AD5DC0-0098-4B42-86D7-BE03FCA6F0C7}"/>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22CEF89D-6529-4599-904B-81C221F69DB2}" type="slidenum">
              <a:rPr lang="en-US" altLang="zh-CN" sz="1400" smtClean="0">
                <a:latin typeface="Times New Roman" panose="02020603050405020304" pitchFamily="18" charset="0"/>
                <a:ea typeface="宋体" panose="02010600030101010101" pitchFamily="2" charset="-122"/>
              </a:rPr>
              <a:pPr>
                <a:spcBef>
                  <a:spcPct val="0"/>
                </a:spcBef>
                <a:buFontTx/>
                <a:buNone/>
              </a:pPr>
              <a:t>95</a:t>
            </a:fld>
            <a:endParaRPr lang="en-US" altLang="zh-CN" sz="1400">
              <a:latin typeface="Times New Roman" panose="02020603050405020304" pitchFamily="18" charset="0"/>
              <a:ea typeface="宋体" panose="02010600030101010101" pitchFamily="2" charset="-122"/>
            </a:endParaRPr>
          </a:p>
        </p:txBody>
      </p:sp>
      <p:sp>
        <p:nvSpPr>
          <p:cNvPr id="121861" name="页脚占位符 3">
            <a:extLst>
              <a:ext uri="{FF2B5EF4-FFF2-40B4-BE49-F238E27FC236}">
                <a16:creationId xmlns:a16="http://schemas.microsoft.com/office/drawing/2014/main" id="{662A45F1-8472-47EB-82C1-E6E5E63517B7}"/>
              </a:ext>
            </a:extLst>
          </p:cNvPr>
          <p:cNvSpPr txBox="1">
            <a:spLocks noGrp="1"/>
          </p:cNvSpPr>
          <p:nvPr/>
        </p:nvSpPr>
        <p:spPr bwMode="black">
          <a:xfrm>
            <a:off x="609600" y="6470650"/>
            <a:ext cx="538163"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r">
              <a:spcBef>
                <a:spcPct val="0"/>
              </a:spcBef>
              <a:buFontTx/>
              <a:buNone/>
            </a:pPr>
            <a:fld id="{CA449C43-77A1-4D7F-8576-FF47F70A29D5}" type="slidenum">
              <a:rPr kumimoji="0" lang="en-US" altLang="zh-CN" sz="1000">
                <a:solidFill>
                  <a:schemeClr val="bg1"/>
                </a:solidFill>
                <a:latin typeface="Arial" panose="020B0604020202020204" pitchFamily="34" charset="0"/>
                <a:ea typeface="宋体" panose="02010600030101010101" pitchFamily="2" charset="-122"/>
              </a:rPr>
              <a:pPr algn="r">
                <a:spcBef>
                  <a:spcPct val="0"/>
                </a:spcBef>
                <a:buFontTx/>
                <a:buNone/>
              </a:pPr>
              <a:t>95</a:t>
            </a:fld>
            <a:endParaRPr kumimoji="0" lang="en-US" altLang="zh-CN" sz="1000">
              <a:solidFill>
                <a:schemeClr val="bg1"/>
              </a:solidFill>
              <a:latin typeface="Arial" panose="020B0604020202020204" pitchFamily="34" charset="0"/>
              <a:ea typeface="宋体" panose="02010600030101010101" pitchFamily="2" charset="-122"/>
            </a:endParaRPr>
          </a:p>
        </p:txBody>
      </p:sp>
      <p:sp>
        <p:nvSpPr>
          <p:cNvPr id="121862" name="日期占位符 4">
            <a:extLst>
              <a:ext uri="{FF2B5EF4-FFF2-40B4-BE49-F238E27FC236}">
                <a16:creationId xmlns:a16="http://schemas.microsoft.com/office/drawing/2014/main" id="{49BB13DC-4DCC-4AEF-A677-E297785E0E71}"/>
              </a:ext>
            </a:extLst>
          </p:cNvPr>
          <p:cNvSpPr txBox="1">
            <a:spLocks noGrp="1"/>
          </p:cNvSpPr>
          <p:nvPr/>
        </p:nvSpPr>
        <p:spPr bwMode="auto">
          <a:xfrm>
            <a:off x="1271588" y="6472238"/>
            <a:ext cx="946150"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fld id="{E052E410-4547-4D3E-B45A-B33DEEE78FFF}" type="datetime1">
              <a:rPr kumimoji="0" lang="zh-CN" altLang="en-US" sz="1000">
                <a:solidFill>
                  <a:schemeClr val="bg1"/>
                </a:solidFill>
                <a:latin typeface="Arial" panose="020B0604020202020204" pitchFamily="34" charset="0"/>
                <a:ea typeface="宋体" panose="02010600030101010101" pitchFamily="2" charset="-122"/>
              </a:rPr>
              <a:pPr eaLnBrk="1" hangingPunct="1">
                <a:spcBef>
                  <a:spcPct val="0"/>
                </a:spcBef>
                <a:buFontTx/>
                <a:buNone/>
              </a:pPr>
              <a:t>2020/9/7</a:t>
            </a:fld>
            <a:endParaRPr kumimoji="0" lang="en-US" altLang="zh-CN" sz="1000">
              <a:solidFill>
                <a:schemeClr val="bg1"/>
              </a:solidFill>
              <a:latin typeface="Arial" panose="020B0604020202020204" pitchFamily="34" charset="0"/>
              <a:ea typeface="宋体" panose="02010600030101010101" pitchFamily="2" charset="-122"/>
            </a:endParaRPr>
          </a:p>
        </p:txBody>
      </p:sp>
      <p:sp>
        <p:nvSpPr>
          <p:cNvPr id="121863" name="Text Box 2">
            <a:extLst>
              <a:ext uri="{FF2B5EF4-FFF2-40B4-BE49-F238E27FC236}">
                <a16:creationId xmlns:a16="http://schemas.microsoft.com/office/drawing/2014/main" id="{8DC3C978-B94B-440A-94E0-3E53EDA1C8C9}"/>
              </a:ext>
            </a:extLst>
          </p:cNvPr>
          <p:cNvSpPr txBox="1">
            <a:spLocks noChangeArrowheads="1"/>
          </p:cNvSpPr>
          <p:nvPr/>
        </p:nvSpPr>
        <p:spPr bwMode="auto">
          <a:xfrm>
            <a:off x="1435100" y="858838"/>
            <a:ext cx="60166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例 题</a:t>
            </a:r>
          </a:p>
        </p:txBody>
      </p:sp>
      <p:pic>
        <p:nvPicPr>
          <p:cNvPr id="121864" name="Picture 6" descr="C:\Program Files\Microsoft Office\MEDIA\CAGCAT10\j0293844.wmf">
            <a:extLst>
              <a:ext uri="{FF2B5EF4-FFF2-40B4-BE49-F238E27FC236}">
                <a16:creationId xmlns:a16="http://schemas.microsoft.com/office/drawing/2014/main" id="{1C127D27-8597-4C92-8289-E3037921F3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5143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1865" name="Rectangle 6">
            <a:extLst>
              <a:ext uri="{FF2B5EF4-FFF2-40B4-BE49-F238E27FC236}">
                <a16:creationId xmlns:a16="http://schemas.microsoft.com/office/drawing/2014/main" id="{B9AD83E5-BDE9-4864-8F08-8F5BAB3E9A28}"/>
              </a:ext>
            </a:extLst>
          </p:cNvPr>
          <p:cNvSpPr>
            <a:spLocks noChangeArrowheads="1"/>
          </p:cNvSpPr>
          <p:nvPr/>
        </p:nvSpPr>
        <p:spPr bwMode="auto">
          <a:xfrm>
            <a:off x="755650" y="2420938"/>
            <a:ext cx="8137525" cy="31273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buFontTx/>
              <a:buNone/>
            </a:pPr>
            <a:r>
              <a:rPr kumimoji="0" lang="en-US" altLang="zh-CN" sz="2800" b="1">
                <a:solidFill>
                  <a:srgbClr val="006600"/>
                </a:solidFill>
                <a:latin typeface="黑体" panose="02010609060101010101" pitchFamily="49" charset="-122"/>
                <a:ea typeface="黑体" panose="02010609060101010101" pitchFamily="49" charset="-122"/>
              </a:rPr>
              <a:t>【</a:t>
            </a:r>
            <a:r>
              <a:rPr kumimoji="0" lang="zh-CN" altLang="en-US" sz="2800" b="1">
                <a:solidFill>
                  <a:srgbClr val="006600"/>
                </a:solidFill>
                <a:latin typeface="黑体" panose="02010609060101010101" pitchFamily="49" charset="-122"/>
                <a:ea typeface="黑体" panose="02010609060101010101" pitchFamily="49" charset="-122"/>
              </a:rPr>
              <a:t>例</a:t>
            </a:r>
            <a:r>
              <a:rPr kumimoji="0" lang="en-US" altLang="zh-CN" sz="2800" b="1">
                <a:solidFill>
                  <a:srgbClr val="006600"/>
                </a:solidFill>
                <a:latin typeface="黑体" panose="02010609060101010101" pitchFamily="49" charset="-122"/>
                <a:ea typeface="黑体" panose="02010609060101010101" pitchFamily="49" charset="-122"/>
              </a:rPr>
              <a:t>】</a:t>
            </a:r>
            <a:r>
              <a:rPr kumimoji="0" lang="zh-CN" altLang="en-US" sz="2800" b="1">
                <a:solidFill>
                  <a:srgbClr val="000000"/>
                </a:solidFill>
                <a:latin typeface="黑体" panose="02010609060101010101" pitchFamily="49" charset="-122"/>
                <a:ea typeface="黑体" panose="02010609060101010101" pitchFamily="49" charset="-122"/>
              </a:rPr>
              <a:t>写出下列公式的真值表，并验证其公式是永真式、永假式、可满足公式。</a:t>
            </a:r>
          </a:p>
          <a:p>
            <a:pPr eaLnBrk="1" hangingPunct="1">
              <a:lnSpc>
                <a:spcPct val="130000"/>
              </a:lnSpc>
              <a:buFontTx/>
              <a:buNone/>
            </a:pPr>
            <a:r>
              <a:rPr kumimoji="0" lang="zh-CN" altLang="en-US" sz="2800" b="1">
                <a:solidFill>
                  <a:srgbClr val="000000"/>
                </a:solidFill>
                <a:latin typeface="黑体" panose="02010609060101010101" pitchFamily="49" charset="-122"/>
                <a:ea typeface="黑体" panose="02010609060101010101" pitchFamily="49" charset="-122"/>
              </a:rPr>
              <a:t>    （</a:t>
            </a:r>
            <a:r>
              <a:rPr kumimoji="0" lang="en-US" altLang="zh-CN" sz="2800" b="1">
                <a:solidFill>
                  <a:srgbClr val="000000"/>
                </a:solidFill>
                <a:latin typeface="黑体" panose="02010609060101010101" pitchFamily="49" charset="-122"/>
                <a:ea typeface="黑体" panose="02010609060101010101" pitchFamily="49" charset="-122"/>
              </a:rPr>
              <a:t>1</a:t>
            </a:r>
            <a:r>
              <a:rPr kumimoji="0" lang="zh-CN" altLang="en-US" sz="2800" b="1">
                <a:solidFill>
                  <a:srgbClr val="000000"/>
                </a:solidFill>
                <a:latin typeface="黑体" panose="02010609060101010101" pitchFamily="49" charset="-122"/>
                <a:ea typeface="黑体" panose="02010609060101010101" pitchFamily="49" charset="-122"/>
              </a:rPr>
              <a:t>）</a:t>
            </a:r>
            <a:r>
              <a:rPr kumimoji="0" lang="en-US" altLang="zh-CN" sz="2800" b="1">
                <a:solidFill>
                  <a:srgbClr val="000000"/>
                </a:solidFill>
                <a:latin typeface="黑体" panose="02010609060101010101" pitchFamily="49" charset="-122"/>
                <a:ea typeface="黑体" panose="02010609060101010101" pitchFamily="49" charset="-122"/>
              </a:rPr>
              <a:t>G</a:t>
            </a:r>
            <a:r>
              <a:rPr kumimoji="0" lang="en-US" altLang="zh-CN" sz="2800" b="1" baseline="-25000">
                <a:solidFill>
                  <a:srgbClr val="000000"/>
                </a:solidFill>
                <a:latin typeface="黑体" panose="02010609060101010101" pitchFamily="49" charset="-122"/>
                <a:ea typeface="黑体" panose="02010609060101010101" pitchFamily="49" charset="-122"/>
              </a:rPr>
              <a:t>1</a:t>
            </a:r>
            <a:r>
              <a:rPr kumimoji="0" lang="en-US" altLang="zh-CN" sz="2800" b="1">
                <a:solidFill>
                  <a:srgbClr val="000000"/>
                </a:solidFill>
                <a:latin typeface="黑体" panose="02010609060101010101" pitchFamily="49" charset="-122"/>
                <a:ea typeface="黑体" panose="02010609060101010101" pitchFamily="49" charset="-122"/>
              </a:rPr>
              <a:t>=(</a:t>
            </a:r>
            <a:r>
              <a:rPr kumimoji="0" lang="zh-CN" altLang="en-US" sz="2800" b="1">
                <a:solidFill>
                  <a:srgbClr val="000000"/>
                </a:solidFill>
                <a:latin typeface="黑体" panose="02010609060101010101" pitchFamily="49" charset="-122"/>
                <a:ea typeface="黑体" panose="02010609060101010101" pitchFamily="49" charset="-122"/>
              </a:rPr>
              <a:t>Ｐ→Ｑ</a:t>
            </a:r>
            <a:r>
              <a:rPr kumimoji="0" lang="en-US" altLang="zh-CN" sz="2800" b="1">
                <a:solidFill>
                  <a:srgbClr val="000000"/>
                </a:solidFill>
                <a:latin typeface="黑体" panose="02010609060101010101" pitchFamily="49" charset="-122"/>
                <a:ea typeface="黑体" panose="02010609060101010101" pitchFamily="49" charset="-122"/>
              </a:rPr>
              <a:t>)</a:t>
            </a:r>
            <a:r>
              <a:rPr kumimoji="0" lang="en-US" altLang="zh-CN" sz="2800" b="1">
                <a:solidFill>
                  <a:srgbClr val="000000"/>
                </a:solidFill>
                <a:latin typeface="黑体" panose="02010609060101010101" pitchFamily="49" charset="-122"/>
                <a:ea typeface="黑体" panose="02010609060101010101" pitchFamily="49" charset="-122"/>
                <a:sym typeface="Symbol" panose="05050102010706020507" pitchFamily="18" charset="2"/>
              </a:rPr>
              <a:t></a:t>
            </a:r>
            <a:r>
              <a:rPr kumimoji="0" lang="en-US" altLang="zh-CN" sz="2800" b="1">
                <a:solidFill>
                  <a:srgbClr val="000000"/>
                </a:solidFill>
                <a:latin typeface="黑体" panose="02010609060101010101" pitchFamily="49" charset="-122"/>
                <a:ea typeface="黑体" panose="02010609060101010101" pitchFamily="49" charset="-122"/>
              </a:rPr>
              <a:t>(</a:t>
            </a:r>
            <a:r>
              <a:rPr kumimoji="0" lang="en-US" altLang="zh-CN" sz="2800" b="1">
                <a:solidFill>
                  <a:srgbClr val="000000"/>
                </a:solidFill>
                <a:latin typeface="黑体" panose="02010609060101010101" pitchFamily="49" charset="-122"/>
                <a:ea typeface="黑体" panose="02010609060101010101" pitchFamily="49" charset="-122"/>
                <a:sym typeface="Symbol" panose="05050102010706020507" pitchFamily="18" charset="2"/>
              </a:rPr>
              <a:t></a:t>
            </a:r>
            <a:r>
              <a:rPr kumimoji="0" lang="zh-CN" altLang="en-US" sz="2800" b="1">
                <a:solidFill>
                  <a:srgbClr val="000000"/>
                </a:solidFill>
                <a:latin typeface="黑体" panose="02010609060101010101" pitchFamily="49" charset="-122"/>
                <a:ea typeface="黑体" panose="02010609060101010101" pitchFamily="49" charset="-122"/>
              </a:rPr>
              <a:t>Ｐ∨Ｑ</a:t>
            </a:r>
            <a:r>
              <a:rPr kumimoji="0" lang="en-US" altLang="zh-CN" sz="2800" b="1">
                <a:solidFill>
                  <a:srgbClr val="000000"/>
                </a:solidFill>
                <a:latin typeface="黑体" panose="02010609060101010101" pitchFamily="49" charset="-122"/>
                <a:ea typeface="黑体" panose="02010609060101010101" pitchFamily="49" charset="-122"/>
              </a:rPr>
              <a:t>)</a:t>
            </a:r>
            <a:r>
              <a:rPr kumimoji="0" lang="zh-CN" altLang="en-US" sz="2800" b="1">
                <a:solidFill>
                  <a:srgbClr val="000000"/>
                </a:solidFill>
                <a:latin typeface="黑体" panose="02010609060101010101" pitchFamily="49" charset="-122"/>
                <a:ea typeface="黑体" panose="02010609060101010101" pitchFamily="49" charset="-122"/>
              </a:rPr>
              <a:t>；</a:t>
            </a:r>
          </a:p>
          <a:p>
            <a:pPr eaLnBrk="1" hangingPunct="1">
              <a:lnSpc>
                <a:spcPct val="130000"/>
              </a:lnSpc>
              <a:buFontTx/>
              <a:buNone/>
            </a:pPr>
            <a:r>
              <a:rPr kumimoji="0" lang="zh-CN" altLang="en-US" sz="2800" b="1">
                <a:solidFill>
                  <a:srgbClr val="000000"/>
                </a:solidFill>
                <a:latin typeface="黑体" panose="02010609060101010101" pitchFamily="49" charset="-122"/>
                <a:ea typeface="黑体" panose="02010609060101010101" pitchFamily="49" charset="-122"/>
              </a:rPr>
              <a:t>    （</a:t>
            </a:r>
            <a:r>
              <a:rPr kumimoji="0" lang="en-US" altLang="zh-CN" sz="2800" b="1">
                <a:solidFill>
                  <a:srgbClr val="000000"/>
                </a:solidFill>
                <a:latin typeface="黑体" panose="02010609060101010101" pitchFamily="49" charset="-122"/>
                <a:ea typeface="黑体" panose="02010609060101010101" pitchFamily="49" charset="-122"/>
              </a:rPr>
              <a:t>2</a:t>
            </a:r>
            <a:r>
              <a:rPr kumimoji="0" lang="zh-CN" altLang="en-US" sz="2800" b="1">
                <a:solidFill>
                  <a:srgbClr val="000000"/>
                </a:solidFill>
                <a:latin typeface="黑体" panose="02010609060101010101" pitchFamily="49" charset="-122"/>
                <a:ea typeface="黑体" panose="02010609060101010101" pitchFamily="49" charset="-122"/>
              </a:rPr>
              <a:t>）</a:t>
            </a:r>
            <a:r>
              <a:rPr kumimoji="0" lang="en-US" altLang="zh-CN" sz="2800" b="1">
                <a:solidFill>
                  <a:srgbClr val="000000"/>
                </a:solidFill>
                <a:latin typeface="黑体" panose="02010609060101010101" pitchFamily="49" charset="-122"/>
                <a:ea typeface="黑体" panose="02010609060101010101" pitchFamily="49" charset="-122"/>
              </a:rPr>
              <a:t>G</a:t>
            </a:r>
            <a:r>
              <a:rPr kumimoji="0" lang="en-US" altLang="zh-CN" sz="2800" b="1" baseline="-25000">
                <a:solidFill>
                  <a:srgbClr val="000000"/>
                </a:solidFill>
                <a:latin typeface="黑体" panose="02010609060101010101" pitchFamily="49" charset="-122"/>
                <a:ea typeface="黑体" panose="02010609060101010101" pitchFamily="49" charset="-122"/>
              </a:rPr>
              <a:t>2</a:t>
            </a:r>
            <a:r>
              <a:rPr kumimoji="0" lang="en-US" altLang="zh-CN" sz="2800" b="1">
                <a:solidFill>
                  <a:srgbClr val="000000"/>
                </a:solidFill>
                <a:latin typeface="黑体" panose="02010609060101010101" pitchFamily="49" charset="-122"/>
                <a:ea typeface="黑体" panose="02010609060101010101" pitchFamily="49" charset="-122"/>
              </a:rPr>
              <a:t>=(</a:t>
            </a:r>
            <a:r>
              <a:rPr kumimoji="0" lang="zh-CN" altLang="en-US" sz="2800" b="1">
                <a:solidFill>
                  <a:srgbClr val="000000"/>
                </a:solidFill>
                <a:latin typeface="黑体" panose="02010609060101010101" pitchFamily="49" charset="-122"/>
                <a:ea typeface="黑体" panose="02010609060101010101" pitchFamily="49" charset="-122"/>
              </a:rPr>
              <a:t>Ｐ</a:t>
            </a:r>
            <a:r>
              <a:rPr kumimoji="0" lang="zh-CN" altLang="en-US" sz="2800" b="1">
                <a:solidFill>
                  <a:srgbClr val="000000"/>
                </a:solidFill>
                <a:latin typeface="黑体" panose="02010609060101010101" pitchFamily="49" charset="-122"/>
                <a:ea typeface="黑体" panose="02010609060101010101" pitchFamily="49" charset="-122"/>
                <a:sym typeface="Symbol" panose="05050102010706020507" pitchFamily="18" charset="2"/>
              </a:rPr>
              <a:t></a:t>
            </a:r>
            <a:r>
              <a:rPr kumimoji="0" lang="en-US" altLang="zh-CN" sz="2800" b="1">
                <a:solidFill>
                  <a:srgbClr val="000000"/>
                </a:solidFill>
                <a:latin typeface="黑体" panose="02010609060101010101" pitchFamily="49" charset="-122"/>
                <a:ea typeface="黑体" panose="02010609060101010101" pitchFamily="49" charset="-122"/>
              </a:rPr>
              <a:t>Q)</a:t>
            </a:r>
            <a:r>
              <a:rPr kumimoji="0" lang="en-US" altLang="zh-CN" sz="2800" b="1">
                <a:solidFill>
                  <a:srgbClr val="000000"/>
                </a:solidFill>
                <a:latin typeface="黑体" panose="02010609060101010101" pitchFamily="49" charset="-122"/>
                <a:ea typeface="黑体" panose="02010609060101010101" pitchFamily="49" charset="-122"/>
                <a:sym typeface="Symbol" panose="05050102010706020507" pitchFamily="18" charset="2"/>
              </a:rPr>
              <a:t>(</a:t>
            </a:r>
            <a:r>
              <a:rPr kumimoji="0" lang="en-US" altLang="zh-CN" sz="2800" b="1">
                <a:solidFill>
                  <a:srgbClr val="000000"/>
                </a:solidFill>
                <a:latin typeface="黑体" panose="02010609060101010101" pitchFamily="49" charset="-122"/>
                <a:ea typeface="黑体" panose="02010609060101010101" pitchFamily="49" charset="-122"/>
              </a:rPr>
              <a:t>(</a:t>
            </a:r>
            <a:r>
              <a:rPr kumimoji="0" lang="zh-CN" altLang="en-US" sz="2800" b="1">
                <a:solidFill>
                  <a:srgbClr val="000000"/>
                </a:solidFill>
                <a:latin typeface="黑体" panose="02010609060101010101" pitchFamily="49" charset="-122"/>
                <a:ea typeface="黑体" panose="02010609060101010101" pitchFamily="49" charset="-122"/>
              </a:rPr>
              <a:t>Ｐ→</a:t>
            </a:r>
            <a:r>
              <a:rPr kumimoji="0" lang="en-US" altLang="zh-CN" sz="2800" b="1">
                <a:solidFill>
                  <a:srgbClr val="000000"/>
                </a:solidFill>
                <a:latin typeface="黑体" panose="02010609060101010101" pitchFamily="49" charset="-122"/>
                <a:ea typeface="黑体" panose="02010609060101010101" pitchFamily="49" charset="-122"/>
              </a:rPr>
              <a:t>Q)∨</a:t>
            </a:r>
            <a:r>
              <a:rPr kumimoji="0" lang="en-US" altLang="zh-CN" sz="2800" b="1">
                <a:solidFill>
                  <a:srgbClr val="000000"/>
                </a:solidFill>
                <a:latin typeface="黑体" panose="02010609060101010101" pitchFamily="49" charset="-122"/>
                <a:ea typeface="黑体" panose="02010609060101010101" pitchFamily="49" charset="-122"/>
                <a:sym typeface="Symbol" panose="05050102010706020507" pitchFamily="18" charset="2"/>
              </a:rPr>
              <a:t></a:t>
            </a:r>
            <a:r>
              <a:rPr kumimoji="0" lang="en-US" altLang="zh-CN" sz="2800" b="1">
                <a:solidFill>
                  <a:srgbClr val="000000"/>
                </a:solidFill>
                <a:latin typeface="黑体" panose="02010609060101010101" pitchFamily="49" charset="-122"/>
                <a:ea typeface="黑体" panose="02010609060101010101" pitchFamily="49" charset="-122"/>
              </a:rPr>
              <a:t>(Q→</a:t>
            </a:r>
            <a:r>
              <a:rPr kumimoji="0" lang="zh-CN" altLang="en-US" sz="2800" b="1">
                <a:solidFill>
                  <a:srgbClr val="000000"/>
                </a:solidFill>
                <a:latin typeface="黑体" panose="02010609060101010101" pitchFamily="49" charset="-122"/>
                <a:ea typeface="黑体" panose="02010609060101010101" pitchFamily="49" charset="-122"/>
              </a:rPr>
              <a:t>Ｐ</a:t>
            </a:r>
            <a:r>
              <a:rPr kumimoji="0" lang="en-US" altLang="zh-CN" sz="2800" b="1">
                <a:solidFill>
                  <a:srgbClr val="000000"/>
                </a:solidFill>
                <a:latin typeface="黑体" panose="02010609060101010101" pitchFamily="49" charset="-122"/>
                <a:ea typeface="黑体" panose="02010609060101010101" pitchFamily="49" charset="-122"/>
              </a:rPr>
              <a:t>))</a:t>
            </a:r>
            <a:r>
              <a:rPr kumimoji="0" lang="zh-CN" altLang="en-US" sz="2800" b="1">
                <a:solidFill>
                  <a:srgbClr val="000000"/>
                </a:solidFill>
                <a:latin typeface="黑体" panose="02010609060101010101" pitchFamily="49" charset="-122"/>
                <a:ea typeface="黑体" panose="02010609060101010101" pitchFamily="49" charset="-122"/>
              </a:rPr>
              <a:t>；</a:t>
            </a:r>
          </a:p>
          <a:p>
            <a:pPr eaLnBrk="1" hangingPunct="1">
              <a:lnSpc>
                <a:spcPct val="130000"/>
              </a:lnSpc>
              <a:buFontTx/>
              <a:buNone/>
            </a:pPr>
            <a:r>
              <a:rPr kumimoji="0" lang="zh-CN" altLang="en-US" sz="2800" b="1">
                <a:solidFill>
                  <a:srgbClr val="000000"/>
                </a:solidFill>
                <a:latin typeface="黑体" panose="02010609060101010101" pitchFamily="49" charset="-122"/>
                <a:ea typeface="黑体" panose="02010609060101010101" pitchFamily="49" charset="-122"/>
              </a:rPr>
              <a:t>    （</a:t>
            </a:r>
            <a:r>
              <a:rPr kumimoji="0" lang="en-US" altLang="zh-CN" sz="2800" b="1">
                <a:solidFill>
                  <a:srgbClr val="000000"/>
                </a:solidFill>
                <a:latin typeface="黑体" panose="02010609060101010101" pitchFamily="49" charset="-122"/>
                <a:ea typeface="黑体" panose="02010609060101010101" pitchFamily="49" charset="-122"/>
              </a:rPr>
              <a:t>3</a:t>
            </a:r>
            <a:r>
              <a:rPr kumimoji="0" lang="zh-CN" altLang="en-US" sz="2800" b="1">
                <a:solidFill>
                  <a:srgbClr val="000000"/>
                </a:solidFill>
                <a:latin typeface="黑体" panose="02010609060101010101" pitchFamily="49" charset="-122"/>
                <a:ea typeface="黑体" panose="02010609060101010101" pitchFamily="49" charset="-122"/>
              </a:rPr>
              <a:t>）</a:t>
            </a:r>
            <a:r>
              <a:rPr kumimoji="0" lang="en-US" altLang="zh-CN" sz="2800" b="1">
                <a:solidFill>
                  <a:srgbClr val="000000"/>
                </a:solidFill>
                <a:latin typeface="黑体" panose="02010609060101010101" pitchFamily="49" charset="-122"/>
                <a:ea typeface="黑体" panose="02010609060101010101" pitchFamily="49" charset="-122"/>
              </a:rPr>
              <a:t>G</a:t>
            </a:r>
            <a:r>
              <a:rPr kumimoji="0" lang="en-US" altLang="zh-CN" sz="2800" b="1" baseline="-25000">
                <a:solidFill>
                  <a:srgbClr val="000000"/>
                </a:solidFill>
                <a:latin typeface="黑体" panose="02010609060101010101" pitchFamily="49" charset="-122"/>
                <a:ea typeface="黑体" panose="02010609060101010101" pitchFamily="49" charset="-122"/>
              </a:rPr>
              <a:t>3</a:t>
            </a:r>
            <a:r>
              <a:rPr kumimoji="0" lang="en-US" altLang="zh-CN" sz="2800" b="1">
                <a:solidFill>
                  <a:srgbClr val="000000"/>
                </a:solidFill>
                <a:latin typeface="黑体" panose="02010609060101010101" pitchFamily="49" charset="-122"/>
                <a:ea typeface="黑体" panose="02010609060101010101" pitchFamily="49" charset="-122"/>
              </a:rPr>
              <a:t>=(P→</a:t>
            </a:r>
            <a:r>
              <a:rPr kumimoji="0" lang="en-US" altLang="zh-CN" sz="2800" b="1">
                <a:solidFill>
                  <a:srgbClr val="000000"/>
                </a:solidFill>
                <a:latin typeface="黑体" panose="02010609060101010101" pitchFamily="49" charset="-122"/>
                <a:ea typeface="黑体" panose="02010609060101010101" pitchFamily="49" charset="-122"/>
                <a:sym typeface="Symbol" panose="05050102010706020507" pitchFamily="18" charset="2"/>
              </a:rPr>
              <a:t></a:t>
            </a:r>
            <a:r>
              <a:rPr kumimoji="0" lang="en-US" altLang="zh-CN" sz="2800" b="1">
                <a:solidFill>
                  <a:srgbClr val="000000"/>
                </a:solidFill>
                <a:latin typeface="黑体" panose="02010609060101010101" pitchFamily="49" charset="-122"/>
                <a:ea typeface="黑体" panose="02010609060101010101" pitchFamily="49" charset="-122"/>
              </a:rPr>
              <a:t>Q)∨</a:t>
            </a:r>
            <a:r>
              <a:rPr kumimoji="0" lang="en-US" altLang="zh-CN" sz="2800" b="1">
                <a:solidFill>
                  <a:srgbClr val="000000"/>
                </a:solidFill>
                <a:latin typeface="黑体" panose="02010609060101010101" pitchFamily="49" charset="-122"/>
                <a:ea typeface="黑体" panose="02010609060101010101" pitchFamily="49" charset="-122"/>
                <a:sym typeface="Symbol" panose="05050102010706020507" pitchFamily="18" charset="2"/>
              </a:rPr>
              <a:t></a:t>
            </a:r>
            <a:r>
              <a:rPr kumimoji="0" lang="en-US" altLang="zh-CN" sz="2800" b="1">
                <a:solidFill>
                  <a:srgbClr val="000000"/>
                </a:solidFill>
                <a:latin typeface="黑体" panose="02010609060101010101" pitchFamily="49" charset="-122"/>
                <a:ea typeface="黑体" panose="02010609060101010101" pitchFamily="49" charset="-122"/>
              </a:rPr>
              <a:t>Q</a:t>
            </a:r>
            <a:r>
              <a:rPr kumimoji="0" lang="zh-CN" altLang="en-US" sz="2800" b="1">
                <a:solidFill>
                  <a:srgbClr val="000000"/>
                </a:solidFill>
                <a:latin typeface="黑体" panose="02010609060101010101" pitchFamily="49" charset="-122"/>
                <a:ea typeface="黑体" panose="02010609060101010101" pitchFamily="49" charset="-122"/>
              </a:rPr>
              <a:t>。</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日期占位符 1">
            <a:extLst>
              <a:ext uri="{FF2B5EF4-FFF2-40B4-BE49-F238E27FC236}">
                <a16:creationId xmlns:a16="http://schemas.microsoft.com/office/drawing/2014/main" id="{52B80041-2653-48DF-8094-A475C91528F8}"/>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E0D18C5A-BCB3-4B36-93CE-EC17BF784E1D}"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22883" name="页脚占位符 2">
            <a:extLst>
              <a:ext uri="{FF2B5EF4-FFF2-40B4-BE49-F238E27FC236}">
                <a16:creationId xmlns:a16="http://schemas.microsoft.com/office/drawing/2014/main" id="{B907AAEF-2007-4996-8C4C-835010B9B8E8}"/>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22884" name="灯片编号占位符 3">
            <a:extLst>
              <a:ext uri="{FF2B5EF4-FFF2-40B4-BE49-F238E27FC236}">
                <a16:creationId xmlns:a16="http://schemas.microsoft.com/office/drawing/2014/main" id="{EDD6C6E6-0002-40A7-AD3B-506EA2FC7E09}"/>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B5B20C5E-7949-4A62-9FFC-99E8990B2D5D}" type="slidenum">
              <a:rPr lang="en-US" altLang="zh-CN" sz="1400" smtClean="0">
                <a:latin typeface="Times New Roman" panose="02020603050405020304" pitchFamily="18" charset="0"/>
                <a:ea typeface="宋体" panose="02010600030101010101" pitchFamily="2" charset="-122"/>
              </a:rPr>
              <a:pPr>
                <a:spcBef>
                  <a:spcPct val="0"/>
                </a:spcBef>
                <a:buFontTx/>
                <a:buNone/>
              </a:pPr>
              <a:t>96</a:t>
            </a:fld>
            <a:endParaRPr lang="en-US" altLang="zh-CN" sz="1400">
              <a:latin typeface="Times New Roman" panose="02020603050405020304" pitchFamily="18" charset="0"/>
              <a:ea typeface="宋体" panose="02010600030101010101" pitchFamily="2" charset="-122"/>
            </a:endParaRPr>
          </a:p>
        </p:txBody>
      </p:sp>
      <p:sp>
        <p:nvSpPr>
          <p:cNvPr id="122885" name="页脚占位符 3">
            <a:extLst>
              <a:ext uri="{FF2B5EF4-FFF2-40B4-BE49-F238E27FC236}">
                <a16:creationId xmlns:a16="http://schemas.microsoft.com/office/drawing/2014/main" id="{D53DDCB8-7805-4AD2-B2D4-BBE70DD481E7}"/>
              </a:ext>
            </a:extLst>
          </p:cNvPr>
          <p:cNvSpPr txBox="1">
            <a:spLocks noGrp="1"/>
          </p:cNvSpPr>
          <p:nvPr/>
        </p:nvSpPr>
        <p:spPr bwMode="black">
          <a:xfrm>
            <a:off x="609600" y="6470650"/>
            <a:ext cx="538163"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r">
              <a:spcBef>
                <a:spcPct val="0"/>
              </a:spcBef>
              <a:buFontTx/>
              <a:buNone/>
            </a:pPr>
            <a:fld id="{4BFB9E5D-DD75-4739-A654-E7CB2232E910}" type="slidenum">
              <a:rPr kumimoji="0" lang="en-US" altLang="zh-CN" sz="1000">
                <a:solidFill>
                  <a:schemeClr val="bg1"/>
                </a:solidFill>
                <a:latin typeface="Arial" panose="020B0604020202020204" pitchFamily="34" charset="0"/>
                <a:ea typeface="宋体" panose="02010600030101010101" pitchFamily="2" charset="-122"/>
              </a:rPr>
              <a:pPr algn="r">
                <a:spcBef>
                  <a:spcPct val="0"/>
                </a:spcBef>
                <a:buFontTx/>
                <a:buNone/>
              </a:pPr>
              <a:t>96</a:t>
            </a:fld>
            <a:endParaRPr kumimoji="0" lang="en-US" altLang="zh-CN" sz="1000">
              <a:solidFill>
                <a:schemeClr val="bg1"/>
              </a:solidFill>
              <a:latin typeface="Arial" panose="020B0604020202020204" pitchFamily="34" charset="0"/>
              <a:ea typeface="宋体" panose="02010600030101010101" pitchFamily="2" charset="-122"/>
            </a:endParaRPr>
          </a:p>
        </p:txBody>
      </p:sp>
      <p:sp>
        <p:nvSpPr>
          <p:cNvPr id="122886" name="日期占位符 4">
            <a:extLst>
              <a:ext uri="{FF2B5EF4-FFF2-40B4-BE49-F238E27FC236}">
                <a16:creationId xmlns:a16="http://schemas.microsoft.com/office/drawing/2014/main" id="{A04AEA95-F7E4-4FD6-BDEE-12F19D63E487}"/>
              </a:ext>
            </a:extLst>
          </p:cNvPr>
          <p:cNvSpPr txBox="1">
            <a:spLocks noGrp="1"/>
          </p:cNvSpPr>
          <p:nvPr/>
        </p:nvSpPr>
        <p:spPr bwMode="auto">
          <a:xfrm>
            <a:off x="1271588" y="6472238"/>
            <a:ext cx="946150"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fld id="{0BC46441-C7A9-4BCD-A0FB-6EE2A2B05A5B}" type="datetime1">
              <a:rPr kumimoji="0" lang="zh-CN" altLang="en-US" sz="1000">
                <a:solidFill>
                  <a:schemeClr val="bg1"/>
                </a:solidFill>
                <a:latin typeface="Arial" panose="020B0604020202020204" pitchFamily="34" charset="0"/>
                <a:ea typeface="宋体" panose="02010600030101010101" pitchFamily="2" charset="-122"/>
              </a:rPr>
              <a:pPr eaLnBrk="1" hangingPunct="1">
                <a:spcBef>
                  <a:spcPct val="0"/>
                </a:spcBef>
                <a:buFontTx/>
                <a:buNone/>
              </a:pPr>
              <a:t>2020/9/7</a:t>
            </a:fld>
            <a:endParaRPr kumimoji="0" lang="en-US" altLang="zh-CN" sz="1000">
              <a:solidFill>
                <a:schemeClr val="bg1"/>
              </a:solidFill>
              <a:latin typeface="Arial" panose="020B0604020202020204" pitchFamily="34" charset="0"/>
              <a:ea typeface="宋体" panose="02010600030101010101" pitchFamily="2" charset="-122"/>
            </a:endParaRPr>
          </a:p>
        </p:txBody>
      </p:sp>
      <p:sp>
        <p:nvSpPr>
          <p:cNvPr id="122887" name="Text Box 2">
            <a:extLst>
              <a:ext uri="{FF2B5EF4-FFF2-40B4-BE49-F238E27FC236}">
                <a16:creationId xmlns:a16="http://schemas.microsoft.com/office/drawing/2014/main" id="{1853B8B6-3FE7-4171-9D81-FCB442A14BFD}"/>
              </a:ext>
            </a:extLst>
          </p:cNvPr>
          <p:cNvSpPr txBox="1">
            <a:spLocks noChangeArrowheads="1"/>
          </p:cNvSpPr>
          <p:nvPr/>
        </p:nvSpPr>
        <p:spPr bwMode="auto">
          <a:xfrm>
            <a:off x="1435100" y="858838"/>
            <a:ext cx="60166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例 题</a:t>
            </a:r>
          </a:p>
        </p:txBody>
      </p:sp>
      <p:pic>
        <p:nvPicPr>
          <p:cNvPr id="122888" name="Picture 6" descr="C:\Program Files\Microsoft Office\MEDIA\CAGCAT10\j0293844.wmf">
            <a:extLst>
              <a:ext uri="{FF2B5EF4-FFF2-40B4-BE49-F238E27FC236}">
                <a16:creationId xmlns:a16="http://schemas.microsoft.com/office/drawing/2014/main" id="{6A090402-355B-45D4-8EC7-EDEC4E17CC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5143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889" name="Picture 6" descr="QQ截图20140124213013">
            <a:extLst>
              <a:ext uri="{FF2B5EF4-FFF2-40B4-BE49-F238E27FC236}">
                <a16:creationId xmlns:a16="http://schemas.microsoft.com/office/drawing/2014/main" id="{E10E74FA-74FC-4D32-9FFE-ACC49D24D5C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0588" y="1914525"/>
            <a:ext cx="76327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Text Box 2">
            <a:extLst>
              <a:ext uri="{FF2B5EF4-FFF2-40B4-BE49-F238E27FC236}">
                <a16:creationId xmlns:a16="http://schemas.microsoft.com/office/drawing/2014/main" id="{C9189403-F2CA-4D0B-A6DF-B5C63C65A25B}"/>
              </a:ext>
            </a:extLst>
          </p:cNvPr>
          <p:cNvSpPr txBox="1">
            <a:spLocks noChangeArrowheads="1"/>
          </p:cNvSpPr>
          <p:nvPr/>
        </p:nvSpPr>
        <p:spPr bwMode="auto">
          <a:xfrm>
            <a:off x="1258888" y="931863"/>
            <a:ext cx="6337300" cy="76835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800">
                <a:solidFill>
                  <a:schemeClr val="tx1"/>
                </a:solidFill>
                <a:latin typeface="Times New Roman" panose="02020603050405020304" pitchFamily="18" charset="0"/>
                <a:ea typeface="宋体" panose="02010600030101010101" pitchFamily="2" charset="-122"/>
              </a:defRPr>
            </a:lvl1pPr>
            <a:lvl2pPr marL="838200" indent="-381000">
              <a:defRPr kumimoji="1" sz="2800">
                <a:solidFill>
                  <a:schemeClr val="tx1"/>
                </a:solidFill>
                <a:latin typeface="Times New Roman" panose="02020603050405020304" pitchFamily="18" charset="0"/>
                <a:ea typeface="宋体" panose="02010600030101010101" pitchFamily="2" charset="-122"/>
              </a:defRPr>
            </a:lvl2pPr>
            <a:lvl3pPr marL="1295400" indent="-381000">
              <a:defRPr kumimoji="1" sz="2800">
                <a:solidFill>
                  <a:schemeClr val="tx1"/>
                </a:solidFill>
                <a:latin typeface="Times New Roman" panose="02020603050405020304" pitchFamily="18" charset="0"/>
                <a:ea typeface="宋体" panose="02010600030101010101" pitchFamily="2" charset="-122"/>
              </a:defRPr>
            </a:lvl3pPr>
            <a:lvl4pPr marL="1752600" indent="-381000">
              <a:defRPr kumimoji="1" sz="2800">
                <a:solidFill>
                  <a:schemeClr val="tx1"/>
                </a:solidFill>
                <a:latin typeface="Times New Roman" panose="02020603050405020304" pitchFamily="18" charset="0"/>
                <a:ea typeface="宋体" panose="02010600030101010101" pitchFamily="2" charset="-122"/>
              </a:defRPr>
            </a:lvl4pPr>
            <a:lvl5pPr marL="2209800" indent="-381000">
              <a:defRPr kumimoji="1" sz="28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4400" b="1">
                <a:solidFill>
                  <a:schemeClr val="bg1"/>
                </a:solidFill>
                <a:latin typeface="宋体" panose="02010600030101010101" pitchFamily="2" charset="-122"/>
              </a:rPr>
              <a:t> 命题公式与等值演算</a:t>
            </a:r>
          </a:p>
        </p:txBody>
      </p:sp>
      <p:sp>
        <p:nvSpPr>
          <p:cNvPr id="123907" name="Rectangle 3">
            <a:extLst>
              <a:ext uri="{FF2B5EF4-FFF2-40B4-BE49-F238E27FC236}">
                <a16:creationId xmlns:a16="http://schemas.microsoft.com/office/drawing/2014/main" id="{9FA44068-36EF-44C7-8FFE-08417C4E2F8C}"/>
              </a:ext>
            </a:extLst>
          </p:cNvPr>
          <p:cNvSpPr>
            <a:spLocks noGrp="1" noChangeArrowheads="1"/>
          </p:cNvSpPr>
          <p:nvPr>
            <p:ph type="body" sz="half" idx="1"/>
          </p:nvPr>
        </p:nvSpPr>
        <p:spPr>
          <a:xfrm>
            <a:off x="1763713" y="2636838"/>
            <a:ext cx="5472112" cy="2592387"/>
          </a:xfrm>
          <a:noFill/>
          <a:extLst>
            <a:ext uri="{909E8E84-426E-40DD-AFC4-6F175D3DCCD1}">
              <a14:hiddenFill xmlns:a14="http://schemas.microsoft.com/office/drawing/2010/main">
                <a:solidFill>
                  <a:schemeClr val="accent1"/>
                </a:solidFill>
              </a14:hiddenFill>
            </a:ext>
          </a:extLst>
        </p:spPr>
        <p:txBody>
          <a:bodyPr lIns="92075" tIns="46038" rIns="92075" bIns="46038"/>
          <a:lstStyle/>
          <a:p>
            <a:pPr>
              <a:lnSpc>
                <a:spcPct val="150000"/>
              </a:lnSpc>
              <a:buFont typeface="Wingdings" panose="05000000000000000000" pitchFamily="2" charset="2"/>
              <a:buChar char="4"/>
            </a:pPr>
            <a:r>
              <a:rPr lang="zh-CN" altLang="en-US" sz="3600" b="1">
                <a:effectLst/>
                <a:latin typeface="黑体" panose="02010609060101010101" pitchFamily="49" charset="-122"/>
                <a:ea typeface="黑体" panose="02010609060101010101" pitchFamily="49" charset="-122"/>
              </a:rPr>
              <a:t> 命题公式的基本知识</a:t>
            </a:r>
          </a:p>
          <a:p>
            <a:pPr>
              <a:lnSpc>
                <a:spcPct val="150000"/>
              </a:lnSpc>
              <a:buFont typeface="Wingdings" panose="05000000000000000000" pitchFamily="2" charset="2"/>
              <a:buChar char="J"/>
            </a:pPr>
            <a:r>
              <a:rPr lang="zh-CN" altLang="en-US" sz="3600" b="1">
                <a:solidFill>
                  <a:schemeClr val="accent2"/>
                </a:solidFill>
                <a:effectLst/>
                <a:latin typeface="黑体" panose="02010609060101010101" pitchFamily="49" charset="-122"/>
                <a:ea typeface="黑体" panose="02010609060101010101" pitchFamily="49" charset="-122"/>
              </a:rPr>
              <a:t> 等值关系与等值演算</a:t>
            </a:r>
          </a:p>
          <a:p>
            <a:pPr>
              <a:lnSpc>
                <a:spcPct val="150000"/>
              </a:lnSpc>
              <a:buFont typeface="Wingdings" panose="05000000000000000000" pitchFamily="2" charset="2"/>
              <a:buChar char="4"/>
            </a:pPr>
            <a:r>
              <a:rPr lang="zh-CN" altLang="en-US" sz="3600" b="1">
                <a:effectLst/>
                <a:latin typeface="黑体" panose="02010609060101010101" pitchFamily="49" charset="-122"/>
                <a:ea typeface="黑体" panose="02010609060101010101" pitchFamily="49" charset="-122"/>
              </a:rPr>
              <a:t> 公式的内否与对偶</a:t>
            </a:r>
          </a:p>
        </p:txBody>
      </p:sp>
      <p:pic>
        <p:nvPicPr>
          <p:cNvPr id="123908" name="Picture 6" descr="C:\Program Files\Microsoft Office\MEDIA\CAGCAT10\j0293844.wmf">
            <a:extLst>
              <a:ext uri="{FF2B5EF4-FFF2-40B4-BE49-F238E27FC236}">
                <a16:creationId xmlns:a16="http://schemas.microsoft.com/office/drawing/2014/main" id="{B71F456B-B36A-40FA-9AA9-9CCD6C7AB6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45425" y="54927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日期占位符 3">
            <a:extLst>
              <a:ext uri="{FF2B5EF4-FFF2-40B4-BE49-F238E27FC236}">
                <a16:creationId xmlns:a16="http://schemas.microsoft.com/office/drawing/2014/main" id="{842F3AA3-5D20-4DD9-B356-F52AB3F62CC9}"/>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86CB246C-792D-47AE-AA74-7DBC942653B9}"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24931" name="页脚占位符 4">
            <a:extLst>
              <a:ext uri="{FF2B5EF4-FFF2-40B4-BE49-F238E27FC236}">
                <a16:creationId xmlns:a16="http://schemas.microsoft.com/office/drawing/2014/main" id="{66A5D9C8-5FA9-47E5-B9B0-C8634C0412C2}"/>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24932" name="灯片编号占位符 5">
            <a:extLst>
              <a:ext uri="{FF2B5EF4-FFF2-40B4-BE49-F238E27FC236}">
                <a16:creationId xmlns:a16="http://schemas.microsoft.com/office/drawing/2014/main" id="{DE7F589F-3B4E-432C-A334-A8F21FA2ED2A}"/>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9B20C478-0D30-408C-8715-C0CD149DA4F5}" type="slidenum">
              <a:rPr lang="en-US" altLang="zh-CN" sz="1400" smtClean="0">
                <a:latin typeface="Times New Roman" panose="02020603050405020304" pitchFamily="18" charset="0"/>
                <a:ea typeface="宋体" panose="02010600030101010101" pitchFamily="2" charset="-122"/>
              </a:rPr>
              <a:pPr>
                <a:spcBef>
                  <a:spcPct val="0"/>
                </a:spcBef>
                <a:buFontTx/>
                <a:buNone/>
              </a:pPr>
              <a:t>98</a:t>
            </a:fld>
            <a:endParaRPr lang="en-US" altLang="zh-CN" sz="1400">
              <a:latin typeface="Times New Roman" panose="02020603050405020304" pitchFamily="18" charset="0"/>
              <a:ea typeface="宋体" panose="02010600030101010101" pitchFamily="2" charset="-122"/>
            </a:endParaRPr>
          </a:p>
        </p:txBody>
      </p:sp>
      <p:sp>
        <p:nvSpPr>
          <p:cNvPr id="124933" name="Rectangle 2">
            <a:extLst>
              <a:ext uri="{FF2B5EF4-FFF2-40B4-BE49-F238E27FC236}">
                <a16:creationId xmlns:a16="http://schemas.microsoft.com/office/drawing/2014/main" id="{62B4E809-13E0-43F6-9597-59FFC66837B3}"/>
              </a:ext>
            </a:extLst>
          </p:cNvPr>
          <p:cNvSpPr>
            <a:spLocks noGrp="1" noChangeArrowheads="1"/>
          </p:cNvSpPr>
          <p:nvPr>
            <p:ph type="body" idx="1"/>
          </p:nvPr>
        </p:nvSpPr>
        <p:spPr>
          <a:xfrm>
            <a:off x="250825" y="1700213"/>
            <a:ext cx="2916238" cy="533400"/>
          </a:xfrm>
        </p:spPr>
        <p:txBody>
          <a:bodyPr/>
          <a:lstStyle/>
          <a:p>
            <a:pPr eaLnBrk="1" hangingPunct="1">
              <a:lnSpc>
                <a:spcPct val="90000"/>
              </a:lnSpc>
              <a:buFontTx/>
              <a:buNone/>
            </a:pPr>
            <a:r>
              <a:rPr lang="zh-CN" altLang="en-US" sz="2800" b="1">
                <a:effectLst/>
                <a:ea typeface="黑体" panose="02010609060101010101" pitchFamily="49" charset="-122"/>
              </a:rPr>
              <a:t>观察下列真值表</a:t>
            </a:r>
          </a:p>
        </p:txBody>
      </p:sp>
      <p:graphicFrame>
        <p:nvGraphicFramePr>
          <p:cNvPr id="105533" name="Group 61">
            <a:extLst>
              <a:ext uri="{FF2B5EF4-FFF2-40B4-BE49-F238E27FC236}">
                <a16:creationId xmlns:a16="http://schemas.microsoft.com/office/drawing/2014/main" id="{E9C809FD-E6FC-4C75-9582-687329789A15}"/>
              </a:ext>
            </a:extLst>
          </p:cNvPr>
          <p:cNvGraphicFramePr>
            <a:graphicFrameLocks noGrp="1"/>
          </p:cNvGraphicFramePr>
          <p:nvPr/>
        </p:nvGraphicFramePr>
        <p:xfrm>
          <a:off x="898525" y="2276475"/>
          <a:ext cx="7994650" cy="2143125"/>
        </p:xfrm>
        <a:graphic>
          <a:graphicData uri="http://schemas.openxmlformats.org/drawingml/2006/table">
            <a:tbl>
              <a:tblPr/>
              <a:tblGrid>
                <a:gridCol w="573088">
                  <a:extLst>
                    <a:ext uri="{9D8B030D-6E8A-4147-A177-3AD203B41FA5}">
                      <a16:colId xmlns:a16="http://schemas.microsoft.com/office/drawing/2014/main" val="20000"/>
                    </a:ext>
                  </a:extLst>
                </a:gridCol>
                <a:gridCol w="573087">
                  <a:extLst>
                    <a:ext uri="{9D8B030D-6E8A-4147-A177-3AD203B41FA5}">
                      <a16:colId xmlns:a16="http://schemas.microsoft.com/office/drawing/2014/main" val="20001"/>
                    </a:ext>
                  </a:extLst>
                </a:gridCol>
                <a:gridCol w="1057275">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gridCol w="3429000">
                  <a:extLst>
                    <a:ext uri="{9D8B030D-6E8A-4147-A177-3AD203B41FA5}">
                      <a16:colId xmlns:a16="http://schemas.microsoft.com/office/drawing/2014/main" val="20004"/>
                    </a:ext>
                  </a:extLst>
                </a:gridCol>
                <a:gridCol w="1295400">
                  <a:extLst>
                    <a:ext uri="{9D8B030D-6E8A-4147-A177-3AD203B41FA5}">
                      <a16:colId xmlns:a16="http://schemas.microsoft.com/office/drawing/2014/main" val="20005"/>
                    </a:ext>
                  </a:extLst>
                </a:gridCol>
              </a:tblGrid>
              <a:tr h="396875">
                <a:tc>
                  <a:txBody>
                    <a:bodyPr/>
                    <a:lstStyle>
                      <a:lvl1pPr>
                        <a:spcBef>
                          <a:spcPct val="20000"/>
                        </a:spcBef>
                        <a:defRPr kumimoji="1" sz="2000">
                          <a:solidFill>
                            <a:schemeClr val="tx1"/>
                          </a:solidFill>
                          <a:latin typeface="楷体_GB2312" pitchFamily="49" charset="-122"/>
                          <a:ea typeface="楷体_GB2312" pitchFamily="49" charset="-122"/>
                        </a:defRPr>
                      </a:lvl1pPr>
                      <a:lvl2pPr marL="742950" indent="-285750">
                        <a:spcBef>
                          <a:spcPct val="20000"/>
                        </a:spcBef>
                        <a:defRPr kumimoji="1">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16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sz="1400">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chemeClr val="tx1"/>
                          </a:solidFill>
                          <a:effectLst>
                            <a:outerShdw blurRad="38100" dist="38100" dir="2700000" algn="tl">
                              <a:srgbClr val="C0C0C0"/>
                            </a:outerShdw>
                          </a:effectLst>
                          <a:latin typeface="楷体_GB2312" pitchFamily="49" charset="-122"/>
                          <a:ea typeface="宋体" panose="02010600030101010101" pitchFamily="2" charset="-122"/>
                        </a:rPr>
                        <a:t> P</a:t>
                      </a:r>
                    </a:p>
                  </a:txBody>
                  <a:tcPr marT="45727" marB="45727"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000">
                          <a:solidFill>
                            <a:schemeClr val="tx1"/>
                          </a:solidFill>
                          <a:latin typeface="楷体_GB2312" pitchFamily="49" charset="-122"/>
                          <a:ea typeface="楷体_GB2312" pitchFamily="49" charset="-122"/>
                        </a:defRPr>
                      </a:lvl1pPr>
                      <a:lvl2pPr marL="742950" indent="-285750">
                        <a:spcBef>
                          <a:spcPct val="20000"/>
                        </a:spcBef>
                        <a:defRPr kumimoji="1">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16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sz="1400">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C0C0C0"/>
                            </a:outerShdw>
                          </a:effectLst>
                          <a:latin typeface="楷体_GB2312" pitchFamily="49" charset="-122"/>
                          <a:ea typeface="宋体" panose="02010600030101010101" pitchFamily="2" charset="-122"/>
                        </a:rPr>
                        <a:t> Q</a:t>
                      </a:r>
                    </a:p>
                  </a:txBody>
                  <a:tcPr marT="45727" marB="4572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000">
                          <a:solidFill>
                            <a:schemeClr val="tx1"/>
                          </a:solidFill>
                          <a:latin typeface="楷体_GB2312" pitchFamily="49" charset="-122"/>
                          <a:ea typeface="楷体_GB2312" pitchFamily="49" charset="-122"/>
                        </a:defRPr>
                      </a:lvl1pPr>
                      <a:lvl2pPr marL="742950" indent="-285750">
                        <a:spcBef>
                          <a:spcPct val="20000"/>
                        </a:spcBef>
                        <a:defRPr kumimoji="1">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16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sz="1400">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000" b="1" i="0" u="none" strike="noStrike" cap="none" normalizeH="0" baseline="0">
                          <a:ln>
                            <a:noFill/>
                          </a:ln>
                          <a:solidFill>
                            <a:schemeClr val="tx1"/>
                          </a:solidFill>
                          <a:effectLst>
                            <a:outerShdw blurRad="38100" dist="38100" dir="2700000" algn="tl">
                              <a:srgbClr val="C0C0C0"/>
                            </a:outerShdw>
                          </a:effectLst>
                          <a:latin typeface="楷体_GB2312" pitchFamily="49" charset="-122"/>
                          <a:ea typeface="宋体" panose="02010600030101010101" pitchFamily="2" charset="-122"/>
                          <a:cs typeface="Times New Roman" panose="02020603050405020304" pitchFamily="18" charset="0"/>
                        </a:rPr>
                        <a:t>P </a:t>
                      </a:r>
                      <a:r>
                        <a:rPr kumimoji="1" lang="en-US" altLang="zh-CN" sz="2000" b="1" i="0" u="none" strike="noStrike" cap="none" normalizeH="0" baseline="0">
                          <a:ln>
                            <a:noFill/>
                          </a:ln>
                          <a:solidFill>
                            <a:schemeClr val="tx1"/>
                          </a:solidFill>
                          <a:effectLst>
                            <a:outerShdw blurRad="38100" dist="38100" dir="2700000" algn="tl">
                              <a:srgbClr val="C0C0C0"/>
                            </a:outerShdw>
                          </a:effectLst>
                          <a:latin typeface="楷体_GB2312" pitchFamily="49" charset="-122"/>
                          <a:ea typeface="MS Gothic" panose="020B0609070205080204" pitchFamily="49" charset="-128"/>
                          <a:cs typeface="Times New Roman" panose="02020603050405020304" pitchFamily="18" charset="0"/>
                          <a:sym typeface="Kingsoft Phonetic Plain" pitchFamily="2" charset="2"/>
                        </a:rPr>
                        <a:t>∨</a:t>
                      </a:r>
                      <a:r>
                        <a:rPr kumimoji="1" lang="en-US" altLang="zh-CN" sz="2000" b="1" i="0" u="none" strike="noStrike" cap="none" normalizeH="0" baseline="0">
                          <a:ln>
                            <a:noFill/>
                          </a:ln>
                          <a:solidFill>
                            <a:schemeClr val="tx1"/>
                          </a:solidFill>
                          <a:effectLst>
                            <a:outerShdw blurRad="38100" dist="38100" dir="2700000" algn="tl">
                              <a:srgbClr val="C0C0C0"/>
                            </a:outerShdw>
                          </a:effectLst>
                          <a:latin typeface="楷体_GB2312" pitchFamily="49" charset="-122"/>
                          <a:ea typeface="宋体" panose="02010600030101010101" pitchFamily="2" charset="-122"/>
                          <a:cs typeface="Times New Roman" panose="02020603050405020304" pitchFamily="18" charset="0"/>
                          <a:sym typeface="Kingsoft Phonetic Plain" pitchFamily="2" charset="2"/>
                        </a:rPr>
                        <a:t>Q</a:t>
                      </a:r>
                    </a:p>
                  </a:txBody>
                  <a:tcPr marT="45727" marB="4572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000">
                          <a:solidFill>
                            <a:schemeClr val="tx1"/>
                          </a:solidFill>
                          <a:latin typeface="楷体_GB2312" pitchFamily="49" charset="-122"/>
                          <a:ea typeface="楷体_GB2312" pitchFamily="49" charset="-122"/>
                        </a:defRPr>
                      </a:lvl1pPr>
                      <a:lvl2pPr marL="742950" indent="-285750">
                        <a:spcBef>
                          <a:spcPct val="20000"/>
                        </a:spcBef>
                        <a:defRPr kumimoji="1">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16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sz="1400">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C0C0C0"/>
                            </a:outerShdw>
                          </a:effectLst>
                          <a:latin typeface="楷体_GB2312" pitchFamily="49" charset="-122"/>
                          <a:ea typeface="宋体" panose="02010600030101010101" pitchFamily="2" charset="-122"/>
                        </a:rPr>
                        <a:t>P </a:t>
                      </a:r>
                      <a:r>
                        <a:rPr kumimoji="1" lang="en-US" altLang="zh-CN" sz="2000" b="1" i="0" u="none" strike="noStrike" cap="none" normalizeH="0" baseline="0">
                          <a:ln>
                            <a:noFill/>
                          </a:ln>
                          <a:solidFill>
                            <a:schemeClr val="tx1"/>
                          </a:solidFill>
                          <a:effectLst>
                            <a:outerShdw blurRad="38100" dist="38100" dir="2700000" algn="tl">
                              <a:srgbClr val="C0C0C0"/>
                            </a:outerShdw>
                          </a:effectLst>
                          <a:latin typeface="楷体_GB2312" pitchFamily="49" charset="-122"/>
                          <a:ea typeface="宋体" panose="02010600030101010101" pitchFamily="2" charset="-122"/>
                          <a:sym typeface="Symbol" panose="05050102010706020507" pitchFamily="18" charset="2"/>
                        </a:rPr>
                        <a:t>Q</a:t>
                      </a:r>
                    </a:p>
                  </a:txBody>
                  <a:tcPr marT="45727" marB="4572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000">
                          <a:solidFill>
                            <a:schemeClr val="tx1"/>
                          </a:solidFill>
                          <a:latin typeface="楷体_GB2312" pitchFamily="49" charset="-122"/>
                          <a:ea typeface="楷体_GB2312" pitchFamily="49" charset="-122"/>
                        </a:defRPr>
                      </a:lvl1pPr>
                      <a:lvl2pPr marL="742950" indent="-285750">
                        <a:spcBef>
                          <a:spcPct val="20000"/>
                        </a:spcBef>
                        <a:defRPr kumimoji="1">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16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sz="1400">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1" i="0" u="none" strike="noStrike" cap="none" normalizeH="0" baseline="0">
                          <a:ln>
                            <a:noFill/>
                          </a:ln>
                          <a:solidFill>
                            <a:schemeClr val="tx1"/>
                          </a:solidFill>
                          <a:effectLst>
                            <a:outerShdw blurRad="38100" dist="38100" dir="2700000" algn="tl">
                              <a:srgbClr val="C0C0C0"/>
                            </a:outerShdw>
                          </a:effectLst>
                          <a:latin typeface="楷体_GB2312" pitchFamily="49" charset="-122"/>
                          <a:ea typeface="宋体" panose="02010600030101010101" pitchFamily="2" charset="-122"/>
                        </a:rPr>
                        <a:t>（</a:t>
                      </a:r>
                      <a:r>
                        <a:rPr kumimoji="1" lang="en-US" altLang="zh-CN" sz="2000" b="1" i="0" u="none" strike="noStrike" cap="none" normalizeH="0" baseline="0">
                          <a:ln>
                            <a:noFill/>
                          </a:ln>
                          <a:solidFill>
                            <a:schemeClr val="tx1"/>
                          </a:solidFill>
                          <a:effectLst>
                            <a:outerShdw blurRad="38100" dist="38100" dir="2700000" algn="tl">
                              <a:srgbClr val="C0C0C0"/>
                            </a:outerShdw>
                          </a:effectLst>
                          <a:latin typeface="楷体_GB2312" pitchFamily="49" charset="-122"/>
                          <a:ea typeface="宋体" panose="02010600030101010101" pitchFamily="2" charset="-122"/>
                        </a:rPr>
                        <a:t>P </a:t>
                      </a:r>
                      <a:r>
                        <a:rPr kumimoji="1" lang="en-US" altLang="zh-CN" sz="2000" b="1" i="0" u="none" strike="noStrike" cap="none" normalizeH="0" baseline="0">
                          <a:ln>
                            <a:noFill/>
                          </a:ln>
                          <a:solidFill>
                            <a:schemeClr val="tx1"/>
                          </a:solidFill>
                          <a:effectLst>
                            <a:outerShdw blurRad="38100" dist="38100" dir="2700000" algn="tl">
                              <a:srgbClr val="C0C0C0"/>
                            </a:outerShdw>
                          </a:effectLst>
                          <a:latin typeface="楷体_GB2312" pitchFamily="49" charset="-122"/>
                          <a:ea typeface="MS Gothic" panose="020B0609070205080204" pitchFamily="49" charset="-128"/>
                          <a:sym typeface="Kingsoft Phonetic Plain" pitchFamily="2" charset="2"/>
                        </a:rPr>
                        <a:t>∧</a:t>
                      </a:r>
                      <a:r>
                        <a:rPr kumimoji="1" lang="en-US" altLang="zh-CN" sz="2000" b="1" i="0" u="none" strike="noStrike" cap="none" normalizeH="0" baseline="0">
                          <a:ln>
                            <a:noFill/>
                          </a:ln>
                          <a:solidFill>
                            <a:schemeClr val="tx1"/>
                          </a:solidFill>
                          <a:effectLst>
                            <a:outerShdw blurRad="38100" dist="38100" dir="2700000" algn="tl">
                              <a:srgbClr val="C0C0C0"/>
                            </a:outerShdw>
                          </a:effectLst>
                          <a:latin typeface="楷体_GB2312" pitchFamily="49" charset="-122"/>
                          <a:ea typeface="宋体" panose="02010600030101010101" pitchFamily="2" charset="-122"/>
                        </a:rPr>
                        <a:t> </a:t>
                      </a:r>
                      <a:r>
                        <a:rPr kumimoji="1" lang="en-US" altLang="zh-CN" sz="2000" b="1" i="0" u="none" strike="noStrike" cap="none" normalizeH="0" baseline="0">
                          <a:ln>
                            <a:noFill/>
                          </a:ln>
                          <a:solidFill>
                            <a:schemeClr val="tx1"/>
                          </a:solidFill>
                          <a:effectLst>
                            <a:outerShdw blurRad="38100" dist="38100" dir="2700000" algn="tl">
                              <a:srgbClr val="C0C0C0"/>
                            </a:outerShdw>
                          </a:effectLst>
                          <a:latin typeface="楷体_GB2312" pitchFamily="49" charset="-122"/>
                          <a:ea typeface="宋体" panose="02010600030101010101" pitchFamily="2" charset="-122"/>
                          <a:sym typeface="Kingsoft Phonetic Plain" pitchFamily="2" charset="2"/>
                        </a:rPr>
                        <a:t>Q</a:t>
                      </a:r>
                      <a:r>
                        <a:rPr kumimoji="1" lang="zh-CN" altLang="en-US" sz="2000" b="1" i="0" u="none" strike="noStrike" cap="none" normalizeH="0" baseline="0">
                          <a:ln>
                            <a:noFill/>
                          </a:ln>
                          <a:solidFill>
                            <a:schemeClr val="tx1"/>
                          </a:solidFill>
                          <a:effectLst>
                            <a:outerShdw blurRad="38100" dist="38100" dir="2700000" algn="tl">
                              <a:srgbClr val="C0C0C0"/>
                            </a:outerShdw>
                          </a:effectLst>
                          <a:latin typeface="楷体_GB2312" pitchFamily="49" charset="-122"/>
                          <a:ea typeface="宋体" panose="02010600030101010101" pitchFamily="2" charset="-122"/>
                          <a:sym typeface="Kingsoft Phonetic Plain" pitchFamily="2" charset="2"/>
                        </a:rPr>
                        <a:t>）</a:t>
                      </a:r>
                      <a:r>
                        <a:rPr kumimoji="1" lang="zh-CN" altLang="en-US" sz="2000" b="1" i="0" u="none" strike="noStrike" cap="none" normalizeH="0" baseline="0">
                          <a:ln>
                            <a:noFill/>
                          </a:ln>
                          <a:solidFill>
                            <a:schemeClr val="tx1"/>
                          </a:solidFill>
                          <a:effectLst>
                            <a:outerShdw blurRad="38100" dist="38100" dir="2700000" algn="tl">
                              <a:srgbClr val="C0C0C0"/>
                            </a:outerShdw>
                          </a:effectLst>
                          <a:latin typeface="楷体_GB2312" pitchFamily="49" charset="-122"/>
                          <a:ea typeface="MS Gothic" panose="020B0609070205080204" pitchFamily="49" charset="-128"/>
                          <a:sym typeface="Kingsoft Phonetic Plain" pitchFamily="2" charset="2"/>
                        </a:rPr>
                        <a:t>∨</a:t>
                      </a:r>
                      <a:r>
                        <a:rPr kumimoji="1" lang="zh-CN" altLang="en-US" sz="2000" b="1" i="0" u="none" strike="noStrike" cap="none" normalizeH="0" baseline="0">
                          <a:ln>
                            <a:noFill/>
                          </a:ln>
                          <a:solidFill>
                            <a:schemeClr val="tx1"/>
                          </a:solidFill>
                          <a:effectLst>
                            <a:outerShdw blurRad="38100" dist="38100" dir="2700000" algn="tl">
                              <a:srgbClr val="C0C0C0"/>
                            </a:outerShdw>
                          </a:effectLst>
                          <a:latin typeface="楷体_GB2312" pitchFamily="49" charset="-122"/>
                          <a:ea typeface="宋体" panose="02010600030101010101" pitchFamily="2" charset="-122"/>
                          <a:sym typeface="Kingsoft Phonetic Plain" pitchFamily="2" charset="2"/>
                        </a:rPr>
                        <a:t>（ </a:t>
                      </a:r>
                      <a:r>
                        <a:rPr kumimoji="1" lang="en-US" altLang="zh-CN" sz="2000" b="1"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000" b="1" i="0" u="none" strike="noStrike" cap="none" normalizeH="0" baseline="0">
                          <a:ln>
                            <a:noFill/>
                          </a:ln>
                          <a:solidFill>
                            <a:schemeClr val="tx1"/>
                          </a:solidFill>
                          <a:effectLst>
                            <a:outerShdw blurRad="38100" dist="38100" dir="2700000" algn="tl">
                              <a:srgbClr val="C0C0C0"/>
                            </a:outerShdw>
                          </a:effectLst>
                          <a:latin typeface="楷体_GB2312" pitchFamily="49" charset="-122"/>
                          <a:ea typeface="宋体" panose="02010600030101010101" pitchFamily="2" charset="-122"/>
                        </a:rPr>
                        <a:t>P</a:t>
                      </a:r>
                      <a:r>
                        <a:rPr kumimoji="1" lang="en-US" altLang="zh-CN" sz="2000" b="1" i="0" u="none" strike="noStrike" cap="none" normalizeH="0" baseline="0">
                          <a:ln>
                            <a:noFill/>
                          </a:ln>
                          <a:solidFill>
                            <a:schemeClr val="tx1"/>
                          </a:solidFill>
                          <a:effectLst>
                            <a:outerShdw blurRad="38100" dist="38100" dir="2700000" algn="tl">
                              <a:srgbClr val="C0C0C0"/>
                            </a:outerShdw>
                          </a:effectLst>
                          <a:latin typeface="楷体_GB2312" pitchFamily="49" charset="-122"/>
                          <a:ea typeface="宋体" panose="02010600030101010101" pitchFamily="2" charset="-122"/>
                          <a:sym typeface="Kingsoft Phonetic Plain" pitchFamily="2" charset="2"/>
                        </a:rPr>
                        <a:t> </a:t>
                      </a:r>
                      <a:r>
                        <a:rPr kumimoji="1" lang="en-US" altLang="zh-CN" sz="2000" b="1" i="0" u="none" strike="noStrike" cap="none" normalizeH="0" baseline="0">
                          <a:ln>
                            <a:noFill/>
                          </a:ln>
                          <a:solidFill>
                            <a:schemeClr val="tx1"/>
                          </a:solidFill>
                          <a:effectLst>
                            <a:outerShdw blurRad="38100" dist="38100" dir="2700000" algn="tl">
                              <a:srgbClr val="C0C0C0"/>
                            </a:outerShdw>
                          </a:effectLst>
                          <a:latin typeface="楷体_GB2312" pitchFamily="49" charset="-122"/>
                          <a:ea typeface="MS Gothic" panose="020B0609070205080204" pitchFamily="49" charset="-128"/>
                          <a:sym typeface="Kingsoft Phonetic Plain" pitchFamily="2" charset="2"/>
                        </a:rPr>
                        <a:t>∧</a:t>
                      </a:r>
                      <a:r>
                        <a:rPr kumimoji="1" lang="en-US" altLang="zh-CN" sz="2000" b="1" i="0" u="none" strike="noStrike" cap="none" normalizeH="0" baseline="0">
                          <a:ln>
                            <a:noFill/>
                          </a:ln>
                          <a:solidFill>
                            <a:schemeClr val="tx1"/>
                          </a:solidFill>
                          <a:effectLst>
                            <a:outerShdw blurRad="38100" dist="38100" dir="2700000" algn="tl">
                              <a:srgbClr val="C0C0C0"/>
                            </a:outerShdw>
                          </a:effectLst>
                          <a:latin typeface="楷体_GB2312" pitchFamily="49" charset="-122"/>
                          <a:ea typeface="宋体" panose="02010600030101010101" pitchFamily="2" charset="-122"/>
                          <a:sym typeface="Kingsoft Phonetic Plain" pitchFamily="2" charset="2"/>
                        </a:rPr>
                        <a:t> </a:t>
                      </a:r>
                      <a:r>
                        <a:rPr kumimoji="1" lang="en-US" altLang="zh-CN" sz="2000" b="1"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r>
                        <a:rPr kumimoji="1" lang="en-US" altLang="zh-CN" sz="2000" b="1" i="0" u="none" strike="noStrike" cap="none" normalizeH="0" baseline="0">
                          <a:ln>
                            <a:noFill/>
                          </a:ln>
                          <a:solidFill>
                            <a:schemeClr val="tx1"/>
                          </a:solidFill>
                          <a:effectLst>
                            <a:outerShdw blurRad="38100" dist="38100" dir="2700000" algn="tl">
                              <a:srgbClr val="C0C0C0"/>
                            </a:outerShdw>
                          </a:effectLst>
                          <a:latin typeface="楷体_GB2312" pitchFamily="49" charset="-122"/>
                          <a:ea typeface="宋体" panose="02010600030101010101" pitchFamily="2" charset="-122"/>
                          <a:sym typeface="Kingsoft Phonetic Plain" pitchFamily="2" charset="2"/>
                        </a:rPr>
                        <a:t> Q </a:t>
                      </a:r>
                      <a:r>
                        <a:rPr kumimoji="1" lang="zh-CN" altLang="en-US" sz="2000" b="1" i="0" u="none" strike="noStrike" cap="none" normalizeH="0" baseline="0">
                          <a:ln>
                            <a:noFill/>
                          </a:ln>
                          <a:solidFill>
                            <a:schemeClr val="tx1"/>
                          </a:solidFill>
                          <a:effectLst>
                            <a:outerShdw blurRad="38100" dist="38100" dir="2700000" algn="tl">
                              <a:srgbClr val="C0C0C0"/>
                            </a:outerShdw>
                          </a:effectLst>
                          <a:latin typeface="楷体_GB2312" pitchFamily="49" charset="-122"/>
                          <a:ea typeface="宋体" panose="02010600030101010101" pitchFamily="2" charset="-122"/>
                          <a:sym typeface="Kingsoft Phonetic Plain" pitchFamily="2" charset="2"/>
                        </a:rPr>
                        <a:t>）</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000">
                          <a:solidFill>
                            <a:schemeClr val="tx1"/>
                          </a:solidFill>
                          <a:latin typeface="楷体_GB2312" pitchFamily="49" charset="-122"/>
                          <a:ea typeface="楷体_GB2312" pitchFamily="49" charset="-122"/>
                        </a:defRPr>
                      </a:lvl1pPr>
                      <a:lvl2pPr marL="742950" indent="-285750">
                        <a:spcBef>
                          <a:spcPct val="20000"/>
                        </a:spcBef>
                        <a:defRPr kumimoji="1">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16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sz="1400">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C0C0C0"/>
                            </a:outerShdw>
                          </a:effectLst>
                          <a:latin typeface="楷体_GB2312" pitchFamily="49" charset="-122"/>
                          <a:ea typeface="宋体" panose="02010600030101010101" pitchFamily="2" charset="-122"/>
                        </a:rPr>
                        <a:t>  P </a:t>
                      </a:r>
                      <a:r>
                        <a:rPr kumimoji="1" lang="en-US" altLang="zh-CN" sz="2000" b="1" i="0" u="none" strike="noStrike" cap="none" normalizeH="0" baseline="0">
                          <a:ln>
                            <a:noFill/>
                          </a:ln>
                          <a:solidFill>
                            <a:schemeClr val="tx1"/>
                          </a:solidFill>
                          <a:effectLst>
                            <a:outerShdw blurRad="38100" dist="38100" dir="2700000" algn="tl">
                              <a:srgbClr val="C0C0C0"/>
                            </a:outerShdw>
                          </a:effectLst>
                          <a:latin typeface="楷体_GB2312" pitchFamily="49" charset="-122"/>
                          <a:ea typeface="宋体" panose="02010600030101010101" pitchFamily="2" charset="-122"/>
                          <a:sym typeface="Symbol" panose="05050102010706020507" pitchFamily="18" charset="2"/>
                        </a:rPr>
                        <a:t>Q</a:t>
                      </a:r>
                      <a:r>
                        <a:rPr kumimoji="1" lang="en-US" altLang="zh-CN" sz="2000" b="1" i="0" u="none" strike="noStrike" cap="none" normalizeH="0" baseline="0">
                          <a:ln>
                            <a:noFill/>
                          </a:ln>
                          <a:solidFill>
                            <a:schemeClr val="tx1"/>
                          </a:solidFill>
                          <a:effectLst>
                            <a:outerShdw blurRad="38100" dist="38100" dir="2700000" algn="tl">
                              <a:srgbClr val="C0C0C0"/>
                            </a:outerShdw>
                          </a:effectLst>
                          <a:latin typeface="楷体_GB2312" pitchFamily="49" charset="-122"/>
                          <a:ea typeface="宋体" panose="02010600030101010101" pitchFamily="2" charset="-122"/>
                        </a:rPr>
                        <a:t> </a:t>
                      </a:r>
                    </a:p>
                  </a:txBody>
                  <a:tcPr marT="45727" marB="45727"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95300">
                <a:tc>
                  <a:txBody>
                    <a:bodyPr/>
                    <a:lstStyle>
                      <a:lvl1pPr>
                        <a:spcBef>
                          <a:spcPct val="20000"/>
                        </a:spcBef>
                        <a:defRPr kumimoji="1" sz="2000">
                          <a:solidFill>
                            <a:schemeClr val="tx1"/>
                          </a:solidFill>
                          <a:latin typeface="楷体_GB2312" pitchFamily="49" charset="-122"/>
                          <a:ea typeface="楷体_GB2312" pitchFamily="49" charset="-122"/>
                        </a:defRPr>
                      </a:lvl1pPr>
                      <a:lvl2pPr marL="742950" indent="-285750">
                        <a:spcBef>
                          <a:spcPct val="20000"/>
                        </a:spcBef>
                        <a:defRPr kumimoji="1">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16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sz="1400">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C0C0C0"/>
                            </a:outerShdw>
                          </a:effectLst>
                          <a:latin typeface="楷体_GB2312" pitchFamily="49" charset="-122"/>
                          <a:ea typeface="宋体" panose="02010600030101010101" pitchFamily="2" charset="-122"/>
                        </a:rPr>
                        <a:t> F</a:t>
                      </a: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000">
                          <a:solidFill>
                            <a:schemeClr val="tx1"/>
                          </a:solidFill>
                          <a:latin typeface="楷体_GB2312" pitchFamily="49" charset="-122"/>
                          <a:ea typeface="楷体_GB2312" pitchFamily="49" charset="-122"/>
                        </a:defRPr>
                      </a:lvl1pPr>
                      <a:lvl2pPr marL="742950" indent="-285750">
                        <a:spcBef>
                          <a:spcPct val="20000"/>
                        </a:spcBef>
                        <a:defRPr kumimoji="1">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16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sz="1400">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C0C0C0"/>
                            </a:outerShdw>
                          </a:effectLst>
                          <a:latin typeface="楷体_GB2312" pitchFamily="49" charset="-122"/>
                          <a:ea typeface="宋体" panose="02010600030101010101" pitchFamily="2" charset="-122"/>
                        </a:rPr>
                        <a:t> F</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000">
                          <a:solidFill>
                            <a:schemeClr val="tx1"/>
                          </a:solidFill>
                          <a:latin typeface="楷体_GB2312" pitchFamily="49" charset="-122"/>
                          <a:ea typeface="楷体_GB2312" pitchFamily="49" charset="-122"/>
                        </a:defRPr>
                      </a:lvl1pPr>
                      <a:lvl2pPr marL="742950" indent="-285750">
                        <a:spcBef>
                          <a:spcPct val="20000"/>
                        </a:spcBef>
                        <a:defRPr kumimoji="1">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16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sz="1400">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chemeClr val="tx1"/>
                          </a:solidFill>
                          <a:effectLst>
                            <a:outerShdw blurRad="38100" dist="38100" dir="2700000" algn="tl">
                              <a:srgbClr val="C0C0C0"/>
                            </a:outerShdw>
                          </a:effectLst>
                          <a:latin typeface="楷体_GB2312" pitchFamily="49" charset="-122"/>
                          <a:ea typeface="宋体" panose="02010600030101010101" pitchFamily="2" charset="-122"/>
                        </a:rPr>
                        <a:t>T</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000">
                          <a:solidFill>
                            <a:schemeClr val="tx1"/>
                          </a:solidFill>
                          <a:latin typeface="楷体_GB2312" pitchFamily="49" charset="-122"/>
                          <a:ea typeface="楷体_GB2312" pitchFamily="49" charset="-122"/>
                        </a:defRPr>
                      </a:lvl1pPr>
                      <a:lvl2pPr marL="742950" indent="-285750">
                        <a:spcBef>
                          <a:spcPct val="20000"/>
                        </a:spcBef>
                        <a:defRPr kumimoji="1">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16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sz="1400">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chemeClr val="tx1"/>
                          </a:solidFill>
                          <a:effectLst>
                            <a:outerShdw blurRad="38100" dist="38100" dir="2700000" algn="tl">
                              <a:srgbClr val="C0C0C0"/>
                            </a:outerShdw>
                          </a:effectLst>
                          <a:latin typeface="楷体_GB2312" pitchFamily="49" charset="-122"/>
                          <a:ea typeface="宋体" panose="02010600030101010101" pitchFamily="2" charset="-122"/>
                        </a:rPr>
                        <a:t>T</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000">
                          <a:solidFill>
                            <a:schemeClr val="tx1"/>
                          </a:solidFill>
                          <a:latin typeface="楷体_GB2312" pitchFamily="49" charset="-122"/>
                          <a:ea typeface="楷体_GB2312" pitchFamily="49" charset="-122"/>
                        </a:defRPr>
                      </a:lvl1pPr>
                      <a:lvl2pPr marL="742950" indent="-285750">
                        <a:spcBef>
                          <a:spcPct val="20000"/>
                        </a:spcBef>
                        <a:defRPr kumimoji="1">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16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sz="1400">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C0C0C0"/>
                            </a:outerShdw>
                          </a:effectLst>
                          <a:latin typeface="楷体_GB2312" pitchFamily="49" charset="-122"/>
                          <a:ea typeface="宋体" panose="02010600030101010101" pitchFamily="2" charset="-122"/>
                        </a:rPr>
                        <a:t>T </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000">
                          <a:solidFill>
                            <a:schemeClr val="tx1"/>
                          </a:solidFill>
                          <a:latin typeface="楷体_GB2312" pitchFamily="49" charset="-122"/>
                          <a:ea typeface="楷体_GB2312" pitchFamily="49" charset="-122"/>
                        </a:defRPr>
                      </a:lvl1pPr>
                      <a:lvl2pPr marL="742950" indent="-285750">
                        <a:spcBef>
                          <a:spcPct val="20000"/>
                        </a:spcBef>
                        <a:defRPr kumimoji="1">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16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sz="1400">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C0C0C0"/>
                            </a:outerShdw>
                          </a:effectLst>
                          <a:latin typeface="楷体_GB2312" pitchFamily="49" charset="-122"/>
                          <a:ea typeface="宋体" panose="02010600030101010101" pitchFamily="2" charset="-122"/>
                        </a:rPr>
                        <a:t>T</a:t>
                      </a: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7200">
                <a:tc>
                  <a:txBody>
                    <a:bodyPr/>
                    <a:lstStyle>
                      <a:lvl1pPr>
                        <a:spcBef>
                          <a:spcPct val="20000"/>
                        </a:spcBef>
                        <a:defRPr kumimoji="1" sz="2000">
                          <a:solidFill>
                            <a:schemeClr val="tx1"/>
                          </a:solidFill>
                          <a:latin typeface="楷体_GB2312" pitchFamily="49" charset="-122"/>
                          <a:ea typeface="楷体_GB2312" pitchFamily="49" charset="-122"/>
                        </a:defRPr>
                      </a:lvl1pPr>
                      <a:lvl2pPr marL="742950" indent="-285750">
                        <a:spcBef>
                          <a:spcPct val="20000"/>
                        </a:spcBef>
                        <a:defRPr kumimoji="1">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16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sz="1400">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C0C0C0"/>
                            </a:outerShdw>
                          </a:effectLst>
                          <a:latin typeface="楷体_GB2312" pitchFamily="49" charset="-122"/>
                          <a:ea typeface="宋体" panose="02010600030101010101" pitchFamily="2" charset="-122"/>
                        </a:rPr>
                        <a:t> F</a:t>
                      </a: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000">
                          <a:solidFill>
                            <a:schemeClr val="tx1"/>
                          </a:solidFill>
                          <a:latin typeface="楷体_GB2312" pitchFamily="49" charset="-122"/>
                          <a:ea typeface="楷体_GB2312" pitchFamily="49" charset="-122"/>
                        </a:defRPr>
                      </a:lvl1pPr>
                      <a:lvl2pPr marL="742950" indent="-285750">
                        <a:spcBef>
                          <a:spcPct val="20000"/>
                        </a:spcBef>
                        <a:defRPr kumimoji="1">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16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sz="1400">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C0C0C0"/>
                            </a:outerShdw>
                          </a:effectLst>
                          <a:latin typeface="楷体_GB2312" pitchFamily="49" charset="-122"/>
                          <a:ea typeface="宋体" panose="02010600030101010101" pitchFamily="2" charset="-122"/>
                        </a:rPr>
                        <a:t> T</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000">
                          <a:solidFill>
                            <a:schemeClr val="tx1"/>
                          </a:solidFill>
                          <a:latin typeface="楷体_GB2312" pitchFamily="49" charset="-122"/>
                          <a:ea typeface="楷体_GB2312" pitchFamily="49" charset="-122"/>
                        </a:defRPr>
                      </a:lvl1pPr>
                      <a:lvl2pPr marL="742950" indent="-285750">
                        <a:spcBef>
                          <a:spcPct val="20000"/>
                        </a:spcBef>
                        <a:defRPr kumimoji="1">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16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sz="1400">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chemeClr val="tx1"/>
                          </a:solidFill>
                          <a:effectLst>
                            <a:outerShdw blurRad="38100" dist="38100" dir="2700000" algn="tl">
                              <a:srgbClr val="C0C0C0"/>
                            </a:outerShdw>
                          </a:effectLst>
                          <a:latin typeface="楷体_GB2312" pitchFamily="49" charset="-122"/>
                          <a:ea typeface="宋体" panose="02010600030101010101" pitchFamily="2" charset="-122"/>
                        </a:rPr>
                        <a:t>T</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000">
                          <a:solidFill>
                            <a:schemeClr val="tx1"/>
                          </a:solidFill>
                          <a:latin typeface="楷体_GB2312" pitchFamily="49" charset="-122"/>
                          <a:ea typeface="楷体_GB2312" pitchFamily="49" charset="-122"/>
                        </a:defRPr>
                      </a:lvl1pPr>
                      <a:lvl2pPr marL="742950" indent="-285750">
                        <a:spcBef>
                          <a:spcPct val="20000"/>
                        </a:spcBef>
                        <a:defRPr kumimoji="1">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16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sz="1400">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chemeClr val="tx1"/>
                          </a:solidFill>
                          <a:effectLst>
                            <a:outerShdw blurRad="38100" dist="38100" dir="2700000" algn="tl">
                              <a:srgbClr val="C0C0C0"/>
                            </a:outerShdw>
                          </a:effectLst>
                          <a:latin typeface="楷体_GB2312" pitchFamily="49" charset="-122"/>
                          <a:ea typeface="宋体" panose="02010600030101010101" pitchFamily="2" charset="-122"/>
                        </a:rPr>
                        <a:t>T</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000">
                          <a:solidFill>
                            <a:schemeClr val="tx1"/>
                          </a:solidFill>
                          <a:latin typeface="楷体_GB2312" pitchFamily="49" charset="-122"/>
                          <a:ea typeface="楷体_GB2312" pitchFamily="49" charset="-122"/>
                        </a:defRPr>
                      </a:lvl1pPr>
                      <a:lvl2pPr marL="742950" indent="-285750">
                        <a:spcBef>
                          <a:spcPct val="20000"/>
                        </a:spcBef>
                        <a:defRPr kumimoji="1">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16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sz="1400">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C0C0C0"/>
                            </a:outerShdw>
                          </a:effectLst>
                          <a:latin typeface="楷体_GB2312" pitchFamily="49" charset="-122"/>
                          <a:ea typeface="宋体" panose="02010600030101010101" pitchFamily="2" charset="-122"/>
                        </a:rPr>
                        <a:t>F</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000">
                          <a:solidFill>
                            <a:schemeClr val="tx1"/>
                          </a:solidFill>
                          <a:latin typeface="楷体_GB2312" pitchFamily="49" charset="-122"/>
                          <a:ea typeface="楷体_GB2312" pitchFamily="49" charset="-122"/>
                        </a:defRPr>
                      </a:lvl1pPr>
                      <a:lvl2pPr marL="742950" indent="-285750">
                        <a:spcBef>
                          <a:spcPct val="20000"/>
                        </a:spcBef>
                        <a:defRPr kumimoji="1">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16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sz="1400">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C0C0C0"/>
                            </a:outerShdw>
                          </a:effectLst>
                          <a:latin typeface="楷体_GB2312" pitchFamily="49" charset="-122"/>
                          <a:ea typeface="宋体" panose="02010600030101010101" pitchFamily="2" charset="-122"/>
                        </a:rPr>
                        <a:t>F</a:t>
                      </a: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875">
                <a:tc>
                  <a:txBody>
                    <a:bodyPr/>
                    <a:lstStyle>
                      <a:lvl1pPr>
                        <a:spcBef>
                          <a:spcPct val="20000"/>
                        </a:spcBef>
                        <a:defRPr kumimoji="1" sz="2000">
                          <a:solidFill>
                            <a:schemeClr val="tx1"/>
                          </a:solidFill>
                          <a:latin typeface="楷体_GB2312" pitchFamily="49" charset="-122"/>
                          <a:ea typeface="楷体_GB2312" pitchFamily="49" charset="-122"/>
                        </a:defRPr>
                      </a:lvl1pPr>
                      <a:lvl2pPr marL="742950" indent="-285750">
                        <a:spcBef>
                          <a:spcPct val="20000"/>
                        </a:spcBef>
                        <a:defRPr kumimoji="1">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16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sz="1400">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C0C0C0"/>
                            </a:outerShdw>
                          </a:effectLst>
                          <a:latin typeface="楷体_GB2312" pitchFamily="49" charset="-122"/>
                          <a:ea typeface="宋体" panose="02010600030101010101" pitchFamily="2" charset="-122"/>
                        </a:rPr>
                        <a:t> T</a:t>
                      </a: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000">
                          <a:solidFill>
                            <a:schemeClr val="tx1"/>
                          </a:solidFill>
                          <a:latin typeface="楷体_GB2312" pitchFamily="49" charset="-122"/>
                          <a:ea typeface="楷体_GB2312" pitchFamily="49" charset="-122"/>
                        </a:defRPr>
                      </a:lvl1pPr>
                      <a:lvl2pPr marL="742950" indent="-285750">
                        <a:spcBef>
                          <a:spcPct val="20000"/>
                        </a:spcBef>
                        <a:defRPr kumimoji="1">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16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sz="1400">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C0C0C0"/>
                            </a:outerShdw>
                          </a:effectLst>
                          <a:latin typeface="楷体_GB2312" pitchFamily="49" charset="-122"/>
                          <a:ea typeface="宋体" panose="02010600030101010101" pitchFamily="2" charset="-122"/>
                        </a:rPr>
                        <a:t> F</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000">
                          <a:solidFill>
                            <a:schemeClr val="tx1"/>
                          </a:solidFill>
                          <a:latin typeface="楷体_GB2312" pitchFamily="49" charset="-122"/>
                          <a:ea typeface="楷体_GB2312" pitchFamily="49" charset="-122"/>
                        </a:defRPr>
                      </a:lvl1pPr>
                      <a:lvl2pPr marL="742950" indent="-285750">
                        <a:spcBef>
                          <a:spcPct val="20000"/>
                        </a:spcBef>
                        <a:defRPr kumimoji="1">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16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sz="1400">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chemeClr val="tx1"/>
                          </a:solidFill>
                          <a:effectLst>
                            <a:outerShdw blurRad="38100" dist="38100" dir="2700000" algn="tl">
                              <a:srgbClr val="C0C0C0"/>
                            </a:outerShdw>
                          </a:effectLst>
                          <a:latin typeface="楷体_GB2312" pitchFamily="49" charset="-122"/>
                          <a:ea typeface="宋体" panose="02010600030101010101" pitchFamily="2" charset="-122"/>
                        </a:rPr>
                        <a:t>F</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000">
                          <a:solidFill>
                            <a:schemeClr val="tx1"/>
                          </a:solidFill>
                          <a:latin typeface="楷体_GB2312" pitchFamily="49" charset="-122"/>
                          <a:ea typeface="楷体_GB2312" pitchFamily="49" charset="-122"/>
                        </a:defRPr>
                      </a:lvl1pPr>
                      <a:lvl2pPr marL="742950" indent="-285750">
                        <a:spcBef>
                          <a:spcPct val="20000"/>
                        </a:spcBef>
                        <a:defRPr kumimoji="1">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16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sz="1400">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chemeClr val="tx1"/>
                          </a:solidFill>
                          <a:effectLst>
                            <a:outerShdw blurRad="38100" dist="38100" dir="2700000" algn="tl">
                              <a:srgbClr val="C0C0C0"/>
                            </a:outerShdw>
                          </a:effectLst>
                          <a:latin typeface="楷体_GB2312" pitchFamily="49" charset="-122"/>
                          <a:ea typeface="宋体" panose="02010600030101010101" pitchFamily="2" charset="-122"/>
                        </a:rPr>
                        <a:t>F</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000">
                          <a:solidFill>
                            <a:schemeClr val="tx1"/>
                          </a:solidFill>
                          <a:latin typeface="楷体_GB2312" pitchFamily="49" charset="-122"/>
                          <a:ea typeface="楷体_GB2312" pitchFamily="49" charset="-122"/>
                        </a:defRPr>
                      </a:lvl1pPr>
                      <a:lvl2pPr marL="742950" indent="-285750">
                        <a:spcBef>
                          <a:spcPct val="20000"/>
                        </a:spcBef>
                        <a:defRPr kumimoji="1">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16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sz="1400">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C0C0C0"/>
                            </a:outerShdw>
                          </a:effectLst>
                          <a:latin typeface="楷体_GB2312" pitchFamily="49" charset="-122"/>
                          <a:ea typeface="宋体" panose="02010600030101010101" pitchFamily="2" charset="-122"/>
                        </a:rPr>
                        <a:t>F</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000">
                          <a:solidFill>
                            <a:schemeClr val="tx1"/>
                          </a:solidFill>
                          <a:latin typeface="楷体_GB2312" pitchFamily="49" charset="-122"/>
                          <a:ea typeface="楷体_GB2312" pitchFamily="49" charset="-122"/>
                        </a:defRPr>
                      </a:lvl1pPr>
                      <a:lvl2pPr marL="742950" indent="-285750">
                        <a:spcBef>
                          <a:spcPct val="20000"/>
                        </a:spcBef>
                        <a:defRPr kumimoji="1">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16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sz="1400">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C0C0C0"/>
                            </a:outerShdw>
                          </a:effectLst>
                          <a:latin typeface="楷体_GB2312" pitchFamily="49" charset="-122"/>
                          <a:ea typeface="宋体" panose="02010600030101010101" pitchFamily="2" charset="-122"/>
                        </a:rPr>
                        <a:t>F</a:t>
                      </a: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6875">
                <a:tc>
                  <a:txBody>
                    <a:bodyPr/>
                    <a:lstStyle>
                      <a:lvl1pPr>
                        <a:spcBef>
                          <a:spcPct val="20000"/>
                        </a:spcBef>
                        <a:defRPr kumimoji="1" sz="2000">
                          <a:solidFill>
                            <a:schemeClr val="tx1"/>
                          </a:solidFill>
                          <a:latin typeface="楷体_GB2312" pitchFamily="49" charset="-122"/>
                          <a:ea typeface="楷体_GB2312" pitchFamily="49" charset="-122"/>
                        </a:defRPr>
                      </a:lvl1pPr>
                      <a:lvl2pPr marL="742950" indent="-285750">
                        <a:spcBef>
                          <a:spcPct val="20000"/>
                        </a:spcBef>
                        <a:defRPr kumimoji="1">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16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sz="1400">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C0C0C0"/>
                            </a:outerShdw>
                          </a:effectLst>
                          <a:latin typeface="楷体_GB2312" pitchFamily="49" charset="-122"/>
                          <a:ea typeface="宋体" panose="02010600030101010101" pitchFamily="2" charset="-122"/>
                        </a:rPr>
                        <a:t> T</a:t>
                      </a: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000">
                          <a:solidFill>
                            <a:schemeClr val="tx1"/>
                          </a:solidFill>
                          <a:latin typeface="楷体_GB2312" pitchFamily="49" charset="-122"/>
                          <a:ea typeface="楷体_GB2312" pitchFamily="49" charset="-122"/>
                        </a:defRPr>
                      </a:lvl1pPr>
                      <a:lvl2pPr marL="742950" indent="-285750">
                        <a:spcBef>
                          <a:spcPct val="20000"/>
                        </a:spcBef>
                        <a:defRPr kumimoji="1">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16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sz="1400">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C0C0C0"/>
                            </a:outerShdw>
                          </a:effectLst>
                          <a:latin typeface="楷体_GB2312" pitchFamily="49" charset="-122"/>
                          <a:ea typeface="宋体" panose="02010600030101010101" pitchFamily="2" charset="-122"/>
                        </a:rPr>
                        <a:t> T</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000">
                          <a:solidFill>
                            <a:schemeClr val="tx1"/>
                          </a:solidFill>
                          <a:latin typeface="楷体_GB2312" pitchFamily="49" charset="-122"/>
                          <a:ea typeface="楷体_GB2312" pitchFamily="49" charset="-122"/>
                        </a:defRPr>
                      </a:lvl1pPr>
                      <a:lvl2pPr marL="742950" indent="-285750">
                        <a:spcBef>
                          <a:spcPct val="20000"/>
                        </a:spcBef>
                        <a:defRPr kumimoji="1">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16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sz="1400">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chemeClr val="tx1"/>
                          </a:solidFill>
                          <a:effectLst>
                            <a:outerShdw blurRad="38100" dist="38100" dir="2700000" algn="tl">
                              <a:srgbClr val="C0C0C0"/>
                            </a:outerShdw>
                          </a:effectLst>
                          <a:latin typeface="楷体_GB2312" pitchFamily="49" charset="-122"/>
                          <a:ea typeface="宋体" panose="02010600030101010101" pitchFamily="2" charset="-122"/>
                        </a:rPr>
                        <a:t>T</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000">
                          <a:solidFill>
                            <a:schemeClr val="tx1"/>
                          </a:solidFill>
                          <a:latin typeface="楷体_GB2312" pitchFamily="49" charset="-122"/>
                          <a:ea typeface="楷体_GB2312" pitchFamily="49" charset="-122"/>
                        </a:defRPr>
                      </a:lvl1pPr>
                      <a:lvl2pPr marL="742950" indent="-285750">
                        <a:spcBef>
                          <a:spcPct val="20000"/>
                        </a:spcBef>
                        <a:defRPr kumimoji="1">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16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sz="1400">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chemeClr val="tx1"/>
                          </a:solidFill>
                          <a:effectLst>
                            <a:outerShdw blurRad="38100" dist="38100" dir="2700000" algn="tl">
                              <a:srgbClr val="C0C0C0"/>
                            </a:outerShdw>
                          </a:effectLst>
                          <a:latin typeface="楷体_GB2312" pitchFamily="49" charset="-122"/>
                          <a:ea typeface="宋体" panose="02010600030101010101" pitchFamily="2" charset="-122"/>
                        </a:rPr>
                        <a:t>T</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000">
                          <a:solidFill>
                            <a:schemeClr val="tx1"/>
                          </a:solidFill>
                          <a:latin typeface="楷体_GB2312" pitchFamily="49" charset="-122"/>
                          <a:ea typeface="楷体_GB2312" pitchFamily="49" charset="-122"/>
                        </a:defRPr>
                      </a:lvl1pPr>
                      <a:lvl2pPr marL="742950" indent="-285750">
                        <a:spcBef>
                          <a:spcPct val="20000"/>
                        </a:spcBef>
                        <a:defRPr kumimoji="1">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16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sz="1400">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C0C0C0"/>
                            </a:outerShdw>
                          </a:effectLst>
                          <a:latin typeface="楷体_GB2312" pitchFamily="49" charset="-122"/>
                          <a:ea typeface="宋体" panose="02010600030101010101" pitchFamily="2" charset="-122"/>
                        </a:rPr>
                        <a:t>T</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000">
                          <a:solidFill>
                            <a:schemeClr val="tx1"/>
                          </a:solidFill>
                          <a:latin typeface="楷体_GB2312" pitchFamily="49" charset="-122"/>
                          <a:ea typeface="楷体_GB2312" pitchFamily="49" charset="-122"/>
                        </a:defRPr>
                      </a:lvl1pPr>
                      <a:lvl2pPr marL="742950" indent="-285750">
                        <a:spcBef>
                          <a:spcPct val="20000"/>
                        </a:spcBef>
                        <a:defRPr kumimoji="1">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16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sz="1400">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chemeClr val="tx1"/>
                          </a:solidFill>
                          <a:effectLst>
                            <a:outerShdw blurRad="38100" dist="38100" dir="2700000" algn="tl">
                              <a:srgbClr val="C0C0C0"/>
                            </a:outerShdw>
                          </a:effectLst>
                          <a:latin typeface="楷体_GB2312" pitchFamily="49" charset="-122"/>
                          <a:ea typeface="宋体" panose="02010600030101010101" pitchFamily="2" charset="-122"/>
                        </a:rPr>
                        <a:t>T</a:t>
                      </a: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24978" name="Text Box 47">
            <a:extLst>
              <a:ext uri="{FF2B5EF4-FFF2-40B4-BE49-F238E27FC236}">
                <a16:creationId xmlns:a16="http://schemas.microsoft.com/office/drawing/2014/main" id="{29D211C3-A99F-4D95-8341-6E4218E178D4}"/>
              </a:ext>
            </a:extLst>
          </p:cNvPr>
          <p:cNvSpPr txBox="1">
            <a:spLocks noChangeArrowheads="1"/>
          </p:cNvSpPr>
          <p:nvPr/>
        </p:nvSpPr>
        <p:spPr bwMode="auto">
          <a:xfrm>
            <a:off x="684213" y="4772025"/>
            <a:ext cx="7010400" cy="45720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b="1">
                <a:solidFill>
                  <a:srgbClr val="006600"/>
                </a:solidFill>
                <a:latin typeface="Times New Roman" panose="02020603050405020304" pitchFamily="18" charset="0"/>
                <a:ea typeface="华文新魏" panose="02010800040101010101" pitchFamily="2" charset="-122"/>
              </a:rPr>
              <a:t>是否发现什么问题？</a:t>
            </a:r>
          </a:p>
        </p:txBody>
      </p:sp>
      <p:grpSp>
        <p:nvGrpSpPr>
          <p:cNvPr id="124979" name="Group 48">
            <a:extLst>
              <a:ext uri="{FF2B5EF4-FFF2-40B4-BE49-F238E27FC236}">
                <a16:creationId xmlns:a16="http://schemas.microsoft.com/office/drawing/2014/main" id="{F911AB74-D614-4C12-A7EC-8260AA0CEB70}"/>
              </a:ext>
            </a:extLst>
          </p:cNvPr>
          <p:cNvGrpSpPr>
            <a:grpSpLocks/>
          </p:cNvGrpSpPr>
          <p:nvPr/>
        </p:nvGrpSpPr>
        <p:grpSpPr bwMode="auto">
          <a:xfrm>
            <a:off x="990600" y="5327650"/>
            <a:ext cx="3581400" cy="838200"/>
            <a:chOff x="480" y="3408"/>
            <a:chExt cx="2256" cy="528"/>
          </a:xfrm>
        </p:grpSpPr>
        <p:sp>
          <p:nvSpPr>
            <p:cNvPr id="124985" name="AutoShape 49">
              <a:extLst>
                <a:ext uri="{FF2B5EF4-FFF2-40B4-BE49-F238E27FC236}">
                  <a16:creationId xmlns:a16="http://schemas.microsoft.com/office/drawing/2014/main" id="{B89112EA-8283-4F98-B224-A60361B234AC}"/>
                </a:ext>
              </a:extLst>
            </p:cNvPr>
            <p:cNvSpPr>
              <a:spLocks noChangeArrowheads="1"/>
            </p:cNvSpPr>
            <p:nvPr/>
          </p:nvSpPr>
          <p:spPr bwMode="auto">
            <a:xfrm>
              <a:off x="480" y="3408"/>
              <a:ext cx="2256" cy="528"/>
            </a:xfrm>
            <a:prstGeom prst="roundRect">
              <a:avLst>
                <a:gd name="adj" fmla="val 16667"/>
              </a:avLst>
            </a:prstGeom>
            <a:noFill/>
            <a:ln w="9525">
              <a:solidFill>
                <a:srgbClr val="FF00FF"/>
              </a:solidFill>
              <a:round/>
              <a:headEnd/>
              <a:tailEnd/>
            </a:ln>
            <a:effectLst>
              <a:prstShdw prst="shdw17" dist="17961" dir="13500000">
                <a:srgbClr val="990099"/>
              </a:prstShdw>
            </a:effectLst>
            <a:extLst>
              <a:ext uri="{909E8E84-426E-40DD-AFC4-6F175D3DCCD1}">
                <a14:hiddenFill xmlns:a14="http://schemas.microsoft.com/office/drawing/2010/main">
                  <a:solidFill>
                    <a:schemeClr val="accent1"/>
                  </a:solidFill>
                </a14:hiddenFill>
              </a:ext>
            </a:extLst>
          </p:spPr>
          <p:txBody>
            <a:bodyPr wrap="none"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800" b="1">
                  <a:latin typeface="Times New Roman" panose="02020603050405020304" pitchFamily="18" charset="0"/>
                  <a:ea typeface="宋体" panose="02010600030101010101" pitchFamily="2" charset="-122"/>
                  <a:cs typeface="Times New Roman" panose="02020603050405020304" pitchFamily="18" charset="0"/>
                </a:rPr>
                <a:t>¬P </a:t>
              </a:r>
              <a:r>
                <a:rPr lang="en-US" altLang="zh-CN" sz="2800" b="1">
                  <a:latin typeface="Times New Roman" panose="02020603050405020304" pitchFamily="18" charset="0"/>
                  <a:ea typeface="MS Gothic" panose="020B0609070205080204" pitchFamily="49" charset="-128"/>
                  <a:cs typeface="Times New Roman" panose="02020603050405020304" pitchFamily="18" charset="0"/>
                  <a:sym typeface="Kingsoft Phonetic Plain" pitchFamily="2" charset="2"/>
                </a:rPr>
                <a:t>∨</a:t>
              </a:r>
              <a:r>
                <a:rPr lang="en-US" altLang="zh-CN" sz="2800" b="1">
                  <a:latin typeface="Times New Roman" panose="02020603050405020304" pitchFamily="18" charset="0"/>
                  <a:ea typeface="宋体" panose="02010600030101010101" pitchFamily="2" charset="-122"/>
                  <a:cs typeface="Times New Roman" panose="02020603050405020304" pitchFamily="18" charset="0"/>
                  <a:sym typeface="Kingsoft Phonetic Plain" pitchFamily="2" charset="2"/>
                </a:rPr>
                <a:t>Q </a:t>
              </a:r>
              <a:r>
                <a:rPr lang="zh-CN" altLang="en-US" sz="3200" b="1">
                  <a:solidFill>
                    <a:srgbClr val="3333FF"/>
                  </a:solidFill>
                  <a:latin typeface="Times New Roman" panose="02020603050405020304" pitchFamily="18" charset="0"/>
                  <a:ea typeface="宋体" panose="02010600030101010101" pitchFamily="2" charset="-122"/>
                  <a:cs typeface="Times New Roman" panose="02020603050405020304" pitchFamily="18" charset="0"/>
                  <a:sym typeface="Kingsoft Phonetic Plain" pitchFamily="2" charset="2"/>
                </a:rPr>
                <a:t>＝</a:t>
              </a:r>
              <a:r>
                <a:rPr lang="en-US" altLang="zh-CN" sz="2800" b="1">
                  <a:latin typeface="Times New Roman" panose="02020603050405020304" pitchFamily="18" charset="0"/>
                  <a:ea typeface="宋体" panose="02010600030101010101" pitchFamily="2" charset="-122"/>
                  <a:cs typeface="Times New Roman" panose="02020603050405020304" pitchFamily="18" charset="0"/>
                </a:rPr>
                <a:t>P </a:t>
              </a:r>
              <a:r>
                <a:rPr lang="en-US" altLang="zh-CN">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a:latin typeface="Times New Roman" panose="02020603050405020304" pitchFamily="18" charset="0"/>
                  <a:ea typeface="宋体" panose="02010600030101010101" pitchFamily="2" charset="-122"/>
                  <a:cs typeface="Times New Roman" panose="02020603050405020304" pitchFamily="18" charset="0"/>
                </a:rPr>
                <a:t> </a:t>
              </a:r>
              <a:r>
                <a:rPr lang="en-US" altLang="zh-CN" sz="2800" b="1">
                  <a:latin typeface="Times New Roman" panose="02020603050405020304" pitchFamily="18" charset="0"/>
                  <a:ea typeface="宋体" panose="02010600030101010101" pitchFamily="2" charset="-122"/>
                  <a:cs typeface="Times New Roman" panose="02020603050405020304" pitchFamily="18" charset="0"/>
                  <a:sym typeface="Kingsoft Phonetic Plain" pitchFamily="2" charset="2"/>
                </a:rPr>
                <a:t>Q</a:t>
              </a:r>
            </a:p>
          </p:txBody>
        </p:sp>
        <p:sp>
          <p:nvSpPr>
            <p:cNvPr id="124986" name="Text Box 50">
              <a:extLst>
                <a:ext uri="{FF2B5EF4-FFF2-40B4-BE49-F238E27FC236}">
                  <a16:creationId xmlns:a16="http://schemas.microsoft.com/office/drawing/2014/main" id="{E25685B9-341F-4A10-B03A-4523D9BBFE46}"/>
                </a:ext>
              </a:extLst>
            </p:cNvPr>
            <p:cNvSpPr txBox="1">
              <a:spLocks noChangeArrowheads="1"/>
            </p:cNvSpPr>
            <p:nvPr/>
          </p:nvSpPr>
          <p:spPr bwMode="auto">
            <a:xfrm>
              <a:off x="1488" y="3456"/>
              <a:ext cx="288"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3600" b="1">
                  <a:solidFill>
                    <a:srgbClr val="FF0000"/>
                  </a:solidFill>
                  <a:latin typeface="Times New Roman" panose="02020603050405020304" pitchFamily="18" charset="0"/>
                  <a:ea typeface="宋体" panose="02010600030101010101" pitchFamily="2" charset="-122"/>
                </a:rPr>
                <a:t>？</a:t>
              </a:r>
            </a:p>
          </p:txBody>
        </p:sp>
      </p:grpSp>
      <p:grpSp>
        <p:nvGrpSpPr>
          <p:cNvPr id="124980" name="Group 51">
            <a:extLst>
              <a:ext uri="{FF2B5EF4-FFF2-40B4-BE49-F238E27FC236}">
                <a16:creationId xmlns:a16="http://schemas.microsoft.com/office/drawing/2014/main" id="{8CE5F71F-0CB3-4E16-A46C-879B33847D59}"/>
              </a:ext>
            </a:extLst>
          </p:cNvPr>
          <p:cNvGrpSpPr>
            <a:grpSpLocks/>
          </p:cNvGrpSpPr>
          <p:nvPr/>
        </p:nvGrpSpPr>
        <p:grpSpPr bwMode="auto">
          <a:xfrm>
            <a:off x="4876800" y="5362575"/>
            <a:ext cx="3886200" cy="946150"/>
            <a:chOff x="2832" y="3408"/>
            <a:chExt cx="2448" cy="596"/>
          </a:xfrm>
        </p:grpSpPr>
        <p:sp>
          <p:nvSpPr>
            <p:cNvPr id="124983" name="AutoShape 52">
              <a:extLst>
                <a:ext uri="{FF2B5EF4-FFF2-40B4-BE49-F238E27FC236}">
                  <a16:creationId xmlns:a16="http://schemas.microsoft.com/office/drawing/2014/main" id="{A1E32D13-763E-4988-A228-C449796E7B66}"/>
                </a:ext>
              </a:extLst>
            </p:cNvPr>
            <p:cNvSpPr>
              <a:spLocks noChangeArrowheads="1"/>
            </p:cNvSpPr>
            <p:nvPr/>
          </p:nvSpPr>
          <p:spPr bwMode="auto">
            <a:xfrm>
              <a:off x="2832" y="3408"/>
              <a:ext cx="2448" cy="528"/>
            </a:xfrm>
            <a:prstGeom prst="roundRect">
              <a:avLst>
                <a:gd name="adj" fmla="val 16667"/>
              </a:avLst>
            </a:prstGeom>
            <a:noFill/>
            <a:ln w="9525">
              <a:solidFill>
                <a:srgbClr val="FF00FF"/>
              </a:solidFill>
              <a:round/>
              <a:headEnd/>
              <a:tailEnd/>
            </a:ln>
            <a:effectLst>
              <a:prstShdw prst="shdw17" dist="17961" dir="13500000">
                <a:srgbClr val="990099"/>
              </a:prstShdw>
            </a:effectLst>
            <a:extLst>
              <a:ext uri="{909E8E84-426E-40DD-AFC4-6F175D3DCCD1}">
                <a14:hiddenFill xmlns:a14="http://schemas.microsoft.com/office/drawing/2010/main">
                  <a:solidFill>
                    <a:schemeClr val="accent1"/>
                  </a:solidFill>
                </a14:hiddenFill>
              </a:ext>
            </a:extLst>
          </p:spPr>
          <p:txBody>
            <a:bodyPr wrap="none"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b="1">
                  <a:latin typeface="Times New Roman" panose="02020603050405020304" pitchFamily="18" charset="0"/>
                  <a:ea typeface="宋体" panose="02010600030101010101" pitchFamily="2" charset="-122"/>
                </a:rPr>
                <a:t>（</a:t>
              </a:r>
              <a:r>
                <a:rPr lang="en-US" altLang="zh-CN" b="1">
                  <a:latin typeface="Times New Roman" panose="02020603050405020304" pitchFamily="18" charset="0"/>
                  <a:ea typeface="宋体" panose="02010600030101010101" pitchFamily="2" charset="-122"/>
                </a:rPr>
                <a:t>P </a:t>
              </a:r>
              <a:r>
                <a:rPr lang="en-US" altLang="zh-CN" b="1">
                  <a:latin typeface="Times New Roman" panose="02020603050405020304" pitchFamily="18" charset="0"/>
                  <a:ea typeface="MS Gothic" panose="020B0609070205080204" pitchFamily="49" charset="-128"/>
                  <a:sym typeface="Kingsoft Phonetic Plain" pitchFamily="2" charset="2"/>
                </a:rPr>
                <a:t>∧</a:t>
              </a:r>
              <a:r>
                <a:rPr lang="en-US" altLang="zh-CN" b="1">
                  <a:latin typeface="Times New Roman" panose="02020603050405020304" pitchFamily="18" charset="0"/>
                  <a:ea typeface="宋体" panose="02010600030101010101" pitchFamily="2" charset="-122"/>
                </a:rPr>
                <a:t> </a:t>
              </a:r>
              <a:r>
                <a:rPr lang="en-US" altLang="zh-CN" b="1">
                  <a:latin typeface="Times New Roman" panose="02020603050405020304" pitchFamily="18" charset="0"/>
                  <a:ea typeface="宋体" panose="02010600030101010101" pitchFamily="2" charset="-122"/>
                  <a:sym typeface="Kingsoft Phonetic Plain" pitchFamily="2" charset="2"/>
                </a:rPr>
                <a:t>Q</a:t>
              </a:r>
              <a:r>
                <a:rPr lang="zh-CN" altLang="en-US" b="1">
                  <a:latin typeface="Times New Roman" panose="02020603050405020304" pitchFamily="18" charset="0"/>
                  <a:ea typeface="宋体" panose="02010600030101010101" pitchFamily="2" charset="-122"/>
                  <a:sym typeface="Kingsoft Phonetic Plain" pitchFamily="2" charset="2"/>
                </a:rPr>
                <a:t>）</a:t>
              </a:r>
              <a:r>
                <a:rPr lang="zh-CN" altLang="en-US" b="1">
                  <a:latin typeface="Times New Roman" panose="02020603050405020304" pitchFamily="18" charset="0"/>
                  <a:ea typeface="MS Gothic" panose="020B0609070205080204" pitchFamily="49" charset="-128"/>
                  <a:sym typeface="Kingsoft Phonetic Plain" pitchFamily="2" charset="2"/>
                </a:rPr>
                <a:t>∨</a:t>
              </a:r>
              <a:r>
                <a:rPr lang="zh-CN" altLang="en-US" b="1">
                  <a:latin typeface="Times New Roman" panose="02020603050405020304" pitchFamily="18" charset="0"/>
                  <a:ea typeface="宋体" panose="02010600030101010101" pitchFamily="2" charset="-122"/>
                  <a:sym typeface="Kingsoft Phonetic Plain" pitchFamily="2" charset="2"/>
                </a:rPr>
                <a:t>（ </a:t>
              </a:r>
              <a:r>
                <a:rPr lang="en-US" altLang="zh-CN" b="1">
                  <a:latin typeface="Times New Roman" panose="02020603050405020304" pitchFamily="18" charset="0"/>
                  <a:ea typeface="宋体" panose="02010600030101010101" pitchFamily="2" charset="-122"/>
                  <a:cs typeface="Times New Roman" panose="02020603050405020304" pitchFamily="18" charset="0"/>
                </a:rPr>
                <a:t>¬</a:t>
              </a:r>
              <a:r>
                <a:rPr lang="en-US" altLang="zh-CN" b="1">
                  <a:latin typeface="Times New Roman" panose="02020603050405020304" pitchFamily="18" charset="0"/>
                  <a:ea typeface="宋体" panose="02010600030101010101" pitchFamily="2" charset="-122"/>
                </a:rPr>
                <a:t>P</a:t>
              </a:r>
              <a:r>
                <a:rPr lang="en-US" altLang="zh-CN" b="1">
                  <a:latin typeface="Times New Roman" panose="02020603050405020304" pitchFamily="18" charset="0"/>
                  <a:ea typeface="宋体" panose="02010600030101010101" pitchFamily="2" charset="-122"/>
                  <a:sym typeface="Kingsoft Phonetic Plain" pitchFamily="2" charset="2"/>
                </a:rPr>
                <a:t> </a:t>
              </a:r>
              <a:r>
                <a:rPr lang="en-US" altLang="zh-CN" b="1">
                  <a:latin typeface="Times New Roman" panose="02020603050405020304" pitchFamily="18" charset="0"/>
                  <a:ea typeface="MS Gothic" panose="020B0609070205080204" pitchFamily="49" charset="-128"/>
                  <a:sym typeface="Kingsoft Phonetic Plain" pitchFamily="2" charset="2"/>
                </a:rPr>
                <a:t>∧</a:t>
              </a:r>
              <a:r>
                <a:rPr lang="en-US" altLang="zh-CN" b="1">
                  <a:latin typeface="Times New Roman" panose="02020603050405020304" pitchFamily="18" charset="0"/>
                  <a:ea typeface="宋体" panose="02010600030101010101" pitchFamily="2" charset="-122"/>
                  <a:sym typeface="Kingsoft Phonetic Plain" pitchFamily="2" charset="2"/>
                </a:rPr>
                <a:t> </a:t>
              </a:r>
              <a:r>
                <a:rPr lang="en-US" altLang="zh-CN" b="1">
                  <a:latin typeface="Times New Roman" panose="02020603050405020304" pitchFamily="18" charset="0"/>
                  <a:ea typeface="宋体" panose="02010600030101010101" pitchFamily="2" charset="-122"/>
                </a:rPr>
                <a:t>¬</a:t>
              </a:r>
              <a:r>
                <a:rPr lang="en-US" altLang="zh-CN" b="1">
                  <a:latin typeface="Times New Roman" panose="02020603050405020304" pitchFamily="18" charset="0"/>
                  <a:ea typeface="宋体" panose="02010600030101010101" pitchFamily="2" charset="-122"/>
                  <a:sym typeface="Kingsoft Phonetic Plain" pitchFamily="2" charset="2"/>
                </a:rPr>
                <a:t> Q </a:t>
              </a:r>
              <a:r>
                <a:rPr lang="zh-CN" altLang="en-US" b="1">
                  <a:latin typeface="Times New Roman" panose="02020603050405020304" pitchFamily="18" charset="0"/>
                  <a:ea typeface="宋体" panose="02010600030101010101" pitchFamily="2" charset="-122"/>
                  <a:sym typeface="Kingsoft Phonetic Plain" pitchFamily="2" charset="2"/>
                </a:rPr>
                <a:t>）</a:t>
              </a:r>
            </a:p>
            <a:p>
              <a:pPr algn="ctr" eaLnBrk="1" hangingPunct="1">
                <a:spcBef>
                  <a:spcPct val="0"/>
                </a:spcBef>
                <a:buFontTx/>
                <a:buNone/>
              </a:pPr>
              <a:r>
                <a:rPr lang="zh-CN" altLang="en-US" sz="2800" b="1">
                  <a:latin typeface="Times New Roman" panose="02020603050405020304" pitchFamily="18" charset="0"/>
                  <a:ea typeface="宋体" panose="02010600030101010101" pitchFamily="2" charset="-122"/>
                  <a:sym typeface="Kingsoft Phonetic Plain" pitchFamily="2" charset="2"/>
                </a:rPr>
                <a:t> </a:t>
              </a:r>
              <a:r>
                <a:rPr lang="zh-CN" altLang="en-US" sz="3200" b="1">
                  <a:solidFill>
                    <a:srgbClr val="3333FF"/>
                  </a:solidFill>
                  <a:latin typeface="Times New Roman" panose="02020603050405020304" pitchFamily="18" charset="0"/>
                  <a:ea typeface="宋体" panose="02010600030101010101" pitchFamily="2" charset="-122"/>
                  <a:sym typeface="Kingsoft Phonetic Plain" pitchFamily="2" charset="2"/>
                </a:rPr>
                <a:t>＝</a:t>
              </a:r>
              <a:r>
                <a:rPr lang="en-US" altLang="zh-CN" sz="2800" b="1">
                  <a:latin typeface="Times New Roman" panose="02020603050405020304" pitchFamily="18" charset="0"/>
                  <a:ea typeface="宋体" panose="02010600030101010101" pitchFamily="2" charset="-122"/>
                </a:rPr>
                <a:t>P </a:t>
              </a:r>
              <a:r>
                <a:rPr lang="en-US" altLang="zh-CN" sz="2800" b="1">
                  <a:latin typeface="Times New Roman" panose="02020603050405020304" pitchFamily="18" charset="0"/>
                  <a:ea typeface="宋体" panose="02010600030101010101" pitchFamily="2" charset="-122"/>
                  <a:sym typeface="Symbol" panose="05050102010706020507" pitchFamily="18" charset="2"/>
                </a:rPr>
                <a:t>Q</a:t>
              </a:r>
              <a:r>
                <a:rPr lang="en-US" altLang="zh-CN" sz="2800" b="1">
                  <a:latin typeface="Times New Roman" panose="02020603050405020304" pitchFamily="18" charset="0"/>
                  <a:ea typeface="宋体" panose="02010600030101010101" pitchFamily="2" charset="-122"/>
                </a:rPr>
                <a:t> </a:t>
              </a:r>
            </a:p>
          </p:txBody>
        </p:sp>
        <p:sp>
          <p:nvSpPr>
            <p:cNvPr id="124984" name="Text Box 53">
              <a:extLst>
                <a:ext uri="{FF2B5EF4-FFF2-40B4-BE49-F238E27FC236}">
                  <a16:creationId xmlns:a16="http://schemas.microsoft.com/office/drawing/2014/main" id="{AE0D7664-5134-4EB6-8F39-1FB82BB1EF4F}"/>
                </a:ext>
              </a:extLst>
            </p:cNvPr>
            <p:cNvSpPr txBox="1">
              <a:spLocks noChangeArrowheads="1"/>
            </p:cNvSpPr>
            <p:nvPr/>
          </p:nvSpPr>
          <p:spPr bwMode="auto">
            <a:xfrm>
              <a:off x="3600" y="3600"/>
              <a:ext cx="312"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3600">
                  <a:solidFill>
                    <a:srgbClr val="FF0000"/>
                  </a:solidFill>
                  <a:latin typeface="Times New Roman" panose="02020603050405020304" pitchFamily="18" charset="0"/>
                  <a:ea typeface="宋体" panose="02010600030101010101" pitchFamily="2" charset="-122"/>
                </a:rPr>
                <a:t>？</a:t>
              </a:r>
            </a:p>
          </p:txBody>
        </p:sp>
      </p:grpSp>
      <p:sp>
        <p:nvSpPr>
          <p:cNvPr id="124981" name="Text Box 2">
            <a:extLst>
              <a:ext uri="{FF2B5EF4-FFF2-40B4-BE49-F238E27FC236}">
                <a16:creationId xmlns:a16="http://schemas.microsoft.com/office/drawing/2014/main" id="{B297EB12-5F26-4195-B9BC-F365AF435C62}"/>
              </a:ext>
            </a:extLst>
          </p:cNvPr>
          <p:cNvSpPr txBox="1">
            <a:spLocks noChangeArrowheads="1"/>
          </p:cNvSpPr>
          <p:nvPr/>
        </p:nvSpPr>
        <p:spPr bwMode="auto">
          <a:xfrm>
            <a:off x="1403350" y="549275"/>
            <a:ext cx="6408738"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公式的等值关系</a:t>
            </a:r>
          </a:p>
        </p:txBody>
      </p:sp>
      <p:pic>
        <p:nvPicPr>
          <p:cNvPr id="124982" name="Picture 6" descr="C:\Program Files\Microsoft Office\MEDIA\CAGCAT10\j0293844.wmf">
            <a:extLst>
              <a:ext uri="{FF2B5EF4-FFF2-40B4-BE49-F238E27FC236}">
                <a16:creationId xmlns:a16="http://schemas.microsoft.com/office/drawing/2014/main" id="{2E5DC675-1558-4AF3-867F-255F3E6EF4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12100" y="549275"/>
            <a:ext cx="12319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日期占位符 3">
            <a:extLst>
              <a:ext uri="{FF2B5EF4-FFF2-40B4-BE49-F238E27FC236}">
                <a16:creationId xmlns:a16="http://schemas.microsoft.com/office/drawing/2014/main" id="{153A73BF-3484-4F23-AA26-52D2CACA2395}"/>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03A34037-A060-43AE-BAEB-671598DE864C}"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25955" name="页脚占位符 4">
            <a:extLst>
              <a:ext uri="{FF2B5EF4-FFF2-40B4-BE49-F238E27FC236}">
                <a16:creationId xmlns:a16="http://schemas.microsoft.com/office/drawing/2014/main" id="{91BE7A5B-E604-44C8-845F-A8D3E4BE2FF8}"/>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25956" name="灯片编号占位符 5">
            <a:extLst>
              <a:ext uri="{FF2B5EF4-FFF2-40B4-BE49-F238E27FC236}">
                <a16:creationId xmlns:a16="http://schemas.microsoft.com/office/drawing/2014/main" id="{9C34C2A9-DBA3-4E52-9BC8-84A630C711E2}"/>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3B7A2DBB-1C7D-4C82-8EA3-CCE0ADBC6481}" type="slidenum">
              <a:rPr lang="en-US" altLang="zh-CN" sz="1400" smtClean="0">
                <a:latin typeface="Times New Roman" panose="02020603050405020304" pitchFamily="18" charset="0"/>
                <a:ea typeface="宋体" panose="02010600030101010101" pitchFamily="2" charset="-122"/>
              </a:rPr>
              <a:pPr>
                <a:spcBef>
                  <a:spcPct val="0"/>
                </a:spcBef>
                <a:buFontTx/>
                <a:buNone/>
              </a:pPr>
              <a:t>99</a:t>
            </a:fld>
            <a:endParaRPr lang="en-US" altLang="zh-CN" sz="1400">
              <a:latin typeface="Times New Roman" panose="02020603050405020304" pitchFamily="18" charset="0"/>
              <a:ea typeface="宋体" panose="02010600030101010101" pitchFamily="2" charset="-122"/>
            </a:endParaRPr>
          </a:p>
        </p:txBody>
      </p:sp>
      <p:sp>
        <p:nvSpPr>
          <p:cNvPr id="125957" name="Text Box 2">
            <a:extLst>
              <a:ext uri="{FF2B5EF4-FFF2-40B4-BE49-F238E27FC236}">
                <a16:creationId xmlns:a16="http://schemas.microsoft.com/office/drawing/2014/main" id="{50107FCF-FF2C-414C-8596-CD2FF103B79F}"/>
              </a:ext>
            </a:extLst>
          </p:cNvPr>
          <p:cNvSpPr txBox="1">
            <a:spLocks noChangeArrowheads="1"/>
          </p:cNvSpPr>
          <p:nvPr/>
        </p:nvSpPr>
        <p:spPr bwMode="auto">
          <a:xfrm>
            <a:off x="1403350" y="858838"/>
            <a:ext cx="63373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公式等值的定义</a:t>
            </a:r>
          </a:p>
        </p:txBody>
      </p:sp>
      <p:pic>
        <p:nvPicPr>
          <p:cNvPr id="125958" name="Picture 6" descr="C:\Program Files\Microsoft Office\MEDIA\CAGCAT10\j0293844.wmf">
            <a:extLst>
              <a:ext uri="{FF2B5EF4-FFF2-40B4-BE49-F238E27FC236}">
                <a16:creationId xmlns:a16="http://schemas.microsoft.com/office/drawing/2014/main" id="{77617770-BE3D-4D00-BE75-3D09F8CCA0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45425" y="54927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5959" name="Rectangle 4">
            <a:extLst>
              <a:ext uri="{FF2B5EF4-FFF2-40B4-BE49-F238E27FC236}">
                <a16:creationId xmlns:a16="http://schemas.microsoft.com/office/drawing/2014/main" id="{FD1940D4-2269-4C32-A846-EB5F67C4F287}"/>
              </a:ext>
            </a:extLst>
          </p:cNvPr>
          <p:cNvSpPr>
            <a:spLocks noGrp="1" noChangeArrowheads="1"/>
          </p:cNvSpPr>
          <p:nvPr>
            <p:ph type="body" idx="1"/>
          </p:nvPr>
        </p:nvSpPr>
        <p:spPr bwMode="black">
          <a:xfrm>
            <a:off x="684213" y="1916113"/>
            <a:ext cx="7993062" cy="2376487"/>
          </a:xfrm>
          <a:solidFill>
            <a:schemeClr val="bg1"/>
          </a:solidFill>
          <a:ln w="28575">
            <a:solidFill>
              <a:srgbClr val="000080"/>
            </a:solidFill>
            <a:miter lim="800000"/>
            <a:headEnd/>
            <a:tailEnd/>
          </a:ln>
        </p:spPr>
        <p:txBody>
          <a:bodyPr/>
          <a:lstStyle/>
          <a:p>
            <a:pPr eaLnBrk="1" hangingPunct="1">
              <a:lnSpc>
                <a:spcPct val="120000"/>
              </a:lnSpc>
              <a:buFontTx/>
              <a:buNone/>
            </a:pPr>
            <a:r>
              <a:rPr lang="en-US" altLang="zh-CN" sz="2800" b="1">
                <a:effectLst/>
                <a:latin typeface="黑体" panose="02010609060101010101" pitchFamily="49" charset="-122"/>
                <a:ea typeface="黑体" panose="02010609060101010101" pitchFamily="49" charset="-122"/>
              </a:rPr>
              <a:t>   </a:t>
            </a:r>
            <a:r>
              <a:rPr lang="en-US" altLang="zh-CN" sz="2800" b="1">
                <a:solidFill>
                  <a:srgbClr val="006600"/>
                </a:solidFill>
                <a:effectLst/>
                <a:latin typeface="黑体" panose="02010609060101010101" pitchFamily="49" charset="-122"/>
                <a:ea typeface="黑体" panose="02010609060101010101" pitchFamily="49" charset="-122"/>
              </a:rPr>
              <a:t>【</a:t>
            </a:r>
            <a:r>
              <a:rPr lang="zh-CN" altLang="en-US" sz="2800" b="1">
                <a:solidFill>
                  <a:srgbClr val="006600"/>
                </a:solidFill>
                <a:effectLst/>
                <a:latin typeface="黑体" panose="02010609060101010101" pitchFamily="49" charset="-122"/>
                <a:ea typeface="黑体" panose="02010609060101010101" pitchFamily="49" charset="-122"/>
              </a:rPr>
              <a:t>定义</a:t>
            </a:r>
            <a:r>
              <a:rPr lang="en-US" altLang="zh-CN" sz="2800" b="1">
                <a:solidFill>
                  <a:srgbClr val="006600"/>
                </a:solidFill>
                <a:effectLst/>
                <a:latin typeface="黑体" panose="02010609060101010101" pitchFamily="49" charset="-122"/>
                <a:ea typeface="黑体" panose="02010609060101010101" pitchFamily="49" charset="-122"/>
              </a:rPr>
              <a:t>】</a:t>
            </a:r>
            <a:r>
              <a:rPr lang="en-US" altLang="zh-CN" sz="2800" b="1">
                <a:effectLst/>
                <a:latin typeface="黑体" panose="02010609060101010101" pitchFamily="49" charset="-122"/>
                <a:ea typeface="黑体" panose="02010609060101010101" pitchFamily="49" charset="-122"/>
              </a:rPr>
              <a:t>A</a:t>
            </a:r>
            <a:r>
              <a:rPr lang="zh-CN" altLang="en-US" sz="2800" b="1">
                <a:effectLst/>
                <a:latin typeface="黑体" panose="02010609060101010101" pitchFamily="49" charset="-122"/>
                <a:ea typeface="黑体" panose="02010609060101010101" pitchFamily="49" charset="-122"/>
              </a:rPr>
              <a:t>、</a:t>
            </a:r>
            <a:r>
              <a:rPr lang="en-US" altLang="zh-CN" sz="2800" b="1">
                <a:effectLst/>
                <a:latin typeface="黑体" panose="02010609060101010101" pitchFamily="49" charset="-122"/>
                <a:ea typeface="黑体" panose="02010609060101010101" pitchFamily="49" charset="-122"/>
              </a:rPr>
              <a:t>B</a:t>
            </a:r>
            <a:r>
              <a:rPr lang="zh-CN" altLang="zh-CN" sz="2800" b="1">
                <a:effectLst/>
                <a:latin typeface="黑体" panose="02010609060101010101" pitchFamily="49" charset="-122"/>
                <a:ea typeface="黑体" panose="02010609060101010101" pitchFamily="49" charset="-122"/>
              </a:rPr>
              <a:t>是含有命题变元</a:t>
            </a:r>
            <a:r>
              <a:rPr lang="en-US" altLang="zh-CN" sz="2800" b="1">
                <a:effectLst/>
                <a:latin typeface="黑体" panose="02010609060101010101" pitchFamily="49" charset="-122"/>
                <a:ea typeface="黑体" panose="02010609060101010101" pitchFamily="49" charset="-122"/>
              </a:rPr>
              <a:t>P</a:t>
            </a:r>
            <a:r>
              <a:rPr lang="en-US" altLang="zh-CN" sz="2800" b="1" baseline="-25000">
                <a:effectLst/>
                <a:latin typeface="黑体" panose="02010609060101010101" pitchFamily="49" charset="-122"/>
                <a:ea typeface="黑体" panose="02010609060101010101" pitchFamily="49" charset="-122"/>
              </a:rPr>
              <a:t>1</a:t>
            </a:r>
            <a:r>
              <a:rPr lang="en-US" altLang="zh-CN" sz="2800" b="1">
                <a:effectLst/>
                <a:latin typeface="黑体" panose="02010609060101010101" pitchFamily="49" charset="-122"/>
                <a:ea typeface="黑体" panose="02010609060101010101" pitchFamily="49" charset="-122"/>
              </a:rPr>
              <a:t>,P</a:t>
            </a:r>
            <a:r>
              <a:rPr lang="en-US" altLang="zh-CN" sz="2800" b="1" baseline="-25000">
                <a:effectLst/>
                <a:latin typeface="黑体" panose="02010609060101010101" pitchFamily="49" charset="-122"/>
                <a:ea typeface="黑体" panose="02010609060101010101" pitchFamily="49" charset="-122"/>
              </a:rPr>
              <a:t>2</a:t>
            </a:r>
            <a:r>
              <a:rPr lang="en-US" altLang="zh-CN" sz="2800" b="1">
                <a:effectLst/>
                <a:latin typeface="黑体" panose="02010609060101010101" pitchFamily="49" charset="-122"/>
                <a:ea typeface="黑体" panose="02010609060101010101" pitchFamily="49" charset="-122"/>
              </a:rPr>
              <a:t>,…, P</a:t>
            </a:r>
            <a:r>
              <a:rPr lang="en-US" altLang="zh-CN" sz="2800" b="1" baseline="-25000">
                <a:effectLst/>
                <a:latin typeface="黑体" panose="02010609060101010101" pitchFamily="49" charset="-122"/>
                <a:ea typeface="黑体" panose="02010609060101010101" pitchFamily="49" charset="-122"/>
              </a:rPr>
              <a:t>n</a:t>
            </a:r>
            <a:r>
              <a:rPr lang="zh-CN" altLang="zh-CN" sz="2800" b="1">
                <a:effectLst/>
                <a:latin typeface="黑体" panose="02010609060101010101" pitchFamily="49" charset="-122"/>
                <a:ea typeface="黑体" panose="02010609060101010101" pitchFamily="49" charset="-122"/>
              </a:rPr>
              <a:t>的命题公式，如不论对</a:t>
            </a:r>
            <a:r>
              <a:rPr lang="en-US" altLang="zh-CN" sz="2800" b="1">
                <a:effectLst/>
                <a:latin typeface="黑体" panose="02010609060101010101" pitchFamily="49" charset="-122"/>
                <a:ea typeface="黑体" panose="02010609060101010101" pitchFamily="49" charset="-122"/>
              </a:rPr>
              <a:t>P</a:t>
            </a:r>
            <a:r>
              <a:rPr lang="en-US" altLang="zh-CN" sz="2800" b="1" baseline="-25000">
                <a:effectLst/>
                <a:latin typeface="黑体" panose="02010609060101010101" pitchFamily="49" charset="-122"/>
                <a:ea typeface="黑体" panose="02010609060101010101" pitchFamily="49" charset="-122"/>
              </a:rPr>
              <a:t>1</a:t>
            </a:r>
            <a:r>
              <a:rPr lang="en-US" altLang="zh-CN" sz="2800" b="1">
                <a:effectLst/>
                <a:latin typeface="黑体" panose="02010609060101010101" pitchFamily="49" charset="-122"/>
                <a:ea typeface="黑体" panose="02010609060101010101" pitchFamily="49" charset="-122"/>
              </a:rPr>
              <a:t>, P</a:t>
            </a:r>
            <a:r>
              <a:rPr lang="en-US" altLang="zh-CN" sz="2800" b="1" baseline="-25000">
                <a:effectLst/>
                <a:latin typeface="黑体" panose="02010609060101010101" pitchFamily="49" charset="-122"/>
                <a:ea typeface="黑体" panose="02010609060101010101" pitchFamily="49" charset="-122"/>
              </a:rPr>
              <a:t>2</a:t>
            </a:r>
            <a:r>
              <a:rPr lang="en-US" altLang="zh-CN" sz="2800" b="1">
                <a:effectLst/>
                <a:latin typeface="黑体" panose="02010609060101010101" pitchFamily="49" charset="-122"/>
                <a:ea typeface="黑体" panose="02010609060101010101" pitchFamily="49" charset="-122"/>
              </a:rPr>
              <a:t> , …, P</a:t>
            </a:r>
            <a:r>
              <a:rPr lang="en-US" altLang="zh-CN" sz="2800" b="1" baseline="-25000">
                <a:effectLst/>
                <a:latin typeface="黑体" panose="02010609060101010101" pitchFamily="49" charset="-122"/>
                <a:ea typeface="黑体" panose="02010609060101010101" pitchFamily="49" charset="-122"/>
              </a:rPr>
              <a:t>n</a:t>
            </a:r>
            <a:r>
              <a:rPr lang="zh-CN" altLang="zh-CN" sz="2800" b="1">
                <a:effectLst/>
                <a:latin typeface="黑体" panose="02010609060101010101" pitchFamily="49" charset="-122"/>
                <a:ea typeface="黑体" panose="02010609060101010101" pitchFamily="49" charset="-122"/>
              </a:rPr>
              <a:t>作任何指派，都使得</a:t>
            </a:r>
            <a:r>
              <a:rPr lang="en-US" altLang="zh-CN" sz="2800" b="1">
                <a:effectLst/>
                <a:latin typeface="黑体" panose="02010609060101010101" pitchFamily="49" charset="-122"/>
                <a:ea typeface="黑体" panose="02010609060101010101" pitchFamily="49" charset="-122"/>
              </a:rPr>
              <a:t>A</a:t>
            </a:r>
            <a:r>
              <a:rPr lang="zh-CN" altLang="en-US" sz="2800" b="1">
                <a:effectLst/>
                <a:latin typeface="黑体" panose="02010609060101010101" pitchFamily="49" charset="-122"/>
                <a:ea typeface="黑体" panose="02010609060101010101" pitchFamily="49" charset="-122"/>
              </a:rPr>
              <a:t>和</a:t>
            </a:r>
            <a:r>
              <a:rPr lang="en-US" altLang="zh-CN" sz="2800" b="1">
                <a:effectLst/>
                <a:latin typeface="黑体" panose="02010609060101010101" pitchFamily="49" charset="-122"/>
                <a:ea typeface="黑体" panose="02010609060101010101" pitchFamily="49" charset="-122"/>
              </a:rPr>
              <a:t>B</a:t>
            </a:r>
            <a:r>
              <a:rPr lang="zh-CN" altLang="en-US" sz="2800" b="1">
                <a:effectLst/>
                <a:latin typeface="黑体" panose="02010609060101010101" pitchFamily="49" charset="-122"/>
                <a:ea typeface="黑体" panose="02010609060101010101" pitchFamily="49" charset="-122"/>
              </a:rPr>
              <a:t>的真值相同，则称之为命题公式</a:t>
            </a:r>
            <a:r>
              <a:rPr lang="en-US" altLang="zh-CN" sz="2800" b="1">
                <a:effectLst/>
                <a:latin typeface="黑体" panose="02010609060101010101" pitchFamily="49" charset="-122"/>
                <a:ea typeface="黑体" panose="02010609060101010101" pitchFamily="49" charset="-122"/>
              </a:rPr>
              <a:t>A</a:t>
            </a:r>
            <a:r>
              <a:rPr lang="zh-CN" altLang="en-US" sz="2800" b="1">
                <a:effectLst/>
                <a:latin typeface="黑体" panose="02010609060101010101" pitchFamily="49" charset="-122"/>
                <a:ea typeface="黑体" panose="02010609060101010101" pitchFamily="49" charset="-122"/>
              </a:rPr>
              <a:t>与</a:t>
            </a:r>
            <a:r>
              <a:rPr lang="en-US" altLang="zh-CN" sz="2800" b="1">
                <a:effectLst/>
                <a:latin typeface="黑体" panose="02010609060101010101" pitchFamily="49" charset="-122"/>
                <a:ea typeface="黑体" panose="02010609060101010101" pitchFamily="49" charset="-122"/>
              </a:rPr>
              <a:t>B</a:t>
            </a:r>
            <a:r>
              <a:rPr lang="zh-CN" altLang="en-US" sz="2800" b="1" u="sng">
                <a:solidFill>
                  <a:srgbClr val="006600"/>
                </a:solidFill>
                <a:effectLst/>
                <a:latin typeface="黑体" panose="02010609060101010101" pitchFamily="49" charset="-122"/>
                <a:ea typeface="黑体" panose="02010609060101010101" pitchFamily="49" charset="-122"/>
              </a:rPr>
              <a:t>等价</a:t>
            </a:r>
            <a:r>
              <a:rPr lang="zh-CN" altLang="en-US" sz="2800" b="1">
                <a:effectLst/>
                <a:latin typeface="黑体" panose="02010609060101010101" pitchFamily="49" charset="-122"/>
                <a:ea typeface="黑体" panose="02010609060101010101" pitchFamily="49" charset="-122"/>
              </a:rPr>
              <a:t>或</a:t>
            </a:r>
            <a:r>
              <a:rPr lang="zh-CN" altLang="en-US" sz="2800" b="1" u="sng">
                <a:solidFill>
                  <a:srgbClr val="006600"/>
                </a:solidFill>
                <a:effectLst/>
                <a:latin typeface="黑体" panose="02010609060101010101" pitchFamily="49" charset="-122"/>
                <a:ea typeface="黑体" panose="02010609060101010101" pitchFamily="49" charset="-122"/>
              </a:rPr>
              <a:t>等值</a:t>
            </a:r>
            <a:r>
              <a:rPr lang="zh-CN" altLang="en-US" sz="2800" b="1">
                <a:effectLst/>
                <a:latin typeface="黑体" panose="02010609060101010101" pitchFamily="49" charset="-122"/>
                <a:ea typeface="黑体" panose="02010609060101010101" pitchFamily="49" charset="-122"/>
              </a:rPr>
              <a:t>，记作</a:t>
            </a:r>
            <a:r>
              <a:rPr lang="en-US" altLang="zh-CN" sz="2800" b="1">
                <a:effectLst/>
                <a:latin typeface="黑体" panose="02010609060101010101" pitchFamily="49" charset="-122"/>
                <a:ea typeface="黑体" panose="02010609060101010101" pitchFamily="49" charset="-122"/>
              </a:rPr>
              <a:t>A</a:t>
            </a:r>
            <a:r>
              <a:rPr lang="en-US" altLang="zh-CN" sz="2800" b="1">
                <a:effectLst/>
                <a:latin typeface="黑体" panose="02010609060101010101" pitchFamily="49" charset="-122"/>
                <a:ea typeface="黑体" panose="02010609060101010101" pitchFamily="49" charset="-122"/>
                <a:sym typeface="Symbol" panose="05050102010706020507" pitchFamily="18" charset="2"/>
              </a:rPr>
              <a:t></a:t>
            </a:r>
            <a:r>
              <a:rPr lang="en-US" altLang="zh-CN" sz="2800" b="1">
                <a:effectLst/>
                <a:latin typeface="黑体" panose="02010609060101010101" pitchFamily="49" charset="-122"/>
                <a:ea typeface="黑体" panose="02010609060101010101" pitchFamily="49" charset="-122"/>
              </a:rPr>
              <a:t>B</a:t>
            </a:r>
            <a:r>
              <a:rPr lang="zh-CN" altLang="en-US" sz="2800" b="1">
                <a:effectLst/>
                <a:latin typeface="黑体" panose="02010609060101010101" pitchFamily="49" charset="-122"/>
                <a:ea typeface="黑体" panose="02010609060101010101" pitchFamily="49" charset="-122"/>
              </a:rPr>
              <a:t>。      </a:t>
            </a:r>
          </a:p>
        </p:txBody>
      </p:sp>
      <p:sp>
        <p:nvSpPr>
          <p:cNvPr id="125960" name="Rectangle 5">
            <a:extLst>
              <a:ext uri="{FF2B5EF4-FFF2-40B4-BE49-F238E27FC236}">
                <a16:creationId xmlns:a16="http://schemas.microsoft.com/office/drawing/2014/main" id="{91CFB351-97C1-4EA1-A9A1-4F66B8CB124A}"/>
              </a:ext>
            </a:extLst>
          </p:cNvPr>
          <p:cNvSpPr>
            <a:spLocks noChangeArrowheads="1"/>
          </p:cNvSpPr>
          <p:nvPr/>
        </p:nvSpPr>
        <p:spPr bwMode="auto">
          <a:xfrm>
            <a:off x="2195513" y="4548188"/>
            <a:ext cx="4968875" cy="154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kumimoji="0" lang="zh-CN" altLang="en-US" sz="2800" b="1">
                <a:solidFill>
                  <a:srgbClr val="051AB3"/>
                </a:solidFill>
                <a:latin typeface="黑体" panose="02010609060101010101" pitchFamily="49" charset="-122"/>
                <a:ea typeface="黑体" panose="02010609060101010101" pitchFamily="49" charset="-122"/>
              </a:rPr>
              <a:t>显然有：</a:t>
            </a:r>
          </a:p>
          <a:p>
            <a:pPr eaLnBrk="1" hangingPunct="1">
              <a:buFontTx/>
              <a:buNone/>
            </a:pPr>
            <a:r>
              <a:rPr kumimoji="0" lang="zh-CN" altLang="en-US" sz="2800" b="1">
                <a:solidFill>
                  <a:srgbClr val="051AB3"/>
                </a:solidFill>
                <a:latin typeface="黑体" panose="02010609060101010101" pitchFamily="49" charset="-122"/>
                <a:ea typeface="黑体" panose="02010609060101010101" pitchFamily="49" charset="-122"/>
              </a:rPr>
              <a:t>    </a:t>
            </a:r>
            <a:r>
              <a:rPr kumimoji="0" lang="en-US" altLang="zh-CN" sz="2800" b="1">
                <a:solidFill>
                  <a:srgbClr val="051AB3"/>
                </a:solidFill>
                <a:latin typeface="黑体" panose="02010609060101010101" pitchFamily="49" charset="-122"/>
                <a:ea typeface="黑体" panose="02010609060101010101" pitchFamily="49" charset="-122"/>
              </a:rPr>
              <a:t>¬P</a:t>
            </a:r>
            <a:r>
              <a:rPr kumimoji="0" lang="en-US" altLang="zh-CN" sz="2800" b="1">
                <a:solidFill>
                  <a:srgbClr val="051AB3"/>
                </a:solidFill>
                <a:latin typeface="黑体" panose="02010609060101010101" pitchFamily="49" charset="-122"/>
                <a:ea typeface="黑体" panose="02010609060101010101" pitchFamily="49" charset="-122"/>
                <a:sym typeface="Kingsoft Phonetic Plain" pitchFamily="2" charset="2"/>
              </a:rPr>
              <a:t>∨Q</a:t>
            </a:r>
            <a:r>
              <a:rPr kumimoji="0" lang="en-US" altLang="zh-CN" sz="2800" b="1">
                <a:solidFill>
                  <a:srgbClr val="051AB3"/>
                </a:solidFill>
                <a:latin typeface="黑体" panose="02010609060101010101" pitchFamily="49" charset="-122"/>
                <a:ea typeface="黑体" panose="02010609060101010101" pitchFamily="49" charset="-122"/>
                <a:sym typeface="Symbol" panose="05050102010706020507" pitchFamily="18" charset="2"/>
              </a:rPr>
              <a:t></a:t>
            </a:r>
            <a:r>
              <a:rPr kumimoji="0" lang="en-US" altLang="zh-CN" sz="2800" b="1">
                <a:solidFill>
                  <a:srgbClr val="051AB3"/>
                </a:solidFill>
                <a:latin typeface="黑体" panose="02010609060101010101" pitchFamily="49" charset="-122"/>
                <a:ea typeface="黑体" panose="02010609060101010101" pitchFamily="49" charset="-122"/>
              </a:rPr>
              <a:t>P</a:t>
            </a:r>
            <a:r>
              <a:rPr kumimoji="0" lang="en-US" altLang="zh-CN" sz="2800" b="1">
                <a:solidFill>
                  <a:srgbClr val="051AB3"/>
                </a:solidFill>
                <a:latin typeface="黑体" panose="02010609060101010101" pitchFamily="49" charset="-122"/>
                <a:ea typeface="黑体" panose="02010609060101010101" pitchFamily="49" charset="-122"/>
                <a:sym typeface="Symbol" panose="05050102010706020507" pitchFamily="18" charset="2"/>
              </a:rPr>
              <a:t></a:t>
            </a:r>
            <a:r>
              <a:rPr kumimoji="0" lang="en-US" altLang="zh-CN" sz="2800" b="1">
                <a:solidFill>
                  <a:srgbClr val="051AB3"/>
                </a:solidFill>
                <a:latin typeface="黑体" panose="02010609060101010101" pitchFamily="49" charset="-122"/>
                <a:ea typeface="黑体" panose="02010609060101010101" pitchFamily="49" charset="-122"/>
                <a:sym typeface="Kingsoft Phonetic Plain" pitchFamily="2" charset="2"/>
              </a:rPr>
              <a:t>Q</a:t>
            </a:r>
          </a:p>
          <a:p>
            <a:pPr eaLnBrk="1" hangingPunct="1">
              <a:buFontTx/>
              <a:buNone/>
            </a:pPr>
            <a:r>
              <a:rPr kumimoji="0" lang="en-US" altLang="zh-CN" sz="2800" b="1">
                <a:solidFill>
                  <a:srgbClr val="051AB3"/>
                </a:solidFill>
                <a:latin typeface="黑体" panose="02010609060101010101" pitchFamily="49" charset="-122"/>
                <a:ea typeface="黑体" panose="02010609060101010101" pitchFamily="49" charset="-122"/>
              </a:rPr>
              <a:t>   (P</a:t>
            </a:r>
            <a:r>
              <a:rPr kumimoji="0" lang="en-US" altLang="zh-CN" sz="2800" b="1">
                <a:solidFill>
                  <a:srgbClr val="051AB3"/>
                </a:solidFill>
                <a:latin typeface="黑体" panose="02010609060101010101" pitchFamily="49" charset="-122"/>
                <a:ea typeface="黑体" panose="02010609060101010101" pitchFamily="49" charset="-122"/>
                <a:sym typeface="Kingsoft Phonetic Plain" pitchFamily="2" charset="2"/>
              </a:rPr>
              <a:t>∧Q)∨(</a:t>
            </a:r>
            <a:r>
              <a:rPr kumimoji="0" lang="en-US" altLang="zh-CN" sz="2800" b="1">
                <a:solidFill>
                  <a:srgbClr val="051AB3"/>
                </a:solidFill>
                <a:latin typeface="黑体" panose="02010609060101010101" pitchFamily="49" charset="-122"/>
                <a:ea typeface="黑体" panose="02010609060101010101" pitchFamily="49" charset="-122"/>
              </a:rPr>
              <a:t>¬P</a:t>
            </a:r>
            <a:r>
              <a:rPr kumimoji="0" lang="en-US" altLang="zh-CN" sz="2800" b="1">
                <a:solidFill>
                  <a:srgbClr val="051AB3"/>
                </a:solidFill>
                <a:latin typeface="黑体" panose="02010609060101010101" pitchFamily="49" charset="-122"/>
                <a:ea typeface="黑体" panose="02010609060101010101" pitchFamily="49" charset="-122"/>
                <a:sym typeface="Kingsoft Phonetic Plain" pitchFamily="2" charset="2"/>
              </a:rPr>
              <a:t>∧</a:t>
            </a:r>
            <a:r>
              <a:rPr kumimoji="0" lang="en-US" altLang="zh-CN" sz="2800" b="1">
                <a:solidFill>
                  <a:srgbClr val="051AB3"/>
                </a:solidFill>
                <a:latin typeface="黑体" panose="02010609060101010101" pitchFamily="49" charset="-122"/>
                <a:ea typeface="黑体" panose="02010609060101010101" pitchFamily="49" charset="-122"/>
              </a:rPr>
              <a:t>¬</a:t>
            </a:r>
            <a:r>
              <a:rPr kumimoji="0" lang="en-US" altLang="zh-CN" sz="2800" b="1">
                <a:solidFill>
                  <a:srgbClr val="051AB3"/>
                </a:solidFill>
                <a:latin typeface="黑体" panose="02010609060101010101" pitchFamily="49" charset="-122"/>
                <a:ea typeface="黑体" panose="02010609060101010101" pitchFamily="49" charset="-122"/>
                <a:sym typeface="Kingsoft Phonetic Plain" pitchFamily="2" charset="2"/>
              </a:rPr>
              <a:t>Q)</a:t>
            </a:r>
            <a:r>
              <a:rPr kumimoji="0" lang="en-US" altLang="zh-CN" sz="2800" b="1">
                <a:solidFill>
                  <a:srgbClr val="051AB3"/>
                </a:solidFill>
                <a:latin typeface="黑体" panose="02010609060101010101" pitchFamily="49" charset="-122"/>
                <a:ea typeface="黑体" panose="02010609060101010101" pitchFamily="49" charset="-122"/>
                <a:sym typeface="Symbol" panose="05050102010706020507" pitchFamily="18" charset="2"/>
              </a:rPr>
              <a:t></a:t>
            </a:r>
            <a:r>
              <a:rPr kumimoji="0" lang="en-US" altLang="zh-CN" sz="2800" b="1">
                <a:solidFill>
                  <a:srgbClr val="051AB3"/>
                </a:solidFill>
                <a:latin typeface="黑体" panose="02010609060101010101" pitchFamily="49" charset="-122"/>
                <a:ea typeface="黑体" panose="02010609060101010101" pitchFamily="49" charset="-122"/>
              </a:rPr>
              <a:t>P</a:t>
            </a:r>
            <a:r>
              <a:rPr kumimoji="0" lang="en-US" altLang="zh-CN" sz="2800" b="1">
                <a:solidFill>
                  <a:srgbClr val="051AB3"/>
                </a:solidFill>
                <a:latin typeface="黑体" panose="02010609060101010101" pitchFamily="49" charset="-122"/>
                <a:ea typeface="黑体" panose="02010609060101010101" pitchFamily="49" charset="-122"/>
                <a:sym typeface="Symbol" panose="05050102010706020507" pitchFamily="18" charset="2"/>
              </a:rPr>
              <a:t>Q</a:t>
            </a:r>
          </a:p>
        </p:txBody>
      </p:sp>
    </p:spTree>
  </p:cSld>
  <p:clrMapOvr>
    <a:masterClrMapping/>
  </p:clrMapOvr>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日期占位符 4">
            <a:extLst>
              <a:ext uri="{FF2B5EF4-FFF2-40B4-BE49-F238E27FC236}">
                <a16:creationId xmlns:a16="http://schemas.microsoft.com/office/drawing/2014/main" id="{152A9129-F9C8-4474-82DD-5DC063487C0A}"/>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6193B2B0-F0CD-40F7-938E-D618D343AD6E}"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26979" name="页脚占位符 5">
            <a:extLst>
              <a:ext uri="{FF2B5EF4-FFF2-40B4-BE49-F238E27FC236}">
                <a16:creationId xmlns:a16="http://schemas.microsoft.com/office/drawing/2014/main" id="{4F7D3A1E-77D5-4B3E-9E77-C4BFDDAEB43E}"/>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26980" name="灯片编号占位符 6">
            <a:extLst>
              <a:ext uri="{FF2B5EF4-FFF2-40B4-BE49-F238E27FC236}">
                <a16:creationId xmlns:a16="http://schemas.microsoft.com/office/drawing/2014/main" id="{88C11E6D-37F0-40A0-B80F-59E72D0DCB2A}"/>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9B92EF50-5335-4067-8B2D-9AD1BE9FB8F1}" type="slidenum">
              <a:rPr lang="en-US" altLang="zh-CN" sz="1400" smtClean="0">
                <a:latin typeface="Times New Roman" panose="02020603050405020304" pitchFamily="18" charset="0"/>
                <a:ea typeface="宋体" panose="02010600030101010101" pitchFamily="2" charset="-122"/>
              </a:rPr>
              <a:pPr>
                <a:spcBef>
                  <a:spcPct val="0"/>
                </a:spcBef>
                <a:buFontTx/>
                <a:buNone/>
              </a:pPr>
              <a:t>100</a:t>
            </a:fld>
            <a:endParaRPr lang="en-US" altLang="zh-CN" sz="1400">
              <a:latin typeface="Times New Roman" panose="02020603050405020304" pitchFamily="18" charset="0"/>
              <a:ea typeface="宋体" panose="02010600030101010101" pitchFamily="2" charset="-122"/>
            </a:endParaRPr>
          </a:p>
        </p:txBody>
      </p:sp>
      <p:sp>
        <p:nvSpPr>
          <p:cNvPr id="126981" name="Text Box 2">
            <a:extLst>
              <a:ext uri="{FF2B5EF4-FFF2-40B4-BE49-F238E27FC236}">
                <a16:creationId xmlns:a16="http://schemas.microsoft.com/office/drawing/2014/main" id="{C582C49B-92D0-4E8F-9FBA-7A38F89E51F9}"/>
              </a:ext>
            </a:extLst>
          </p:cNvPr>
          <p:cNvSpPr>
            <a:spLocks noGrp="1" noChangeArrowheads="1"/>
          </p:cNvSpPr>
          <p:nvPr>
            <p:ph type="title"/>
          </p:nvPr>
        </p:nvSpPr>
        <p:spPr>
          <a:xfrm>
            <a:off x="1219200" y="836613"/>
            <a:ext cx="6550025" cy="769937"/>
          </a:xfrm>
          <a:solidFill>
            <a:srgbClr val="3366FF"/>
          </a:solidFill>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81000" indent="-381000" eaLnBrk="1" hangingPunct="1">
              <a:spcBef>
                <a:spcPct val="50000"/>
              </a:spcBef>
              <a:buClr>
                <a:schemeClr val="bg1"/>
              </a:buClr>
              <a:buFont typeface="Wingdings" panose="05000000000000000000" pitchFamily="2" charset="2"/>
              <a:buChar char="&amp;"/>
            </a:pPr>
            <a:r>
              <a:rPr lang="zh-CN" altLang="en-US" b="1">
                <a:solidFill>
                  <a:schemeClr val="bg1"/>
                </a:solidFill>
                <a:latin typeface="宋体" panose="02010600030101010101" pitchFamily="2" charset="-122"/>
              </a:rPr>
              <a:t> 例 题</a:t>
            </a:r>
          </a:p>
        </p:txBody>
      </p:sp>
      <p:pic>
        <p:nvPicPr>
          <p:cNvPr id="126982" name="Picture 6" descr="C:\Program Files\Microsoft Office\MEDIA\CAGCAT10\j0293844.wmf">
            <a:extLst>
              <a:ext uri="{FF2B5EF4-FFF2-40B4-BE49-F238E27FC236}">
                <a16:creationId xmlns:a16="http://schemas.microsoft.com/office/drawing/2014/main" id="{FBD4AEFB-B72A-49E8-848F-34CDBE314D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40663" y="566738"/>
            <a:ext cx="1231900" cy="1296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6983" name="矩形 1">
            <a:extLst>
              <a:ext uri="{FF2B5EF4-FFF2-40B4-BE49-F238E27FC236}">
                <a16:creationId xmlns:a16="http://schemas.microsoft.com/office/drawing/2014/main" id="{800C29FA-ED30-430C-9FC0-60700F3FB414}"/>
              </a:ext>
            </a:extLst>
          </p:cNvPr>
          <p:cNvSpPr>
            <a:spLocks noChangeArrowheads="1"/>
          </p:cNvSpPr>
          <p:nvPr/>
        </p:nvSpPr>
        <p:spPr bwMode="auto">
          <a:xfrm>
            <a:off x="755650" y="2009775"/>
            <a:ext cx="8208963" cy="396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nSpc>
                <a:spcPct val="150000"/>
              </a:lnSpc>
              <a:spcBef>
                <a:spcPct val="0"/>
              </a:spcBef>
              <a:buFontTx/>
              <a:buNone/>
            </a:pPr>
            <a:r>
              <a:rPr lang="en-US" altLang="zh-CN" sz="2800">
                <a:latin typeface="Times New Roman" panose="02020603050405020304" pitchFamily="18" charset="0"/>
                <a:ea typeface="宋体" panose="02010600030101010101" pitchFamily="2" charset="-122"/>
              </a:rPr>
              <a:t>【</a:t>
            </a:r>
            <a:r>
              <a:rPr lang="zh-CN" altLang="en-US" sz="2800">
                <a:latin typeface="Times New Roman" panose="02020603050405020304" pitchFamily="18" charset="0"/>
                <a:ea typeface="宋体" panose="02010600030101010101" pitchFamily="2" charset="-122"/>
              </a:rPr>
              <a:t>例题</a:t>
            </a:r>
            <a:r>
              <a:rPr lang="en-US" altLang="zh-CN" sz="2800">
                <a:latin typeface="Times New Roman" panose="02020603050405020304" pitchFamily="18" charset="0"/>
                <a:ea typeface="宋体" panose="02010600030101010101" pitchFamily="2" charset="-122"/>
              </a:rPr>
              <a:t>】</a:t>
            </a:r>
            <a:r>
              <a:rPr lang="zh-CN" altLang="en-US" sz="2800">
                <a:latin typeface="Times New Roman" panose="02020603050405020304" pitchFamily="18" charset="0"/>
                <a:ea typeface="宋体" panose="02010600030101010101" pitchFamily="2" charset="-122"/>
              </a:rPr>
              <a:t>使用真值表分析如下两个命题公式在真值取值上的联系：</a:t>
            </a:r>
          </a:p>
          <a:p>
            <a:pPr>
              <a:lnSpc>
                <a:spcPct val="150000"/>
              </a:lnSpc>
              <a:spcBef>
                <a:spcPct val="0"/>
              </a:spcBef>
              <a:buFontTx/>
              <a:buNone/>
            </a:pPr>
            <a:r>
              <a:rPr lang="en-US" altLang="zh-CN" sz="2800">
                <a:latin typeface="Times New Roman" panose="02020603050405020304" pitchFamily="18" charset="0"/>
                <a:ea typeface="宋体" panose="02010600030101010101" pitchFamily="2" charset="-122"/>
              </a:rPr>
              <a:t>                    P→(Q→P)</a:t>
            </a:r>
            <a:r>
              <a:rPr lang="zh-CN" altLang="en-US" sz="2800">
                <a:latin typeface="Times New Roman" panose="02020603050405020304" pitchFamily="18" charset="0"/>
                <a:ea typeface="宋体" panose="02010600030101010101" pitchFamily="2" charset="-122"/>
              </a:rPr>
              <a:t>；</a:t>
            </a:r>
            <a:r>
              <a:rPr lang="en-US" altLang="zh-CN" sz="2800">
                <a:latin typeface="Times New Roman" panose="02020603050405020304" pitchFamily="18" charset="0"/>
                <a:ea typeface="宋体" panose="02010600030101010101" pitchFamily="2" charset="-122"/>
              </a:rPr>
              <a:t>¬P→(P→¬Q)</a:t>
            </a:r>
          </a:p>
          <a:p>
            <a:pPr>
              <a:lnSpc>
                <a:spcPct val="150000"/>
              </a:lnSpc>
              <a:spcBef>
                <a:spcPct val="0"/>
              </a:spcBef>
              <a:buFontTx/>
              <a:buNone/>
            </a:pPr>
            <a:r>
              <a:rPr lang="en-US" altLang="zh-CN" sz="2800">
                <a:latin typeface="Times New Roman" panose="02020603050405020304" pitchFamily="18" charset="0"/>
                <a:ea typeface="宋体" panose="02010600030101010101" pitchFamily="2" charset="-122"/>
              </a:rPr>
              <a:t>【</a:t>
            </a:r>
            <a:r>
              <a:rPr lang="zh-CN" altLang="en-US" sz="2800">
                <a:latin typeface="Times New Roman" panose="02020603050405020304" pitchFamily="18" charset="0"/>
                <a:ea typeface="宋体" panose="02010600030101010101" pitchFamily="2" charset="-122"/>
              </a:rPr>
              <a:t>解</a:t>
            </a:r>
            <a:r>
              <a:rPr lang="en-US" altLang="zh-CN" sz="2800">
                <a:latin typeface="Times New Roman" panose="02020603050405020304" pitchFamily="18" charset="0"/>
                <a:ea typeface="宋体" panose="02010600030101010101" pitchFamily="2" charset="-122"/>
              </a:rPr>
              <a:t>】</a:t>
            </a:r>
            <a:r>
              <a:rPr lang="zh-CN" altLang="en-US" sz="2800">
                <a:latin typeface="Times New Roman" panose="02020603050405020304" pitchFamily="18" charset="0"/>
                <a:ea typeface="宋体" panose="02010600030101010101" pitchFamily="2" charset="-122"/>
              </a:rPr>
              <a:t>写出公式：</a:t>
            </a:r>
            <a:r>
              <a:rPr lang="en-US" altLang="zh-CN" sz="2800">
                <a:latin typeface="Times New Roman" panose="02020603050405020304" pitchFamily="18" charset="0"/>
                <a:ea typeface="宋体" panose="02010600030101010101" pitchFamily="2" charset="-122"/>
              </a:rPr>
              <a:t>P</a:t>
            </a:r>
            <a:r>
              <a:rPr lang="zh-CN" altLang="en-US" sz="2800">
                <a:latin typeface="Times New Roman" panose="02020603050405020304" pitchFamily="18" charset="0"/>
                <a:ea typeface="宋体" panose="02010600030101010101" pitchFamily="2" charset="-122"/>
              </a:rPr>
              <a:t>、</a:t>
            </a:r>
            <a:r>
              <a:rPr lang="en-US" altLang="zh-CN" sz="2800">
                <a:latin typeface="Times New Roman" panose="02020603050405020304" pitchFamily="18" charset="0"/>
                <a:ea typeface="宋体" panose="02010600030101010101" pitchFamily="2" charset="-122"/>
              </a:rPr>
              <a:t>Q</a:t>
            </a:r>
            <a:r>
              <a:rPr lang="zh-CN" altLang="en-US" sz="2800">
                <a:latin typeface="Times New Roman" panose="02020603050405020304" pitchFamily="18" charset="0"/>
                <a:ea typeface="宋体" panose="02010600030101010101" pitchFamily="2" charset="-122"/>
              </a:rPr>
              <a:t>、</a:t>
            </a:r>
            <a:r>
              <a:rPr lang="en-US" altLang="zh-CN" sz="2800">
                <a:latin typeface="Times New Roman" panose="02020603050405020304" pitchFamily="18" charset="0"/>
                <a:ea typeface="宋体" panose="02010600030101010101" pitchFamily="2" charset="-122"/>
              </a:rPr>
              <a:t>¬P</a:t>
            </a:r>
            <a:r>
              <a:rPr lang="zh-CN" altLang="en-US" sz="2800">
                <a:latin typeface="Times New Roman" panose="02020603050405020304" pitchFamily="18" charset="0"/>
                <a:ea typeface="宋体" panose="02010600030101010101" pitchFamily="2" charset="-122"/>
              </a:rPr>
              <a:t>、</a:t>
            </a:r>
            <a:r>
              <a:rPr lang="en-US" altLang="zh-CN" sz="2800">
                <a:latin typeface="Times New Roman" panose="02020603050405020304" pitchFamily="18" charset="0"/>
                <a:ea typeface="宋体" panose="02010600030101010101" pitchFamily="2" charset="-122"/>
              </a:rPr>
              <a:t>¬Q</a:t>
            </a:r>
            <a:r>
              <a:rPr lang="zh-CN" altLang="en-US" sz="2800">
                <a:latin typeface="Times New Roman" panose="02020603050405020304" pitchFamily="18" charset="0"/>
                <a:ea typeface="宋体" panose="02010600030101010101" pitchFamily="2" charset="-122"/>
              </a:rPr>
              <a:t>、</a:t>
            </a:r>
            <a:r>
              <a:rPr lang="en-US" altLang="zh-CN" sz="2800">
                <a:latin typeface="Times New Roman" panose="02020603050405020304" pitchFamily="18" charset="0"/>
                <a:ea typeface="宋体" panose="02010600030101010101" pitchFamily="2" charset="-122"/>
              </a:rPr>
              <a:t>Q→P</a:t>
            </a:r>
            <a:r>
              <a:rPr lang="zh-CN" altLang="en-US" sz="2800">
                <a:latin typeface="Times New Roman" panose="02020603050405020304" pitchFamily="18" charset="0"/>
                <a:ea typeface="宋体" panose="02010600030101010101" pitchFamily="2" charset="-122"/>
              </a:rPr>
              <a:t>、</a:t>
            </a:r>
            <a:endParaRPr lang="en-US" altLang="zh-CN" sz="2800">
              <a:latin typeface="Times New Roman" panose="02020603050405020304" pitchFamily="18" charset="0"/>
              <a:ea typeface="宋体" panose="02010600030101010101" pitchFamily="2" charset="-122"/>
            </a:endParaRPr>
          </a:p>
          <a:p>
            <a:pPr>
              <a:lnSpc>
                <a:spcPct val="150000"/>
              </a:lnSpc>
              <a:spcBef>
                <a:spcPct val="0"/>
              </a:spcBef>
              <a:buFontTx/>
              <a:buNone/>
            </a:pPr>
            <a:r>
              <a:rPr lang="en-US" altLang="zh-CN" sz="2800">
                <a:latin typeface="Times New Roman" panose="02020603050405020304" pitchFamily="18" charset="0"/>
                <a:ea typeface="宋体" panose="02010600030101010101" pitchFamily="2" charset="-122"/>
              </a:rPr>
              <a:t>                  P→(Q→P)</a:t>
            </a:r>
            <a:r>
              <a:rPr lang="zh-CN" altLang="en-US" sz="2800">
                <a:latin typeface="Times New Roman" panose="02020603050405020304" pitchFamily="18" charset="0"/>
                <a:ea typeface="宋体" panose="02010600030101010101" pitchFamily="2" charset="-122"/>
              </a:rPr>
              <a:t>、</a:t>
            </a:r>
            <a:r>
              <a:rPr lang="en-US" altLang="zh-CN" sz="2800">
                <a:latin typeface="Times New Roman" panose="02020603050405020304" pitchFamily="18" charset="0"/>
                <a:ea typeface="宋体" panose="02010600030101010101" pitchFamily="2" charset="-122"/>
              </a:rPr>
              <a:t>P→¬Q</a:t>
            </a:r>
            <a:r>
              <a:rPr lang="zh-CN" altLang="en-US" sz="2800">
                <a:latin typeface="Times New Roman" panose="02020603050405020304" pitchFamily="18" charset="0"/>
                <a:ea typeface="宋体" panose="02010600030101010101" pitchFamily="2" charset="-122"/>
              </a:rPr>
              <a:t>、</a:t>
            </a:r>
            <a:r>
              <a:rPr lang="en-US" altLang="zh-CN" sz="2800">
                <a:latin typeface="Times New Roman" panose="02020603050405020304" pitchFamily="18" charset="0"/>
                <a:ea typeface="宋体" panose="02010600030101010101" pitchFamily="2" charset="-122"/>
              </a:rPr>
              <a:t>¬P→(P→¬Q)</a:t>
            </a:r>
          </a:p>
          <a:p>
            <a:pPr>
              <a:lnSpc>
                <a:spcPct val="150000"/>
              </a:lnSpc>
              <a:spcBef>
                <a:spcPct val="0"/>
              </a:spcBef>
              <a:buFontTx/>
              <a:buNone/>
            </a:pPr>
            <a:r>
              <a:rPr lang="zh-CN" altLang="en-US" sz="2800">
                <a:latin typeface="Times New Roman" panose="02020603050405020304" pitchFamily="18" charset="0"/>
                <a:ea typeface="宋体" panose="02010600030101010101" pitchFamily="2" charset="-122"/>
              </a:rPr>
              <a:t>的真值表，如表所示：</a:t>
            </a:r>
          </a:p>
        </p:txBody>
      </p:sp>
    </p:spTree>
  </p:cSld>
  <p:clrMapOvr>
    <a:masterClrMapping/>
  </p:clrMapOvr>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日期占位符 4">
            <a:extLst>
              <a:ext uri="{FF2B5EF4-FFF2-40B4-BE49-F238E27FC236}">
                <a16:creationId xmlns:a16="http://schemas.microsoft.com/office/drawing/2014/main" id="{6AFB04F1-32AF-46DC-B00E-567EEC62E05B}"/>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4CEC7F8D-CF7D-4DA9-AB26-1DB17D877BCF}"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28003" name="页脚占位符 5">
            <a:extLst>
              <a:ext uri="{FF2B5EF4-FFF2-40B4-BE49-F238E27FC236}">
                <a16:creationId xmlns:a16="http://schemas.microsoft.com/office/drawing/2014/main" id="{8E70DB73-866C-46E3-9B53-BD4B2C681C00}"/>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28004" name="灯片编号占位符 6">
            <a:extLst>
              <a:ext uri="{FF2B5EF4-FFF2-40B4-BE49-F238E27FC236}">
                <a16:creationId xmlns:a16="http://schemas.microsoft.com/office/drawing/2014/main" id="{5D277B5F-25F0-4D4C-B95E-72404CA3108B}"/>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1D7E3F5A-360F-41EC-B67C-AC1242EA8D46}" type="slidenum">
              <a:rPr lang="en-US" altLang="zh-CN" sz="1400" smtClean="0">
                <a:latin typeface="Times New Roman" panose="02020603050405020304" pitchFamily="18" charset="0"/>
                <a:ea typeface="宋体" panose="02010600030101010101" pitchFamily="2" charset="-122"/>
              </a:rPr>
              <a:pPr>
                <a:spcBef>
                  <a:spcPct val="0"/>
                </a:spcBef>
                <a:buFontTx/>
                <a:buNone/>
              </a:pPr>
              <a:t>101</a:t>
            </a:fld>
            <a:endParaRPr lang="en-US" altLang="zh-CN" sz="1400">
              <a:latin typeface="Times New Roman" panose="02020603050405020304" pitchFamily="18" charset="0"/>
              <a:ea typeface="宋体" panose="02010600030101010101" pitchFamily="2" charset="-122"/>
            </a:endParaRPr>
          </a:p>
        </p:txBody>
      </p:sp>
      <p:sp>
        <p:nvSpPr>
          <p:cNvPr id="128005" name="Text Box 2">
            <a:extLst>
              <a:ext uri="{FF2B5EF4-FFF2-40B4-BE49-F238E27FC236}">
                <a16:creationId xmlns:a16="http://schemas.microsoft.com/office/drawing/2014/main" id="{6098F8D8-02F1-423F-AE79-11DC36490580}"/>
              </a:ext>
            </a:extLst>
          </p:cNvPr>
          <p:cNvSpPr>
            <a:spLocks noGrp="1" noChangeArrowheads="1"/>
          </p:cNvSpPr>
          <p:nvPr>
            <p:ph type="title"/>
          </p:nvPr>
        </p:nvSpPr>
        <p:spPr>
          <a:xfrm>
            <a:off x="1219200" y="836613"/>
            <a:ext cx="6550025" cy="769937"/>
          </a:xfrm>
          <a:solidFill>
            <a:srgbClr val="3366FF"/>
          </a:solidFill>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81000" indent="-381000" eaLnBrk="1" hangingPunct="1">
              <a:spcBef>
                <a:spcPct val="50000"/>
              </a:spcBef>
              <a:buClr>
                <a:schemeClr val="bg1"/>
              </a:buClr>
              <a:buFont typeface="Wingdings" panose="05000000000000000000" pitchFamily="2" charset="2"/>
              <a:buChar char="&amp;"/>
            </a:pPr>
            <a:r>
              <a:rPr lang="zh-CN" altLang="en-US" b="1">
                <a:solidFill>
                  <a:schemeClr val="bg1"/>
                </a:solidFill>
                <a:latin typeface="宋体" panose="02010600030101010101" pitchFamily="2" charset="-122"/>
              </a:rPr>
              <a:t> 例 题</a:t>
            </a:r>
          </a:p>
        </p:txBody>
      </p:sp>
      <p:pic>
        <p:nvPicPr>
          <p:cNvPr id="128006" name="Picture 6" descr="C:\Program Files\Microsoft Office\MEDIA\CAGCAT10\j0293844.wmf">
            <a:extLst>
              <a:ext uri="{FF2B5EF4-FFF2-40B4-BE49-F238E27FC236}">
                <a16:creationId xmlns:a16="http://schemas.microsoft.com/office/drawing/2014/main" id="{803F719B-7899-4D09-B3BC-6BE976D5BD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40663" y="566738"/>
            <a:ext cx="1231900" cy="1296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8007" name="图片 1">
            <a:extLst>
              <a:ext uri="{FF2B5EF4-FFF2-40B4-BE49-F238E27FC236}">
                <a16:creationId xmlns:a16="http://schemas.microsoft.com/office/drawing/2014/main" id="{84CA96D4-F890-419A-8C2F-4773497D4C6D}"/>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923925" y="2133600"/>
            <a:ext cx="7847013" cy="208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8008" name="矩形 2">
            <a:extLst>
              <a:ext uri="{FF2B5EF4-FFF2-40B4-BE49-F238E27FC236}">
                <a16:creationId xmlns:a16="http://schemas.microsoft.com/office/drawing/2014/main" id="{1F70B289-B44D-4DB7-8B2B-C3DF0909AC96}"/>
              </a:ext>
            </a:extLst>
          </p:cNvPr>
          <p:cNvSpPr>
            <a:spLocks noChangeArrowheads="1"/>
          </p:cNvSpPr>
          <p:nvPr/>
        </p:nvSpPr>
        <p:spPr bwMode="auto">
          <a:xfrm>
            <a:off x="684213" y="4437063"/>
            <a:ext cx="8086725"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a:latin typeface="Times New Roman" panose="02020603050405020304" pitchFamily="18" charset="0"/>
                <a:ea typeface="宋体" panose="02010600030101010101" pitchFamily="2" charset="-122"/>
              </a:rPr>
              <a:t>可以看出，公式：</a:t>
            </a:r>
            <a:endParaRPr lang="en-US" altLang="zh-CN" sz="2800">
              <a:latin typeface="Times New Roman" panose="02020603050405020304" pitchFamily="18" charset="0"/>
              <a:ea typeface="宋体" panose="02010600030101010101" pitchFamily="2" charset="-122"/>
            </a:endParaRPr>
          </a:p>
          <a:p>
            <a:pPr>
              <a:spcBef>
                <a:spcPct val="0"/>
              </a:spcBef>
              <a:buFontTx/>
              <a:buNone/>
            </a:pPr>
            <a:r>
              <a:rPr lang="en-US" altLang="zh-CN" sz="2800">
                <a:latin typeface="Times New Roman" panose="02020603050405020304" pitchFamily="18" charset="0"/>
                <a:ea typeface="宋体" panose="02010600030101010101" pitchFamily="2" charset="-122"/>
              </a:rPr>
              <a:t>                   P→(Q→P)  </a:t>
            </a:r>
            <a:r>
              <a:rPr lang="zh-CN" altLang="en-US" sz="2800">
                <a:latin typeface="Times New Roman" panose="02020603050405020304" pitchFamily="18" charset="0"/>
                <a:ea typeface="宋体" panose="02010600030101010101" pitchFamily="2" charset="-122"/>
              </a:rPr>
              <a:t>和  </a:t>
            </a:r>
            <a:r>
              <a:rPr lang="en-US" altLang="zh-CN" sz="2800">
                <a:latin typeface="Times New Roman" panose="02020603050405020304" pitchFamily="18" charset="0"/>
                <a:ea typeface="宋体" panose="02010600030101010101" pitchFamily="2" charset="-122"/>
              </a:rPr>
              <a:t>¬P→</a:t>
            </a:r>
            <a:r>
              <a:rPr lang="zh-CN" altLang="en-US" sz="2800">
                <a:latin typeface="Times New Roman" panose="02020603050405020304" pitchFamily="18" charset="0"/>
                <a:ea typeface="宋体" panose="02010600030101010101" pitchFamily="2" charset="-122"/>
              </a:rPr>
              <a:t>（</a:t>
            </a:r>
            <a:r>
              <a:rPr lang="en-US" altLang="zh-CN" sz="2800">
                <a:latin typeface="Times New Roman" panose="02020603050405020304" pitchFamily="18" charset="0"/>
                <a:ea typeface="宋体" panose="02010600030101010101" pitchFamily="2" charset="-122"/>
              </a:rPr>
              <a:t>P→¬Q)</a:t>
            </a:r>
          </a:p>
          <a:p>
            <a:pPr>
              <a:spcBef>
                <a:spcPct val="0"/>
              </a:spcBef>
              <a:buFontTx/>
              <a:buNone/>
            </a:pPr>
            <a:r>
              <a:rPr lang="zh-CN" altLang="en-US" sz="2800">
                <a:latin typeface="Times New Roman" panose="02020603050405020304" pitchFamily="18" charset="0"/>
                <a:ea typeface="宋体" panose="02010600030101010101" pitchFamily="2" charset="-122"/>
              </a:rPr>
              <a:t>    的取值在命题变元所有取值状态下均保持一致。</a:t>
            </a:r>
          </a:p>
        </p:txBody>
      </p:sp>
    </p:spTree>
  </p:cSld>
  <p:clrMapOvr>
    <a:masterClrMapping/>
  </p:clrMapOvr>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日期占位符 3">
            <a:extLst>
              <a:ext uri="{FF2B5EF4-FFF2-40B4-BE49-F238E27FC236}">
                <a16:creationId xmlns:a16="http://schemas.microsoft.com/office/drawing/2014/main" id="{94BDC152-B7F6-4ECB-B3DB-A48D56D7762D}"/>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5D03A25B-A9C4-4325-A33E-07E78FDA02BA}"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29027" name="页脚占位符 4">
            <a:extLst>
              <a:ext uri="{FF2B5EF4-FFF2-40B4-BE49-F238E27FC236}">
                <a16:creationId xmlns:a16="http://schemas.microsoft.com/office/drawing/2014/main" id="{22AB9ADD-EC2B-4738-9CAF-C698A56E5302}"/>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29028" name="灯片编号占位符 5">
            <a:extLst>
              <a:ext uri="{FF2B5EF4-FFF2-40B4-BE49-F238E27FC236}">
                <a16:creationId xmlns:a16="http://schemas.microsoft.com/office/drawing/2014/main" id="{513A1282-3AE6-46E8-A770-EA5064F95092}"/>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7B45BD9F-3474-40C2-98F2-41363E515007}" type="slidenum">
              <a:rPr lang="en-US" altLang="zh-CN" sz="1400" smtClean="0">
                <a:latin typeface="Times New Roman" panose="02020603050405020304" pitchFamily="18" charset="0"/>
                <a:ea typeface="宋体" panose="02010600030101010101" pitchFamily="2" charset="-122"/>
              </a:rPr>
              <a:pPr>
                <a:spcBef>
                  <a:spcPct val="0"/>
                </a:spcBef>
                <a:buFontTx/>
                <a:buNone/>
              </a:pPr>
              <a:t>102</a:t>
            </a:fld>
            <a:endParaRPr lang="en-US" altLang="zh-CN" sz="1400">
              <a:latin typeface="Times New Roman" panose="02020603050405020304" pitchFamily="18" charset="0"/>
              <a:ea typeface="宋体" panose="02010600030101010101" pitchFamily="2" charset="-122"/>
            </a:endParaRPr>
          </a:p>
        </p:txBody>
      </p:sp>
      <p:sp>
        <p:nvSpPr>
          <p:cNvPr id="129029" name="Text Box 2">
            <a:extLst>
              <a:ext uri="{FF2B5EF4-FFF2-40B4-BE49-F238E27FC236}">
                <a16:creationId xmlns:a16="http://schemas.microsoft.com/office/drawing/2014/main" id="{0E840E9A-6AC7-4AED-B158-1C4252C4C1CD}"/>
              </a:ext>
            </a:extLst>
          </p:cNvPr>
          <p:cNvSpPr txBox="1">
            <a:spLocks noChangeArrowheads="1"/>
          </p:cNvSpPr>
          <p:nvPr/>
        </p:nvSpPr>
        <p:spPr bwMode="auto">
          <a:xfrm>
            <a:off x="1258888" y="692150"/>
            <a:ext cx="63373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例题</a:t>
            </a:r>
          </a:p>
        </p:txBody>
      </p:sp>
      <p:pic>
        <p:nvPicPr>
          <p:cNvPr id="129030" name="Picture 6" descr="C:\Program Files\Microsoft Office\MEDIA\CAGCAT10\j0293844.wmf">
            <a:extLst>
              <a:ext uri="{FF2B5EF4-FFF2-40B4-BE49-F238E27FC236}">
                <a16:creationId xmlns:a16="http://schemas.microsoft.com/office/drawing/2014/main" id="{706B0200-712B-49A5-AE3A-8409C5E1AF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15263" y="46672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9031" name="矩形 1">
            <a:extLst>
              <a:ext uri="{FF2B5EF4-FFF2-40B4-BE49-F238E27FC236}">
                <a16:creationId xmlns:a16="http://schemas.microsoft.com/office/drawing/2014/main" id="{79F9BA10-D9E0-46FC-842E-C2566FF8E8A0}"/>
              </a:ext>
            </a:extLst>
          </p:cNvPr>
          <p:cNvSpPr>
            <a:spLocks noChangeArrowheads="1"/>
          </p:cNvSpPr>
          <p:nvPr/>
        </p:nvSpPr>
        <p:spPr bwMode="auto">
          <a:xfrm>
            <a:off x="684213" y="1868488"/>
            <a:ext cx="8132762" cy="397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2800">
                <a:latin typeface="Times New Roman" panose="02020603050405020304" pitchFamily="18" charset="0"/>
                <a:ea typeface="宋体" panose="02010600030101010101" pitchFamily="2" charset="-122"/>
              </a:rPr>
              <a:t>【</a:t>
            </a:r>
            <a:r>
              <a:rPr lang="zh-CN" altLang="en-US" sz="2800">
                <a:latin typeface="Times New Roman" panose="02020603050405020304" pitchFamily="18" charset="0"/>
                <a:ea typeface="宋体" panose="02010600030101010101" pitchFamily="2" charset="-122"/>
              </a:rPr>
              <a:t>例题</a:t>
            </a:r>
            <a:r>
              <a:rPr lang="en-US" altLang="zh-CN" sz="2800">
                <a:latin typeface="Times New Roman" panose="02020603050405020304" pitchFamily="18" charset="0"/>
                <a:ea typeface="宋体" panose="02010600030101010101" pitchFamily="2" charset="-122"/>
              </a:rPr>
              <a:t>】</a:t>
            </a:r>
            <a:r>
              <a:rPr lang="zh-CN" altLang="en-US" sz="2800">
                <a:latin typeface="Times New Roman" panose="02020603050405020304" pitchFamily="18" charset="0"/>
                <a:ea typeface="宋体" panose="02010600030101010101" pitchFamily="2" charset="-122"/>
              </a:rPr>
              <a:t>判断命题公式</a:t>
            </a:r>
            <a:r>
              <a:rPr lang="en-US" altLang="zh-CN" sz="2800">
                <a:latin typeface="Times New Roman" panose="02020603050405020304" pitchFamily="18" charset="0"/>
                <a:ea typeface="宋体" panose="02010600030101010101" pitchFamily="2" charset="-122"/>
              </a:rPr>
              <a:t>P→(Q→R)</a:t>
            </a:r>
            <a:r>
              <a:rPr lang="zh-CN" altLang="en-US" sz="2800">
                <a:latin typeface="Times New Roman" panose="02020603050405020304" pitchFamily="18" charset="0"/>
                <a:ea typeface="宋体" panose="02010600030101010101" pitchFamily="2" charset="-122"/>
              </a:rPr>
              <a:t>与命题公式</a:t>
            </a:r>
            <a:r>
              <a:rPr lang="en-US" altLang="zh-CN" sz="2800">
                <a:latin typeface="Times New Roman" panose="02020603050405020304" pitchFamily="18" charset="0"/>
                <a:ea typeface="宋体" panose="02010600030101010101" pitchFamily="2" charset="-122"/>
              </a:rPr>
              <a:t>(P∧Q)→R</a:t>
            </a:r>
            <a:r>
              <a:rPr lang="zh-CN" altLang="en-US" sz="2800">
                <a:latin typeface="Times New Roman" panose="02020603050405020304" pitchFamily="18" charset="0"/>
                <a:ea typeface="宋体" panose="02010600030101010101" pitchFamily="2" charset="-122"/>
              </a:rPr>
              <a:t>是否是等值关系。</a:t>
            </a:r>
          </a:p>
          <a:p>
            <a:pPr>
              <a:spcBef>
                <a:spcPct val="0"/>
              </a:spcBef>
              <a:buFontTx/>
              <a:buNone/>
            </a:pPr>
            <a:endParaRPr lang="en-US" altLang="zh-CN" sz="2800">
              <a:latin typeface="Times New Roman" panose="02020603050405020304" pitchFamily="18" charset="0"/>
              <a:ea typeface="宋体" panose="02010600030101010101" pitchFamily="2" charset="-122"/>
            </a:endParaRPr>
          </a:p>
          <a:p>
            <a:pPr>
              <a:spcBef>
                <a:spcPct val="0"/>
              </a:spcBef>
              <a:buFontTx/>
              <a:buNone/>
            </a:pPr>
            <a:r>
              <a:rPr lang="en-US" altLang="zh-CN" sz="2800">
                <a:latin typeface="Times New Roman" panose="02020603050405020304" pitchFamily="18" charset="0"/>
                <a:ea typeface="宋体" panose="02010600030101010101" pitchFamily="2" charset="-122"/>
              </a:rPr>
              <a:t> 【</a:t>
            </a:r>
            <a:r>
              <a:rPr lang="zh-CN" altLang="en-US" sz="2800">
                <a:latin typeface="Times New Roman" panose="02020603050405020304" pitchFamily="18" charset="0"/>
                <a:ea typeface="宋体" panose="02010600030101010101" pitchFamily="2" charset="-122"/>
              </a:rPr>
              <a:t>分析</a:t>
            </a:r>
            <a:r>
              <a:rPr lang="en-US" altLang="zh-CN" sz="2800">
                <a:latin typeface="Times New Roman" panose="02020603050405020304" pitchFamily="18" charset="0"/>
                <a:ea typeface="宋体" panose="02010600030101010101" pitchFamily="2" charset="-122"/>
              </a:rPr>
              <a:t>】</a:t>
            </a:r>
            <a:r>
              <a:rPr lang="zh-CN" altLang="en-US" sz="2800">
                <a:latin typeface="Times New Roman" panose="02020603050405020304" pitchFamily="18" charset="0"/>
                <a:ea typeface="宋体" panose="02010600030101010101" pitchFamily="2" charset="-122"/>
              </a:rPr>
              <a:t>要判断上述两个命题公式是否等值，可以通过真值表枚举方式比较两个公式的真值在任意解释下是否都相同。</a:t>
            </a:r>
          </a:p>
          <a:p>
            <a:pPr>
              <a:spcBef>
                <a:spcPct val="0"/>
              </a:spcBef>
              <a:buFontTx/>
              <a:buNone/>
            </a:pPr>
            <a:endParaRPr lang="en-US" altLang="zh-CN" sz="2800">
              <a:latin typeface="Times New Roman" panose="02020603050405020304" pitchFamily="18" charset="0"/>
              <a:ea typeface="宋体" panose="02010600030101010101" pitchFamily="2" charset="-122"/>
            </a:endParaRPr>
          </a:p>
          <a:p>
            <a:pPr>
              <a:spcBef>
                <a:spcPct val="0"/>
              </a:spcBef>
              <a:buFontTx/>
              <a:buNone/>
            </a:pPr>
            <a:r>
              <a:rPr lang="en-US" altLang="zh-CN" sz="2800">
                <a:latin typeface="Times New Roman" panose="02020603050405020304" pitchFamily="18" charset="0"/>
                <a:ea typeface="宋体" panose="02010600030101010101" pitchFamily="2" charset="-122"/>
              </a:rPr>
              <a:t>【</a:t>
            </a:r>
            <a:r>
              <a:rPr lang="zh-CN" altLang="en-US" sz="2800">
                <a:latin typeface="Times New Roman" panose="02020603050405020304" pitchFamily="18" charset="0"/>
                <a:ea typeface="宋体" panose="02010600030101010101" pitchFamily="2" charset="-122"/>
              </a:rPr>
              <a:t>解</a:t>
            </a:r>
            <a:r>
              <a:rPr lang="en-US" altLang="zh-CN" sz="2800">
                <a:latin typeface="Times New Roman" panose="02020603050405020304" pitchFamily="18" charset="0"/>
                <a:ea typeface="宋体" panose="02010600030101010101" pitchFamily="2" charset="-122"/>
              </a:rPr>
              <a:t>】</a:t>
            </a:r>
            <a:r>
              <a:rPr lang="zh-CN" altLang="en-US" sz="2800">
                <a:latin typeface="Times New Roman" panose="02020603050405020304" pitchFamily="18" charset="0"/>
                <a:ea typeface="宋体" panose="02010600030101010101" pitchFamily="2" charset="-122"/>
              </a:rPr>
              <a:t>写出公式</a:t>
            </a:r>
            <a:r>
              <a:rPr lang="en-US" altLang="zh-CN" sz="2800">
                <a:latin typeface="Times New Roman" panose="02020603050405020304" pitchFamily="18" charset="0"/>
                <a:ea typeface="宋体" panose="02010600030101010101" pitchFamily="2" charset="-122"/>
              </a:rPr>
              <a:t>P</a:t>
            </a:r>
            <a:r>
              <a:rPr lang="zh-CN" altLang="en-US" sz="2800">
                <a:latin typeface="Times New Roman" panose="02020603050405020304" pitchFamily="18" charset="0"/>
                <a:ea typeface="宋体" panose="02010600030101010101" pitchFamily="2" charset="-122"/>
              </a:rPr>
              <a:t>、</a:t>
            </a:r>
            <a:r>
              <a:rPr lang="en-US" altLang="zh-CN" sz="2800">
                <a:latin typeface="Times New Roman" panose="02020603050405020304" pitchFamily="18" charset="0"/>
                <a:ea typeface="宋体" panose="02010600030101010101" pitchFamily="2" charset="-122"/>
              </a:rPr>
              <a:t>Q</a:t>
            </a:r>
            <a:r>
              <a:rPr lang="zh-CN" altLang="en-US" sz="2800">
                <a:latin typeface="Times New Roman" panose="02020603050405020304" pitchFamily="18" charset="0"/>
                <a:ea typeface="宋体" panose="02010600030101010101" pitchFamily="2" charset="-122"/>
              </a:rPr>
              <a:t>、</a:t>
            </a:r>
            <a:r>
              <a:rPr lang="en-US" altLang="zh-CN" sz="2800">
                <a:latin typeface="Times New Roman" panose="02020603050405020304" pitchFamily="18" charset="0"/>
                <a:ea typeface="宋体" panose="02010600030101010101" pitchFamily="2" charset="-122"/>
              </a:rPr>
              <a:t>R</a:t>
            </a:r>
            <a:r>
              <a:rPr lang="zh-CN" altLang="en-US" sz="2800">
                <a:latin typeface="Times New Roman" panose="02020603050405020304" pitchFamily="18" charset="0"/>
                <a:ea typeface="宋体" panose="02010600030101010101" pitchFamily="2" charset="-122"/>
              </a:rPr>
              <a:t>、</a:t>
            </a:r>
            <a:r>
              <a:rPr lang="en-US" altLang="zh-CN" sz="2800">
                <a:latin typeface="Times New Roman" panose="02020603050405020304" pitchFamily="18" charset="0"/>
                <a:ea typeface="宋体" panose="02010600030101010101" pitchFamily="2" charset="-122"/>
              </a:rPr>
              <a:t>P→(Q→R)</a:t>
            </a:r>
            <a:r>
              <a:rPr lang="zh-CN" altLang="en-US" sz="2800">
                <a:latin typeface="Times New Roman" panose="02020603050405020304" pitchFamily="18" charset="0"/>
                <a:ea typeface="宋体" panose="02010600030101010101" pitchFamily="2" charset="-122"/>
              </a:rPr>
              <a:t>、</a:t>
            </a:r>
            <a:r>
              <a:rPr lang="en-US" altLang="zh-CN" sz="2800">
                <a:latin typeface="Times New Roman" panose="02020603050405020304" pitchFamily="18" charset="0"/>
                <a:ea typeface="宋体" panose="02010600030101010101" pitchFamily="2" charset="-122"/>
              </a:rPr>
              <a:t>(P∧Q)→R</a:t>
            </a:r>
            <a:r>
              <a:rPr lang="zh-CN" altLang="en-US" sz="2800">
                <a:latin typeface="Times New Roman" panose="02020603050405020304" pitchFamily="18" charset="0"/>
                <a:ea typeface="宋体" panose="02010600030101010101" pitchFamily="2" charset="-122"/>
              </a:rPr>
              <a:t>的真值表，如表所示。</a:t>
            </a:r>
          </a:p>
        </p:txBody>
      </p:sp>
    </p:spTree>
  </p:cSld>
  <p:clrMapOvr>
    <a:masterClrMapping/>
  </p:clrMapOvr>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日期占位符 3">
            <a:extLst>
              <a:ext uri="{FF2B5EF4-FFF2-40B4-BE49-F238E27FC236}">
                <a16:creationId xmlns:a16="http://schemas.microsoft.com/office/drawing/2014/main" id="{E5DFA18C-FAA2-47AC-BD05-31A189935AC9}"/>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427BA2A5-0535-4F53-AF65-66BA991E6125}"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30051" name="页脚占位符 4">
            <a:extLst>
              <a:ext uri="{FF2B5EF4-FFF2-40B4-BE49-F238E27FC236}">
                <a16:creationId xmlns:a16="http://schemas.microsoft.com/office/drawing/2014/main" id="{A74AD49B-4280-47AD-8225-48E557208C78}"/>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30052" name="灯片编号占位符 5">
            <a:extLst>
              <a:ext uri="{FF2B5EF4-FFF2-40B4-BE49-F238E27FC236}">
                <a16:creationId xmlns:a16="http://schemas.microsoft.com/office/drawing/2014/main" id="{19F8431E-BBA5-4F9A-9004-0FDDBDFDF72D}"/>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B762E0E3-478F-4B4D-B17A-5DC042CB3F57}" type="slidenum">
              <a:rPr lang="en-US" altLang="zh-CN" sz="1400" smtClean="0">
                <a:latin typeface="Times New Roman" panose="02020603050405020304" pitchFamily="18" charset="0"/>
                <a:ea typeface="宋体" panose="02010600030101010101" pitchFamily="2" charset="-122"/>
              </a:rPr>
              <a:pPr>
                <a:spcBef>
                  <a:spcPct val="0"/>
                </a:spcBef>
                <a:buFontTx/>
                <a:buNone/>
              </a:pPr>
              <a:t>103</a:t>
            </a:fld>
            <a:endParaRPr lang="en-US" altLang="zh-CN" sz="1400">
              <a:latin typeface="Times New Roman" panose="02020603050405020304" pitchFamily="18" charset="0"/>
              <a:ea typeface="宋体" panose="02010600030101010101" pitchFamily="2" charset="-122"/>
            </a:endParaRPr>
          </a:p>
        </p:txBody>
      </p:sp>
      <p:sp>
        <p:nvSpPr>
          <p:cNvPr id="130053" name="Text Box 2">
            <a:extLst>
              <a:ext uri="{FF2B5EF4-FFF2-40B4-BE49-F238E27FC236}">
                <a16:creationId xmlns:a16="http://schemas.microsoft.com/office/drawing/2014/main" id="{03E38B61-29C7-421A-AE6C-F172980666CE}"/>
              </a:ext>
            </a:extLst>
          </p:cNvPr>
          <p:cNvSpPr txBox="1">
            <a:spLocks noChangeArrowheads="1"/>
          </p:cNvSpPr>
          <p:nvPr/>
        </p:nvSpPr>
        <p:spPr bwMode="auto">
          <a:xfrm>
            <a:off x="1258888" y="692150"/>
            <a:ext cx="63373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例题</a:t>
            </a:r>
          </a:p>
        </p:txBody>
      </p:sp>
      <p:pic>
        <p:nvPicPr>
          <p:cNvPr id="130054" name="Picture 6" descr="C:\Program Files\Microsoft Office\MEDIA\CAGCAT10\j0293844.wmf">
            <a:extLst>
              <a:ext uri="{FF2B5EF4-FFF2-40B4-BE49-F238E27FC236}">
                <a16:creationId xmlns:a16="http://schemas.microsoft.com/office/drawing/2014/main" id="{59F7AB64-5E4B-464E-B1E3-29274DC939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15263" y="46672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0055" name="矩形 1">
            <a:extLst>
              <a:ext uri="{FF2B5EF4-FFF2-40B4-BE49-F238E27FC236}">
                <a16:creationId xmlns:a16="http://schemas.microsoft.com/office/drawing/2014/main" id="{4FF74060-6A64-4A42-ACDA-0B7B59ADB1C3}"/>
              </a:ext>
            </a:extLst>
          </p:cNvPr>
          <p:cNvSpPr>
            <a:spLocks noChangeArrowheads="1"/>
          </p:cNvSpPr>
          <p:nvPr/>
        </p:nvSpPr>
        <p:spPr bwMode="auto">
          <a:xfrm>
            <a:off x="971550" y="5848350"/>
            <a:ext cx="78486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a:latin typeface="Times New Roman" panose="02020603050405020304" pitchFamily="18" charset="0"/>
                <a:ea typeface="宋体" panose="02010600030101010101" pitchFamily="2" charset="-122"/>
              </a:rPr>
              <a:t>通过上表，不难看出</a:t>
            </a:r>
            <a:r>
              <a:rPr lang="en-US" altLang="zh-CN">
                <a:latin typeface="Times New Roman" panose="02020603050405020304" pitchFamily="18" charset="0"/>
                <a:ea typeface="宋体" panose="02010600030101010101" pitchFamily="2" charset="-122"/>
              </a:rPr>
              <a:t>P→(Q→R)</a:t>
            </a:r>
            <a:r>
              <a:rPr lang="zh-CN" altLang="en-US">
                <a:latin typeface="Times New Roman" panose="02020603050405020304" pitchFamily="18" charset="0"/>
                <a:ea typeface="宋体" panose="02010600030101010101" pitchFamily="2" charset="-122"/>
              </a:rPr>
              <a:t>与</a:t>
            </a:r>
            <a:r>
              <a:rPr lang="en-US" altLang="zh-CN">
                <a:latin typeface="Times New Roman" panose="02020603050405020304" pitchFamily="18" charset="0"/>
                <a:ea typeface="宋体" panose="02010600030101010101" pitchFamily="2" charset="-122"/>
              </a:rPr>
              <a:t>(P∧Q)→R</a:t>
            </a:r>
            <a:r>
              <a:rPr lang="zh-CN" altLang="en-US">
                <a:latin typeface="Times New Roman" panose="02020603050405020304" pitchFamily="18" charset="0"/>
                <a:ea typeface="宋体" panose="02010600030101010101" pitchFamily="2" charset="-122"/>
              </a:rPr>
              <a:t>是等值关系</a:t>
            </a:r>
          </a:p>
        </p:txBody>
      </p:sp>
      <p:pic>
        <p:nvPicPr>
          <p:cNvPr id="130056" name="图片 2">
            <a:extLst>
              <a:ext uri="{FF2B5EF4-FFF2-40B4-BE49-F238E27FC236}">
                <a16:creationId xmlns:a16="http://schemas.microsoft.com/office/drawing/2014/main" id="{646688F3-5D20-48B2-AA8C-2D904E767234}"/>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624013" y="1865313"/>
            <a:ext cx="5972175" cy="3848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日期占位符 4">
            <a:extLst>
              <a:ext uri="{FF2B5EF4-FFF2-40B4-BE49-F238E27FC236}">
                <a16:creationId xmlns:a16="http://schemas.microsoft.com/office/drawing/2014/main" id="{E56CD7D8-4E50-4865-B5E1-86E4CFA4EF66}"/>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55DAA976-DC84-4715-91A4-82F32F30B349}"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31075" name="页脚占位符 5">
            <a:extLst>
              <a:ext uri="{FF2B5EF4-FFF2-40B4-BE49-F238E27FC236}">
                <a16:creationId xmlns:a16="http://schemas.microsoft.com/office/drawing/2014/main" id="{6F33D2B2-AE40-48FD-8301-B8C720412A2F}"/>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31076" name="灯片编号占位符 6">
            <a:extLst>
              <a:ext uri="{FF2B5EF4-FFF2-40B4-BE49-F238E27FC236}">
                <a16:creationId xmlns:a16="http://schemas.microsoft.com/office/drawing/2014/main" id="{A5CBB843-4D31-4525-9A7D-8ADDF9D066DA}"/>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35BDD54A-1CEF-4562-9AEE-583BAA662A7B}" type="slidenum">
              <a:rPr lang="en-US" altLang="zh-CN" sz="1400" smtClean="0">
                <a:latin typeface="Times New Roman" panose="02020603050405020304" pitchFamily="18" charset="0"/>
                <a:ea typeface="宋体" panose="02010600030101010101" pitchFamily="2" charset="-122"/>
              </a:rPr>
              <a:pPr>
                <a:spcBef>
                  <a:spcPct val="0"/>
                </a:spcBef>
                <a:buFontTx/>
                <a:buNone/>
              </a:pPr>
              <a:t>104</a:t>
            </a:fld>
            <a:endParaRPr lang="en-US" altLang="zh-CN" sz="1400">
              <a:latin typeface="Times New Roman" panose="02020603050405020304" pitchFamily="18" charset="0"/>
              <a:ea typeface="宋体" panose="02010600030101010101" pitchFamily="2" charset="-122"/>
            </a:endParaRPr>
          </a:p>
        </p:txBody>
      </p:sp>
      <p:sp>
        <p:nvSpPr>
          <p:cNvPr id="131077" name="Text Box 2">
            <a:extLst>
              <a:ext uri="{FF2B5EF4-FFF2-40B4-BE49-F238E27FC236}">
                <a16:creationId xmlns:a16="http://schemas.microsoft.com/office/drawing/2014/main" id="{C5B17585-7F65-4FD8-A7E7-734DEA21C5F9}"/>
              </a:ext>
            </a:extLst>
          </p:cNvPr>
          <p:cNvSpPr>
            <a:spLocks noGrp="1" noChangeArrowheads="1"/>
          </p:cNvSpPr>
          <p:nvPr>
            <p:ph type="title"/>
          </p:nvPr>
        </p:nvSpPr>
        <p:spPr>
          <a:xfrm>
            <a:off x="1219200" y="836613"/>
            <a:ext cx="6550025" cy="769937"/>
          </a:xfrm>
          <a:solidFill>
            <a:srgbClr val="3366FF"/>
          </a:solidFill>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81000" indent="-381000" eaLnBrk="1" hangingPunct="1">
              <a:spcBef>
                <a:spcPct val="50000"/>
              </a:spcBef>
              <a:buClr>
                <a:schemeClr val="bg1"/>
              </a:buClr>
              <a:buFont typeface="Wingdings" panose="05000000000000000000" pitchFamily="2" charset="2"/>
              <a:buChar char="&amp;"/>
            </a:pPr>
            <a:r>
              <a:rPr lang="zh-CN" altLang="en-US" b="1">
                <a:solidFill>
                  <a:schemeClr val="bg1"/>
                </a:solidFill>
                <a:latin typeface="宋体" panose="02010600030101010101" pitchFamily="2" charset="-122"/>
              </a:rPr>
              <a:t> 公式等值基本性质</a:t>
            </a:r>
          </a:p>
        </p:txBody>
      </p:sp>
      <p:pic>
        <p:nvPicPr>
          <p:cNvPr id="131078" name="Picture 6" descr="C:\Program Files\Microsoft Office\MEDIA\CAGCAT10\j0293844.wmf">
            <a:extLst>
              <a:ext uri="{FF2B5EF4-FFF2-40B4-BE49-F238E27FC236}">
                <a16:creationId xmlns:a16="http://schemas.microsoft.com/office/drawing/2014/main" id="{B875B6C5-3A9D-45E5-946C-3FAB80904C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40663" y="566738"/>
            <a:ext cx="1231900" cy="1296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9031" name="矩形 1">
            <a:extLst>
              <a:ext uri="{FF2B5EF4-FFF2-40B4-BE49-F238E27FC236}">
                <a16:creationId xmlns:a16="http://schemas.microsoft.com/office/drawing/2014/main" id="{169AE40C-1562-4D5F-938B-1476245B891A}"/>
              </a:ext>
            </a:extLst>
          </p:cNvPr>
          <p:cNvSpPr>
            <a:spLocks noChangeArrowheads="1"/>
          </p:cNvSpPr>
          <p:nvPr/>
        </p:nvSpPr>
        <p:spPr bwMode="auto">
          <a:xfrm>
            <a:off x="611188" y="1997075"/>
            <a:ext cx="8461375" cy="3968750"/>
          </a:xfrm>
          <a:prstGeom prst="rect">
            <a:avLst/>
          </a:prstGeom>
          <a:solidFill>
            <a:schemeClr val="accent3"/>
          </a:solidFill>
          <a:ln>
            <a:noFill/>
          </a:ln>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defRPr/>
            </a:pPr>
            <a:r>
              <a:rPr lang="en-US" altLang="zh-CN" dirty="0"/>
              <a:t>【</a:t>
            </a:r>
            <a:r>
              <a:rPr lang="zh-CN" altLang="en-US" dirty="0"/>
              <a:t>定理</a:t>
            </a:r>
            <a:r>
              <a:rPr lang="en-US" altLang="zh-CN" dirty="0"/>
              <a:t>】</a:t>
            </a:r>
            <a:r>
              <a:rPr lang="zh-CN" altLang="en-US" dirty="0"/>
              <a:t>对于命题公式</a:t>
            </a:r>
            <a:r>
              <a:rPr lang="en-US" altLang="zh-CN" dirty="0"/>
              <a:t>A</a:t>
            </a:r>
            <a:r>
              <a:rPr lang="zh-CN" altLang="en-US" dirty="0"/>
              <a:t>和</a:t>
            </a:r>
            <a:r>
              <a:rPr lang="en-US" altLang="zh-CN" dirty="0"/>
              <a:t>B</a:t>
            </a:r>
            <a:r>
              <a:rPr lang="zh-CN" altLang="en-US" dirty="0"/>
              <a:t>，</a:t>
            </a:r>
            <a:r>
              <a:rPr lang="en-US" altLang="zh-CN" dirty="0"/>
              <a:t>A⇔B</a:t>
            </a:r>
            <a:r>
              <a:rPr lang="zh-CN" altLang="en-US" dirty="0"/>
              <a:t>的充分必要条件是公式</a:t>
            </a:r>
            <a:r>
              <a:rPr lang="en-US" altLang="zh-CN" dirty="0"/>
              <a:t>A↔B⇔T</a:t>
            </a:r>
            <a:r>
              <a:rPr lang="zh-CN" altLang="en-US" dirty="0"/>
              <a:t>。</a:t>
            </a:r>
            <a:endParaRPr lang="en-US" altLang="zh-CN" dirty="0"/>
          </a:p>
          <a:p>
            <a:pPr>
              <a:defRPr/>
            </a:pPr>
            <a:endParaRPr lang="zh-CN" altLang="en-US" dirty="0"/>
          </a:p>
          <a:p>
            <a:pPr>
              <a:defRPr/>
            </a:pPr>
            <a:r>
              <a:rPr lang="en-US" altLang="zh-CN" sz="2400" dirty="0"/>
              <a:t>【</a:t>
            </a:r>
            <a:r>
              <a:rPr lang="zh-CN" altLang="en-US" sz="2400" dirty="0"/>
              <a:t>证明</a:t>
            </a:r>
            <a:r>
              <a:rPr lang="en-US" altLang="zh-CN" sz="2400" dirty="0"/>
              <a:t>】</a:t>
            </a:r>
          </a:p>
          <a:p>
            <a:pPr>
              <a:defRPr/>
            </a:pPr>
            <a:r>
              <a:rPr lang="zh-CN" altLang="en-US" sz="2400" dirty="0"/>
              <a:t>      充分性：若</a:t>
            </a:r>
            <a:r>
              <a:rPr lang="en-US" altLang="zh-CN" sz="2400" dirty="0"/>
              <a:t>A↔B⇔T</a:t>
            </a:r>
            <a:r>
              <a:rPr lang="zh-CN" altLang="en-US" sz="2400" dirty="0"/>
              <a:t>，则该式表示在任一组真值指派下公式</a:t>
            </a:r>
            <a:r>
              <a:rPr lang="en-US" altLang="zh-CN" sz="2400" dirty="0"/>
              <a:t>A↔B</a:t>
            </a:r>
            <a:r>
              <a:rPr lang="zh-CN" altLang="en-US" sz="2400" dirty="0"/>
              <a:t>的值均为真，或者 </a:t>
            </a:r>
            <a:r>
              <a:rPr lang="en-US" altLang="zh-CN" sz="2400" dirty="0"/>
              <a:t>A</a:t>
            </a:r>
            <a:r>
              <a:rPr lang="zh-CN" altLang="en-US" sz="2400" dirty="0"/>
              <a:t>、</a:t>
            </a:r>
            <a:r>
              <a:rPr lang="en-US" altLang="zh-CN" sz="2400" dirty="0"/>
              <a:t>B</a:t>
            </a:r>
            <a:r>
              <a:rPr lang="zh-CN" altLang="en-US" sz="2400" dirty="0"/>
              <a:t>的真值都一定相同，故公式</a:t>
            </a:r>
            <a:r>
              <a:rPr lang="en-US" altLang="zh-CN" sz="2400" dirty="0"/>
              <a:t>A</a:t>
            </a:r>
            <a:r>
              <a:rPr lang="zh-CN" altLang="en-US" sz="2400" dirty="0"/>
              <a:t>和</a:t>
            </a:r>
            <a:r>
              <a:rPr lang="en-US" altLang="zh-CN" sz="2400" dirty="0"/>
              <a:t>B</a:t>
            </a:r>
            <a:r>
              <a:rPr lang="zh-CN" altLang="en-US" sz="2400" dirty="0"/>
              <a:t>等值，即有</a:t>
            </a:r>
            <a:r>
              <a:rPr lang="en-US" altLang="zh-CN" sz="2400" dirty="0"/>
              <a:t>A⇔B</a:t>
            </a:r>
            <a:r>
              <a:rPr lang="zh-CN" altLang="en-US" sz="2400" dirty="0"/>
              <a:t>。</a:t>
            </a:r>
            <a:endParaRPr lang="en-US" altLang="zh-CN" sz="2400" dirty="0"/>
          </a:p>
          <a:p>
            <a:pPr>
              <a:defRPr/>
            </a:pPr>
            <a:r>
              <a:rPr lang="zh-CN" altLang="en-US" sz="2400" dirty="0"/>
              <a:t>    必要性：若</a:t>
            </a:r>
            <a:r>
              <a:rPr lang="en-US" altLang="zh-CN" sz="2400" dirty="0"/>
              <a:t>A⇔B</a:t>
            </a:r>
            <a:r>
              <a:rPr lang="zh-CN" altLang="en-US" sz="2400" dirty="0"/>
              <a:t>，则</a:t>
            </a:r>
            <a:r>
              <a:rPr lang="en-US" altLang="zh-CN" sz="2400" dirty="0"/>
              <a:t>A</a:t>
            </a:r>
            <a:r>
              <a:rPr lang="zh-CN" altLang="en-US" sz="2400" dirty="0"/>
              <a:t>、</a:t>
            </a:r>
            <a:r>
              <a:rPr lang="en-US" altLang="zh-CN" sz="2400" dirty="0"/>
              <a:t>B</a:t>
            </a:r>
            <a:r>
              <a:rPr lang="zh-CN" altLang="en-US" sz="2400" dirty="0"/>
              <a:t>在任何解释下均有相同的真值，也就是说</a:t>
            </a:r>
            <a:r>
              <a:rPr lang="en-US" altLang="zh-CN" sz="2400" dirty="0"/>
              <a:t>A↔B</a:t>
            </a:r>
            <a:r>
              <a:rPr lang="zh-CN" altLang="en-US" sz="2400" dirty="0"/>
              <a:t>在任何解释下均为真，或者说</a:t>
            </a:r>
            <a:r>
              <a:rPr lang="en-US" altLang="zh-CN" sz="2400" dirty="0"/>
              <a:t>A↔B</a:t>
            </a:r>
            <a:r>
              <a:rPr lang="zh-CN" altLang="en-US" sz="2400" dirty="0"/>
              <a:t>与</a:t>
            </a:r>
            <a:r>
              <a:rPr lang="en-US" altLang="zh-CN" sz="2400" dirty="0"/>
              <a:t>T</a:t>
            </a:r>
            <a:r>
              <a:rPr lang="zh-CN" altLang="en-US" sz="2400" dirty="0"/>
              <a:t>有相同的真值，即有</a:t>
            </a:r>
            <a:r>
              <a:rPr lang="en-US" altLang="zh-CN" sz="2400" dirty="0"/>
              <a:t>A↔B⇔T</a:t>
            </a:r>
            <a:r>
              <a:rPr lang="zh-CN" altLang="en-US" sz="2400" dirty="0"/>
              <a:t>。</a:t>
            </a:r>
          </a:p>
        </p:txBody>
      </p:sp>
    </p:spTree>
  </p:cSld>
  <p:clrMapOvr>
    <a:masterClrMapping/>
  </p:clrMapOvr>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日期占位符 3">
            <a:extLst>
              <a:ext uri="{FF2B5EF4-FFF2-40B4-BE49-F238E27FC236}">
                <a16:creationId xmlns:a16="http://schemas.microsoft.com/office/drawing/2014/main" id="{5D08D914-56A5-44F1-947B-0563D923C923}"/>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28CE261F-FA2E-4674-84CE-4E94D388E7E2}"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32099" name="页脚占位符 4">
            <a:extLst>
              <a:ext uri="{FF2B5EF4-FFF2-40B4-BE49-F238E27FC236}">
                <a16:creationId xmlns:a16="http://schemas.microsoft.com/office/drawing/2014/main" id="{B02E402B-92D2-463C-A76B-F365E6C9FA3E}"/>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32100" name="灯片编号占位符 5">
            <a:extLst>
              <a:ext uri="{FF2B5EF4-FFF2-40B4-BE49-F238E27FC236}">
                <a16:creationId xmlns:a16="http://schemas.microsoft.com/office/drawing/2014/main" id="{421C19E7-A588-4690-81A0-5DC291FB468C}"/>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8083CCFD-71F8-4CB6-8B0D-A20838AFB692}" type="slidenum">
              <a:rPr lang="en-US" altLang="zh-CN" sz="1400" smtClean="0">
                <a:latin typeface="Times New Roman" panose="02020603050405020304" pitchFamily="18" charset="0"/>
                <a:ea typeface="宋体" panose="02010600030101010101" pitchFamily="2" charset="-122"/>
              </a:rPr>
              <a:pPr>
                <a:spcBef>
                  <a:spcPct val="0"/>
                </a:spcBef>
                <a:buFontTx/>
                <a:buNone/>
              </a:pPr>
              <a:t>105</a:t>
            </a:fld>
            <a:endParaRPr lang="en-US" altLang="zh-CN" sz="1400">
              <a:latin typeface="Times New Roman" panose="02020603050405020304" pitchFamily="18" charset="0"/>
              <a:ea typeface="宋体" panose="02010600030101010101" pitchFamily="2" charset="-122"/>
            </a:endParaRPr>
          </a:p>
        </p:txBody>
      </p:sp>
      <p:sp>
        <p:nvSpPr>
          <p:cNvPr id="132101" name="Text Box 2">
            <a:extLst>
              <a:ext uri="{FF2B5EF4-FFF2-40B4-BE49-F238E27FC236}">
                <a16:creationId xmlns:a16="http://schemas.microsoft.com/office/drawing/2014/main" id="{8CE950EA-7035-426C-9707-6F0F6F47183A}"/>
              </a:ext>
            </a:extLst>
          </p:cNvPr>
          <p:cNvSpPr txBox="1">
            <a:spLocks noChangeArrowheads="1"/>
          </p:cNvSpPr>
          <p:nvPr/>
        </p:nvSpPr>
        <p:spPr bwMode="auto">
          <a:xfrm>
            <a:off x="1508125" y="692150"/>
            <a:ext cx="60166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cs typeface="Arial" panose="020B0604020202020204" pitchFamily="34" charset="0"/>
                <a:sym typeface="Symbol" panose="05050102010706020507" pitchFamily="18" charset="2"/>
              </a:rPr>
              <a:t> </a:t>
            </a: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sym typeface="Symbol" panose="05050102010706020507" pitchFamily="18" charset="2"/>
              </a:rPr>
              <a:t>与的区别</a:t>
            </a:r>
          </a:p>
        </p:txBody>
      </p:sp>
      <p:pic>
        <p:nvPicPr>
          <p:cNvPr id="132102" name="Picture 6" descr="C:\Program Files\Microsoft Office\MEDIA\CAGCAT10\j0293844.wmf">
            <a:extLst>
              <a:ext uri="{FF2B5EF4-FFF2-40B4-BE49-F238E27FC236}">
                <a16:creationId xmlns:a16="http://schemas.microsoft.com/office/drawing/2014/main" id="{DDD5BCF0-5266-49B8-A5BF-97268C8E20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5143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911" name="Rectangle 2">
            <a:extLst>
              <a:ext uri="{FF2B5EF4-FFF2-40B4-BE49-F238E27FC236}">
                <a16:creationId xmlns:a16="http://schemas.microsoft.com/office/drawing/2014/main" id="{052D9F6D-95C1-4528-895F-B23DCFCE9695}"/>
              </a:ext>
            </a:extLst>
          </p:cNvPr>
          <p:cNvSpPr>
            <a:spLocks noRot="1" noChangeAspect="1" noMove="1" noResize="1" noEditPoints="1" noAdjustHandles="1" noChangeArrowheads="1" noChangeShapeType="1" noTextEdit="1"/>
          </p:cNvSpPr>
          <p:nvPr/>
        </p:nvSpPr>
        <p:spPr bwMode="auto">
          <a:xfrm>
            <a:off x="468313" y="2132013"/>
            <a:ext cx="8496300" cy="3744912"/>
          </a:xfrm>
          <a:prstGeom prst="rect">
            <a:avLst/>
          </a:prstGeom>
          <a:blipFill>
            <a:blip r:embed="rId4"/>
            <a:stretch>
              <a:fillRect l="-1148" t="-163" r="-574"/>
            </a:stretch>
          </a:blipFill>
          <a:ln>
            <a:noFill/>
          </a:ln>
        </p:spPr>
        <p:txBody>
          <a:bodyPr/>
          <a:lstStyle/>
          <a:p>
            <a:pPr>
              <a:defRPr/>
            </a:pPr>
            <a:r>
              <a:rPr lang="zh-CN" altLang="en-US">
                <a:noFill/>
              </a:rPr>
              <a:t> </a:t>
            </a:r>
          </a:p>
        </p:txBody>
      </p:sp>
    </p:spTree>
  </p:cSld>
  <p:clrMapOvr>
    <a:masterClrMapping/>
  </p:clrMapOvr>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日期占位符 4">
            <a:extLst>
              <a:ext uri="{FF2B5EF4-FFF2-40B4-BE49-F238E27FC236}">
                <a16:creationId xmlns:a16="http://schemas.microsoft.com/office/drawing/2014/main" id="{06556D27-69E2-4CE6-AFA4-63BD2D5A9E19}"/>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539A708B-C50B-4A76-9B88-5E3B8CA03650}"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33123" name="页脚占位符 5">
            <a:extLst>
              <a:ext uri="{FF2B5EF4-FFF2-40B4-BE49-F238E27FC236}">
                <a16:creationId xmlns:a16="http://schemas.microsoft.com/office/drawing/2014/main" id="{C0E6D4E1-706E-48F1-9EC3-537D611235A0}"/>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33124" name="灯片编号占位符 6">
            <a:extLst>
              <a:ext uri="{FF2B5EF4-FFF2-40B4-BE49-F238E27FC236}">
                <a16:creationId xmlns:a16="http://schemas.microsoft.com/office/drawing/2014/main" id="{3BEDECD7-141C-4539-A9FF-DF70CA73F000}"/>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24823622-7E50-4FEA-926D-38FC0661CA82}" type="slidenum">
              <a:rPr lang="en-US" altLang="zh-CN" sz="1400" smtClean="0">
                <a:latin typeface="Times New Roman" panose="02020603050405020304" pitchFamily="18" charset="0"/>
                <a:ea typeface="宋体" panose="02010600030101010101" pitchFamily="2" charset="-122"/>
              </a:rPr>
              <a:pPr>
                <a:spcBef>
                  <a:spcPct val="0"/>
                </a:spcBef>
                <a:buFontTx/>
                <a:buNone/>
              </a:pPr>
              <a:t>106</a:t>
            </a:fld>
            <a:endParaRPr lang="en-US" altLang="zh-CN" sz="1400">
              <a:latin typeface="Times New Roman" panose="02020603050405020304" pitchFamily="18" charset="0"/>
              <a:ea typeface="宋体" panose="02010600030101010101" pitchFamily="2" charset="-122"/>
            </a:endParaRPr>
          </a:p>
        </p:txBody>
      </p:sp>
      <p:sp>
        <p:nvSpPr>
          <p:cNvPr id="133125" name="Text Box 2">
            <a:extLst>
              <a:ext uri="{FF2B5EF4-FFF2-40B4-BE49-F238E27FC236}">
                <a16:creationId xmlns:a16="http://schemas.microsoft.com/office/drawing/2014/main" id="{FFBF558D-8FEF-4F59-935A-362946214C25}"/>
              </a:ext>
            </a:extLst>
          </p:cNvPr>
          <p:cNvSpPr>
            <a:spLocks noGrp="1" noChangeArrowheads="1"/>
          </p:cNvSpPr>
          <p:nvPr>
            <p:ph type="title"/>
          </p:nvPr>
        </p:nvSpPr>
        <p:spPr>
          <a:xfrm>
            <a:off x="1219200" y="836613"/>
            <a:ext cx="6550025" cy="769937"/>
          </a:xfrm>
          <a:solidFill>
            <a:srgbClr val="3366FF"/>
          </a:solidFill>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81000" indent="-381000" eaLnBrk="1" hangingPunct="1">
              <a:spcBef>
                <a:spcPct val="50000"/>
              </a:spcBef>
              <a:buClr>
                <a:schemeClr val="bg1"/>
              </a:buClr>
              <a:buFont typeface="Wingdings" panose="05000000000000000000" pitchFamily="2" charset="2"/>
              <a:buChar char="&amp;"/>
            </a:pPr>
            <a:r>
              <a:rPr lang="zh-CN" altLang="en-US" b="1">
                <a:solidFill>
                  <a:schemeClr val="bg1"/>
                </a:solidFill>
                <a:latin typeface="宋体" panose="02010600030101010101" pitchFamily="2" charset="-122"/>
              </a:rPr>
              <a:t> 例 题</a:t>
            </a:r>
          </a:p>
        </p:txBody>
      </p:sp>
      <p:pic>
        <p:nvPicPr>
          <p:cNvPr id="133126" name="Picture 6" descr="C:\Program Files\Microsoft Office\MEDIA\CAGCAT10\j0293844.wmf">
            <a:extLst>
              <a:ext uri="{FF2B5EF4-FFF2-40B4-BE49-F238E27FC236}">
                <a16:creationId xmlns:a16="http://schemas.microsoft.com/office/drawing/2014/main" id="{3579D54F-5C70-4267-BF0C-137B4AAC09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40663" y="566738"/>
            <a:ext cx="1231900" cy="1296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CC611CFD-9477-4E8B-8B62-DA1FD8E1F244}"/>
              </a:ext>
            </a:extLst>
          </p:cNvPr>
          <p:cNvSpPr>
            <a:spLocks noRot="1" noChangeAspect="1" noMove="1" noResize="1" noEditPoints="1" noAdjustHandles="1" noChangeArrowheads="1" noChangeShapeType="1" noTextEdit="1"/>
          </p:cNvSpPr>
          <p:nvPr/>
        </p:nvSpPr>
        <p:spPr>
          <a:xfrm>
            <a:off x="1160117" y="2007231"/>
            <a:ext cx="7270576" cy="3970318"/>
          </a:xfrm>
          <a:prstGeom prst="rect">
            <a:avLst/>
          </a:prstGeom>
          <a:blipFill>
            <a:blip r:embed="rId4"/>
            <a:stretch>
              <a:fillRect l="-1676" t="-1994" b="-2761"/>
            </a:stretch>
          </a:blipFill>
        </p:spPr>
        <p:txBody>
          <a:bodyPr/>
          <a:lstStyle/>
          <a:p>
            <a:pPr>
              <a:defRPr/>
            </a:pPr>
            <a:r>
              <a:rPr lang="zh-CN" altLang="en-US">
                <a:noFill/>
              </a:rPr>
              <a:t> </a:t>
            </a:r>
          </a:p>
        </p:txBody>
      </p:sp>
    </p:spTree>
  </p:cSld>
  <p:clrMapOvr>
    <a:masterClrMapping/>
  </p:clrMapOvr>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日期占位符 4">
            <a:extLst>
              <a:ext uri="{FF2B5EF4-FFF2-40B4-BE49-F238E27FC236}">
                <a16:creationId xmlns:a16="http://schemas.microsoft.com/office/drawing/2014/main" id="{D6248AA8-56DE-4E11-8329-BF47CC664C85}"/>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251CBD45-A9A4-45C3-A960-49CDFE2BF891}"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34147" name="页脚占位符 5">
            <a:extLst>
              <a:ext uri="{FF2B5EF4-FFF2-40B4-BE49-F238E27FC236}">
                <a16:creationId xmlns:a16="http://schemas.microsoft.com/office/drawing/2014/main" id="{65AD7BB9-774D-4C89-B8F3-DED45BD75F23}"/>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34148" name="灯片编号占位符 6">
            <a:extLst>
              <a:ext uri="{FF2B5EF4-FFF2-40B4-BE49-F238E27FC236}">
                <a16:creationId xmlns:a16="http://schemas.microsoft.com/office/drawing/2014/main" id="{F5EB8554-E3EF-40DF-8719-95FBAEBCD4D0}"/>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E3D3D2E2-A1B3-4D86-9711-97BE43974D30}" type="slidenum">
              <a:rPr lang="en-US" altLang="zh-CN" sz="1400" smtClean="0">
                <a:latin typeface="Times New Roman" panose="02020603050405020304" pitchFamily="18" charset="0"/>
                <a:ea typeface="宋体" panose="02010600030101010101" pitchFamily="2" charset="-122"/>
              </a:rPr>
              <a:pPr>
                <a:spcBef>
                  <a:spcPct val="0"/>
                </a:spcBef>
                <a:buFontTx/>
                <a:buNone/>
              </a:pPr>
              <a:t>107</a:t>
            </a:fld>
            <a:endParaRPr lang="en-US" altLang="zh-CN" sz="1400">
              <a:latin typeface="Times New Roman" panose="02020603050405020304" pitchFamily="18" charset="0"/>
              <a:ea typeface="宋体" panose="02010600030101010101" pitchFamily="2" charset="-122"/>
            </a:endParaRPr>
          </a:p>
        </p:txBody>
      </p:sp>
      <p:sp>
        <p:nvSpPr>
          <p:cNvPr id="134149" name="Text Box 2">
            <a:extLst>
              <a:ext uri="{FF2B5EF4-FFF2-40B4-BE49-F238E27FC236}">
                <a16:creationId xmlns:a16="http://schemas.microsoft.com/office/drawing/2014/main" id="{60DC1B4E-0F06-4C61-B3ED-5FB82D46666A}"/>
              </a:ext>
            </a:extLst>
          </p:cNvPr>
          <p:cNvSpPr>
            <a:spLocks noGrp="1" noChangeArrowheads="1"/>
          </p:cNvSpPr>
          <p:nvPr>
            <p:ph type="title"/>
          </p:nvPr>
        </p:nvSpPr>
        <p:spPr>
          <a:xfrm>
            <a:off x="1219200" y="836613"/>
            <a:ext cx="6550025" cy="769937"/>
          </a:xfrm>
          <a:solidFill>
            <a:srgbClr val="3366FF"/>
          </a:solidFill>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81000" indent="-381000" eaLnBrk="1" hangingPunct="1">
              <a:spcBef>
                <a:spcPct val="50000"/>
              </a:spcBef>
              <a:buClr>
                <a:schemeClr val="bg1"/>
              </a:buClr>
              <a:buFont typeface="Wingdings" panose="05000000000000000000" pitchFamily="2" charset="2"/>
              <a:buChar char="&amp;"/>
            </a:pPr>
            <a:r>
              <a:rPr lang="zh-CN" altLang="en-US" b="1">
                <a:solidFill>
                  <a:schemeClr val="bg1"/>
                </a:solidFill>
                <a:latin typeface="宋体" panose="02010600030101010101" pitchFamily="2" charset="-122"/>
              </a:rPr>
              <a:t> 例 题</a:t>
            </a:r>
          </a:p>
        </p:txBody>
      </p:sp>
      <p:pic>
        <p:nvPicPr>
          <p:cNvPr id="134150" name="Picture 6" descr="C:\Program Files\Microsoft Office\MEDIA\CAGCAT10\j0293844.wmf">
            <a:extLst>
              <a:ext uri="{FF2B5EF4-FFF2-40B4-BE49-F238E27FC236}">
                <a16:creationId xmlns:a16="http://schemas.microsoft.com/office/drawing/2014/main" id="{5EDACA66-8423-4564-8184-4946E2E6CC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40663" y="566738"/>
            <a:ext cx="1231900" cy="1296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3562F66C-BFB1-43C4-9604-6D10CEBAEBE7}"/>
              </a:ext>
            </a:extLst>
          </p:cNvPr>
          <p:cNvSpPr>
            <a:spLocks noRot="1" noChangeAspect="1" noMove="1" noResize="1" noEditPoints="1" noAdjustHandles="1" noChangeArrowheads="1" noChangeShapeType="1" noTextEdit="1"/>
          </p:cNvSpPr>
          <p:nvPr/>
        </p:nvSpPr>
        <p:spPr>
          <a:xfrm>
            <a:off x="721428" y="1984150"/>
            <a:ext cx="8025244" cy="1015663"/>
          </a:xfrm>
          <a:prstGeom prst="rect">
            <a:avLst/>
          </a:prstGeom>
          <a:blipFill>
            <a:blip r:embed="rId4"/>
            <a:stretch>
              <a:fillRect l="-1519" t="-3593" b="-13772"/>
            </a:stretch>
          </a:blipFill>
        </p:spPr>
        <p:txBody>
          <a:bodyPr/>
          <a:lstStyle/>
          <a:p>
            <a:pPr>
              <a:defRPr/>
            </a:pPr>
            <a:r>
              <a:rPr lang="zh-CN" altLang="en-US">
                <a:noFill/>
              </a:rPr>
              <a:t> </a:t>
            </a:r>
          </a:p>
        </p:txBody>
      </p:sp>
      <p:pic>
        <p:nvPicPr>
          <p:cNvPr id="134152" name="图片 2">
            <a:extLst>
              <a:ext uri="{FF2B5EF4-FFF2-40B4-BE49-F238E27FC236}">
                <a16:creationId xmlns:a16="http://schemas.microsoft.com/office/drawing/2014/main" id="{07DC2CFE-3ECF-457D-BC94-D06CCE1510AD}"/>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219200" y="3154363"/>
            <a:ext cx="7373938" cy="2665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日期占位符 3">
            <a:extLst>
              <a:ext uri="{FF2B5EF4-FFF2-40B4-BE49-F238E27FC236}">
                <a16:creationId xmlns:a16="http://schemas.microsoft.com/office/drawing/2014/main" id="{C0DCB4DE-7ED2-40DC-9B2D-56FA61FC00E9}"/>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45FA6801-8024-4DC1-9AFC-892C852C3A68}"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35171" name="页脚占位符 4">
            <a:extLst>
              <a:ext uri="{FF2B5EF4-FFF2-40B4-BE49-F238E27FC236}">
                <a16:creationId xmlns:a16="http://schemas.microsoft.com/office/drawing/2014/main" id="{44E8498F-5702-463C-82F5-774BCEB833EE}"/>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35172" name="灯片编号占位符 5">
            <a:extLst>
              <a:ext uri="{FF2B5EF4-FFF2-40B4-BE49-F238E27FC236}">
                <a16:creationId xmlns:a16="http://schemas.microsoft.com/office/drawing/2014/main" id="{7A32D090-8059-4D78-98FB-C38F5CD90EA1}"/>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58660B9A-60C3-4883-BAB3-D2588A23F484}" type="slidenum">
              <a:rPr lang="en-US" altLang="zh-CN" sz="1400" smtClean="0">
                <a:latin typeface="Times New Roman" panose="02020603050405020304" pitchFamily="18" charset="0"/>
                <a:ea typeface="宋体" panose="02010600030101010101" pitchFamily="2" charset="-122"/>
              </a:rPr>
              <a:pPr>
                <a:spcBef>
                  <a:spcPct val="0"/>
                </a:spcBef>
                <a:buFontTx/>
                <a:buNone/>
              </a:pPr>
              <a:t>108</a:t>
            </a:fld>
            <a:endParaRPr lang="en-US" altLang="zh-CN" sz="1400">
              <a:latin typeface="Times New Roman" panose="02020603050405020304" pitchFamily="18" charset="0"/>
              <a:ea typeface="宋体" panose="02010600030101010101" pitchFamily="2" charset="-122"/>
            </a:endParaRPr>
          </a:p>
        </p:txBody>
      </p:sp>
      <p:sp>
        <p:nvSpPr>
          <p:cNvPr id="135173" name="Text Box 2">
            <a:extLst>
              <a:ext uri="{FF2B5EF4-FFF2-40B4-BE49-F238E27FC236}">
                <a16:creationId xmlns:a16="http://schemas.microsoft.com/office/drawing/2014/main" id="{D830EB15-7064-42BD-8ACD-2CD0E59F9F0D}"/>
              </a:ext>
            </a:extLst>
          </p:cNvPr>
          <p:cNvSpPr txBox="1">
            <a:spLocks noChangeArrowheads="1"/>
          </p:cNvSpPr>
          <p:nvPr/>
        </p:nvSpPr>
        <p:spPr bwMode="auto">
          <a:xfrm>
            <a:off x="1403350" y="858838"/>
            <a:ext cx="60166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等值的性质</a:t>
            </a:r>
          </a:p>
        </p:txBody>
      </p:sp>
      <p:pic>
        <p:nvPicPr>
          <p:cNvPr id="135174" name="Picture 6" descr="C:\Program Files\Microsoft Office\MEDIA\CAGCAT10\j0293844.wmf">
            <a:extLst>
              <a:ext uri="{FF2B5EF4-FFF2-40B4-BE49-F238E27FC236}">
                <a16:creationId xmlns:a16="http://schemas.microsoft.com/office/drawing/2014/main" id="{2A833883-6139-4D3B-9017-CB4CEE3860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5143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5175" name="Rectangle 4">
            <a:extLst>
              <a:ext uri="{FF2B5EF4-FFF2-40B4-BE49-F238E27FC236}">
                <a16:creationId xmlns:a16="http://schemas.microsoft.com/office/drawing/2014/main" id="{4B448D06-8BF3-4111-96F3-AB0901C1895A}"/>
              </a:ext>
            </a:extLst>
          </p:cNvPr>
          <p:cNvSpPr>
            <a:spLocks noChangeArrowheads="1"/>
          </p:cNvSpPr>
          <p:nvPr/>
        </p:nvSpPr>
        <p:spPr bwMode="auto">
          <a:xfrm>
            <a:off x="1116013" y="1989138"/>
            <a:ext cx="7183437" cy="41148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buFontTx/>
              <a:buNone/>
            </a:pPr>
            <a:r>
              <a:rPr kumimoji="0" lang="zh-CN" altLang="en-US" b="1">
                <a:latin typeface="黑体" panose="02010609060101010101" pitchFamily="49" charset="-122"/>
                <a:ea typeface="黑体" panose="02010609060101010101" pitchFamily="49" charset="-122"/>
              </a:rPr>
              <a:t>可以证明，命题公式的等值关系有如下性质：</a:t>
            </a:r>
          </a:p>
          <a:p>
            <a:pPr eaLnBrk="1" hangingPunct="1">
              <a:lnSpc>
                <a:spcPct val="125000"/>
              </a:lnSpc>
              <a:buFontTx/>
              <a:buNone/>
            </a:pPr>
            <a:r>
              <a:rPr kumimoji="0" lang="zh-CN" altLang="en-US" b="1">
                <a:solidFill>
                  <a:srgbClr val="006600"/>
                </a:solidFill>
                <a:latin typeface="黑体" panose="02010609060101010101" pitchFamily="49" charset="-122"/>
                <a:ea typeface="黑体" panose="02010609060101010101" pitchFamily="49" charset="-122"/>
              </a:rPr>
              <a:t>    </a:t>
            </a:r>
            <a:r>
              <a:rPr kumimoji="0" lang="en-US" altLang="zh-CN" b="1">
                <a:latin typeface="黑体" panose="02010609060101010101" pitchFamily="49" charset="-122"/>
                <a:ea typeface="黑体" panose="02010609060101010101" pitchFamily="49" charset="-122"/>
              </a:rPr>
              <a:t>(1) </a:t>
            </a:r>
            <a:r>
              <a:rPr kumimoji="0" lang="zh-CN" altLang="en-US" b="1">
                <a:solidFill>
                  <a:srgbClr val="006600"/>
                </a:solidFill>
                <a:latin typeface="黑体" panose="02010609060101010101" pitchFamily="49" charset="-122"/>
                <a:ea typeface="黑体" panose="02010609060101010101" pitchFamily="49" charset="-122"/>
              </a:rPr>
              <a:t>自反性</a:t>
            </a:r>
            <a:r>
              <a:rPr kumimoji="0" lang="zh-CN" altLang="en-US" b="1">
                <a:latin typeface="黑体" panose="02010609060101010101" pitchFamily="49" charset="-122"/>
                <a:ea typeface="黑体" panose="02010609060101010101" pitchFamily="49" charset="-122"/>
              </a:rPr>
              <a:t>，即对任意命题公式</a:t>
            </a:r>
            <a:r>
              <a:rPr kumimoji="0" lang="en-US" altLang="zh-CN" b="1">
                <a:latin typeface="黑体" panose="02010609060101010101" pitchFamily="49" charset="-122"/>
                <a:ea typeface="黑体" panose="02010609060101010101" pitchFamily="49" charset="-122"/>
              </a:rPr>
              <a:t>A</a:t>
            </a:r>
            <a:r>
              <a:rPr kumimoji="0" lang="zh-CN" altLang="en-US" b="1">
                <a:latin typeface="黑体" panose="02010609060101010101" pitchFamily="49" charset="-122"/>
                <a:ea typeface="黑体" panose="02010609060101010101" pitchFamily="49" charset="-122"/>
              </a:rPr>
              <a:t>， </a:t>
            </a:r>
            <a:r>
              <a:rPr kumimoji="0" lang="en-US" altLang="zh-CN" b="1">
                <a:latin typeface="黑体" panose="02010609060101010101" pitchFamily="49" charset="-122"/>
                <a:ea typeface="黑体" panose="02010609060101010101" pitchFamily="49" charset="-122"/>
              </a:rPr>
              <a:t>A</a:t>
            </a:r>
            <a:r>
              <a:rPr kumimoji="0" lang="en-US" altLang="zh-CN" b="1">
                <a:latin typeface="黑体" panose="02010609060101010101" pitchFamily="49" charset="-122"/>
                <a:ea typeface="黑体" panose="02010609060101010101" pitchFamily="49" charset="-122"/>
                <a:sym typeface="Symbol" panose="05050102010706020507" pitchFamily="18" charset="2"/>
              </a:rPr>
              <a:t></a:t>
            </a:r>
            <a:r>
              <a:rPr kumimoji="0" lang="en-US" altLang="zh-CN" b="1">
                <a:latin typeface="黑体" panose="02010609060101010101" pitchFamily="49" charset="-122"/>
                <a:ea typeface="黑体" panose="02010609060101010101" pitchFamily="49" charset="-122"/>
              </a:rPr>
              <a:t>A  </a:t>
            </a:r>
          </a:p>
          <a:p>
            <a:pPr eaLnBrk="1" hangingPunct="1">
              <a:lnSpc>
                <a:spcPct val="125000"/>
              </a:lnSpc>
              <a:buFontTx/>
              <a:buNone/>
            </a:pPr>
            <a:r>
              <a:rPr kumimoji="0" lang="en-US" altLang="zh-CN" b="1">
                <a:latin typeface="黑体" panose="02010609060101010101" pitchFamily="49" charset="-122"/>
                <a:ea typeface="黑体" panose="02010609060101010101" pitchFamily="49" charset="-122"/>
              </a:rPr>
              <a:t>    (2) </a:t>
            </a:r>
            <a:r>
              <a:rPr kumimoji="0" lang="zh-CN" altLang="en-US" b="1">
                <a:solidFill>
                  <a:srgbClr val="006600"/>
                </a:solidFill>
                <a:latin typeface="黑体" panose="02010609060101010101" pitchFamily="49" charset="-122"/>
                <a:ea typeface="黑体" panose="02010609060101010101" pitchFamily="49" charset="-122"/>
              </a:rPr>
              <a:t>对称性</a:t>
            </a:r>
            <a:r>
              <a:rPr kumimoji="0" lang="zh-CN" altLang="en-US" b="1">
                <a:latin typeface="黑体" panose="02010609060101010101" pitchFamily="49" charset="-122"/>
                <a:ea typeface="黑体" panose="02010609060101010101" pitchFamily="49" charset="-122"/>
              </a:rPr>
              <a:t>，即对任意命题公式</a:t>
            </a:r>
            <a:r>
              <a:rPr kumimoji="0" lang="en-US" altLang="zh-CN" b="1">
                <a:latin typeface="黑体" panose="02010609060101010101" pitchFamily="49" charset="-122"/>
                <a:ea typeface="黑体" panose="02010609060101010101" pitchFamily="49" charset="-122"/>
              </a:rPr>
              <a:t>A</a:t>
            </a:r>
            <a:r>
              <a:rPr kumimoji="0" lang="zh-CN" altLang="en-US" b="1">
                <a:latin typeface="黑体" panose="02010609060101010101" pitchFamily="49" charset="-122"/>
                <a:ea typeface="黑体" panose="02010609060101010101" pitchFamily="49" charset="-122"/>
              </a:rPr>
              <a:t>和</a:t>
            </a:r>
            <a:r>
              <a:rPr kumimoji="0" lang="en-US" altLang="zh-CN" b="1">
                <a:latin typeface="黑体" panose="02010609060101010101" pitchFamily="49" charset="-122"/>
                <a:ea typeface="黑体" panose="02010609060101010101" pitchFamily="49" charset="-122"/>
              </a:rPr>
              <a:t>B</a:t>
            </a:r>
            <a:r>
              <a:rPr kumimoji="0" lang="zh-CN" altLang="en-US" b="1">
                <a:latin typeface="黑体" panose="02010609060101010101" pitchFamily="49" charset="-122"/>
                <a:ea typeface="黑体" panose="02010609060101010101" pitchFamily="49" charset="-122"/>
              </a:rPr>
              <a:t>，若</a:t>
            </a:r>
            <a:r>
              <a:rPr kumimoji="0" lang="en-US" altLang="zh-CN" b="1">
                <a:latin typeface="黑体" panose="02010609060101010101" pitchFamily="49" charset="-122"/>
                <a:ea typeface="黑体" panose="02010609060101010101" pitchFamily="49" charset="-122"/>
              </a:rPr>
              <a:t>A</a:t>
            </a:r>
            <a:r>
              <a:rPr kumimoji="0" lang="en-US" altLang="zh-CN" b="1">
                <a:latin typeface="黑体" panose="02010609060101010101" pitchFamily="49" charset="-122"/>
                <a:ea typeface="黑体" panose="02010609060101010101" pitchFamily="49" charset="-122"/>
                <a:sym typeface="Symbol" panose="05050102010706020507" pitchFamily="18" charset="2"/>
              </a:rPr>
              <a:t></a:t>
            </a:r>
            <a:r>
              <a:rPr kumimoji="0" lang="en-US" altLang="zh-CN" b="1">
                <a:latin typeface="黑体" panose="02010609060101010101" pitchFamily="49" charset="-122"/>
                <a:ea typeface="黑体" panose="02010609060101010101" pitchFamily="49" charset="-122"/>
              </a:rPr>
              <a:t>B</a:t>
            </a:r>
            <a:r>
              <a:rPr kumimoji="0" lang="zh-CN" altLang="en-US" b="1">
                <a:latin typeface="黑体" panose="02010609060101010101" pitchFamily="49" charset="-122"/>
                <a:ea typeface="黑体" panose="02010609060101010101" pitchFamily="49" charset="-122"/>
              </a:rPr>
              <a:t>，则</a:t>
            </a:r>
            <a:r>
              <a:rPr kumimoji="0" lang="en-US" altLang="zh-CN" b="1">
                <a:latin typeface="黑体" panose="02010609060101010101" pitchFamily="49" charset="-122"/>
                <a:ea typeface="黑体" panose="02010609060101010101" pitchFamily="49" charset="-122"/>
              </a:rPr>
              <a:t>B</a:t>
            </a:r>
            <a:r>
              <a:rPr kumimoji="0" lang="en-US" altLang="zh-CN" b="1">
                <a:latin typeface="黑体" panose="02010609060101010101" pitchFamily="49" charset="-122"/>
                <a:ea typeface="黑体" panose="02010609060101010101" pitchFamily="49" charset="-122"/>
                <a:sym typeface="Symbol" panose="05050102010706020507" pitchFamily="18" charset="2"/>
              </a:rPr>
              <a:t></a:t>
            </a:r>
            <a:r>
              <a:rPr kumimoji="0" lang="en-US" altLang="zh-CN" b="1">
                <a:latin typeface="黑体" panose="02010609060101010101" pitchFamily="49" charset="-122"/>
                <a:ea typeface="黑体" panose="02010609060101010101" pitchFamily="49" charset="-122"/>
              </a:rPr>
              <a:t>A</a:t>
            </a:r>
          </a:p>
          <a:p>
            <a:pPr eaLnBrk="1" hangingPunct="1">
              <a:lnSpc>
                <a:spcPct val="125000"/>
              </a:lnSpc>
              <a:buFontTx/>
              <a:buNone/>
            </a:pPr>
            <a:r>
              <a:rPr kumimoji="0" lang="en-US" altLang="zh-CN" b="1">
                <a:latin typeface="黑体" panose="02010609060101010101" pitchFamily="49" charset="-122"/>
                <a:ea typeface="黑体" panose="02010609060101010101" pitchFamily="49" charset="-122"/>
              </a:rPr>
              <a:t>    (3) </a:t>
            </a:r>
            <a:r>
              <a:rPr kumimoji="0" lang="zh-CN" altLang="en-US" b="1">
                <a:solidFill>
                  <a:srgbClr val="006600"/>
                </a:solidFill>
                <a:latin typeface="黑体" panose="02010609060101010101" pitchFamily="49" charset="-122"/>
                <a:ea typeface="黑体" panose="02010609060101010101" pitchFamily="49" charset="-122"/>
              </a:rPr>
              <a:t>传递性</a:t>
            </a:r>
            <a:r>
              <a:rPr kumimoji="0" lang="zh-CN" altLang="en-US" b="1">
                <a:latin typeface="黑体" panose="02010609060101010101" pitchFamily="49" charset="-122"/>
                <a:ea typeface="黑体" panose="02010609060101010101" pitchFamily="49" charset="-122"/>
              </a:rPr>
              <a:t>，即对任意命题公式</a:t>
            </a:r>
            <a:r>
              <a:rPr kumimoji="0" lang="en-US" altLang="zh-CN" b="1">
                <a:latin typeface="黑体" panose="02010609060101010101" pitchFamily="49" charset="-122"/>
                <a:ea typeface="黑体" panose="02010609060101010101" pitchFamily="49" charset="-122"/>
              </a:rPr>
              <a:t>A</a:t>
            </a:r>
            <a:r>
              <a:rPr kumimoji="0" lang="zh-CN" altLang="en-US" b="1">
                <a:latin typeface="黑体" panose="02010609060101010101" pitchFamily="49" charset="-122"/>
                <a:ea typeface="黑体" panose="02010609060101010101" pitchFamily="49" charset="-122"/>
              </a:rPr>
              <a:t>，</a:t>
            </a:r>
            <a:r>
              <a:rPr kumimoji="0" lang="en-US" altLang="zh-CN" b="1">
                <a:latin typeface="黑体" panose="02010609060101010101" pitchFamily="49" charset="-122"/>
                <a:ea typeface="黑体" panose="02010609060101010101" pitchFamily="49" charset="-122"/>
              </a:rPr>
              <a:t>B</a:t>
            </a:r>
            <a:r>
              <a:rPr kumimoji="0" lang="zh-CN" altLang="en-US" b="1">
                <a:latin typeface="黑体" panose="02010609060101010101" pitchFamily="49" charset="-122"/>
                <a:ea typeface="黑体" panose="02010609060101010101" pitchFamily="49" charset="-122"/>
              </a:rPr>
              <a:t>和</a:t>
            </a:r>
            <a:r>
              <a:rPr kumimoji="0" lang="en-US" altLang="zh-CN" b="1">
                <a:latin typeface="黑体" panose="02010609060101010101" pitchFamily="49" charset="-122"/>
                <a:ea typeface="黑体" panose="02010609060101010101" pitchFamily="49" charset="-122"/>
              </a:rPr>
              <a:t>C</a:t>
            </a:r>
            <a:r>
              <a:rPr kumimoji="0" lang="zh-CN" altLang="en-US" b="1">
                <a:latin typeface="黑体" panose="02010609060101010101" pitchFamily="49" charset="-122"/>
                <a:ea typeface="黑体" panose="02010609060101010101" pitchFamily="49" charset="-122"/>
              </a:rPr>
              <a:t>，若</a:t>
            </a:r>
            <a:r>
              <a:rPr kumimoji="0" lang="en-US" altLang="zh-CN" b="1">
                <a:latin typeface="黑体" panose="02010609060101010101" pitchFamily="49" charset="-122"/>
                <a:ea typeface="黑体" panose="02010609060101010101" pitchFamily="49" charset="-122"/>
              </a:rPr>
              <a:t>A</a:t>
            </a:r>
            <a:r>
              <a:rPr kumimoji="0" lang="en-US" altLang="zh-CN" b="1">
                <a:latin typeface="黑体" panose="02010609060101010101" pitchFamily="49" charset="-122"/>
                <a:ea typeface="黑体" panose="02010609060101010101" pitchFamily="49" charset="-122"/>
                <a:sym typeface="Symbol" panose="05050102010706020507" pitchFamily="18" charset="2"/>
              </a:rPr>
              <a:t></a:t>
            </a:r>
            <a:r>
              <a:rPr kumimoji="0" lang="en-US" altLang="zh-CN" b="1">
                <a:latin typeface="黑体" panose="02010609060101010101" pitchFamily="49" charset="-122"/>
                <a:ea typeface="黑体" panose="02010609060101010101" pitchFamily="49" charset="-122"/>
              </a:rPr>
              <a:t>B</a:t>
            </a:r>
            <a:r>
              <a:rPr kumimoji="0" lang="zh-CN" altLang="en-US" b="1">
                <a:latin typeface="黑体" panose="02010609060101010101" pitchFamily="49" charset="-122"/>
                <a:ea typeface="黑体" panose="02010609060101010101" pitchFamily="49" charset="-122"/>
              </a:rPr>
              <a:t>，</a:t>
            </a:r>
            <a:r>
              <a:rPr kumimoji="0" lang="en-US" altLang="zh-CN" b="1">
                <a:latin typeface="黑体" panose="02010609060101010101" pitchFamily="49" charset="-122"/>
                <a:ea typeface="黑体" panose="02010609060101010101" pitchFamily="49" charset="-122"/>
              </a:rPr>
              <a:t>B</a:t>
            </a:r>
            <a:r>
              <a:rPr kumimoji="0" lang="en-US" altLang="zh-CN" b="1">
                <a:latin typeface="黑体" panose="02010609060101010101" pitchFamily="49" charset="-122"/>
                <a:ea typeface="黑体" panose="02010609060101010101" pitchFamily="49" charset="-122"/>
                <a:sym typeface="Symbol" panose="05050102010706020507" pitchFamily="18" charset="2"/>
              </a:rPr>
              <a:t></a:t>
            </a:r>
            <a:r>
              <a:rPr kumimoji="0" lang="en-US" altLang="zh-CN" b="1">
                <a:latin typeface="黑体" panose="02010609060101010101" pitchFamily="49" charset="-122"/>
                <a:ea typeface="黑体" panose="02010609060101010101" pitchFamily="49" charset="-122"/>
              </a:rPr>
              <a:t>C</a:t>
            </a:r>
            <a:r>
              <a:rPr kumimoji="0" lang="zh-CN" altLang="en-US" b="1">
                <a:latin typeface="黑体" panose="02010609060101010101" pitchFamily="49" charset="-122"/>
                <a:ea typeface="黑体" panose="02010609060101010101" pitchFamily="49" charset="-122"/>
              </a:rPr>
              <a:t>，则</a:t>
            </a:r>
            <a:r>
              <a:rPr kumimoji="0" lang="en-US" altLang="zh-CN" b="1">
                <a:latin typeface="黑体" panose="02010609060101010101" pitchFamily="49" charset="-122"/>
                <a:ea typeface="黑体" panose="02010609060101010101" pitchFamily="49" charset="-122"/>
              </a:rPr>
              <a:t>A</a:t>
            </a:r>
            <a:r>
              <a:rPr kumimoji="0" lang="en-US" altLang="zh-CN" b="1">
                <a:latin typeface="黑体" panose="02010609060101010101" pitchFamily="49" charset="-122"/>
                <a:ea typeface="黑体" panose="02010609060101010101" pitchFamily="49" charset="-122"/>
                <a:sym typeface="Symbol" panose="05050102010706020507" pitchFamily="18" charset="2"/>
              </a:rPr>
              <a:t></a:t>
            </a:r>
            <a:r>
              <a:rPr kumimoji="0" lang="en-US" altLang="zh-CN" b="1">
                <a:latin typeface="黑体" panose="02010609060101010101" pitchFamily="49" charset="-122"/>
                <a:ea typeface="黑体" panose="02010609060101010101" pitchFamily="49" charset="-122"/>
              </a:rPr>
              <a:t>C</a:t>
            </a:r>
          </a:p>
          <a:p>
            <a:pPr eaLnBrk="1" hangingPunct="1">
              <a:lnSpc>
                <a:spcPct val="125000"/>
              </a:lnSpc>
              <a:buFontTx/>
              <a:buNone/>
            </a:pPr>
            <a:r>
              <a:rPr kumimoji="0" lang="en-US" altLang="zh-CN" b="1">
                <a:latin typeface="黑体" panose="02010609060101010101" pitchFamily="49" charset="-122"/>
                <a:ea typeface="黑体" panose="02010609060101010101" pitchFamily="49" charset="-122"/>
              </a:rPr>
              <a:t>   (4) </a:t>
            </a:r>
            <a:r>
              <a:rPr kumimoji="0" lang="zh-CN" altLang="zh-CN" b="1">
                <a:latin typeface="黑体" panose="02010609060101010101" pitchFamily="49" charset="-122"/>
                <a:ea typeface="黑体" panose="02010609060101010101" pitchFamily="49" charset="-122"/>
              </a:rPr>
              <a:t>如果</a:t>
            </a:r>
            <a:r>
              <a:rPr kumimoji="0" lang="en-US" altLang="zh-CN" b="1">
                <a:latin typeface="黑体" panose="02010609060101010101" pitchFamily="49" charset="-122"/>
                <a:ea typeface="黑体" panose="02010609060101010101" pitchFamily="49" charset="-122"/>
              </a:rPr>
              <a:t>A(P</a:t>
            </a:r>
            <a:r>
              <a:rPr kumimoji="0" lang="en-US" altLang="zh-CN" b="1" baseline="-25000">
                <a:latin typeface="黑体" panose="02010609060101010101" pitchFamily="49" charset="-122"/>
                <a:ea typeface="黑体" panose="02010609060101010101" pitchFamily="49" charset="-122"/>
              </a:rPr>
              <a:t>1</a:t>
            </a:r>
            <a:r>
              <a:rPr kumimoji="0" lang="en-US" altLang="zh-CN" b="1">
                <a:latin typeface="黑体" panose="02010609060101010101" pitchFamily="49" charset="-122"/>
                <a:ea typeface="黑体" panose="02010609060101010101" pitchFamily="49" charset="-122"/>
              </a:rPr>
              <a:t>,P</a:t>
            </a:r>
            <a:r>
              <a:rPr kumimoji="0" lang="en-US" altLang="zh-CN" b="1" baseline="-25000">
                <a:latin typeface="黑体" panose="02010609060101010101" pitchFamily="49" charset="-122"/>
                <a:ea typeface="黑体" panose="02010609060101010101" pitchFamily="49" charset="-122"/>
              </a:rPr>
              <a:t>2</a:t>
            </a:r>
            <a:r>
              <a:rPr kumimoji="0" lang="en-US" altLang="zh-CN" b="1">
                <a:latin typeface="黑体" panose="02010609060101010101" pitchFamily="49" charset="-122"/>
                <a:ea typeface="黑体" panose="02010609060101010101" pitchFamily="49" charset="-122"/>
              </a:rPr>
              <a:t>,…,P</a:t>
            </a:r>
            <a:r>
              <a:rPr kumimoji="0" lang="en-US" altLang="zh-CN" b="1" baseline="-25000">
                <a:latin typeface="黑体" panose="02010609060101010101" pitchFamily="49" charset="-122"/>
                <a:ea typeface="黑体" panose="02010609060101010101" pitchFamily="49" charset="-122"/>
              </a:rPr>
              <a:t>n</a:t>
            </a:r>
            <a:r>
              <a:rPr kumimoji="0" lang="en-US" altLang="zh-CN" b="1">
                <a:latin typeface="黑体" panose="02010609060101010101" pitchFamily="49" charset="-122"/>
                <a:ea typeface="黑体" panose="02010609060101010101" pitchFamily="49" charset="-122"/>
              </a:rPr>
              <a:t>)</a:t>
            </a:r>
            <a:r>
              <a:rPr kumimoji="0" lang="en-US" altLang="zh-CN" b="1">
                <a:latin typeface="黑体" panose="02010609060101010101" pitchFamily="49" charset="-122"/>
                <a:ea typeface="黑体" panose="02010609060101010101" pitchFamily="49" charset="-122"/>
                <a:sym typeface="Symbol" panose="05050102010706020507" pitchFamily="18" charset="2"/>
              </a:rPr>
              <a:t></a:t>
            </a:r>
            <a:r>
              <a:rPr kumimoji="0" lang="en-US" altLang="zh-CN" b="1">
                <a:latin typeface="黑体" panose="02010609060101010101" pitchFamily="49" charset="-122"/>
                <a:ea typeface="黑体" panose="02010609060101010101" pitchFamily="49" charset="-122"/>
              </a:rPr>
              <a:t>B(P</a:t>
            </a:r>
            <a:r>
              <a:rPr kumimoji="0" lang="en-US" altLang="zh-CN" b="1" baseline="-25000">
                <a:latin typeface="黑体" panose="02010609060101010101" pitchFamily="49" charset="-122"/>
                <a:ea typeface="黑体" panose="02010609060101010101" pitchFamily="49" charset="-122"/>
              </a:rPr>
              <a:t>1</a:t>
            </a:r>
            <a:r>
              <a:rPr kumimoji="0" lang="en-US" altLang="zh-CN" b="1">
                <a:latin typeface="黑体" panose="02010609060101010101" pitchFamily="49" charset="-122"/>
                <a:ea typeface="黑体" panose="02010609060101010101" pitchFamily="49" charset="-122"/>
              </a:rPr>
              <a:t>,P</a:t>
            </a:r>
            <a:r>
              <a:rPr kumimoji="0" lang="en-US" altLang="zh-CN" b="1" baseline="-25000">
                <a:latin typeface="黑体" panose="02010609060101010101" pitchFamily="49" charset="-122"/>
                <a:ea typeface="黑体" panose="02010609060101010101" pitchFamily="49" charset="-122"/>
              </a:rPr>
              <a:t>2</a:t>
            </a:r>
            <a:r>
              <a:rPr kumimoji="0" lang="en-US" altLang="zh-CN" b="1">
                <a:latin typeface="黑体" panose="02010609060101010101" pitchFamily="49" charset="-122"/>
                <a:ea typeface="黑体" panose="02010609060101010101" pitchFamily="49" charset="-122"/>
              </a:rPr>
              <a:t>,…,P</a:t>
            </a:r>
            <a:r>
              <a:rPr kumimoji="0" lang="en-US" altLang="zh-CN" b="1" baseline="-25000">
                <a:latin typeface="黑体" panose="02010609060101010101" pitchFamily="49" charset="-122"/>
                <a:ea typeface="黑体" panose="02010609060101010101" pitchFamily="49" charset="-122"/>
              </a:rPr>
              <a:t>n</a:t>
            </a:r>
            <a:r>
              <a:rPr kumimoji="0" lang="en-US" altLang="zh-CN" b="1">
                <a:latin typeface="黑体" panose="02010609060101010101" pitchFamily="49" charset="-122"/>
                <a:ea typeface="黑体" panose="02010609060101010101" pitchFamily="49" charset="-122"/>
              </a:rPr>
              <a:t>)</a:t>
            </a:r>
            <a:r>
              <a:rPr kumimoji="0" lang="zh-CN" altLang="en-US" b="1">
                <a:latin typeface="黑体" panose="02010609060101010101" pitchFamily="49" charset="-122"/>
                <a:ea typeface="黑体" panose="02010609060101010101" pitchFamily="49" charset="-122"/>
              </a:rPr>
              <a:t>，则：</a:t>
            </a:r>
          </a:p>
          <a:p>
            <a:pPr algn="ctr" eaLnBrk="1" hangingPunct="1">
              <a:lnSpc>
                <a:spcPct val="125000"/>
              </a:lnSpc>
              <a:buFontTx/>
              <a:buNone/>
            </a:pPr>
            <a:r>
              <a:rPr kumimoji="0" lang="zh-CN" altLang="en-US" b="1">
                <a:latin typeface="黑体" panose="02010609060101010101" pitchFamily="49" charset="-122"/>
                <a:ea typeface="黑体" panose="02010609060101010101" pitchFamily="49" charset="-122"/>
              </a:rPr>
              <a:t>   </a:t>
            </a:r>
            <a:r>
              <a:rPr kumimoji="0" lang="en-US" altLang="zh-CN" b="1">
                <a:latin typeface="黑体" panose="02010609060101010101" pitchFamily="49" charset="-122"/>
                <a:ea typeface="黑体" panose="02010609060101010101" pitchFamily="49" charset="-122"/>
              </a:rPr>
              <a:t>A(</a:t>
            </a:r>
            <a:r>
              <a:rPr kumimoji="0" lang="en-US" altLang="zh-CN" b="1">
                <a:latin typeface="黑体" panose="02010609060101010101" pitchFamily="49" charset="-122"/>
                <a:ea typeface="黑体" panose="02010609060101010101" pitchFamily="49" charset="-122"/>
                <a:sym typeface="Symbol" panose="05050102010706020507" pitchFamily="18" charset="2"/>
              </a:rPr>
              <a:t></a:t>
            </a:r>
            <a:r>
              <a:rPr kumimoji="0" lang="en-US" altLang="zh-CN" b="1">
                <a:latin typeface="黑体" panose="02010609060101010101" pitchFamily="49" charset="-122"/>
                <a:ea typeface="黑体" panose="02010609060101010101" pitchFamily="49" charset="-122"/>
              </a:rPr>
              <a:t>P</a:t>
            </a:r>
            <a:r>
              <a:rPr kumimoji="0" lang="en-US" altLang="zh-CN" b="1" baseline="-25000">
                <a:latin typeface="黑体" panose="02010609060101010101" pitchFamily="49" charset="-122"/>
                <a:ea typeface="黑体" panose="02010609060101010101" pitchFamily="49" charset="-122"/>
              </a:rPr>
              <a:t>1</a:t>
            </a:r>
            <a:r>
              <a:rPr kumimoji="0" lang="en-US" altLang="zh-CN" b="1">
                <a:latin typeface="黑体" panose="02010609060101010101" pitchFamily="49" charset="-122"/>
                <a:ea typeface="黑体" panose="02010609060101010101" pitchFamily="49" charset="-122"/>
              </a:rPr>
              <a:t>,</a:t>
            </a:r>
            <a:r>
              <a:rPr kumimoji="0" lang="en-US" altLang="zh-CN" b="1">
                <a:latin typeface="黑体" panose="02010609060101010101" pitchFamily="49" charset="-122"/>
                <a:ea typeface="黑体" panose="02010609060101010101" pitchFamily="49" charset="-122"/>
                <a:sym typeface="Symbol" panose="05050102010706020507" pitchFamily="18" charset="2"/>
              </a:rPr>
              <a:t></a:t>
            </a:r>
            <a:r>
              <a:rPr kumimoji="0" lang="en-US" altLang="zh-CN" b="1">
                <a:latin typeface="黑体" panose="02010609060101010101" pitchFamily="49" charset="-122"/>
                <a:ea typeface="黑体" panose="02010609060101010101" pitchFamily="49" charset="-122"/>
              </a:rPr>
              <a:t>P</a:t>
            </a:r>
            <a:r>
              <a:rPr kumimoji="0" lang="en-US" altLang="zh-CN" b="1" baseline="-25000">
                <a:latin typeface="黑体" panose="02010609060101010101" pitchFamily="49" charset="-122"/>
                <a:ea typeface="黑体" panose="02010609060101010101" pitchFamily="49" charset="-122"/>
              </a:rPr>
              <a:t>2</a:t>
            </a:r>
            <a:r>
              <a:rPr kumimoji="0" lang="en-US" altLang="zh-CN" b="1">
                <a:latin typeface="黑体" panose="02010609060101010101" pitchFamily="49" charset="-122"/>
                <a:ea typeface="黑体" panose="02010609060101010101" pitchFamily="49" charset="-122"/>
              </a:rPr>
              <a:t>,…,</a:t>
            </a:r>
            <a:r>
              <a:rPr kumimoji="0" lang="en-US" altLang="zh-CN" b="1">
                <a:latin typeface="黑体" panose="02010609060101010101" pitchFamily="49" charset="-122"/>
                <a:ea typeface="黑体" panose="02010609060101010101" pitchFamily="49" charset="-122"/>
                <a:sym typeface="Symbol" panose="05050102010706020507" pitchFamily="18" charset="2"/>
              </a:rPr>
              <a:t></a:t>
            </a:r>
            <a:r>
              <a:rPr kumimoji="0" lang="en-US" altLang="zh-CN" b="1">
                <a:latin typeface="黑体" panose="02010609060101010101" pitchFamily="49" charset="-122"/>
                <a:ea typeface="黑体" panose="02010609060101010101" pitchFamily="49" charset="-122"/>
              </a:rPr>
              <a:t>P</a:t>
            </a:r>
            <a:r>
              <a:rPr kumimoji="0" lang="en-US" altLang="zh-CN" b="1" baseline="-25000">
                <a:latin typeface="黑体" panose="02010609060101010101" pitchFamily="49" charset="-122"/>
                <a:ea typeface="黑体" panose="02010609060101010101" pitchFamily="49" charset="-122"/>
              </a:rPr>
              <a:t>n</a:t>
            </a:r>
            <a:r>
              <a:rPr kumimoji="0" lang="en-US" altLang="zh-CN" b="1">
                <a:latin typeface="黑体" panose="02010609060101010101" pitchFamily="49" charset="-122"/>
                <a:ea typeface="黑体" panose="02010609060101010101" pitchFamily="49" charset="-122"/>
              </a:rPr>
              <a:t>)</a:t>
            </a:r>
            <a:r>
              <a:rPr kumimoji="0" lang="en-US" altLang="zh-CN" b="1">
                <a:latin typeface="黑体" panose="02010609060101010101" pitchFamily="49" charset="-122"/>
                <a:ea typeface="黑体" panose="02010609060101010101" pitchFamily="49" charset="-122"/>
                <a:sym typeface="Symbol" panose="05050102010706020507" pitchFamily="18" charset="2"/>
              </a:rPr>
              <a:t></a:t>
            </a:r>
            <a:r>
              <a:rPr kumimoji="0" lang="en-US" altLang="zh-CN" b="1">
                <a:latin typeface="黑体" panose="02010609060101010101" pitchFamily="49" charset="-122"/>
                <a:ea typeface="黑体" panose="02010609060101010101" pitchFamily="49" charset="-122"/>
              </a:rPr>
              <a:t>B(</a:t>
            </a:r>
            <a:r>
              <a:rPr kumimoji="0" lang="en-US" altLang="zh-CN" b="1">
                <a:latin typeface="黑体" panose="02010609060101010101" pitchFamily="49" charset="-122"/>
                <a:ea typeface="黑体" panose="02010609060101010101" pitchFamily="49" charset="-122"/>
                <a:sym typeface="Symbol" panose="05050102010706020507" pitchFamily="18" charset="2"/>
              </a:rPr>
              <a:t></a:t>
            </a:r>
            <a:r>
              <a:rPr kumimoji="0" lang="en-US" altLang="zh-CN" b="1">
                <a:latin typeface="黑体" panose="02010609060101010101" pitchFamily="49" charset="-122"/>
                <a:ea typeface="黑体" panose="02010609060101010101" pitchFamily="49" charset="-122"/>
              </a:rPr>
              <a:t>P</a:t>
            </a:r>
            <a:r>
              <a:rPr kumimoji="0" lang="en-US" altLang="zh-CN" b="1" baseline="-25000">
                <a:latin typeface="黑体" panose="02010609060101010101" pitchFamily="49" charset="-122"/>
                <a:ea typeface="黑体" panose="02010609060101010101" pitchFamily="49" charset="-122"/>
              </a:rPr>
              <a:t>1</a:t>
            </a:r>
            <a:r>
              <a:rPr kumimoji="0" lang="en-US" altLang="zh-CN" b="1">
                <a:latin typeface="黑体" panose="02010609060101010101" pitchFamily="49" charset="-122"/>
                <a:ea typeface="黑体" panose="02010609060101010101" pitchFamily="49" charset="-122"/>
              </a:rPr>
              <a:t>,</a:t>
            </a:r>
            <a:r>
              <a:rPr kumimoji="0" lang="en-US" altLang="zh-CN" b="1">
                <a:latin typeface="黑体" panose="02010609060101010101" pitchFamily="49" charset="-122"/>
                <a:ea typeface="黑体" panose="02010609060101010101" pitchFamily="49" charset="-122"/>
                <a:sym typeface="Symbol" panose="05050102010706020507" pitchFamily="18" charset="2"/>
              </a:rPr>
              <a:t></a:t>
            </a:r>
            <a:r>
              <a:rPr kumimoji="0" lang="en-US" altLang="zh-CN" b="1">
                <a:latin typeface="黑体" panose="02010609060101010101" pitchFamily="49" charset="-122"/>
                <a:ea typeface="黑体" panose="02010609060101010101" pitchFamily="49" charset="-122"/>
              </a:rPr>
              <a:t>P</a:t>
            </a:r>
            <a:r>
              <a:rPr kumimoji="0" lang="en-US" altLang="zh-CN" b="1" baseline="-25000">
                <a:latin typeface="黑体" panose="02010609060101010101" pitchFamily="49" charset="-122"/>
                <a:ea typeface="黑体" panose="02010609060101010101" pitchFamily="49" charset="-122"/>
              </a:rPr>
              <a:t>2</a:t>
            </a:r>
            <a:r>
              <a:rPr kumimoji="0" lang="en-US" altLang="zh-CN" b="1">
                <a:latin typeface="黑体" panose="02010609060101010101" pitchFamily="49" charset="-122"/>
                <a:ea typeface="黑体" panose="02010609060101010101" pitchFamily="49" charset="-122"/>
              </a:rPr>
              <a:t>,…,</a:t>
            </a:r>
            <a:r>
              <a:rPr kumimoji="0" lang="en-US" altLang="zh-CN" b="1">
                <a:latin typeface="黑体" panose="02010609060101010101" pitchFamily="49" charset="-122"/>
                <a:ea typeface="黑体" panose="02010609060101010101" pitchFamily="49" charset="-122"/>
                <a:sym typeface="Symbol" panose="05050102010706020507" pitchFamily="18" charset="2"/>
              </a:rPr>
              <a:t></a:t>
            </a:r>
            <a:r>
              <a:rPr kumimoji="0" lang="en-US" altLang="zh-CN" b="1">
                <a:latin typeface="黑体" panose="02010609060101010101" pitchFamily="49" charset="-122"/>
                <a:ea typeface="黑体" panose="02010609060101010101" pitchFamily="49" charset="-122"/>
              </a:rPr>
              <a:t>P</a:t>
            </a:r>
            <a:r>
              <a:rPr kumimoji="0" lang="en-US" altLang="zh-CN" b="1" baseline="-25000">
                <a:latin typeface="黑体" panose="02010609060101010101" pitchFamily="49" charset="-122"/>
                <a:ea typeface="黑体" panose="02010609060101010101" pitchFamily="49" charset="-122"/>
              </a:rPr>
              <a:t>n</a:t>
            </a:r>
            <a:r>
              <a:rPr kumimoji="0" lang="en-US" altLang="zh-CN" b="1">
                <a:latin typeface="黑体" panose="02010609060101010101" pitchFamily="49" charset="-122"/>
                <a:ea typeface="黑体" panose="02010609060101010101" pitchFamily="49" charset="-122"/>
              </a:rPr>
              <a:t>)</a:t>
            </a:r>
          </a:p>
        </p:txBody>
      </p:sp>
    </p:spTree>
  </p:cSld>
  <p:clrMapOvr>
    <a:masterClrMapping/>
  </p:clrMapOvr>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日期占位符 1">
            <a:extLst>
              <a:ext uri="{FF2B5EF4-FFF2-40B4-BE49-F238E27FC236}">
                <a16:creationId xmlns:a16="http://schemas.microsoft.com/office/drawing/2014/main" id="{669A3E54-9F0E-401C-98D4-7B2A78FB6971}"/>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19C50703-FB6D-49E9-9760-2E87BDF77EE3}"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36195" name="页脚占位符 2">
            <a:extLst>
              <a:ext uri="{FF2B5EF4-FFF2-40B4-BE49-F238E27FC236}">
                <a16:creationId xmlns:a16="http://schemas.microsoft.com/office/drawing/2014/main" id="{E299EBA6-FEB6-4218-A421-4D2AC5CE8AEE}"/>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36196" name="灯片编号占位符 3">
            <a:extLst>
              <a:ext uri="{FF2B5EF4-FFF2-40B4-BE49-F238E27FC236}">
                <a16:creationId xmlns:a16="http://schemas.microsoft.com/office/drawing/2014/main" id="{939F5F94-FBDE-4129-BB96-999FA189177A}"/>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BB07AAB0-2711-4188-A18A-A3171B12F9C1}" type="slidenum">
              <a:rPr lang="en-US" altLang="zh-CN" sz="1400" smtClean="0">
                <a:latin typeface="Times New Roman" panose="02020603050405020304" pitchFamily="18" charset="0"/>
                <a:ea typeface="宋体" panose="02010600030101010101" pitchFamily="2" charset="-122"/>
              </a:rPr>
              <a:pPr>
                <a:spcBef>
                  <a:spcPct val="0"/>
                </a:spcBef>
                <a:buFontTx/>
                <a:buNone/>
              </a:pPr>
              <a:t>109</a:t>
            </a:fld>
            <a:endParaRPr lang="en-US" altLang="zh-CN" sz="1400">
              <a:latin typeface="Times New Roman" panose="02020603050405020304" pitchFamily="18" charset="0"/>
              <a:ea typeface="宋体" panose="02010600030101010101" pitchFamily="2" charset="-122"/>
            </a:endParaRPr>
          </a:p>
        </p:txBody>
      </p:sp>
      <p:sp>
        <p:nvSpPr>
          <p:cNvPr id="136197" name="页脚占位符 3">
            <a:extLst>
              <a:ext uri="{FF2B5EF4-FFF2-40B4-BE49-F238E27FC236}">
                <a16:creationId xmlns:a16="http://schemas.microsoft.com/office/drawing/2014/main" id="{FAB703EA-0BF1-445C-AEDE-7FBFDBCB27BA}"/>
              </a:ext>
            </a:extLst>
          </p:cNvPr>
          <p:cNvSpPr txBox="1">
            <a:spLocks noGrp="1"/>
          </p:cNvSpPr>
          <p:nvPr/>
        </p:nvSpPr>
        <p:spPr bwMode="black">
          <a:xfrm>
            <a:off x="609600" y="6470650"/>
            <a:ext cx="538163"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r">
              <a:spcBef>
                <a:spcPct val="0"/>
              </a:spcBef>
              <a:buFontTx/>
              <a:buNone/>
            </a:pPr>
            <a:fld id="{9F1D9DFA-437F-4E80-BCDA-51289A1CA0F8}" type="slidenum">
              <a:rPr kumimoji="0" lang="en-US" altLang="zh-CN" sz="1000">
                <a:solidFill>
                  <a:schemeClr val="bg1"/>
                </a:solidFill>
                <a:latin typeface="Arial" panose="020B0604020202020204" pitchFamily="34" charset="0"/>
                <a:ea typeface="宋体" panose="02010600030101010101" pitchFamily="2" charset="-122"/>
              </a:rPr>
              <a:pPr algn="r">
                <a:spcBef>
                  <a:spcPct val="0"/>
                </a:spcBef>
                <a:buFontTx/>
                <a:buNone/>
              </a:pPr>
              <a:t>109</a:t>
            </a:fld>
            <a:endParaRPr kumimoji="0" lang="en-US" altLang="zh-CN" sz="1000">
              <a:solidFill>
                <a:schemeClr val="bg1"/>
              </a:solidFill>
              <a:latin typeface="Arial" panose="020B0604020202020204" pitchFamily="34" charset="0"/>
              <a:ea typeface="宋体" panose="02010600030101010101" pitchFamily="2" charset="-122"/>
            </a:endParaRPr>
          </a:p>
        </p:txBody>
      </p:sp>
      <p:sp>
        <p:nvSpPr>
          <p:cNvPr id="136198" name="日期占位符 4">
            <a:extLst>
              <a:ext uri="{FF2B5EF4-FFF2-40B4-BE49-F238E27FC236}">
                <a16:creationId xmlns:a16="http://schemas.microsoft.com/office/drawing/2014/main" id="{01A1F660-1B4E-401C-A37B-B77BF3A6337E}"/>
              </a:ext>
            </a:extLst>
          </p:cNvPr>
          <p:cNvSpPr txBox="1">
            <a:spLocks noGrp="1"/>
          </p:cNvSpPr>
          <p:nvPr/>
        </p:nvSpPr>
        <p:spPr bwMode="auto">
          <a:xfrm>
            <a:off x="1271588" y="6472238"/>
            <a:ext cx="946150"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fld id="{72E8031E-0BC6-4334-9D5F-D442F72AB9AF}" type="datetime1">
              <a:rPr kumimoji="0" lang="zh-CN" altLang="en-US" sz="1000">
                <a:solidFill>
                  <a:schemeClr val="bg1"/>
                </a:solidFill>
                <a:latin typeface="Arial" panose="020B0604020202020204" pitchFamily="34" charset="0"/>
                <a:ea typeface="宋体" panose="02010600030101010101" pitchFamily="2" charset="-122"/>
              </a:rPr>
              <a:pPr eaLnBrk="1" hangingPunct="1">
                <a:spcBef>
                  <a:spcPct val="0"/>
                </a:spcBef>
                <a:buFontTx/>
                <a:buNone/>
              </a:pPr>
              <a:t>2020/9/7</a:t>
            </a:fld>
            <a:endParaRPr kumimoji="0" lang="en-US" altLang="zh-CN" sz="1000">
              <a:solidFill>
                <a:schemeClr val="bg1"/>
              </a:solidFill>
              <a:latin typeface="Arial" panose="020B0604020202020204" pitchFamily="34" charset="0"/>
              <a:ea typeface="宋体" panose="02010600030101010101" pitchFamily="2" charset="-122"/>
            </a:endParaRPr>
          </a:p>
        </p:txBody>
      </p:sp>
      <p:sp>
        <p:nvSpPr>
          <p:cNvPr id="136199" name="Rectangle 3">
            <a:extLst>
              <a:ext uri="{FF2B5EF4-FFF2-40B4-BE49-F238E27FC236}">
                <a16:creationId xmlns:a16="http://schemas.microsoft.com/office/drawing/2014/main" id="{F80B7400-9273-4364-909E-1ED76D6766E1}"/>
              </a:ext>
            </a:extLst>
          </p:cNvPr>
          <p:cNvSpPr txBox="1">
            <a:spLocks noChangeArrowheads="1"/>
          </p:cNvSpPr>
          <p:nvPr/>
        </p:nvSpPr>
        <p:spPr bwMode="auto">
          <a:xfrm>
            <a:off x="900113" y="2060575"/>
            <a:ext cx="7993062" cy="41767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buClr>
                <a:srgbClr val="3333CC"/>
              </a:buClr>
              <a:buSzPct val="60000"/>
              <a:buFont typeface="Wingdings" panose="05000000000000000000" pitchFamily="2" charset="2"/>
              <a:buNone/>
            </a:pPr>
            <a:r>
              <a:rPr kumimoji="0" lang="zh-CN" altLang="en-US" b="1">
                <a:latin typeface="黑体" panose="02010609060101010101" pitchFamily="49" charset="-122"/>
                <a:ea typeface="黑体" panose="02010609060101010101" pitchFamily="49" charset="-122"/>
              </a:rPr>
              <a:t>试证语句：“不会休息的人也不会工作，没有丰富知识的人也不会工作”，与语句“工作得好的人一定会休息并且有丰富的知识”，具有相同的逻辑含义。</a:t>
            </a:r>
          </a:p>
          <a:p>
            <a:pPr eaLnBrk="1" hangingPunct="1">
              <a:lnSpc>
                <a:spcPct val="125000"/>
              </a:lnSpc>
              <a:buClr>
                <a:srgbClr val="3333CC"/>
              </a:buClr>
              <a:buSzPct val="60000"/>
              <a:buFont typeface="Wingdings" panose="05000000000000000000" pitchFamily="2" charset="2"/>
              <a:buNone/>
            </a:pPr>
            <a:r>
              <a:rPr lang="zh-CN" altLang="en-US" b="1">
                <a:latin typeface="黑体" panose="02010609060101010101" pitchFamily="49" charset="-122"/>
                <a:ea typeface="黑体" panose="02010609060101010101" pitchFamily="49" charset="-122"/>
              </a:rPr>
              <a:t>分析：设</a:t>
            </a:r>
            <a:r>
              <a:rPr lang="en-US" altLang="zh-CN" b="1">
                <a:latin typeface="黑体" panose="02010609060101010101" pitchFamily="49" charset="-122"/>
                <a:ea typeface="黑体" panose="02010609060101010101" pitchFamily="49" charset="-122"/>
              </a:rPr>
              <a:t>P</a:t>
            </a:r>
            <a:r>
              <a:rPr lang="zh-CN" altLang="en-US" b="1">
                <a:latin typeface="黑体" panose="02010609060101010101" pitchFamily="49" charset="-122"/>
                <a:ea typeface="黑体" panose="02010609060101010101" pitchFamily="49" charset="-122"/>
              </a:rPr>
              <a:t>：某人会工作； </a:t>
            </a:r>
            <a:r>
              <a:rPr lang="en-US" altLang="zh-CN" b="1">
                <a:latin typeface="黑体" panose="02010609060101010101" pitchFamily="49" charset="-122"/>
                <a:ea typeface="黑体" panose="02010609060101010101" pitchFamily="49" charset="-122"/>
              </a:rPr>
              <a:t>Q</a:t>
            </a:r>
            <a:r>
              <a:rPr lang="zh-CN" altLang="en-US" b="1">
                <a:latin typeface="黑体" panose="02010609060101010101" pitchFamily="49" charset="-122"/>
                <a:ea typeface="黑体" panose="02010609060101010101" pitchFamily="49" charset="-122"/>
              </a:rPr>
              <a:t>：某人会休息；</a:t>
            </a:r>
            <a:r>
              <a:rPr lang="en-US" altLang="zh-CN" b="1">
                <a:latin typeface="黑体" panose="02010609060101010101" pitchFamily="49" charset="-122"/>
                <a:ea typeface="黑体" panose="02010609060101010101" pitchFamily="49" charset="-122"/>
              </a:rPr>
              <a:t>R</a:t>
            </a:r>
            <a:r>
              <a:rPr lang="zh-CN" altLang="en-US" b="1">
                <a:latin typeface="黑体" panose="02010609060101010101" pitchFamily="49" charset="-122"/>
                <a:ea typeface="黑体" panose="02010609060101010101" pitchFamily="49" charset="-122"/>
              </a:rPr>
              <a:t>：某人有丰富的知识，则有：</a:t>
            </a:r>
          </a:p>
          <a:p>
            <a:pPr eaLnBrk="1" hangingPunct="1">
              <a:lnSpc>
                <a:spcPct val="125000"/>
              </a:lnSpc>
              <a:buClr>
                <a:srgbClr val="3333CC"/>
              </a:buClr>
              <a:buSzPct val="60000"/>
              <a:buFont typeface="Wingdings" panose="05000000000000000000" pitchFamily="2" charset="2"/>
              <a:buNone/>
            </a:pPr>
            <a:r>
              <a:rPr lang="zh-CN" altLang="en-US" b="1">
                <a:latin typeface="黑体" panose="02010609060101010101" pitchFamily="49" charset="-122"/>
                <a:ea typeface="黑体" panose="02010609060101010101" pitchFamily="49" charset="-122"/>
                <a:sym typeface="Symbol" panose="05050102010706020507" pitchFamily="18" charset="2"/>
              </a:rPr>
              <a:t>                </a:t>
            </a:r>
            <a:r>
              <a:rPr lang="en-US" altLang="zh-CN" b="1">
                <a:latin typeface="黑体" panose="02010609060101010101" pitchFamily="49" charset="-122"/>
                <a:ea typeface="黑体" panose="02010609060101010101" pitchFamily="49" charset="-122"/>
                <a:sym typeface="Symbol" panose="05050102010706020507" pitchFamily="18" charset="2"/>
              </a:rPr>
              <a:t>(Q</a:t>
            </a:r>
            <a:r>
              <a:rPr lang="en-US" altLang="zh-CN" b="1">
                <a:latin typeface="黑体" panose="02010609060101010101" pitchFamily="49" charset="-122"/>
                <a:ea typeface="黑体" panose="02010609060101010101" pitchFamily="49" charset="-122"/>
              </a:rPr>
              <a:t>→</a:t>
            </a:r>
            <a:r>
              <a:rPr lang="en-US" altLang="zh-CN" b="1">
                <a:latin typeface="黑体" panose="02010609060101010101" pitchFamily="49" charset="-122"/>
                <a:ea typeface="黑体" panose="02010609060101010101" pitchFamily="49" charset="-122"/>
                <a:sym typeface="Symbol" panose="05050102010706020507" pitchFamily="18" charset="2"/>
              </a:rPr>
              <a:t>P) </a:t>
            </a:r>
            <a:r>
              <a:rPr lang="en-US" altLang="zh-CN" b="1">
                <a:latin typeface="黑体" panose="02010609060101010101" pitchFamily="49" charset="-122"/>
                <a:ea typeface="黑体" panose="02010609060101010101" pitchFamily="49" charset="-122"/>
              </a:rPr>
              <a:t>∧(</a:t>
            </a:r>
            <a:r>
              <a:rPr lang="en-US" altLang="zh-CN" b="1">
                <a:latin typeface="黑体" panose="02010609060101010101" pitchFamily="49" charset="-122"/>
                <a:ea typeface="黑体" panose="02010609060101010101" pitchFamily="49" charset="-122"/>
                <a:sym typeface="Symbol" panose="05050102010706020507" pitchFamily="18" charset="2"/>
              </a:rPr>
              <a:t>R</a:t>
            </a:r>
            <a:r>
              <a:rPr lang="en-US" altLang="zh-CN" b="1">
                <a:latin typeface="黑体" panose="02010609060101010101" pitchFamily="49" charset="-122"/>
                <a:ea typeface="黑体" panose="02010609060101010101" pitchFamily="49" charset="-122"/>
              </a:rPr>
              <a:t>→</a:t>
            </a:r>
            <a:r>
              <a:rPr lang="en-US" altLang="zh-CN" b="1">
                <a:latin typeface="黑体" panose="02010609060101010101" pitchFamily="49" charset="-122"/>
                <a:ea typeface="黑体" panose="02010609060101010101" pitchFamily="49" charset="-122"/>
                <a:sym typeface="Symbol" panose="05050102010706020507" pitchFamily="18" charset="2"/>
              </a:rPr>
              <a:t>P)</a:t>
            </a:r>
          </a:p>
          <a:p>
            <a:pPr eaLnBrk="1" hangingPunct="1">
              <a:lnSpc>
                <a:spcPct val="125000"/>
              </a:lnSpc>
              <a:buClr>
                <a:srgbClr val="3333CC"/>
              </a:buClr>
              <a:buSzPct val="60000"/>
              <a:buFont typeface="Wingdings" panose="05000000000000000000" pitchFamily="2" charset="2"/>
              <a:buNone/>
            </a:pPr>
            <a:r>
              <a:rPr lang="en-US" altLang="zh-CN" b="1">
                <a:latin typeface="黑体" panose="02010609060101010101" pitchFamily="49" charset="-122"/>
                <a:ea typeface="黑体" panose="02010609060101010101" pitchFamily="49" charset="-122"/>
                <a:sym typeface="Symbol" panose="05050102010706020507" pitchFamily="18" charset="2"/>
              </a:rPr>
              <a:t>                 P </a:t>
            </a:r>
            <a:r>
              <a:rPr lang="en-US" altLang="zh-CN" b="1">
                <a:latin typeface="黑体" panose="02010609060101010101" pitchFamily="49" charset="-122"/>
                <a:ea typeface="黑体" panose="02010609060101010101" pitchFamily="49" charset="-122"/>
              </a:rPr>
              <a:t>→(Q∧R)</a:t>
            </a:r>
          </a:p>
          <a:p>
            <a:pPr eaLnBrk="1" hangingPunct="1">
              <a:lnSpc>
                <a:spcPct val="125000"/>
              </a:lnSpc>
              <a:buClr>
                <a:srgbClr val="3333CC"/>
              </a:buClr>
              <a:buSzPct val="60000"/>
              <a:buFont typeface="Wingdings" panose="05000000000000000000" pitchFamily="2" charset="2"/>
              <a:buNone/>
            </a:pPr>
            <a:r>
              <a:rPr lang="zh-CN" altLang="en-US" b="1">
                <a:latin typeface="黑体" panose="02010609060101010101" pitchFamily="49" charset="-122"/>
                <a:ea typeface="黑体" panose="02010609060101010101" pitchFamily="49" charset="-122"/>
              </a:rPr>
              <a:t>用真值表易证这两个公式等值。</a:t>
            </a:r>
            <a:endParaRPr kumimoji="0" lang="zh-CN" altLang="en-US">
              <a:latin typeface="黑体" panose="02010609060101010101" pitchFamily="49" charset="-122"/>
              <a:ea typeface="黑体" panose="02010609060101010101" pitchFamily="49" charset="-122"/>
            </a:endParaRPr>
          </a:p>
        </p:txBody>
      </p:sp>
      <p:sp>
        <p:nvSpPr>
          <p:cNvPr id="136200" name="Text Box 2">
            <a:extLst>
              <a:ext uri="{FF2B5EF4-FFF2-40B4-BE49-F238E27FC236}">
                <a16:creationId xmlns:a16="http://schemas.microsoft.com/office/drawing/2014/main" id="{D65EF20A-F3A9-4F48-939B-A97F0164423B}"/>
              </a:ext>
            </a:extLst>
          </p:cNvPr>
          <p:cNvSpPr txBox="1">
            <a:spLocks noChangeArrowheads="1"/>
          </p:cNvSpPr>
          <p:nvPr/>
        </p:nvSpPr>
        <p:spPr bwMode="auto">
          <a:xfrm>
            <a:off x="1436688" y="785813"/>
            <a:ext cx="60166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应用举例</a:t>
            </a:r>
          </a:p>
        </p:txBody>
      </p:sp>
      <p:pic>
        <p:nvPicPr>
          <p:cNvPr id="136201" name="Picture 6" descr="C:\Program Files\Microsoft Office\MEDIA\CAGCAT10\j0293844.wmf">
            <a:extLst>
              <a:ext uri="{FF2B5EF4-FFF2-40B4-BE49-F238E27FC236}">
                <a16:creationId xmlns:a16="http://schemas.microsoft.com/office/drawing/2014/main" id="{A1D3BA51-31EA-4444-AE1E-941D341612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40650" y="5143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日期占位符 3">
            <a:extLst>
              <a:ext uri="{FF2B5EF4-FFF2-40B4-BE49-F238E27FC236}">
                <a16:creationId xmlns:a16="http://schemas.microsoft.com/office/drawing/2014/main" id="{FD5AC8DD-D9D0-40C1-BE27-FFACCF48A65C}"/>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43CEE306-E498-405A-BD51-3C7526C2A89F}"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37219" name="页脚占位符 4">
            <a:extLst>
              <a:ext uri="{FF2B5EF4-FFF2-40B4-BE49-F238E27FC236}">
                <a16:creationId xmlns:a16="http://schemas.microsoft.com/office/drawing/2014/main" id="{DD3A180A-C2A6-484D-B6DE-CCC0734A7FA6}"/>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37220" name="灯片编号占位符 5">
            <a:extLst>
              <a:ext uri="{FF2B5EF4-FFF2-40B4-BE49-F238E27FC236}">
                <a16:creationId xmlns:a16="http://schemas.microsoft.com/office/drawing/2014/main" id="{8F1738F6-2B1E-4211-9893-6CB674A16A50}"/>
              </a:ext>
            </a:extLst>
          </p:cNvPr>
          <p:cNvSpPr>
            <a:spLocks noGrp="1"/>
          </p:cNvSpPr>
          <p:nvPr>
            <p:ph type="sldNum" sz="quarter" idx="12"/>
          </p:nvPr>
        </p:nvSpPr>
        <p:spPr>
          <a:xfrm>
            <a:off x="6588125" y="6400800"/>
            <a:ext cx="1905000" cy="4572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F5E08FF0-6C06-4B44-87AD-9C4373A54475}" type="slidenum">
              <a:rPr lang="en-US" altLang="zh-CN" sz="1400" smtClean="0">
                <a:latin typeface="Times New Roman" panose="02020603050405020304" pitchFamily="18" charset="0"/>
                <a:ea typeface="宋体" panose="02010600030101010101" pitchFamily="2" charset="-122"/>
              </a:rPr>
              <a:pPr>
                <a:spcBef>
                  <a:spcPct val="0"/>
                </a:spcBef>
                <a:buFontTx/>
                <a:buNone/>
              </a:pPr>
              <a:t>110</a:t>
            </a:fld>
            <a:endParaRPr lang="en-US" altLang="zh-CN" sz="1400">
              <a:latin typeface="Times New Roman" panose="02020603050405020304" pitchFamily="18" charset="0"/>
              <a:ea typeface="宋体" panose="02010600030101010101" pitchFamily="2" charset="-122"/>
            </a:endParaRPr>
          </a:p>
        </p:txBody>
      </p:sp>
      <p:sp>
        <p:nvSpPr>
          <p:cNvPr id="137221" name="Text Box 2">
            <a:extLst>
              <a:ext uri="{FF2B5EF4-FFF2-40B4-BE49-F238E27FC236}">
                <a16:creationId xmlns:a16="http://schemas.microsoft.com/office/drawing/2014/main" id="{B3991A91-E7B2-42CB-B69E-164A18FCD200}"/>
              </a:ext>
            </a:extLst>
          </p:cNvPr>
          <p:cNvSpPr txBox="1">
            <a:spLocks noChangeArrowheads="1"/>
          </p:cNvSpPr>
          <p:nvPr/>
        </p:nvSpPr>
        <p:spPr bwMode="auto">
          <a:xfrm>
            <a:off x="1476375" y="930275"/>
            <a:ext cx="60166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等值演算法</a:t>
            </a:r>
          </a:p>
        </p:txBody>
      </p:sp>
      <p:pic>
        <p:nvPicPr>
          <p:cNvPr id="137222" name="Picture 6" descr="C:\Program Files\Microsoft Office\MEDIA\CAGCAT10\j0293844.wmf">
            <a:extLst>
              <a:ext uri="{FF2B5EF4-FFF2-40B4-BE49-F238E27FC236}">
                <a16:creationId xmlns:a16="http://schemas.microsoft.com/office/drawing/2014/main" id="{BF01E17C-2469-4827-B4DF-6D74E7315E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5143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7223" name="Rectangle 4">
            <a:extLst>
              <a:ext uri="{FF2B5EF4-FFF2-40B4-BE49-F238E27FC236}">
                <a16:creationId xmlns:a16="http://schemas.microsoft.com/office/drawing/2014/main" id="{D8163EE3-1023-4630-B25C-4DF257268C7E}"/>
              </a:ext>
            </a:extLst>
          </p:cNvPr>
          <p:cNvSpPr>
            <a:spLocks noChangeArrowheads="1"/>
          </p:cNvSpPr>
          <p:nvPr/>
        </p:nvSpPr>
        <p:spPr bwMode="auto">
          <a:xfrm>
            <a:off x="1042988" y="2349500"/>
            <a:ext cx="7632700" cy="332263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buFontTx/>
              <a:buNone/>
            </a:pPr>
            <a:r>
              <a:rPr kumimoji="0" lang="zh-CN" altLang="en-US" sz="3200" b="1">
                <a:latin typeface="宋体" panose="02010600030101010101" pitchFamily="2" charset="-122"/>
                <a:ea typeface="黑体" panose="02010609060101010101" pitchFamily="49" charset="-122"/>
              </a:rPr>
              <a:t>   证明两个命题公式之间等值或逻辑等价的另外一种方法叫做</a:t>
            </a:r>
            <a:r>
              <a:rPr kumimoji="0" lang="zh-CN" altLang="en-US" sz="3200" b="1">
                <a:solidFill>
                  <a:schemeClr val="accent2"/>
                </a:solidFill>
                <a:latin typeface="黑体" panose="02010609060101010101" pitchFamily="49" charset="-122"/>
                <a:ea typeface="黑体" panose="02010609060101010101" pitchFamily="49" charset="-122"/>
              </a:rPr>
              <a:t>等值演算法</a:t>
            </a:r>
            <a:r>
              <a:rPr kumimoji="0" lang="zh-CN" altLang="en-US" sz="3200" b="1">
                <a:latin typeface="宋体" panose="02010600030101010101" pitchFamily="2" charset="-122"/>
                <a:ea typeface="黑体" panose="02010609060101010101" pitchFamily="49" charset="-122"/>
              </a:rPr>
              <a:t>。</a:t>
            </a:r>
          </a:p>
          <a:p>
            <a:pPr eaLnBrk="1" hangingPunct="1">
              <a:lnSpc>
                <a:spcPct val="120000"/>
              </a:lnSpc>
              <a:buFontTx/>
              <a:buNone/>
            </a:pPr>
            <a:endParaRPr kumimoji="0" lang="zh-CN" altLang="en-US" sz="1000" b="1">
              <a:latin typeface="宋体" panose="02010600030101010101" pitchFamily="2" charset="-122"/>
              <a:ea typeface="黑体" panose="02010609060101010101" pitchFamily="49" charset="-122"/>
            </a:endParaRPr>
          </a:p>
          <a:p>
            <a:pPr eaLnBrk="1" hangingPunct="1">
              <a:lnSpc>
                <a:spcPct val="120000"/>
              </a:lnSpc>
              <a:buFontTx/>
              <a:buNone/>
            </a:pPr>
            <a:r>
              <a:rPr kumimoji="0" lang="zh-CN" altLang="en-US" sz="3200" b="1">
                <a:solidFill>
                  <a:schemeClr val="accent2"/>
                </a:solidFill>
                <a:latin typeface="黑体" panose="02010609060101010101" pitchFamily="49" charset="-122"/>
                <a:ea typeface="黑体" panose="02010609060101010101" pitchFamily="49" charset="-122"/>
              </a:rPr>
              <a:t>   基本思路是：</a:t>
            </a:r>
            <a:r>
              <a:rPr kumimoji="0" lang="zh-CN" altLang="en-US" sz="3200" b="1">
                <a:solidFill>
                  <a:srgbClr val="006600"/>
                </a:solidFill>
                <a:latin typeface="黑体" panose="02010609060101010101" pitchFamily="49" charset="-122"/>
                <a:ea typeface="黑体" panose="02010609060101010101" pitchFamily="49" charset="-122"/>
              </a:rPr>
              <a:t>首先用真值表证明一组基本等值式，然后再它们为基础进行命题公式之间的等值演算。</a:t>
            </a:r>
          </a:p>
        </p:txBody>
      </p:sp>
    </p:spTree>
  </p:cSld>
  <p:clrMapOvr>
    <a:masterClrMapping/>
  </p:clrMapOvr>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日期占位符 3">
            <a:extLst>
              <a:ext uri="{FF2B5EF4-FFF2-40B4-BE49-F238E27FC236}">
                <a16:creationId xmlns:a16="http://schemas.microsoft.com/office/drawing/2014/main" id="{4DA4BA77-2CF4-438D-B0E3-11DAF16FE8B6}"/>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01353DD0-7A71-4045-AFEB-8940BA7603AC}"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38243" name="页脚占位符 4">
            <a:extLst>
              <a:ext uri="{FF2B5EF4-FFF2-40B4-BE49-F238E27FC236}">
                <a16:creationId xmlns:a16="http://schemas.microsoft.com/office/drawing/2014/main" id="{DEA37311-3A08-4B38-9AF6-686100D889E7}"/>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38244" name="灯片编号占位符 5">
            <a:extLst>
              <a:ext uri="{FF2B5EF4-FFF2-40B4-BE49-F238E27FC236}">
                <a16:creationId xmlns:a16="http://schemas.microsoft.com/office/drawing/2014/main" id="{6B123273-6E22-4629-A8DA-8301F8D3AB62}"/>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11FD2334-F97A-49A9-9597-9349EE2E3961}" type="slidenum">
              <a:rPr lang="en-US" altLang="zh-CN" sz="1400" smtClean="0">
                <a:latin typeface="Times New Roman" panose="02020603050405020304" pitchFamily="18" charset="0"/>
                <a:ea typeface="宋体" panose="02010600030101010101" pitchFamily="2" charset="-122"/>
              </a:rPr>
              <a:pPr>
                <a:spcBef>
                  <a:spcPct val="0"/>
                </a:spcBef>
                <a:buFontTx/>
                <a:buNone/>
              </a:pPr>
              <a:t>111</a:t>
            </a:fld>
            <a:endParaRPr lang="en-US" altLang="zh-CN" sz="1400">
              <a:latin typeface="Times New Roman" panose="02020603050405020304" pitchFamily="18" charset="0"/>
              <a:ea typeface="宋体" panose="02010600030101010101" pitchFamily="2" charset="-122"/>
            </a:endParaRPr>
          </a:p>
        </p:txBody>
      </p:sp>
      <p:sp>
        <p:nvSpPr>
          <p:cNvPr id="138245" name="Text Box 2">
            <a:extLst>
              <a:ext uri="{FF2B5EF4-FFF2-40B4-BE49-F238E27FC236}">
                <a16:creationId xmlns:a16="http://schemas.microsoft.com/office/drawing/2014/main" id="{F0BDD40B-14EF-4A2C-B6F2-F001AF3B337C}"/>
              </a:ext>
            </a:extLst>
          </p:cNvPr>
          <p:cNvSpPr txBox="1">
            <a:spLocks noChangeArrowheads="1"/>
          </p:cNvSpPr>
          <p:nvPr/>
        </p:nvSpPr>
        <p:spPr bwMode="auto">
          <a:xfrm>
            <a:off x="1508125" y="692150"/>
            <a:ext cx="60166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基本等值式</a:t>
            </a:r>
          </a:p>
        </p:txBody>
      </p:sp>
      <p:pic>
        <p:nvPicPr>
          <p:cNvPr id="138246" name="Picture 6" descr="C:\Program Files\Microsoft Office\MEDIA\CAGCAT10\j0293844.wmf">
            <a:extLst>
              <a:ext uri="{FF2B5EF4-FFF2-40B4-BE49-F238E27FC236}">
                <a16:creationId xmlns:a16="http://schemas.microsoft.com/office/drawing/2014/main" id="{4AB478D3-C5F9-4185-AAF5-5B1BFCC94E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5143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a:extLst>
              <a:ext uri="{FF2B5EF4-FFF2-40B4-BE49-F238E27FC236}">
                <a16:creationId xmlns:a16="http://schemas.microsoft.com/office/drawing/2014/main" id="{550FEE7D-5F5B-4BDF-8349-418DB8310169}"/>
              </a:ext>
            </a:extLst>
          </p:cNvPr>
          <p:cNvSpPr>
            <a:spLocks noRot="1" noChangeAspect="1" noMove="1" noResize="1" noEditPoints="1" noAdjustHandles="1" noChangeArrowheads="1" noChangeShapeType="1" noTextEdit="1"/>
          </p:cNvSpPr>
          <p:nvPr/>
        </p:nvSpPr>
        <p:spPr>
          <a:xfrm>
            <a:off x="539552" y="2134549"/>
            <a:ext cx="8820472" cy="3732945"/>
          </a:xfrm>
          <a:prstGeom prst="rect">
            <a:avLst/>
          </a:prstGeom>
          <a:blipFill>
            <a:blip r:embed="rId4"/>
            <a:stretch>
              <a:fillRect b="-1305"/>
            </a:stretch>
          </a:blipFill>
        </p:spPr>
        <p:txBody>
          <a:bodyPr/>
          <a:lstStyle/>
          <a:p>
            <a:pPr>
              <a:defRPr/>
            </a:pPr>
            <a:r>
              <a:rPr lang="zh-CN" altLang="en-US">
                <a:noFill/>
              </a:rPr>
              <a:t> </a:t>
            </a:r>
          </a:p>
        </p:txBody>
      </p:sp>
    </p:spTree>
  </p:cSld>
  <p:clrMapOvr>
    <a:masterClrMapping/>
  </p:clrMapOvr>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日期占位符 3">
            <a:extLst>
              <a:ext uri="{FF2B5EF4-FFF2-40B4-BE49-F238E27FC236}">
                <a16:creationId xmlns:a16="http://schemas.microsoft.com/office/drawing/2014/main" id="{F757233C-41B7-4671-98A8-4C1532CAEB42}"/>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C2F73944-5A39-41CC-848B-600B9D588EAA}"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39267" name="页脚占位符 4">
            <a:extLst>
              <a:ext uri="{FF2B5EF4-FFF2-40B4-BE49-F238E27FC236}">
                <a16:creationId xmlns:a16="http://schemas.microsoft.com/office/drawing/2014/main" id="{E0F6A38F-321A-4A80-B82B-1B274801B2FC}"/>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39268" name="灯片编号占位符 5">
            <a:extLst>
              <a:ext uri="{FF2B5EF4-FFF2-40B4-BE49-F238E27FC236}">
                <a16:creationId xmlns:a16="http://schemas.microsoft.com/office/drawing/2014/main" id="{5E7B3CAD-8BC4-49FB-8D2F-5B010D783687}"/>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305AF5FB-3E1C-4B67-B0B9-1A950F56F476}" type="slidenum">
              <a:rPr lang="en-US" altLang="zh-CN" sz="1400" smtClean="0">
                <a:latin typeface="Times New Roman" panose="02020603050405020304" pitchFamily="18" charset="0"/>
                <a:ea typeface="宋体" panose="02010600030101010101" pitchFamily="2" charset="-122"/>
              </a:rPr>
              <a:pPr>
                <a:spcBef>
                  <a:spcPct val="0"/>
                </a:spcBef>
                <a:buFontTx/>
                <a:buNone/>
              </a:pPr>
              <a:t>112</a:t>
            </a:fld>
            <a:endParaRPr lang="en-US" altLang="zh-CN" sz="1400">
              <a:latin typeface="Times New Roman" panose="02020603050405020304" pitchFamily="18" charset="0"/>
              <a:ea typeface="宋体" panose="02010600030101010101" pitchFamily="2" charset="-122"/>
            </a:endParaRPr>
          </a:p>
        </p:txBody>
      </p:sp>
      <p:sp>
        <p:nvSpPr>
          <p:cNvPr id="139269" name="Text Box 2">
            <a:extLst>
              <a:ext uri="{FF2B5EF4-FFF2-40B4-BE49-F238E27FC236}">
                <a16:creationId xmlns:a16="http://schemas.microsoft.com/office/drawing/2014/main" id="{B078E3D9-C82A-490E-AF0D-98819800FAA6}"/>
              </a:ext>
            </a:extLst>
          </p:cNvPr>
          <p:cNvSpPr txBox="1">
            <a:spLocks noChangeArrowheads="1"/>
          </p:cNvSpPr>
          <p:nvPr/>
        </p:nvSpPr>
        <p:spPr bwMode="auto">
          <a:xfrm>
            <a:off x="1508125" y="692150"/>
            <a:ext cx="60166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基本等值式</a:t>
            </a:r>
          </a:p>
        </p:txBody>
      </p:sp>
      <p:pic>
        <p:nvPicPr>
          <p:cNvPr id="139270" name="Picture 6" descr="C:\Program Files\Microsoft Office\MEDIA\CAGCAT10\j0293844.wmf">
            <a:extLst>
              <a:ext uri="{FF2B5EF4-FFF2-40B4-BE49-F238E27FC236}">
                <a16:creationId xmlns:a16="http://schemas.microsoft.com/office/drawing/2014/main" id="{5B08FF21-2F0F-46B3-9B1C-C3AAD0D6DA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5143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a:extLst>
              <a:ext uri="{FF2B5EF4-FFF2-40B4-BE49-F238E27FC236}">
                <a16:creationId xmlns:a16="http://schemas.microsoft.com/office/drawing/2014/main" id="{4C59B3E6-77C1-4C1A-86DA-9FDA52395FAB}"/>
              </a:ext>
            </a:extLst>
          </p:cNvPr>
          <p:cNvSpPr>
            <a:spLocks noRot="1" noChangeAspect="1" noMove="1" noResize="1" noEditPoints="1" noAdjustHandles="1" noChangeArrowheads="1" noChangeShapeType="1" noTextEdit="1"/>
          </p:cNvSpPr>
          <p:nvPr/>
        </p:nvSpPr>
        <p:spPr>
          <a:xfrm>
            <a:off x="650677" y="2240817"/>
            <a:ext cx="8208912" cy="3732945"/>
          </a:xfrm>
          <a:prstGeom prst="rect">
            <a:avLst/>
          </a:prstGeom>
          <a:blipFill>
            <a:blip r:embed="rId4"/>
            <a:stretch>
              <a:fillRect b="-1471"/>
            </a:stretch>
          </a:blipFill>
        </p:spPr>
        <p:txBody>
          <a:bodyPr/>
          <a:lstStyle/>
          <a:p>
            <a:pPr>
              <a:defRPr/>
            </a:pPr>
            <a:r>
              <a:rPr lang="zh-CN" altLang="en-US">
                <a:noFill/>
              </a:rPr>
              <a:t> </a:t>
            </a:r>
          </a:p>
        </p:txBody>
      </p:sp>
    </p:spTree>
  </p:cSld>
  <p:clrMapOvr>
    <a:masterClrMapping/>
  </p:clrMapOvr>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日期占位符 3">
            <a:extLst>
              <a:ext uri="{FF2B5EF4-FFF2-40B4-BE49-F238E27FC236}">
                <a16:creationId xmlns:a16="http://schemas.microsoft.com/office/drawing/2014/main" id="{F4B2EAB8-092C-4214-8289-63D410FCFFCB}"/>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53A33FF4-5DAC-4882-8C9F-94710F245713}"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40291" name="页脚占位符 4">
            <a:extLst>
              <a:ext uri="{FF2B5EF4-FFF2-40B4-BE49-F238E27FC236}">
                <a16:creationId xmlns:a16="http://schemas.microsoft.com/office/drawing/2014/main" id="{D441DC85-882A-430F-B802-EF317507411A}"/>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40292" name="灯片编号占位符 5">
            <a:extLst>
              <a:ext uri="{FF2B5EF4-FFF2-40B4-BE49-F238E27FC236}">
                <a16:creationId xmlns:a16="http://schemas.microsoft.com/office/drawing/2014/main" id="{1E5CDDAE-2594-48A8-A436-384A028F26B6}"/>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CCCC40EF-98D2-427C-9C10-162C310316B4}" type="slidenum">
              <a:rPr lang="en-US" altLang="zh-CN" sz="1400" smtClean="0">
                <a:latin typeface="Times New Roman" panose="02020603050405020304" pitchFamily="18" charset="0"/>
                <a:ea typeface="宋体" panose="02010600030101010101" pitchFamily="2" charset="-122"/>
              </a:rPr>
              <a:pPr>
                <a:spcBef>
                  <a:spcPct val="0"/>
                </a:spcBef>
                <a:buFontTx/>
                <a:buNone/>
              </a:pPr>
              <a:t>113</a:t>
            </a:fld>
            <a:endParaRPr lang="en-US" altLang="zh-CN" sz="1400">
              <a:latin typeface="Times New Roman" panose="02020603050405020304" pitchFamily="18" charset="0"/>
              <a:ea typeface="宋体" panose="02010600030101010101" pitchFamily="2" charset="-122"/>
            </a:endParaRPr>
          </a:p>
        </p:txBody>
      </p:sp>
      <p:sp>
        <p:nvSpPr>
          <p:cNvPr id="140293" name="Text Box 2">
            <a:extLst>
              <a:ext uri="{FF2B5EF4-FFF2-40B4-BE49-F238E27FC236}">
                <a16:creationId xmlns:a16="http://schemas.microsoft.com/office/drawing/2014/main" id="{D48783D4-A776-44CA-AD55-B547F4C7FF28}"/>
              </a:ext>
            </a:extLst>
          </p:cNvPr>
          <p:cNvSpPr txBox="1">
            <a:spLocks noChangeArrowheads="1"/>
          </p:cNvSpPr>
          <p:nvPr/>
        </p:nvSpPr>
        <p:spPr bwMode="auto">
          <a:xfrm>
            <a:off x="1476375" y="858838"/>
            <a:ext cx="60166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基本等值式</a:t>
            </a:r>
          </a:p>
        </p:txBody>
      </p:sp>
      <p:pic>
        <p:nvPicPr>
          <p:cNvPr id="140294" name="Picture 6" descr="C:\Program Files\Microsoft Office\MEDIA\CAGCAT10\j0293844.wmf">
            <a:extLst>
              <a:ext uri="{FF2B5EF4-FFF2-40B4-BE49-F238E27FC236}">
                <a16:creationId xmlns:a16="http://schemas.microsoft.com/office/drawing/2014/main" id="{7BE74208-A913-4946-92B9-0DA12FE991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5143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0295" name="Rectangle 4">
            <a:extLst>
              <a:ext uri="{FF2B5EF4-FFF2-40B4-BE49-F238E27FC236}">
                <a16:creationId xmlns:a16="http://schemas.microsoft.com/office/drawing/2014/main" id="{A38CF7A1-B755-4F2D-AA31-6FE97C19B0F5}"/>
              </a:ext>
            </a:extLst>
          </p:cNvPr>
          <p:cNvSpPr>
            <a:spLocks noChangeArrowheads="1"/>
          </p:cNvSpPr>
          <p:nvPr/>
        </p:nvSpPr>
        <p:spPr bwMode="auto">
          <a:xfrm>
            <a:off x="1038225" y="2101850"/>
            <a:ext cx="7494588" cy="822325"/>
          </a:xfrm>
          <a:prstGeom prst="rect">
            <a:avLst/>
          </a:prstGeom>
          <a:solidFill>
            <a:schemeClr val="bg1"/>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spAutoFit/>
          </a:bodyPr>
          <a:lstStyle>
            <a:lvl1pPr marL="400050" indent="-400050">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spcAft>
                <a:spcPct val="20000"/>
              </a:spcAft>
              <a:buClr>
                <a:srgbClr val="228A88"/>
              </a:buClr>
              <a:buFont typeface="Wingdings 2" panose="05020102010507070707" pitchFamily="18" charset="2"/>
              <a:buNone/>
            </a:pPr>
            <a:r>
              <a:rPr kumimoji="0" lang="en-US" altLang="zh-CN" sz="2000">
                <a:latin typeface="黑体" panose="02010609060101010101" pitchFamily="49" charset="-122"/>
                <a:ea typeface="黑体" panose="02010609060101010101" pitchFamily="49" charset="-122"/>
                <a:cs typeface="Arial" panose="020B0604020202020204" pitchFamily="34" charset="0"/>
              </a:rPr>
              <a:t>   </a:t>
            </a:r>
            <a:r>
              <a:rPr kumimoji="0" lang="zh-CN" altLang="en-US" b="1">
                <a:latin typeface="黑体" panose="02010609060101010101" pitchFamily="49" charset="-122"/>
                <a:ea typeface="黑体" panose="02010609060101010101" pitchFamily="49" charset="-122"/>
                <a:cs typeface="Arial" panose="020B0604020202020204" pitchFamily="34" charset="0"/>
              </a:rPr>
              <a:t>以上共</a:t>
            </a:r>
            <a:r>
              <a:rPr kumimoji="0" lang="en-US" altLang="zh-CN" b="1">
                <a:latin typeface="黑体" panose="02010609060101010101" pitchFamily="49" charset="-122"/>
                <a:ea typeface="黑体" panose="02010609060101010101" pitchFamily="49" charset="-122"/>
                <a:cs typeface="Arial" panose="020B0604020202020204" pitchFamily="34" charset="0"/>
              </a:rPr>
              <a:t>24</a:t>
            </a:r>
            <a:r>
              <a:rPr kumimoji="0" lang="zh-CN" altLang="en-US" b="1">
                <a:latin typeface="黑体" panose="02010609060101010101" pitchFamily="49" charset="-122"/>
                <a:ea typeface="黑体" panose="02010609060101010101" pitchFamily="49" charset="-122"/>
                <a:cs typeface="Arial" panose="020B0604020202020204" pitchFamily="34" charset="0"/>
              </a:rPr>
              <a:t>个等值式都可用真值表证明。下面仅验证德摩根律： </a:t>
            </a:r>
            <a:r>
              <a:rPr kumimoji="0" lang="en-US" altLang="zh-CN" b="1">
                <a:latin typeface="黑体" panose="02010609060101010101" pitchFamily="49" charset="-122"/>
                <a:ea typeface="黑体" panose="02010609060101010101" pitchFamily="49" charset="-122"/>
                <a:cs typeface="Arial" panose="020B0604020202020204" pitchFamily="34" charset="0"/>
              </a:rPr>
              <a:t>¬(A∨B)</a:t>
            </a:r>
            <a:r>
              <a:rPr kumimoji="0" lang="en-US" altLang="zh-CN" b="1">
                <a:latin typeface="黑体" panose="02010609060101010101" pitchFamily="49" charset="-122"/>
                <a:ea typeface="黑体" panose="02010609060101010101" pitchFamily="49" charset="-122"/>
                <a:cs typeface="Arial" panose="020B0604020202020204" pitchFamily="34" charset="0"/>
                <a:sym typeface="Symbol" panose="05050102010706020507" pitchFamily="18" charset="2"/>
              </a:rPr>
              <a:t></a:t>
            </a:r>
            <a:r>
              <a:rPr kumimoji="0" lang="en-US" altLang="zh-CN" b="1">
                <a:latin typeface="黑体" panose="02010609060101010101" pitchFamily="49" charset="-122"/>
                <a:ea typeface="黑体" panose="02010609060101010101" pitchFamily="49" charset="-122"/>
                <a:cs typeface="Arial" panose="020B0604020202020204" pitchFamily="34" charset="0"/>
              </a:rPr>
              <a:t>¬A∧¬B         </a:t>
            </a:r>
          </a:p>
        </p:txBody>
      </p:sp>
      <p:grpSp>
        <p:nvGrpSpPr>
          <p:cNvPr id="140296" name="Group 5">
            <a:extLst>
              <a:ext uri="{FF2B5EF4-FFF2-40B4-BE49-F238E27FC236}">
                <a16:creationId xmlns:a16="http://schemas.microsoft.com/office/drawing/2014/main" id="{8FDB6469-4515-4D18-9706-9B7FFDE880BF}"/>
              </a:ext>
            </a:extLst>
          </p:cNvPr>
          <p:cNvGrpSpPr>
            <a:grpSpLocks/>
          </p:cNvGrpSpPr>
          <p:nvPr/>
        </p:nvGrpSpPr>
        <p:grpSpPr bwMode="auto">
          <a:xfrm>
            <a:off x="900113" y="3213100"/>
            <a:ext cx="8077200" cy="2879725"/>
            <a:chOff x="624" y="2160"/>
            <a:chExt cx="5088" cy="1814"/>
          </a:xfrm>
        </p:grpSpPr>
        <p:grpSp>
          <p:nvGrpSpPr>
            <p:cNvPr id="140297" name="Group 6">
              <a:extLst>
                <a:ext uri="{FF2B5EF4-FFF2-40B4-BE49-F238E27FC236}">
                  <a16:creationId xmlns:a16="http://schemas.microsoft.com/office/drawing/2014/main" id="{03F62391-D2E9-4EAF-984B-2061466A9EB7}"/>
                </a:ext>
              </a:extLst>
            </p:cNvPr>
            <p:cNvGrpSpPr>
              <a:grpSpLocks/>
            </p:cNvGrpSpPr>
            <p:nvPr/>
          </p:nvGrpSpPr>
          <p:grpSpPr bwMode="auto">
            <a:xfrm>
              <a:off x="3916" y="2160"/>
              <a:ext cx="894" cy="359"/>
              <a:chOff x="1393" y="331"/>
              <a:chExt cx="377" cy="298"/>
            </a:xfrm>
          </p:grpSpPr>
          <p:sp>
            <p:nvSpPr>
              <p:cNvPr id="140402" name="Rectangle 7">
                <a:extLst>
                  <a:ext uri="{FF2B5EF4-FFF2-40B4-BE49-F238E27FC236}">
                    <a16:creationId xmlns:a16="http://schemas.microsoft.com/office/drawing/2014/main" id="{8886998B-FF6A-46B4-960D-937212A7AFC4}"/>
                  </a:ext>
                </a:extLst>
              </p:cNvPr>
              <p:cNvSpPr>
                <a:spLocks noChangeArrowheads="1"/>
              </p:cNvSpPr>
              <p:nvPr/>
            </p:nvSpPr>
            <p:spPr bwMode="auto">
              <a:xfrm>
                <a:off x="1397" y="335"/>
                <a:ext cx="369"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endParaRPr kumimoji="0" lang="en-US" altLang="zh-CN">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b="1">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b="1">
                    <a:latin typeface="宋体" panose="02010600030101010101" pitchFamily="2" charset="-122"/>
                    <a:ea typeface="宋体" panose="02010600030101010101" pitchFamily="2" charset="-122"/>
                    <a:cs typeface="Times New Roman" panose="02020603050405020304" pitchFamily="18" charset="0"/>
                  </a:rPr>
                  <a:t>∨</a:t>
                </a:r>
                <a:r>
                  <a:rPr kumimoji="0" lang="en-US" altLang="zh-CN" b="1">
                    <a:latin typeface="Times New Roman" panose="02020603050405020304" pitchFamily="18" charset="0"/>
                    <a:ea typeface="宋体" panose="02010600030101010101" pitchFamily="2" charset="-122"/>
                    <a:cs typeface="Times New Roman" panose="02020603050405020304" pitchFamily="18" charset="0"/>
                  </a:rPr>
                  <a:t>B</a:t>
                </a:r>
              </a:p>
              <a:p>
                <a:pPr algn="ctr">
                  <a:spcBef>
                    <a:spcPct val="0"/>
                  </a:spcBef>
                  <a:buFontTx/>
                  <a:buNone/>
                </a:pPr>
                <a:endParaRPr kumimoji="0" lang="en-US" altLang="zh-CN">
                  <a:latin typeface="Arial" panose="020B0604020202020204" pitchFamily="34" charset="0"/>
                  <a:ea typeface="宋体" panose="02010600030101010101" pitchFamily="2" charset="-122"/>
                  <a:cs typeface="Times New Roman" panose="02020603050405020304" pitchFamily="18" charset="0"/>
                </a:endParaRPr>
              </a:p>
              <a:p>
                <a:pPr algn="ctr">
                  <a:spcBef>
                    <a:spcPct val="0"/>
                  </a:spcBef>
                  <a:buFontTx/>
                  <a:buNone/>
                </a:pPr>
                <a:endParaRPr kumimoji="0" lang="en-US" altLang="zh-CN">
                  <a:latin typeface="Arial" panose="020B0604020202020204" pitchFamily="34" charset="0"/>
                  <a:ea typeface="宋体" panose="02010600030101010101" pitchFamily="2" charset="-122"/>
                  <a:cs typeface="Times New Roman" panose="02020603050405020304" pitchFamily="18" charset="0"/>
                </a:endParaRPr>
              </a:p>
            </p:txBody>
          </p:sp>
          <p:sp>
            <p:nvSpPr>
              <p:cNvPr id="140403" name="Rectangle 8">
                <a:extLst>
                  <a:ext uri="{FF2B5EF4-FFF2-40B4-BE49-F238E27FC236}">
                    <a16:creationId xmlns:a16="http://schemas.microsoft.com/office/drawing/2014/main" id="{D945E391-B90B-4CBB-8EDA-41AE0BE140F7}"/>
                  </a:ext>
                </a:extLst>
              </p:cNvPr>
              <p:cNvSpPr>
                <a:spLocks noChangeArrowheads="1"/>
              </p:cNvSpPr>
              <p:nvPr/>
            </p:nvSpPr>
            <p:spPr bwMode="auto">
              <a:xfrm>
                <a:off x="1393" y="331"/>
                <a:ext cx="377"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40298" name="Group 9">
              <a:extLst>
                <a:ext uri="{FF2B5EF4-FFF2-40B4-BE49-F238E27FC236}">
                  <a16:creationId xmlns:a16="http://schemas.microsoft.com/office/drawing/2014/main" id="{68209639-D9C4-42CD-80AA-D9387CF8F287}"/>
                </a:ext>
              </a:extLst>
            </p:cNvPr>
            <p:cNvGrpSpPr>
              <a:grpSpLocks/>
            </p:cNvGrpSpPr>
            <p:nvPr/>
          </p:nvGrpSpPr>
          <p:grpSpPr bwMode="auto">
            <a:xfrm>
              <a:off x="624" y="2160"/>
              <a:ext cx="5088" cy="1814"/>
              <a:chOff x="336" y="2314"/>
              <a:chExt cx="5088" cy="1814"/>
            </a:xfrm>
          </p:grpSpPr>
          <p:grpSp>
            <p:nvGrpSpPr>
              <p:cNvPr id="140299" name="Group 10">
                <a:extLst>
                  <a:ext uri="{FF2B5EF4-FFF2-40B4-BE49-F238E27FC236}">
                    <a16:creationId xmlns:a16="http://schemas.microsoft.com/office/drawing/2014/main" id="{3269F1B3-1B09-440E-B858-570CD99375C0}"/>
                  </a:ext>
                </a:extLst>
              </p:cNvPr>
              <p:cNvGrpSpPr>
                <a:grpSpLocks/>
              </p:cNvGrpSpPr>
              <p:nvPr/>
            </p:nvGrpSpPr>
            <p:grpSpPr bwMode="auto">
              <a:xfrm>
                <a:off x="336" y="2314"/>
                <a:ext cx="5088" cy="1450"/>
                <a:chOff x="336" y="2314"/>
                <a:chExt cx="5088" cy="1450"/>
              </a:xfrm>
            </p:grpSpPr>
            <p:grpSp>
              <p:nvGrpSpPr>
                <p:cNvPr id="140321" name="Group 11">
                  <a:extLst>
                    <a:ext uri="{FF2B5EF4-FFF2-40B4-BE49-F238E27FC236}">
                      <a16:creationId xmlns:a16="http://schemas.microsoft.com/office/drawing/2014/main" id="{75C18D7E-2FC5-4241-BD98-248E8AADA18A}"/>
                    </a:ext>
                  </a:extLst>
                </p:cNvPr>
                <p:cNvGrpSpPr>
                  <a:grpSpLocks/>
                </p:cNvGrpSpPr>
                <p:nvPr/>
              </p:nvGrpSpPr>
              <p:grpSpPr bwMode="auto">
                <a:xfrm>
                  <a:off x="336" y="2314"/>
                  <a:ext cx="602" cy="359"/>
                  <a:chOff x="0" y="331"/>
                  <a:chExt cx="254" cy="298"/>
                </a:xfrm>
              </p:grpSpPr>
              <p:sp>
                <p:nvSpPr>
                  <p:cNvPr id="140400" name="Rectangle 12">
                    <a:extLst>
                      <a:ext uri="{FF2B5EF4-FFF2-40B4-BE49-F238E27FC236}">
                        <a16:creationId xmlns:a16="http://schemas.microsoft.com/office/drawing/2014/main" id="{7931FBDC-0547-45FD-80F7-676F3DAC60D8}"/>
                      </a:ext>
                    </a:extLst>
                  </p:cNvPr>
                  <p:cNvSpPr>
                    <a:spLocks noChangeArrowheads="1"/>
                  </p:cNvSpPr>
                  <p:nvPr/>
                </p:nvSpPr>
                <p:spPr bwMode="auto">
                  <a:xfrm>
                    <a:off x="4" y="335"/>
                    <a:ext cx="246"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b="1">
                        <a:latin typeface="Times New Roman" panose="02020603050405020304" pitchFamily="18" charset="0"/>
                        <a:ea typeface="宋体" panose="02010600030101010101" pitchFamily="2" charset="-122"/>
                        <a:cs typeface="Times New Roman" panose="02020603050405020304" pitchFamily="18" charset="0"/>
                      </a:rPr>
                      <a:t>A</a:t>
                    </a:r>
                  </a:p>
                  <a:p>
                    <a:pPr algn="ctr">
                      <a:spcBef>
                        <a:spcPct val="0"/>
                      </a:spcBef>
                      <a:buFontTx/>
                      <a:buNone/>
                    </a:pPr>
                    <a:endParaRPr kumimoji="0" lang="en-US" altLang="zh-CN" b="1">
                      <a:latin typeface="Arial" panose="020B0604020202020204" pitchFamily="34" charset="0"/>
                      <a:ea typeface="宋体" panose="02010600030101010101" pitchFamily="2" charset="-122"/>
                      <a:cs typeface="Times New Roman" panose="02020603050405020304" pitchFamily="18" charset="0"/>
                    </a:endParaRPr>
                  </a:p>
                </p:txBody>
              </p:sp>
              <p:sp>
                <p:nvSpPr>
                  <p:cNvPr id="140401" name="Rectangle 13">
                    <a:extLst>
                      <a:ext uri="{FF2B5EF4-FFF2-40B4-BE49-F238E27FC236}">
                        <a16:creationId xmlns:a16="http://schemas.microsoft.com/office/drawing/2014/main" id="{C1D6DB57-B6EE-4951-A3BD-82DCDA1391FB}"/>
                      </a:ext>
                    </a:extLst>
                  </p:cNvPr>
                  <p:cNvSpPr>
                    <a:spLocks noChangeArrowheads="1"/>
                  </p:cNvSpPr>
                  <p:nvPr/>
                </p:nvSpPr>
                <p:spPr bwMode="auto">
                  <a:xfrm>
                    <a:off x="0" y="331"/>
                    <a:ext cx="254"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40322" name="Group 14">
                  <a:extLst>
                    <a:ext uri="{FF2B5EF4-FFF2-40B4-BE49-F238E27FC236}">
                      <a16:creationId xmlns:a16="http://schemas.microsoft.com/office/drawing/2014/main" id="{C7B66BE9-438D-4B1D-BF41-224D2C2606B8}"/>
                    </a:ext>
                  </a:extLst>
                </p:cNvPr>
                <p:cNvGrpSpPr>
                  <a:grpSpLocks/>
                </p:cNvGrpSpPr>
                <p:nvPr/>
              </p:nvGrpSpPr>
              <p:grpSpPr bwMode="auto">
                <a:xfrm>
                  <a:off x="938" y="2314"/>
                  <a:ext cx="602" cy="359"/>
                  <a:chOff x="254" y="331"/>
                  <a:chExt cx="254" cy="298"/>
                </a:xfrm>
              </p:grpSpPr>
              <p:sp>
                <p:nvSpPr>
                  <p:cNvPr id="140398" name="Rectangle 15">
                    <a:extLst>
                      <a:ext uri="{FF2B5EF4-FFF2-40B4-BE49-F238E27FC236}">
                        <a16:creationId xmlns:a16="http://schemas.microsoft.com/office/drawing/2014/main" id="{E22FA23B-3593-45DB-9F63-65E58F824F36}"/>
                      </a:ext>
                    </a:extLst>
                  </p:cNvPr>
                  <p:cNvSpPr>
                    <a:spLocks noChangeArrowheads="1"/>
                  </p:cNvSpPr>
                  <p:nvPr/>
                </p:nvSpPr>
                <p:spPr bwMode="auto">
                  <a:xfrm>
                    <a:off x="258" y="335"/>
                    <a:ext cx="246"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b="1">
                        <a:latin typeface="Times New Roman" panose="02020603050405020304" pitchFamily="18" charset="0"/>
                        <a:ea typeface="宋体" panose="02010600030101010101" pitchFamily="2" charset="-122"/>
                        <a:cs typeface="Times New Roman" panose="02020603050405020304" pitchFamily="18" charset="0"/>
                      </a:rPr>
                      <a:t>B</a:t>
                    </a:r>
                  </a:p>
                  <a:p>
                    <a:pPr algn="ctr">
                      <a:spcBef>
                        <a:spcPct val="0"/>
                      </a:spcBef>
                      <a:buFontTx/>
                      <a:buNone/>
                    </a:pPr>
                    <a:endParaRPr kumimoji="0" lang="en-US" altLang="zh-CN" b="1">
                      <a:latin typeface="Arial" panose="020B0604020202020204" pitchFamily="34" charset="0"/>
                      <a:ea typeface="宋体" panose="02010600030101010101" pitchFamily="2" charset="-122"/>
                      <a:cs typeface="Times New Roman" panose="02020603050405020304" pitchFamily="18" charset="0"/>
                    </a:endParaRPr>
                  </a:p>
                </p:txBody>
              </p:sp>
              <p:sp>
                <p:nvSpPr>
                  <p:cNvPr id="140399" name="Rectangle 16">
                    <a:extLst>
                      <a:ext uri="{FF2B5EF4-FFF2-40B4-BE49-F238E27FC236}">
                        <a16:creationId xmlns:a16="http://schemas.microsoft.com/office/drawing/2014/main" id="{82DE2BCC-C05F-461C-A70D-5B4B1133F1A0}"/>
                      </a:ext>
                    </a:extLst>
                  </p:cNvPr>
                  <p:cNvSpPr>
                    <a:spLocks noChangeArrowheads="1"/>
                  </p:cNvSpPr>
                  <p:nvPr/>
                </p:nvSpPr>
                <p:spPr bwMode="auto">
                  <a:xfrm>
                    <a:off x="254" y="331"/>
                    <a:ext cx="254"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40323" name="Group 17">
                  <a:extLst>
                    <a:ext uri="{FF2B5EF4-FFF2-40B4-BE49-F238E27FC236}">
                      <a16:creationId xmlns:a16="http://schemas.microsoft.com/office/drawing/2014/main" id="{0131DA9D-30E8-4223-B241-D24DA9323454}"/>
                    </a:ext>
                  </a:extLst>
                </p:cNvPr>
                <p:cNvGrpSpPr>
                  <a:grpSpLocks/>
                </p:cNvGrpSpPr>
                <p:nvPr/>
              </p:nvGrpSpPr>
              <p:grpSpPr bwMode="auto">
                <a:xfrm>
                  <a:off x="1540" y="2314"/>
                  <a:ext cx="602" cy="359"/>
                  <a:chOff x="508" y="331"/>
                  <a:chExt cx="254" cy="298"/>
                </a:xfrm>
              </p:grpSpPr>
              <p:sp>
                <p:nvSpPr>
                  <p:cNvPr id="140396" name="Rectangle 18">
                    <a:extLst>
                      <a:ext uri="{FF2B5EF4-FFF2-40B4-BE49-F238E27FC236}">
                        <a16:creationId xmlns:a16="http://schemas.microsoft.com/office/drawing/2014/main" id="{E2216E7D-F7D9-4F27-B5EF-3937F01F82F0}"/>
                      </a:ext>
                    </a:extLst>
                  </p:cNvPr>
                  <p:cNvSpPr>
                    <a:spLocks noChangeArrowheads="1"/>
                  </p:cNvSpPr>
                  <p:nvPr/>
                </p:nvSpPr>
                <p:spPr bwMode="auto">
                  <a:xfrm>
                    <a:off x="512" y="335"/>
                    <a:ext cx="246"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宋体" panose="02010600030101010101" pitchFamily="2" charset="-122"/>
                      <a:ea typeface="宋体" panose="02010600030101010101" pitchFamily="2" charset="-122"/>
                    </a:endParaRPr>
                  </a:p>
                  <a:p>
                    <a:pPr algn="ctr" eaLnBrk="1" hangingPunct="1">
                      <a:spcBef>
                        <a:spcPct val="0"/>
                      </a:spcBef>
                      <a:buFontTx/>
                      <a:buNone/>
                    </a:pPr>
                    <a:r>
                      <a:rPr kumimoji="0" lang="en-US" altLang="zh-CN" b="1">
                        <a:latin typeface="Arial" panose="020B0604020202020204" pitchFamily="34" charset="0"/>
                        <a:ea typeface="宋体" panose="02010600030101010101" pitchFamily="2" charset="-122"/>
                      </a:rPr>
                      <a:t>¬</a:t>
                    </a:r>
                    <a:r>
                      <a:rPr kumimoji="0" lang="en-US" altLang="zh-CN" b="1">
                        <a:latin typeface="Times New Roman" panose="02020603050405020304" pitchFamily="18" charset="0"/>
                        <a:ea typeface="宋体" panose="02010600030101010101" pitchFamily="2" charset="-122"/>
                        <a:cs typeface="Times New Roman" panose="02020603050405020304" pitchFamily="18" charset="0"/>
                      </a:rPr>
                      <a:t>A</a:t>
                    </a:r>
                  </a:p>
                  <a:p>
                    <a:pPr algn="ctr">
                      <a:spcBef>
                        <a:spcPct val="0"/>
                      </a:spcBef>
                      <a:buFontTx/>
                      <a:buNone/>
                    </a:pPr>
                    <a:endParaRPr kumimoji="0" lang="en-US" altLang="zh-CN" b="1">
                      <a:latin typeface="Arial" panose="020B0604020202020204" pitchFamily="34" charset="0"/>
                      <a:ea typeface="宋体" panose="02010600030101010101" pitchFamily="2" charset="-122"/>
                    </a:endParaRPr>
                  </a:p>
                </p:txBody>
              </p:sp>
              <p:sp>
                <p:nvSpPr>
                  <p:cNvPr id="140397" name="Rectangle 19">
                    <a:extLst>
                      <a:ext uri="{FF2B5EF4-FFF2-40B4-BE49-F238E27FC236}">
                        <a16:creationId xmlns:a16="http://schemas.microsoft.com/office/drawing/2014/main" id="{CAE9FE26-EAC8-4B59-ADD3-659555DB8504}"/>
                      </a:ext>
                    </a:extLst>
                  </p:cNvPr>
                  <p:cNvSpPr>
                    <a:spLocks noChangeArrowheads="1"/>
                  </p:cNvSpPr>
                  <p:nvPr/>
                </p:nvSpPr>
                <p:spPr bwMode="auto">
                  <a:xfrm>
                    <a:off x="508" y="331"/>
                    <a:ext cx="254"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40324" name="Group 20">
                  <a:extLst>
                    <a:ext uri="{FF2B5EF4-FFF2-40B4-BE49-F238E27FC236}">
                      <a16:creationId xmlns:a16="http://schemas.microsoft.com/office/drawing/2014/main" id="{C9ED6282-C5B7-4B23-A4D9-055DA6D41EB2}"/>
                    </a:ext>
                  </a:extLst>
                </p:cNvPr>
                <p:cNvGrpSpPr>
                  <a:grpSpLocks/>
                </p:cNvGrpSpPr>
                <p:nvPr/>
              </p:nvGrpSpPr>
              <p:grpSpPr bwMode="auto">
                <a:xfrm>
                  <a:off x="2142" y="2314"/>
                  <a:ext cx="602" cy="359"/>
                  <a:chOff x="762" y="331"/>
                  <a:chExt cx="254" cy="298"/>
                </a:xfrm>
              </p:grpSpPr>
              <p:sp>
                <p:nvSpPr>
                  <p:cNvPr id="140394" name="Rectangle 21">
                    <a:extLst>
                      <a:ext uri="{FF2B5EF4-FFF2-40B4-BE49-F238E27FC236}">
                        <a16:creationId xmlns:a16="http://schemas.microsoft.com/office/drawing/2014/main" id="{A734F230-3E96-4192-8DB2-C7BFCE3EEAF6}"/>
                      </a:ext>
                    </a:extLst>
                  </p:cNvPr>
                  <p:cNvSpPr>
                    <a:spLocks noChangeArrowheads="1"/>
                  </p:cNvSpPr>
                  <p:nvPr/>
                </p:nvSpPr>
                <p:spPr bwMode="auto">
                  <a:xfrm>
                    <a:off x="766" y="335"/>
                    <a:ext cx="246"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宋体" panose="02010600030101010101" pitchFamily="2" charset="-122"/>
                      <a:ea typeface="宋体" panose="02010600030101010101" pitchFamily="2" charset="-122"/>
                    </a:endParaRPr>
                  </a:p>
                  <a:p>
                    <a:pPr algn="ctr" eaLnBrk="1" hangingPunct="1">
                      <a:spcBef>
                        <a:spcPct val="0"/>
                      </a:spcBef>
                      <a:buFontTx/>
                      <a:buNone/>
                    </a:pPr>
                    <a:r>
                      <a:rPr kumimoji="0" lang="en-US" altLang="zh-CN" b="1">
                        <a:latin typeface="Arial" panose="020B0604020202020204" pitchFamily="34" charset="0"/>
                        <a:ea typeface="宋体" panose="02010600030101010101" pitchFamily="2" charset="-122"/>
                      </a:rPr>
                      <a:t>¬</a:t>
                    </a:r>
                    <a:r>
                      <a:rPr kumimoji="0" lang="en-US" altLang="zh-CN" b="1">
                        <a:latin typeface="Times New Roman" panose="02020603050405020304" pitchFamily="18" charset="0"/>
                        <a:ea typeface="宋体" panose="02010600030101010101" pitchFamily="2" charset="-122"/>
                        <a:cs typeface="Times New Roman" panose="02020603050405020304" pitchFamily="18" charset="0"/>
                      </a:rPr>
                      <a:t>B</a:t>
                    </a:r>
                  </a:p>
                  <a:p>
                    <a:pPr algn="ctr">
                      <a:spcBef>
                        <a:spcPct val="0"/>
                      </a:spcBef>
                      <a:buFontTx/>
                      <a:buNone/>
                    </a:pPr>
                    <a:endParaRPr kumimoji="0" lang="en-US" altLang="zh-CN" b="1">
                      <a:latin typeface="Arial" panose="020B0604020202020204" pitchFamily="34" charset="0"/>
                      <a:ea typeface="宋体" panose="02010600030101010101" pitchFamily="2" charset="-122"/>
                    </a:endParaRPr>
                  </a:p>
                </p:txBody>
              </p:sp>
              <p:sp>
                <p:nvSpPr>
                  <p:cNvPr id="140395" name="Rectangle 22">
                    <a:extLst>
                      <a:ext uri="{FF2B5EF4-FFF2-40B4-BE49-F238E27FC236}">
                        <a16:creationId xmlns:a16="http://schemas.microsoft.com/office/drawing/2014/main" id="{41EAFB15-4254-41A6-92FE-14BA60A6B854}"/>
                      </a:ext>
                    </a:extLst>
                  </p:cNvPr>
                  <p:cNvSpPr>
                    <a:spLocks noChangeArrowheads="1"/>
                  </p:cNvSpPr>
                  <p:nvPr/>
                </p:nvSpPr>
                <p:spPr bwMode="auto">
                  <a:xfrm>
                    <a:off x="762" y="331"/>
                    <a:ext cx="254"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40325" name="Group 23">
                  <a:extLst>
                    <a:ext uri="{FF2B5EF4-FFF2-40B4-BE49-F238E27FC236}">
                      <a16:creationId xmlns:a16="http://schemas.microsoft.com/office/drawing/2014/main" id="{54D6099D-44B8-423D-84EE-AD228C591BC0}"/>
                    </a:ext>
                  </a:extLst>
                </p:cNvPr>
                <p:cNvGrpSpPr>
                  <a:grpSpLocks/>
                </p:cNvGrpSpPr>
                <p:nvPr/>
              </p:nvGrpSpPr>
              <p:grpSpPr bwMode="auto">
                <a:xfrm>
                  <a:off x="2744" y="2314"/>
                  <a:ext cx="893" cy="359"/>
                  <a:chOff x="1016" y="331"/>
                  <a:chExt cx="377" cy="298"/>
                </a:xfrm>
              </p:grpSpPr>
              <p:sp>
                <p:nvSpPr>
                  <p:cNvPr id="140392" name="Rectangle 24">
                    <a:extLst>
                      <a:ext uri="{FF2B5EF4-FFF2-40B4-BE49-F238E27FC236}">
                        <a16:creationId xmlns:a16="http://schemas.microsoft.com/office/drawing/2014/main" id="{4A0ECB78-F4B8-4989-98AB-182F8D867CC5}"/>
                      </a:ext>
                    </a:extLst>
                  </p:cNvPr>
                  <p:cNvSpPr>
                    <a:spLocks noChangeArrowheads="1"/>
                  </p:cNvSpPr>
                  <p:nvPr/>
                </p:nvSpPr>
                <p:spPr bwMode="auto">
                  <a:xfrm>
                    <a:off x="1020" y="335"/>
                    <a:ext cx="369"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宋体" panose="02010600030101010101" pitchFamily="2" charset="-122"/>
                      <a:ea typeface="宋体" panose="02010600030101010101" pitchFamily="2" charset="-122"/>
                    </a:endParaRPr>
                  </a:p>
                  <a:p>
                    <a:pPr algn="ctr" eaLnBrk="1" hangingPunct="1">
                      <a:spcBef>
                        <a:spcPct val="0"/>
                      </a:spcBef>
                      <a:buFontTx/>
                      <a:buNone/>
                    </a:pPr>
                    <a:r>
                      <a:rPr kumimoji="0" lang="en-US" altLang="zh-CN" b="1">
                        <a:latin typeface="Arial" panose="020B0604020202020204" pitchFamily="34" charset="0"/>
                        <a:ea typeface="宋体" panose="02010600030101010101" pitchFamily="2" charset="-122"/>
                      </a:rPr>
                      <a:t>¬</a:t>
                    </a:r>
                    <a:r>
                      <a:rPr kumimoji="0" lang="en-US" altLang="zh-CN" b="1">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b="1">
                        <a:latin typeface="宋体" panose="02010600030101010101" pitchFamily="2" charset="-122"/>
                        <a:ea typeface="宋体" panose="02010600030101010101" pitchFamily="2" charset="-122"/>
                      </a:rPr>
                      <a:t>∧</a:t>
                    </a:r>
                    <a:r>
                      <a:rPr kumimoji="0" lang="en-US" altLang="zh-CN" b="1">
                        <a:latin typeface="Arial" panose="020B0604020202020204" pitchFamily="34" charset="0"/>
                        <a:ea typeface="宋体" panose="02010600030101010101" pitchFamily="2" charset="-122"/>
                      </a:rPr>
                      <a:t>¬</a:t>
                    </a:r>
                    <a:r>
                      <a:rPr kumimoji="0" lang="en-US" altLang="zh-CN" b="1">
                        <a:latin typeface="Times New Roman" panose="02020603050405020304" pitchFamily="18" charset="0"/>
                        <a:ea typeface="宋体" panose="02010600030101010101" pitchFamily="2" charset="-122"/>
                      </a:rPr>
                      <a:t>B</a:t>
                    </a:r>
                  </a:p>
                  <a:p>
                    <a:pPr algn="ctr">
                      <a:spcBef>
                        <a:spcPct val="0"/>
                      </a:spcBef>
                      <a:buFontTx/>
                      <a:buNone/>
                    </a:pPr>
                    <a:endParaRPr kumimoji="0" lang="en-US" altLang="zh-CN" b="1">
                      <a:latin typeface="Arial" panose="020B0604020202020204" pitchFamily="34" charset="0"/>
                      <a:ea typeface="宋体" panose="02010600030101010101" pitchFamily="2" charset="-122"/>
                    </a:endParaRPr>
                  </a:p>
                </p:txBody>
              </p:sp>
              <p:sp>
                <p:nvSpPr>
                  <p:cNvPr id="140393" name="Rectangle 25">
                    <a:extLst>
                      <a:ext uri="{FF2B5EF4-FFF2-40B4-BE49-F238E27FC236}">
                        <a16:creationId xmlns:a16="http://schemas.microsoft.com/office/drawing/2014/main" id="{5240AF38-ACBA-4EFD-95ED-F8632F1E95F3}"/>
                      </a:ext>
                    </a:extLst>
                  </p:cNvPr>
                  <p:cNvSpPr>
                    <a:spLocks noChangeArrowheads="1"/>
                  </p:cNvSpPr>
                  <p:nvPr/>
                </p:nvSpPr>
                <p:spPr bwMode="auto">
                  <a:xfrm>
                    <a:off x="1016" y="331"/>
                    <a:ext cx="377"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40326" name="Group 26">
                  <a:extLst>
                    <a:ext uri="{FF2B5EF4-FFF2-40B4-BE49-F238E27FC236}">
                      <a16:creationId xmlns:a16="http://schemas.microsoft.com/office/drawing/2014/main" id="{69E89D53-4385-4062-8A96-8684273EB143}"/>
                    </a:ext>
                  </a:extLst>
                </p:cNvPr>
                <p:cNvGrpSpPr>
                  <a:grpSpLocks/>
                </p:cNvGrpSpPr>
                <p:nvPr/>
              </p:nvGrpSpPr>
              <p:grpSpPr bwMode="auto">
                <a:xfrm>
                  <a:off x="4531" y="2314"/>
                  <a:ext cx="893" cy="359"/>
                  <a:chOff x="1770" y="331"/>
                  <a:chExt cx="377" cy="298"/>
                </a:xfrm>
              </p:grpSpPr>
              <p:sp>
                <p:nvSpPr>
                  <p:cNvPr id="140390" name="Rectangle 27">
                    <a:extLst>
                      <a:ext uri="{FF2B5EF4-FFF2-40B4-BE49-F238E27FC236}">
                        <a16:creationId xmlns:a16="http://schemas.microsoft.com/office/drawing/2014/main" id="{90D8753D-50EF-4C8D-9326-297E51E50464}"/>
                      </a:ext>
                    </a:extLst>
                  </p:cNvPr>
                  <p:cNvSpPr>
                    <a:spLocks noChangeArrowheads="1"/>
                  </p:cNvSpPr>
                  <p:nvPr/>
                </p:nvSpPr>
                <p:spPr bwMode="auto">
                  <a:xfrm>
                    <a:off x="1774" y="335"/>
                    <a:ext cx="369"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宋体" panose="02010600030101010101" pitchFamily="2" charset="-122"/>
                      <a:ea typeface="宋体" panose="02010600030101010101" pitchFamily="2" charset="-122"/>
                    </a:endParaRPr>
                  </a:p>
                  <a:p>
                    <a:pPr algn="ctr" eaLnBrk="1" hangingPunct="1">
                      <a:spcBef>
                        <a:spcPct val="0"/>
                      </a:spcBef>
                      <a:buFontTx/>
                      <a:buNone/>
                    </a:pPr>
                    <a:r>
                      <a:rPr kumimoji="0" lang="en-US" altLang="zh-CN" b="1">
                        <a:latin typeface="Arial" panose="020B0604020202020204" pitchFamily="34" charset="0"/>
                        <a:ea typeface="宋体" panose="02010600030101010101" pitchFamily="2" charset="-122"/>
                      </a:rPr>
                      <a:t>¬</a:t>
                    </a:r>
                    <a:r>
                      <a:rPr kumimoji="0" lang="en-US" altLang="zh-CN" b="1">
                        <a:latin typeface="Times New Roman" panose="02020603050405020304" pitchFamily="18" charset="0"/>
                        <a:ea typeface="宋体" panose="02010600030101010101" pitchFamily="2" charset="-122"/>
                        <a:cs typeface="Times New Roman" panose="02020603050405020304" pitchFamily="18" charset="0"/>
                      </a:rPr>
                      <a:t> (A</a:t>
                    </a:r>
                    <a:r>
                      <a:rPr kumimoji="0" lang="en-US" altLang="zh-CN" b="1">
                        <a:latin typeface="宋体" panose="02010600030101010101" pitchFamily="2" charset="-122"/>
                        <a:ea typeface="宋体" panose="02010600030101010101" pitchFamily="2" charset="-122"/>
                      </a:rPr>
                      <a:t>∨</a:t>
                    </a:r>
                    <a:r>
                      <a:rPr kumimoji="0" lang="en-US" altLang="zh-CN" b="1">
                        <a:latin typeface="Times New Roman" panose="02020603050405020304" pitchFamily="18" charset="0"/>
                        <a:ea typeface="宋体" panose="02010600030101010101" pitchFamily="2" charset="-122"/>
                      </a:rPr>
                      <a:t>B)</a:t>
                    </a:r>
                  </a:p>
                  <a:p>
                    <a:pPr algn="ctr">
                      <a:spcBef>
                        <a:spcPct val="0"/>
                      </a:spcBef>
                      <a:buFontTx/>
                      <a:buNone/>
                    </a:pPr>
                    <a:endParaRPr kumimoji="0" lang="en-US" altLang="zh-CN" b="1">
                      <a:latin typeface="Arial" panose="020B0604020202020204" pitchFamily="34" charset="0"/>
                      <a:ea typeface="宋体" panose="02010600030101010101" pitchFamily="2" charset="-122"/>
                    </a:endParaRPr>
                  </a:p>
                </p:txBody>
              </p:sp>
              <p:sp>
                <p:nvSpPr>
                  <p:cNvPr id="140391" name="Rectangle 28">
                    <a:extLst>
                      <a:ext uri="{FF2B5EF4-FFF2-40B4-BE49-F238E27FC236}">
                        <a16:creationId xmlns:a16="http://schemas.microsoft.com/office/drawing/2014/main" id="{1F9F8186-71F4-431F-A4A3-84D61BEB82A6}"/>
                      </a:ext>
                    </a:extLst>
                  </p:cNvPr>
                  <p:cNvSpPr>
                    <a:spLocks noChangeArrowheads="1"/>
                  </p:cNvSpPr>
                  <p:nvPr/>
                </p:nvSpPr>
                <p:spPr bwMode="auto">
                  <a:xfrm>
                    <a:off x="1770" y="331"/>
                    <a:ext cx="377"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40327" name="Group 29">
                  <a:extLst>
                    <a:ext uri="{FF2B5EF4-FFF2-40B4-BE49-F238E27FC236}">
                      <a16:creationId xmlns:a16="http://schemas.microsoft.com/office/drawing/2014/main" id="{FE5D00CD-4777-4231-9940-4BBE770EEA63}"/>
                    </a:ext>
                  </a:extLst>
                </p:cNvPr>
                <p:cNvGrpSpPr>
                  <a:grpSpLocks/>
                </p:cNvGrpSpPr>
                <p:nvPr/>
              </p:nvGrpSpPr>
              <p:grpSpPr bwMode="auto">
                <a:xfrm>
                  <a:off x="336" y="2678"/>
                  <a:ext cx="602" cy="359"/>
                  <a:chOff x="0" y="633"/>
                  <a:chExt cx="254" cy="298"/>
                </a:xfrm>
              </p:grpSpPr>
              <p:sp>
                <p:nvSpPr>
                  <p:cNvPr id="140388" name="Rectangle 30">
                    <a:extLst>
                      <a:ext uri="{FF2B5EF4-FFF2-40B4-BE49-F238E27FC236}">
                        <a16:creationId xmlns:a16="http://schemas.microsoft.com/office/drawing/2014/main" id="{A36CFCD5-F5ED-400A-854E-EAB7381C10CA}"/>
                      </a:ext>
                    </a:extLst>
                  </p:cNvPr>
                  <p:cNvSpPr>
                    <a:spLocks noChangeArrowheads="1"/>
                  </p:cNvSpPr>
                  <p:nvPr/>
                </p:nvSpPr>
                <p:spPr bwMode="auto">
                  <a:xfrm>
                    <a:off x="4" y="637"/>
                    <a:ext cx="246"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b="1">
                        <a:latin typeface="Times New Roman" panose="02020603050405020304" pitchFamily="18" charset="0"/>
                        <a:ea typeface="宋体" panose="02010600030101010101" pitchFamily="2" charset="-122"/>
                        <a:cs typeface="Times New Roman" panose="02020603050405020304" pitchFamily="18" charset="0"/>
                      </a:rPr>
                      <a:t>0</a:t>
                    </a:r>
                  </a:p>
                  <a:p>
                    <a:pPr algn="ctr">
                      <a:spcBef>
                        <a:spcPct val="0"/>
                      </a:spcBef>
                      <a:buFontTx/>
                      <a:buNone/>
                    </a:pPr>
                    <a:endParaRPr kumimoji="0" lang="en-US" altLang="zh-CN" b="1">
                      <a:latin typeface="Arial" panose="020B0604020202020204" pitchFamily="34" charset="0"/>
                      <a:ea typeface="宋体" panose="02010600030101010101" pitchFamily="2" charset="-122"/>
                      <a:cs typeface="Times New Roman" panose="02020603050405020304" pitchFamily="18" charset="0"/>
                    </a:endParaRPr>
                  </a:p>
                </p:txBody>
              </p:sp>
              <p:sp>
                <p:nvSpPr>
                  <p:cNvPr id="140389" name="Rectangle 31">
                    <a:extLst>
                      <a:ext uri="{FF2B5EF4-FFF2-40B4-BE49-F238E27FC236}">
                        <a16:creationId xmlns:a16="http://schemas.microsoft.com/office/drawing/2014/main" id="{88833FD9-9519-4FC5-9BCA-66AFC5C7356A}"/>
                      </a:ext>
                    </a:extLst>
                  </p:cNvPr>
                  <p:cNvSpPr>
                    <a:spLocks noChangeArrowheads="1"/>
                  </p:cNvSpPr>
                  <p:nvPr/>
                </p:nvSpPr>
                <p:spPr bwMode="auto">
                  <a:xfrm>
                    <a:off x="0" y="633"/>
                    <a:ext cx="254"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40328" name="Group 32">
                  <a:extLst>
                    <a:ext uri="{FF2B5EF4-FFF2-40B4-BE49-F238E27FC236}">
                      <a16:creationId xmlns:a16="http://schemas.microsoft.com/office/drawing/2014/main" id="{E2452FC6-6CFB-493E-8A77-C51904CDA890}"/>
                    </a:ext>
                  </a:extLst>
                </p:cNvPr>
                <p:cNvGrpSpPr>
                  <a:grpSpLocks/>
                </p:cNvGrpSpPr>
                <p:nvPr/>
              </p:nvGrpSpPr>
              <p:grpSpPr bwMode="auto">
                <a:xfrm>
                  <a:off x="938" y="2678"/>
                  <a:ext cx="602" cy="359"/>
                  <a:chOff x="254" y="633"/>
                  <a:chExt cx="254" cy="298"/>
                </a:xfrm>
              </p:grpSpPr>
              <p:sp>
                <p:nvSpPr>
                  <p:cNvPr id="140386" name="Rectangle 33">
                    <a:extLst>
                      <a:ext uri="{FF2B5EF4-FFF2-40B4-BE49-F238E27FC236}">
                        <a16:creationId xmlns:a16="http://schemas.microsoft.com/office/drawing/2014/main" id="{7E462095-9A4B-4218-A68D-E09C67317C6E}"/>
                      </a:ext>
                    </a:extLst>
                  </p:cNvPr>
                  <p:cNvSpPr>
                    <a:spLocks noChangeArrowheads="1"/>
                  </p:cNvSpPr>
                  <p:nvPr/>
                </p:nvSpPr>
                <p:spPr bwMode="auto">
                  <a:xfrm>
                    <a:off x="258" y="637"/>
                    <a:ext cx="246"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b="1">
                        <a:latin typeface="Times New Roman" panose="02020603050405020304" pitchFamily="18" charset="0"/>
                        <a:ea typeface="宋体" panose="02010600030101010101" pitchFamily="2" charset="-122"/>
                        <a:cs typeface="Times New Roman" panose="02020603050405020304" pitchFamily="18" charset="0"/>
                      </a:rPr>
                      <a:t>0</a:t>
                    </a:r>
                  </a:p>
                  <a:p>
                    <a:pPr algn="ctr">
                      <a:spcBef>
                        <a:spcPct val="0"/>
                      </a:spcBef>
                      <a:buFontTx/>
                      <a:buNone/>
                    </a:pPr>
                    <a:endParaRPr kumimoji="0" lang="en-US" altLang="zh-CN" b="1">
                      <a:latin typeface="Arial" panose="020B0604020202020204" pitchFamily="34" charset="0"/>
                      <a:ea typeface="宋体" panose="02010600030101010101" pitchFamily="2" charset="-122"/>
                      <a:cs typeface="Times New Roman" panose="02020603050405020304" pitchFamily="18" charset="0"/>
                    </a:endParaRPr>
                  </a:p>
                </p:txBody>
              </p:sp>
              <p:sp>
                <p:nvSpPr>
                  <p:cNvPr id="140387" name="Rectangle 34">
                    <a:extLst>
                      <a:ext uri="{FF2B5EF4-FFF2-40B4-BE49-F238E27FC236}">
                        <a16:creationId xmlns:a16="http://schemas.microsoft.com/office/drawing/2014/main" id="{CC9B33FE-AF45-4DD6-9638-1F24B57470B9}"/>
                      </a:ext>
                    </a:extLst>
                  </p:cNvPr>
                  <p:cNvSpPr>
                    <a:spLocks noChangeArrowheads="1"/>
                  </p:cNvSpPr>
                  <p:nvPr/>
                </p:nvSpPr>
                <p:spPr bwMode="auto">
                  <a:xfrm>
                    <a:off x="254" y="633"/>
                    <a:ext cx="254"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40329" name="Group 35">
                  <a:extLst>
                    <a:ext uri="{FF2B5EF4-FFF2-40B4-BE49-F238E27FC236}">
                      <a16:creationId xmlns:a16="http://schemas.microsoft.com/office/drawing/2014/main" id="{3FF131D6-F6A2-4B84-9309-4C208A01DD43}"/>
                    </a:ext>
                  </a:extLst>
                </p:cNvPr>
                <p:cNvGrpSpPr>
                  <a:grpSpLocks/>
                </p:cNvGrpSpPr>
                <p:nvPr/>
              </p:nvGrpSpPr>
              <p:grpSpPr bwMode="auto">
                <a:xfrm>
                  <a:off x="1540" y="2678"/>
                  <a:ext cx="602" cy="359"/>
                  <a:chOff x="508" y="633"/>
                  <a:chExt cx="254" cy="298"/>
                </a:xfrm>
              </p:grpSpPr>
              <p:sp>
                <p:nvSpPr>
                  <p:cNvPr id="140384" name="Rectangle 36">
                    <a:extLst>
                      <a:ext uri="{FF2B5EF4-FFF2-40B4-BE49-F238E27FC236}">
                        <a16:creationId xmlns:a16="http://schemas.microsoft.com/office/drawing/2014/main" id="{EF7BF2C7-66FC-4294-B310-FAC98660DBFA}"/>
                      </a:ext>
                    </a:extLst>
                  </p:cNvPr>
                  <p:cNvSpPr>
                    <a:spLocks noChangeArrowheads="1"/>
                  </p:cNvSpPr>
                  <p:nvPr/>
                </p:nvSpPr>
                <p:spPr bwMode="auto">
                  <a:xfrm>
                    <a:off x="512" y="637"/>
                    <a:ext cx="246"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b="1">
                        <a:latin typeface="Times New Roman" panose="02020603050405020304" pitchFamily="18" charset="0"/>
                        <a:ea typeface="宋体" panose="02010600030101010101" pitchFamily="2" charset="-122"/>
                        <a:cs typeface="Times New Roman" panose="02020603050405020304" pitchFamily="18" charset="0"/>
                      </a:rPr>
                      <a:t>1</a:t>
                    </a:r>
                  </a:p>
                  <a:p>
                    <a:pPr algn="ctr">
                      <a:spcBef>
                        <a:spcPct val="0"/>
                      </a:spcBef>
                      <a:buFontTx/>
                      <a:buNone/>
                    </a:pPr>
                    <a:endParaRPr kumimoji="0" lang="en-US" altLang="zh-CN" b="1">
                      <a:latin typeface="Arial" panose="020B0604020202020204" pitchFamily="34" charset="0"/>
                      <a:ea typeface="宋体" panose="02010600030101010101" pitchFamily="2" charset="-122"/>
                      <a:cs typeface="Times New Roman" panose="02020603050405020304" pitchFamily="18" charset="0"/>
                    </a:endParaRPr>
                  </a:p>
                </p:txBody>
              </p:sp>
              <p:sp>
                <p:nvSpPr>
                  <p:cNvPr id="140385" name="Rectangle 37">
                    <a:extLst>
                      <a:ext uri="{FF2B5EF4-FFF2-40B4-BE49-F238E27FC236}">
                        <a16:creationId xmlns:a16="http://schemas.microsoft.com/office/drawing/2014/main" id="{3BFEA949-4083-4C68-8F93-DE1A76E3CC96}"/>
                      </a:ext>
                    </a:extLst>
                  </p:cNvPr>
                  <p:cNvSpPr>
                    <a:spLocks noChangeArrowheads="1"/>
                  </p:cNvSpPr>
                  <p:nvPr/>
                </p:nvSpPr>
                <p:spPr bwMode="auto">
                  <a:xfrm>
                    <a:off x="508" y="633"/>
                    <a:ext cx="254"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40330" name="Group 38">
                  <a:extLst>
                    <a:ext uri="{FF2B5EF4-FFF2-40B4-BE49-F238E27FC236}">
                      <a16:creationId xmlns:a16="http://schemas.microsoft.com/office/drawing/2014/main" id="{38E07610-4643-481F-BE6E-2C7D4633387E}"/>
                    </a:ext>
                  </a:extLst>
                </p:cNvPr>
                <p:cNvGrpSpPr>
                  <a:grpSpLocks/>
                </p:cNvGrpSpPr>
                <p:nvPr/>
              </p:nvGrpSpPr>
              <p:grpSpPr bwMode="auto">
                <a:xfrm>
                  <a:off x="2142" y="2678"/>
                  <a:ext cx="602" cy="359"/>
                  <a:chOff x="762" y="633"/>
                  <a:chExt cx="254" cy="298"/>
                </a:xfrm>
              </p:grpSpPr>
              <p:sp>
                <p:nvSpPr>
                  <p:cNvPr id="140382" name="Rectangle 39">
                    <a:extLst>
                      <a:ext uri="{FF2B5EF4-FFF2-40B4-BE49-F238E27FC236}">
                        <a16:creationId xmlns:a16="http://schemas.microsoft.com/office/drawing/2014/main" id="{1860FB4F-CFEF-4A2E-86A9-8BBC39B3B12B}"/>
                      </a:ext>
                    </a:extLst>
                  </p:cNvPr>
                  <p:cNvSpPr>
                    <a:spLocks noChangeArrowheads="1"/>
                  </p:cNvSpPr>
                  <p:nvPr/>
                </p:nvSpPr>
                <p:spPr bwMode="auto">
                  <a:xfrm>
                    <a:off x="766" y="637"/>
                    <a:ext cx="246"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b="1">
                        <a:latin typeface="Times New Roman" panose="02020603050405020304" pitchFamily="18" charset="0"/>
                        <a:ea typeface="宋体" panose="02010600030101010101" pitchFamily="2" charset="-122"/>
                        <a:cs typeface="Times New Roman" panose="02020603050405020304" pitchFamily="18" charset="0"/>
                      </a:rPr>
                      <a:t>1</a:t>
                    </a:r>
                  </a:p>
                  <a:p>
                    <a:pPr algn="ctr">
                      <a:spcBef>
                        <a:spcPct val="0"/>
                      </a:spcBef>
                      <a:buFontTx/>
                      <a:buNone/>
                    </a:pPr>
                    <a:endParaRPr kumimoji="0" lang="en-US" altLang="zh-CN" b="1">
                      <a:latin typeface="Arial" panose="020B0604020202020204" pitchFamily="34" charset="0"/>
                      <a:ea typeface="宋体" panose="02010600030101010101" pitchFamily="2" charset="-122"/>
                      <a:cs typeface="Times New Roman" panose="02020603050405020304" pitchFamily="18" charset="0"/>
                    </a:endParaRPr>
                  </a:p>
                </p:txBody>
              </p:sp>
              <p:sp>
                <p:nvSpPr>
                  <p:cNvPr id="140383" name="Rectangle 40">
                    <a:extLst>
                      <a:ext uri="{FF2B5EF4-FFF2-40B4-BE49-F238E27FC236}">
                        <a16:creationId xmlns:a16="http://schemas.microsoft.com/office/drawing/2014/main" id="{922ADF5A-705A-48DB-BB64-7CCA528EEB83}"/>
                      </a:ext>
                    </a:extLst>
                  </p:cNvPr>
                  <p:cNvSpPr>
                    <a:spLocks noChangeArrowheads="1"/>
                  </p:cNvSpPr>
                  <p:nvPr/>
                </p:nvSpPr>
                <p:spPr bwMode="auto">
                  <a:xfrm>
                    <a:off x="762" y="633"/>
                    <a:ext cx="254"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40331" name="Group 41">
                  <a:extLst>
                    <a:ext uri="{FF2B5EF4-FFF2-40B4-BE49-F238E27FC236}">
                      <a16:creationId xmlns:a16="http://schemas.microsoft.com/office/drawing/2014/main" id="{2D8F8C23-C6BC-4E12-8BB8-3D94EEBEE4DC}"/>
                    </a:ext>
                  </a:extLst>
                </p:cNvPr>
                <p:cNvGrpSpPr>
                  <a:grpSpLocks/>
                </p:cNvGrpSpPr>
                <p:nvPr/>
              </p:nvGrpSpPr>
              <p:grpSpPr bwMode="auto">
                <a:xfrm>
                  <a:off x="2744" y="2678"/>
                  <a:ext cx="893" cy="359"/>
                  <a:chOff x="1016" y="633"/>
                  <a:chExt cx="377" cy="298"/>
                </a:xfrm>
              </p:grpSpPr>
              <p:sp>
                <p:nvSpPr>
                  <p:cNvPr id="140380" name="Rectangle 42">
                    <a:extLst>
                      <a:ext uri="{FF2B5EF4-FFF2-40B4-BE49-F238E27FC236}">
                        <a16:creationId xmlns:a16="http://schemas.microsoft.com/office/drawing/2014/main" id="{EED1776F-CF3A-49FE-8A78-5622D7C0F7B7}"/>
                      </a:ext>
                    </a:extLst>
                  </p:cNvPr>
                  <p:cNvSpPr>
                    <a:spLocks noChangeArrowheads="1"/>
                  </p:cNvSpPr>
                  <p:nvPr/>
                </p:nvSpPr>
                <p:spPr bwMode="auto">
                  <a:xfrm>
                    <a:off x="1020" y="637"/>
                    <a:ext cx="369"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b="1">
                        <a:latin typeface="Times New Roman" panose="02020603050405020304" pitchFamily="18" charset="0"/>
                        <a:ea typeface="宋体" panose="02010600030101010101" pitchFamily="2" charset="-122"/>
                        <a:cs typeface="Times New Roman" panose="02020603050405020304" pitchFamily="18" charset="0"/>
                      </a:rPr>
                      <a:t>1</a:t>
                    </a:r>
                  </a:p>
                  <a:p>
                    <a:pPr algn="ctr">
                      <a:spcBef>
                        <a:spcPct val="0"/>
                      </a:spcBef>
                      <a:buFontTx/>
                      <a:buNone/>
                    </a:pPr>
                    <a:endParaRPr kumimoji="0" lang="en-US" altLang="zh-CN" b="1">
                      <a:latin typeface="Arial" panose="020B0604020202020204" pitchFamily="34" charset="0"/>
                      <a:ea typeface="宋体" panose="02010600030101010101" pitchFamily="2" charset="-122"/>
                      <a:cs typeface="Times New Roman" panose="02020603050405020304" pitchFamily="18" charset="0"/>
                    </a:endParaRPr>
                  </a:p>
                </p:txBody>
              </p:sp>
              <p:sp>
                <p:nvSpPr>
                  <p:cNvPr id="140381" name="Rectangle 43">
                    <a:extLst>
                      <a:ext uri="{FF2B5EF4-FFF2-40B4-BE49-F238E27FC236}">
                        <a16:creationId xmlns:a16="http://schemas.microsoft.com/office/drawing/2014/main" id="{654FD6ED-A484-46BA-B712-DAD67D30418B}"/>
                      </a:ext>
                    </a:extLst>
                  </p:cNvPr>
                  <p:cNvSpPr>
                    <a:spLocks noChangeArrowheads="1"/>
                  </p:cNvSpPr>
                  <p:nvPr/>
                </p:nvSpPr>
                <p:spPr bwMode="auto">
                  <a:xfrm>
                    <a:off x="1016" y="633"/>
                    <a:ext cx="377"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40332" name="Group 44">
                  <a:extLst>
                    <a:ext uri="{FF2B5EF4-FFF2-40B4-BE49-F238E27FC236}">
                      <a16:creationId xmlns:a16="http://schemas.microsoft.com/office/drawing/2014/main" id="{CE223218-4749-4BC0-B08A-ADA9D7E1F449}"/>
                    </a:ext>
                  </a:extLst>
                </p:cNvPr>
                <p:cNvGrpSpPr>
                  <a:grpSpLocks/>
                </p:cNvGrpSpPr>
                <p:nvPr/>
              </p:nvGrpSpPr>
              <p:grpSpPr bwMode="auto">
                <a:xfrm>
                  <a:off x="3637" y="2678"/>
                  <a:ext cx="894" cy="359"/>
                  <a:chOff x="1393" y="633"/>
                  <a:chExt cx="377" cy="298"/>
                </a:xfrm>
              </p:grpSpPr>
              <p:sp>
                <p:nvSpPr>
                  <p:cNvPr id="140378" name="Rectangle 45">
                    <a:extLst>
                      <a:ext uri="{FF2B5EF4-FFF2-40B4-BE49-F238E27FC236}">
                        <a16:creationId xmlns:a16="http://schemas.microsoft.com/office/drawing/2014/main" id="{92D378E8-FEC8-4E90-9B6F-82FE08936AFB}"/>
                      </a:ext>
                    </a:extLst>
                  </p:cNvPr>
                  <p:cNvSpPr>
                    <a:spLocks noChangeArrowheads="1"/>
                  </p:cNvSpPr>
                  <p:nvPr/>
                </p:nvSpPr>
                <p:spPr bwMode="auto">
                  <a:xfrm>
                    <a:off x="1397" y="637"/>
                    <a:ext cx="369"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b="1">
                        <a:latin typeface="Times New Roman" panose="02020603050405020304" pitchFamily="18" charset="0"/>
                        <a:ea typeface="宋体" panose="02010600030101010101" pitchFamily="2" charset="-122"/>
                        <a:cs typeface="Times New Roman" panose="02020603050405020304" pitchFamily="18" charset="0"/>
                      </a:rPr>
                      <a:t>0</a:t>
                    </a:r>
                  </a:p>
                  <a:p>
                    <a:pPr algn="ctr">
                      <a:spcBef>
                        <a:spcPct val="0"/>
                      </a:spcBef>
                      <a:buFontTx/>
                      <a:buNone/>
                    </a:pPr>
                    <a:endParaRPr kumimoji="0" lang="en-US" altLang="zh-CN" b="1">
                      <a:latin typeface="Arial" panose="020B0604020202020204" pitchFamily="34" charset="0"/>
                      <a:ea typeface="宋体" panose="02010600030101010101" pitchFamily="2" charset="-122"/>
                      <a:cs typeface="Times New Roman" panose="02020603050405020304" pitchFamily="18" charset="0"/>
                    </a:endParaRPr>
                  </a:p>
                </p:txBody>
              </p:sp>
              <p:sp>
                <p:nvSpPr>
                  <p:cNvPr id="140379" name="Rectangle 46">
                    <a:extLst>
                      <a:ext uri="{FF2B5EF4-FFF2-40B4-BE49-F238E27FC236}">
                        <a16:creationId xmlns:a16="http://schemas.microsoft.com/office/drawing/2014/main" id="{F231AF3B-D704-4142-90C4-FD3CE8515176}"/>
                      </a:ext>
                    </a:extLst>
                  </p:cNvPr>
                  <p:cNvSpPr>
                    <a:spLocks noChangeArrowheads="1"/>
                  </p:cNvSpPr>
                  <p:nvPr/>
                </p:nvSpPr>
                <p:spPr bwMode="auto">
                  <a:xfrm>
                    <a:off x="1393" y="633"/>
                    <a:ext cx="377"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40333" name="Group 47">
                  <a:extLst>
                    <a:ext uri="{FF2B5EF4-FFF2-40B4-BE49-F238E27FC236}">
                      <a16:creationId xmlns:a16="http://schemas.microsoft.com/office/drawing/2014/main" id="{2BAA3A75-A166-4227-B090-D7EE6177DB73}"/>
                    </a:ext>
                  </a:extLst>
                </p:cNvPr>
                <p:cNvGrpSpPr>
                  <a:grpSpLocks/>
                </p:cNvGrpSpPr>
                <p:nvPr/>
              </p:nvGrpSpPr>
              <p:grpSpPr bwMode="auto">
                <a:xfrm>
                  <a:off x="4531" y="2678"/>
                  <a:ext cx="893" cy="359"/>
                  <a:chOff x="1770" y="633"/>
                  <a:chExt cx="377" cy="298"/>
                </a:xfrm>
              </p:grpSpPr>
              <p:sp>
                <p:nvSpPr>
                  <p:cNvPr id="140376" name="Rectangle 48">
                    <a:extLst>
                      <a:ext uri="{FF2B5EF4-FFF2-40B4-BE49-F238E27FC236}">
                        <a16:creationId xmlns:a16="http://schemas.microsoft.com/office/drawing/2014/main" id="{C9A01A6B-B565-48BD-8A45-C3057D75A37B}"/>
                      </a:ext>
                    </a:extLst>
                  </p:cNvPr>
                  <p:cNvSpPr>
                    <a:spLocks noChangeArrowheads="1"/>
                  </p:cNvSpPr>
                  <p:nvPr/>
                </p:nvSpPr>
                <p:spPr bwMode="auto">
                  <a:xfrm>
                    <a:off x="1774" y="637"/>
                    <a:ext cx="369"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b="1">
                        <a:latin typeface="Times New Roman" panose="02020603050405020304" pitchFamily="18" charset="0"/>
                        <a:ea typeface="宋体" panose="02010600030101010101" pitchFamily="2" charset="-122"/>
                        <a:cs typeface="Times New Roman" panose="02020603050405020304" pitchFamily="18" charset="0"/>
                      </a:rPr>
                      <a:t>1</a:t>
                    </a:r>
                  </a:p>
                  <a:p>
                    <a:pPr algn="ctr">
                      <a:spcBef>
                        <a:spcPct val="0"/>
                      </a:spcBef>
                      <a:buFontTx/>
                      <a:buNone/>
                    </a:pPr>
                    <a:endParaRPr kumimoji="0" lang="en-US" altLang="zh-CN" b="1">
                      <a:latin typeface="Arial" panose="020B0604020202020204" pitchFamily="34" charset="0"/>
                      <a:ea typeface="宋体" panose="02010600030101010101" pitchFamily="2" charset="-122"/>
                      <a:cs typeface="Times New Roman" panose="02020603050405020304" pitchFamily="18" charset="0"/>
                    </a:endParaRPr>
                  </a:p>
                </p:txBody>
              </p:sp>
              <p:sp>
                <p:nvSpPr>
                  <p:cNvPr id="140377" name="Rectangle 49">
                    <a:extLst>
                      <a:ext uri="{FF2B5EF4-FFF2-40B4-BE49-F238E27FC236}">
                        <a16:creationId xmlns:a16="http://schemas.microsoft.com/office/drawing/2014/main" id="{7F9C0A64-96DF-43FB-8EE6-862FFC6EA6BD}"/>
                      </a:ext>
                    </a:extLst>
                  </p:cNvPr>
                  <p:cNvSpPr>
                    <a:spLocks noChangeArrowheads="1"/>
                  </p:cNvSpPr>
                  <p:nvPr/>
                </p:nvSpPr>
                <p:spPr bwMode="auto">
                  <a:xfrm>
                    <a:off x="1770" y="633"/>
                    <a:ext cx="377"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40334" name="Group 50">
                  <a:extLst>
                    <a:ext uri="{FF2B5EF4-FFF2-40B4-BE49-F238E27FC236}">
                      <a16:creationId xmlns:a16="http://schemas.microsoft.com/office/drawing/2014/main" id="{453C26B9-4FF8-4D0F-80DA-954D02CA6299}"/>
                    </a:ext>
                  </a:extLst>
                </p:cNvPr>
                <p:cNvGrpSpPr>
                  <a:grpSpLocks/>
                </p:cNvGrpSpPr>
                <p:nvPr/>
              </p:nvGrpSpPr>
              <p:grpSpPr bwMode="auto">
                <a:xfrm>
                  <a:off x="336" y="3041"/>
                  <a:ext cx="602" cy="359"/>
                  <a:chOff x="0" y="935"/>
                  <a:chExt cx="254" cy="298"/>
                </a:xfrm>
              </p:grpSpPr>
              <p:sp>
                <p:nvSpPr>
                  <p:cNvPr id="140374" name="Rectangle 51">
                    <a:extLst>
                      <a:ext uri="{FF2B5EF4-FFF2-40B4-BE49-F238E27FC236}">
                        <a16:creationId xmlns:a16="http://schemas.microsoft.com/office/drawing/2014/main" id="{06DEAD5F-B6ED-416C-9BE4-3D4AFE8213E8}"/>
                      </a:ext>
                    </a:extLst>
                  </p:cNvPr>
                  <p:cNvSpPr>
                    <a:spLocks noChangeArrowheads="1"/>
                  </p:cNvSpPr>
                  <p:nvPr/>
                </p:nvSpPr>
                <p:spPr bwMode="auto">
                  <a:xfrm>
                    <a:off x="4" y="939"/>
                    <a:ext cx="246"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b="1">
                        <a:latin typeface="Times New Roman" panose="02020603050405020304" pitchFamily="18" charset="0"/>
                        <a:ea typeface="宋体" panose="02010600030101010101" pitchFamily="2" charset="-122"/>
                        <a:cs typeface="Times New Roman" panose="02020603050405020304" pitchFamily="18" charset="0"/>
                      </a:rPr>
                      <a:t>0</a:t>
                    </a:r>
                  </a:p>
                  <a:p>
                    <a:pPr algn="ctr">
                      <a:spcBef>
                        <a:spcPct val="0"/>
                      </a:spcBef>
                      <a:buFontTx/>
                      <a:buNone/>
                    </a:pPr>
                    <a:endParaRPr kumimoji="0" lang="en-US" altLang="zh-CN" b="1">
                      <a:latin typeface="Arial" panose="020B0604020202020204" pitchFamily="34" charset="0"/>
                      <a:ea typeface="宋体" panose="02010600030101010101" pitchFamily="2" charset="-122"/>
                      <a:cs typeface="Times New Roman" panose="02020603050405020304" pitchFamily="18" charset="0"/>
                    </a:endParaRPr>
                  </a:p>
                </p:txBody>
              </p:sp>
              <p:sp>
                <p:nvSpPr>
                  <p:cNvPr id="140375" name="Rectangle 52">
                    <a:extLst>
                      <a:ext uri="{FF2B5EF4-FFF2-40B4-BE49-F238E27FC236}">
                        <a16:creationId xmlns:a16="http://schemas.microsoft.com/office/drawing/2014/main" id="{97A0A846-B2EA-499A-A5C0-B1C4A4B33CCC}"/>
                      </a:ext>
                    </a:extLst>
                  </p:cNvPr>
                  <p:cNvSpPr>
                    <a:spLocks noChangeArrowheads="1"/>
                  </p:cNvSpPr>
                  <p:nvPr/>
                </p:nvSpPr>
                <p:spPr bwMode="auto">
                  <a:xfrm>
                    <a:off x="0" y="935"/>
                    <a:ext cx="254"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40335" name="Group 53">
                  <a:extLst>
                    <a:ext uri="{FF2B5EF4-FFF2-40B4-BE49-F238E27FC236}">
                      <a16:creationId xmlns:a16="http://schemas.microsoft.com/office/drawing/2014/main" id="{5F2D078A-470B-4B67-B548-293DF5BF9F16}"/>
                    </a:ext>
                  </a:extLst>
                </p:cNvPr>
                <p:cNvGrpSpPr>
                  <a:grpSpLocks/>
                </p:cNvGrpSpPr>
                <p:nvPr/>
              </p:nvGrpSpPr>
              <p:grpSpPr bwMode="auto">
                <a:xfrm>
                  <a:off x="938" y="3041"/>
                  <a:ext cx="602" cy="359"/>
                  <a:chOff x="254" y="935"/>
                  <a:chExt cx="254" cy="298"/>
                </a:xfrm>
              </p:grpSpPr>
              <p:sp>
                <p:nvSpPr>
                  <p:cNvPr id="140372" name="Rectangle 54">
                    <a:extLst>
                      <a:ext uri="{FF2B5EF4-FFF2-40B4-BE49-F238E27FC236}">
                        <a16:creationId xmlns:a16="http://schemas.microsoft.com/office/drawing/2014/main" id="{40F136E7-28E6-4B08-B4CC-21898CA2ACBB}"/>
                      </a:ext>
                    </a:extLst>
                  </p:cNvPr>
                  <p:cNvSpPr>
                    <a:spLocks noChangeArrowheads="1"/>
                  </p:cNvSpPr>
                  <p:nvPr/>
                </p:nvSpPr>
                <p:spPr bwMode="auto">
                  <a:xfrm>
                    <a:off x="258" y="939"/>
                    <a:ext cx="246"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b="1">
                        <a:latin typeface="Times New Roman" panose="02020603050405020304" pitchFamily="18" charset="0"/>
                        <a:ea typeface="宋体" panose="02010600030101010101" pitchFamily="2" charset="-122"/>
                        <a:cs typeface="Times New Roman" panose="02020603050405020304" pitchFamily="18" charset="0"/>
                      </a:rPr>
                      <a:t>1</a:t>
                    </a:r>
                  </a:p>
                  <a:p>
                    <a:pPr algn="ctr">
                      <a:spcBef>
                        <a:spcPct val="0"/>
                      </a:spcBef>
                      <a:buFontTx/>
                      <a:buNone/>
                    </a:pPr>
                    <a:endParaRPr kumimoji="0" lang="en-US" altLang="zh-CN" b="1">
                      <a:latin typeface="Arial" panose="020B0604020202020204" pitchFamily="34" charset="0"/>
                      <a:ea typeface="宋体" panose="02010600030101010101" pitchFamily="2" charset="-122"/>
                      <a:cs typeface="Times New Roman" panose="02020603050405020304" pitchFamily="18" charset="0"/>
                    </a:endParaRPr>
                  </a:p>
                </p:txBody>
              </p:sp>
              <p:sp>
                <p:nvSpPr>
                  <p:cNvPr id="140373" name="Rectangle 55">
                    <a:extLst>
                      <a:ext uri="{FF2B5EF4-FFF2-40B4-BE49-F238E27FC236}">
                        <a16:creationId xmlns:a16="http://schemas.microsoft.com/office/drawing/2014/main" id="{38BF17BB-CECF-4EDC-9200-0D041609206C}"/>
                      </a:ext>
                    </a:extLst>
                  </p:cNvPr>
                  <p:cNvSpPr>
                    <a:spLocks noChangeArrowheads="1"/>
                  </p:cNvSpPr>
                  <p:nvPr/>
                </p:nvSpPr>
                <p:spPr bwMode="auto">
                  <a:xfrm>
                    <a:off x="254" y="935"/>
                    <a:ext cx="254"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40336" name="Group 56">
                  <a:extLst>
                    <a:ext uri="{FF2B5EF4-FFF2-40B4-BE49-F238E27FC236}">
                      <a16:creationId xmlns:a16="http://schemas.microsoft.com/office/drawing/2014/main" id="{E94EA4DD-8B1B-4020-9D64-50E997A0600A}"/>
                    </a:ext>
                  </a:extLst>
                </p:cNvPr>
                <p:cNvGrpSpPr>
                  <a:grpSpLocks/>
                </p:cNvGrpSpPr>
                <p:nvPr/>
              </p:nvGrpSpPr>
              <p:grpSpPr bwMode="auto">
                <a:xfrm>
                  <a:off x="1540" y="3041"/>
                  <a:ext cx="602" cy="359"/>
                  <a:chOff x="508" y="935"/>
                  <a:chExt cx="254" cy="298"/>
                </a:xfrm>
              </p:grpSpPr>
              <p:sp>
                <p:nvSpPr>
                  <p:cNvPr id="140370" name="Rectangle 57">
                    <a:extLst>
                      <a:ext uri="{FF2B5EF4-FFF2-40B4-BE49-F238E27FC236}">
                        <a16:creationId xmlns:a16="http://schemas.microsoft.com/office/drawing/2014/main" id="{1B795944-CDEE-49A2-A3ED-CDDBA0D86358}"/>
                      </a:ext>
                    </a:extLst>
                  </p:cNvPr>
                  <p:cNvSpPr>
                    <a:spLocks noChangeArrowheads="1"/>
                  </p:cNvSpPr>
                  <p:nvPr/>
                </p:nvSpPr>
                <p:spPr bwMode="auto">
                  <a:xfrm>
                    <a:off x="512" y="939"/>
                    <a:ext cx="246"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b="1">
                        <a:latin typeface="Times New Roman" panose="02020603050405020304" pitchFamily="18" charset="0"/>
                        <a:ea typeface="宋体" panose="02010600030101010101" pitchFamily="2" charset="-122"/>
                        <a:cs typeface="Times New Roman" panose="02020603050405020304" pitchFamily="18" charset="0"/>
                      </a:rPr>
                      <a:t>1</a:t>
                    </a:r>
                  </a:p>
                  <a:p>
                    <a:pPr algn="ctr">
                      <a:spcBef>
                        <a:spcPct val="0"/>
                      </a:spcBef>
                      <a:buFontTx/>
                      <a:buNone/>
                    </a:pPr>
                    <a:endParaRPr kumimoji="0" lang="en-US" altLang="zh-CN" b="1">
                      <a:latin typeface="Arial" panose="020B0604020202020204" pitchFamily="34" charset="0"/>
                      <a:ea typeface="宋体" panose="02010600030101010101" pitchFamily="2" charset="-122"/>
                      <a:cs typeface="Times New Roman" panose="02020603050405020304" pitchFamily="18" charset="0"/>
                    </a:endParaRPr>
                  </a:p>
                </p:txBody>
              </p:sp>
              <p:sp>
                <p:nvSpPr>
                  <p:cNvPr id="140371" name="Rectangle 58">
                    <a:extLst>
                      <a:ext uri="{FF2B5EF4-FFF2-40B4-BE49-F238E27FC236}">
                        <a16:creationId xmlns:a16="http://schemas.microsoft.com/office/drawing/2014/main" id="{6DFF7FE5-551A-422B-95AF-5F4412E8AF8C}"/>
                      </a:ext>
                    </a:extLst>
                  </p:cNvPr>
                  <p:cNvSpPr>
                    <a:spLocks noChangeArrowheads="1"/>
                  </p:cNvSpPr>
                  <p:nvPr/>
                </p:nvSpPr>
                <p:spPr bwMode="auto">
                  <a:xfrm>
                    <a:off x="508" y="935"/>
                    <a:ext cx="254"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40337" name="Group 59">
                  <a:extLst>
                    <a:ext uri="{FF2B5EF4-FFF2-40B4-BE49-F238E27FC236}">
                      <a16:creationId xmlns:a16="http://schemas.microsoft.com/office/drawing/2014/main" id="{4DCAE3FA-DB46-437C-A74F-46804EF3AC09}"/>
                    </a:ext>
                  </a:extLst>
                </p:cNvPr>
                <p:cNvGrpSpPr>
                  <a:grpSpLocks/>
                </p:cNvGrpSpPr>
                <p:nvPr/>
              </p:nvGrpSpPr>
              <p:grpSpPr bwMode="auto">
                <a:xfrm>
                  <a:off x="2142" y="3041"/>
                  <a:ext cx="602" cy="359"/>
                  <a:chOff x="762" y="935"/>
                  <a:chExt cx="254" cy="298"/>
                </a:xfrm>
              </p:grpSpPr>
              <p:sp>
                <p:nvSpPr>
                  <p:cNvPr id="140368" name="Rectangle 60">
                    <a:extLst>
                      <a:ext uri="{FF2B5EF4-FFF2-40B4-BE49-F238E27FC236}">
                        <a16:creationId xmlns:a16="http://schemas.microsoft.com/office/drawing/2014/main" id="{5FC2BFF1-0185-4DC7-8C3B-7E37BAAEC0A8}"/>
                      </a:ext>
                    </a:extLst>
                  </p:cNvPr>
                  <p:cNvSpPr>
                    <a:spLocks noChangeArrowheads="1"/>
                  </p:cNvSpPr>
                  <p:nvPr/>
                </p:nvSpPr>
                <p:spPr bwMode="auto">
                  <a:xfrm>
                    <a:off x="766" y="939"/>
                    <a:ext cx="246"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b="1">
                        <a:latin typeface="Times New Roman" panose="02020603050405020304" pitchFamily="18" charset="0"/>
                        <a:ea typeface="宋体" panose="02010600030101010101" pitchFamily="2" charset="-122"/>
                        <a:cs typeface="Times New Roman" panose="02020603050405020304" pitchFamily="18" charset="0"/>
                      </a:rPr>
                      <a:t>0</a:t>
                    </a:r>
                  </a:p>
                  <a:p>
                    <a:pPr algn="ctr">
                      <a:spcBef>
                        <a:spcPct val="0"/>
                      </a:spcBef>
                      <a:buFontTx/>
                      <a:buNone/>
                    </a:pPr>
                    <a:endParaRPr kumimoji="0" lang="en-US" altLang="zh-CN" b="1">
                      <a:latin typeface="Arial" panose="020B0604020202020204" pitchFamily="34" charset="0"/>
                      <a:ea typeface="宋体" panose="02010600030101010101" pitchFamily="2" charset="-122"/>
                      <a:cs typeface="Times New Roman" panose="02020603050405020304" pitchFamily="18" charset="0"/>
                    </a:endParaRPr>
                  </a:p>
                </p:txBody>
              </p:sp>
              <p:sp>
                <p:nvSpPr>
                  <p:cNvPr id="140369" name="Rectangle 61">
                    <a:extLst>
                      <a:ext uri="{FF2B5EF4-FFF2-40B4-BE49-F238E27FC236}">
                        <a16:creationId xmlns:a16="http://schemas.microsoft.com/office/drawing/2014/main" id="{E9E451D8-8E84-4CC2-B1DF-A2E8C7602652}"/>
                      </a:ext>
                    </a:extLst>
                  </p:cNvPr>
                  <p:cNvSpPr>
                    <a:spLocks noChangeArrowheads="1"/>
                  </p:cNvSpPr>
                  <p:nvPr/>
                </p:nvSpPr>
                <p:spPr bwMode="auto">
                  <a:xfrm>
                    <a:off x="762" y="935"/>
                    <a:ext cx="254"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40338" name="Group 62">
                  <a:extLst>
                    <a:ext uri="{FF2B5EF4-FFF2-40B4-BE49-F238E27FC236}">
                      <a16:creationId xmlns:a16="http://schemas.microsoft.com/office/drawing/2014/main" id="{F018659C-0BF1-48F1-9652-F582846ED3B5}"/>
                    </a:ext>
                  </a:extLst>
                </p:cNvPr>
                <p:cNvGrpSpPr>
                  <a:grpSpLocks/>
                </p:cNvGrpSpPr>
                <p:nvPr/>
              </p:nvGrpSpPr>
              <p:grpSpPr bwMode="auto">
                <a:xfrm>
                  <a:off x="2744" y="3041"/>
                  <a:ext cx="893" cy="359"/>
                  <a:chOff x="1016" y="935"/>
                  <a:chExt cx="377" cy="298"/>
                </a:xfrm>
              </p:grpSpPr>
              <p:sp>
                <p:nvSpPr>
                  <p:cNvPr id="140366" name="Rectangle 63">
                    <a:extLst>
                      <a:ext uri="{FF2B5EF4-FFF2-40B4-BE49-F238E27FC236}">
                        <a16:creationId xmlns:a16="http://schemas.microsoft.com/office/drawing/2014/main" id="{CC213C0A-CA44-4E20-B305-D1BCEBEAB0A5}"/>
                      </a:ext>
                    </a:extLst>
                  </p:cNvPr>
                  <p:cNvSpPr>
                    <a:spLocks noChangeArrowheads="1"/>
                  </p:cNvSpPr>
                  <p:nvPr/>
                </p:nvSpPr>
                <p:spPr bwMode="auto">
                  <a:xfrm>
                    <a:off x="1020" y="939"/>
                    <a:ext cx="369"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b="1">
                        <a:latin typeface="Times New Roman" panose="02020603050405020304" pitchFamily="18" charset="0"/>
                        <a:ea typeface="宋体" panose="02010600030101010101" pitchFamily="2" charset="-122"/>
                        <a:cs typeface="Times New Roman" panose="02020603050405020304" pitchFamily="18" charset="0"/>
                      </a:rPr>
                      <a:t>0</a:t>
                    </a:r>
                  </a:p>
                  <a:p>
                    <a:pPr algn="ctr">
                      <a:spcBef>
                        <a:spcPct val="0"/>
                      </a:spcBef>
                      <a:buFontTx/>
                      <a:buNone/>
                    </a:pPr>
                    <a:endParaRPr kumimoji="0" lang="en-US" altLang="zh-CN" b="1">
                      <a:latin typeface="Arial" panose="020B0604020202020204" pitchFamily="34" charset="0"/>
                      <a:ea typeface="宋体" panose="02010600030101010101" pitchFamily="2" charset="-122"/>
                      <a:cs typeface="Times New Roman" panose="02020603050405020304" pitchFamily="18" charset="0"/>
                    </a:endParaRPr>
                  </a:p>
                </p:txBody>
              </p:sp>
              <p:sp>
                <p:nvSpPr>
                  <p:cNvPr id="140367" name="Rectangle 64">
                    <a:extLst>
                      <a:ext uri="{FF2B5EF4-FFF2-40B4-BE49-F238E27FC236}">
                        <a16:creationId xmlns:a16="http://schemas.microsoft.com/office/drawing/2014/main" id="{2E57E095-7D5F-446B-B34E-089E03CDB436}"/>
                      </a:ext>
                    </a:extLst>
                  </p:cNvPr>
                  <p:cNvSpPr>
                    <a:spLocks noChangeArrowheads="1"/>
                  </p:cNvSpPr>
                  <p:nvPr/>
                </p:nvSpPr>
                <p:spPr bwMode="auto">
                  <a:xfrm>
                    <a:off x="1016" y="935"/>
                    <a:ext cx="377"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40339" name="Group 65">
                  <a:extLst>
                    <a:ext uri="{FF2B5EF4-FFF2-40B4-BE49-F238E27FC236}">
                      <a16:creationId xmlns:a16="http://schemas.microsoft.com/office/drawing/2014/main" id="{8002E53F-D821-443A-B786-639B06CDAF9A}"/>
                    </a:ext>
                  </a:extLst>
                </p:cNvPr>
                <p:cNvGrpSpPr>
                  <a:grpSpLocks/>
                </p:cNvGrpSpPr>
                <p:nvPr/>
              </p:nvGrpSpPr>
              <p:grpSpPr bwMode="auto">
                <a:xfrm>
                  <a:off x="3637" y="3041"/>
                  <a:ext cx="894" cy="359"/>
                  <a:chOff x="1393" y="935"/>
                  <a:chExt cx="377" cy="298"/>
                </a:xfrm>
              </p:grpSpPr>
              <p:sp>
                <p:nvSpPr>
                  <p:cNvPr id="140364" name="Rectangle 66">
                    <a:extLst>
                      <a:ext uri="{FF2B5EF4-FFF2-40B4-BE49-F238E27FC236}">
                        <a16:creationId xmlns:a16="http://schemas.microsoft.com/office/drawing/2014/main" id="{64E52750-0CB6-4725-8222-2DB83096CCFE}"/>
                      </a:ext>
                    </a:extLst>
                  </p:cNvPr>
                  <p:cNvSpPr>
                    <a:spLocks noChangeArrowheads="1"/>
                  </p:cNvSpPr>
                  <p:nvPr/>
                </p:nvSpPr>
                <p:spPr bwMode="auto">
                  <a:xfrm>
                    <a:off x="1397" y="939"/>
                    <a:ext cx="369"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b="1">
                        <a:latin typeface="Times New Roman" panose="02020603050405020304" pitchFamily="18" charset="0"/>
                        <a:ea typeface="宋体" panose="02010600030101010101" pitchFamily="2" charset="-122"/>
                        <a:cs typeface="Times New Roman" panose="02020603050405020304" pitchFamily="18" charset="0"/>
                      </a:rPr>
                      <a:t>1</a:t>
                    </a:r>
                  </a:p>
                  <a:p>
                    <a:pPr algn="ctr">
                      <a:spcBef>
                        <a:spcPct val="0"/>
                      </a:spcBef>
                      <a:buFontTx/>
                      <a:buNone/>
                    </a:pPr>
                    <a:endParaRPr kumimoji="0" lang="en-US" altLang="zh-CN" b="1">
                      <a:latin typeface="Arial" panose="020B0604020202020204" pitchFamily="34" charset="0"/>
                      <a:ea typeface="宋体" panose="02010600030101010101" pitchFamily="2" charset="-122"/>
                      <a:cs typeface="Times New Roman" panose="02020603050405020304" pitchFamily="18" charset="0"/>
                    </a:endParaRPr>
                  </a:p>
                </p:txBody>
              </p:sp>
              <p:sp>
                <p:nvSpPr>
                  <p:cNvPr id="140365" name="Rectangle 67">
                    <a:extLst>
                      <a:ext uri="{FF2B5EF4-FFF2-40B4-BE49-F238E27FC236}">
                        <a16:creationId xmlns:a16="http://schemas.microsoft.com/office/drawing/2014/main" id="{CA26E414-4D3C-4859-8495-C8A44CA124AD}"/>
                      </a:ext>
                    </a:extLst>
                  </p:cNvPr>
                  <p:cNvSpPr>
                    <a:spLocks noChangeArrowheads="1"/>
                  </p:cNvSpPr>
                  <p:nvPr/>
                </p:nvSpPr>
                <p:spPr bwMode="auto">
                  <a:xfrm>
                    <a:off x="1393" y="935"/>
                    <a:ext cx="377"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40340" name="Group 68">
                  <a:extLst>
                    <a:ext uri="{FF2B5EF4-FFF2-40B4-BE49-F238E27FC236}">
                      <a16:creationId xmlns:a16="http://schemas.microsoft.com/office/drawing/2014/main" id="{E1183802-4284-4565-9931-DC06B8B9DBA9}"/>
                    </a:ext>
                  </a:extLst>
                </p:cNvPr>
                <p:cNvGrpSpPr>
                  <a:grpSpLocks/>
                </p:cNvGrpSpPr>
                <p:nvPr/>
              </p:nvGrpSpPr>
              <p:grpSpPr bwMode="auto">
                <a:xfrm>
                  <a:off x="4531" y="3041"/>
                  <a:ext cx="893" cy="359"/>
                  <a:chOff x="1770" y="935"/>
                  <a:chExt cx="377" cy="298"/>
                </a:xfrm>
              </p:grpSpPr>
              <p:sp>
                <p:nvSpPr>
                  <p:cNvPr id="140362" name="Rectangle 69">
                    <a:extLst>
                      <a:ext uri="{FF2B5EF4-FFF2-40B4-BE49-F238E27FC236}">
                        <a16:creationId xmlns:a16="http://schemas.microsoft.com/office/drawing/2014/main" id="{E0971558-45AA-4A7E-B7F5-6A8AC49DE621}"/>
                      </a:ext>
                    </a:extLst>
                  </p:cNvPr>
                  <p:cNvSpPr>
                    <a:spLocks noChangeArrowheads="1"/>
                  </p:cNvSpPr>
                  <p:nvPr/>
                </p:nvSpPr>
                <p:spPr bwMode="auto">
                  <a:xfrm>
                    <a:off x="1774" y="939"/>
                    <a:ext cx="369"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b="1">
                        <a:latin typeface="Times New Roman" panose="02020603050405020304" pitchFamily="18" charset="0"/>
                        <a:ea typeface="宋体" panose="02010600030101010101" pitchFamily="2" charset="-122"/>
                        <a:cs typeface="Times New Roman" panose="02020603050405020304" pitchFamily="18" charset="0"/>
                      </a:rPr>
                      <a:t>0</a:t>
                    </a:r>
                  </a:p>
                  <a:p>
                    <a:pPr algn="ctr">
                      <a:spcBef>
                        <a:spcPct val="0"/>
                      </a:spcBef>
                      <a:buFontTx/>
                      <a:buNone/>
                    </a:pPr>
                    <a:endParaRPr kumimoji="0" lang="en-US" altLang="zh-CN" b="1">
                      <a:latin typeface="Arial" panose="020B0604020202020204" pitchFamily="34" charset="0"/>
                      <a:ea typeface="宋体" panose="02010600030101010101" pitchFamily="2" charset="-122"/>
                      <a:cs typeface="Times New Roman" panose="02020603050405020304" pitchFamily="18" charset="0"/>
                    </a:endParaRPr>
                  </a:p>
                </p:txBody>
              </p:sp>
              <p:sp>
                <p:nvSpPr>
                  <p:cNvPr id="140363" name="Rectangle 70">
                    <a:extLst>
                      <a:ext uri="{FF2B5EF4-FFF2-40B4-BE49-F238E27FC236}">
                        <a16:creationId xmlns:a16="http://schemas.microsoft.com/office/drawing/2014/main" id="{A2A58991-FDEB-49B5-AAF6-F7F2F622B46C}"/>
                      </a:ext>
                    </a:extLst>
                  </p:cNvPr>
                  <p:cNvSpPr>
                    <a:spLocks noChangeArrowheads="1"/>
                  </p:cNvSpPr>
                  <p:nvPr/>
                </p:nvSpPr>
                <p:spPr bwMode="auto">
                  <a:xfrm>
                    <a:off x="1770" y="935"/>
                    <a:ext cx="377"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40341" name="Group 71">
                  <a:extLst>
                    <a:ext uri="{FF2B5EF4-FFF2-40B4-BE49-F238E27FC236}">
                      <a16:creationId xmlns:a16="http://schemas.microsoft.com/office/drawing/2014/main" id="{A6CA41BC-C74B-4A28-8FF3-3124A671A18D}"/>
                    </a:ext>
                  </a:extLst>
                </p:cNvPr>
                <p:cNvGrpSpPr>
                  <a:grpSpLocks/>
                </p:cNvGrpSpPr>
                <p:nvPr/>
              </p:nvGrpSpPr>
              <p:grpSpPr bwMode="auto">
                <a:xfrm>
                  <a:off x="336" y="3405"/>
                  <a:ext cx="602" cy="359"/>
                  <a:chOff x="0" y="1237"/>
                  <a:chExt cx="254" cy="298"/>
                </a:xfrm>
              </p:grpSpPr>
              <p:sp>
                <p:nvSpPr>
                  <p:cNvPr id="140360" name="Rectangle 72">
                    <a:extLst>
                      <a:ext uri="{FF2B5EF4-FFF2-40B4-BE49-F238E27FC236}">
                        <a16:creationId xmlns:a16="http://schemas.microsoft.com/office/drawing/2014/main" id="{214E7A27-8CC0-40B1-A35C-0E606BDFE499}"/>
                      </a:ext>
                    </a:extLst>
                  </p:cNvPr>
                  <p:cNvSpPr>
                    <a:spLocks noChangeArrowheads="1"/>
                  </p:cNvSpPr>
                  <p:nvPr/>
                </p:nvSpPr>
                <p:spPr bwMode="auto">
                  <a:xfrm>
                    <a:off x="4" y="1241"/>
                    <a:ext cx="246"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b="1">
                        <a:latin typeface="Times New Roman" panose="02020603050405020304" pitchFamily="18" charset="0"/>
                        <a:ea typeface="宋体" panose="02010600030101010101" pitchFamily="2" charset="-122"/>
                        <a:cs typeface="Times New Roman" panose="02020603050405020304" pitchFamily="18" charset="0"/>
                      </a:rPr>
                      <a:t>1</a:t>
                    </a:r>
                  </a:p>
                  <a:p>
                    <a:pPr algn="ctr">
                      <a:spcBef>
                        <a:spcPct val="0"/>
                      </a:spcBef>
                      <a:buFontTx/>
                      <a:buNone/>
                    </a:pPr>
                    <a:endParaRPr kumimoji="0" lang="en-US" altLang="zh-CN" b="1">
                      <a:latin typeface="Arial" panose="020B0604020202020204" pitchFamily="34" charset="0"/>
                      <a:ea typeface="宋体" panose="02010600030101010101" pitchFamily="2" charset="-122"/>
                      <a:cs typeface="Times New Roman" panose="02020603050405020304" pitchFamily="18" charset="0"/>
                    </a:endParaRPr>
                  </a:p>
                </p:txBody>
              </p:sp>
              <p:sp>
                <p:nvSpPr>
                  <p:cNvPr id="140361" name="Rectangle 73">
                    <a:extLst>
                      <a:ext uri="{FF2B5EF4-FFF2-40B4-BE49-F238E27FC236}">
                        <a16:creationId xmlns:a16="http://schemas.microsoft.com/office/drawing/2014/main" id="{E6CF6BFC-F996-4A03-8249-1A84538F7DC7}"/>
                      </a:ext>
                    </a:extLst>
                  </p:cNvPr>
                  <p:cNvSpPr>
                    <a:spLocks noChangeArrowheads="1"/>
                  </p:cNvSpPr>
                  <p:nvPr/>
                </p:nvSpPr>
                <p:spPr bwMode="auto">
                  <a:xfrm>
                    <a:off x="0" y="1237"/>
                    <a:ext cx="254"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40342" name="Group 74">
                  <a:extLst>
                    <a:ext uri="{FF2B5EF4-FFF2-40B4-BE49-F238E27FC236}">
                      <a16:creationId xmlns:a16="http://schemas.microsoft.com/office/drawing/2014/main" id="{219A723B-524D-43D2-A164-A18CCCAE4518}"/>
                    </a:ext>
                  </a:extLst>
                </p:cNvPr>
                <p:cNvGrpSpPr>
                  <a:grpSpLocks/>
                </p:cNvGrpSpPr>
                <p:nvPr/>
              </p:nvGrpSpPr>
              <p:grpSpPr bwMode="auto">
                <a:xfrm>
                  <a:off x="938" y="3405"/>
                  <a:ext cx="602" cy="359"/>
                  <a:chOff x="254" y="1237"/>
                  <a:chExt cx="254" cy="298"/>
                </a:xfrm>
              </p:grpSpPr>
              <p:sp>
                <p:nvSpPr>
                  <p:cNvPr id="140358" name="Rectangle 75">
                    <a:extLst>
                      <a:ext uri="{FF2B5EF4-FFF2-40B4-BE49-F238E27FC236}">
                        <a16:creationId xmlns:a16="http://schemas.microsoft.com/office/drawing/2014/main" id="{865F67D9-B9BB-4430-88B8-2CC04DD40A66}"/>
                      </a:ext>
                    </a:extLst>
                  </p:cNvPr>
                  <p:cNvSpPr>
                    <a:spLocks noChangeArrowheads="1"/>
                  </p:cNvSpPr>
                  <p:nvPr/>
                </p:nvSpPr>
                <p:spPr bwMode="auto">
                  <a:xfrm>
                    <a:off x="258" y="1241"/>
                    <a:ext cx="246"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b="1">
                        <a:latin typeface="Times New Roman" panose="02020603050405020304" pitchFamily="18" charset="0"/>
                        <a:ea typeface="宋体" panose="02010600030101010101" pitchFamily="2" charset="-122"/>
                        <a:cs typeface="Times New Roman" panose="02020603050405020304" pitchFamily="18" charset="0"/>
                      </a:rPr>
                      <a:t>0</a:t>
                    </a:r>
                  </a:p>
                  <a:p>
                    <a:pPr algn="ctr">
                      <a:spcBef>
                        <a:spcPct val="0"/>
                      </a:spcBef>
                      <a:buFontTx/>
                      <a:buNone/>
                    </a:pPr>
                    <a:endParaRPr kumimoji="0" lang="en-US" altLang="zh-CN" b="1">
                      <a:latin typeface="Arial" panose="020B0604020202020204" pitchFamily="34" charset="0"/>
                      <a:ea typeface="宋体" panose="02010600030101010101" pitchFamily="2" charset="-122"/>
                      <a:cs typeface="Times New Roman" panose="02020603050405020304" pitchFamily="18" charset="0"/>
                    </a:endParaRPr>
                  </a:p>
                </p:txBody>
              </p:sp>
              <p:sp>
                <p:nvSpPr>
                  <p:cNvPr id="140359" name="Rectangle 76">
                    <a:extLst>
                      <a:ext uri="{FF2B5EF4-FFF2-40B4-BE49-F238E27FC236}">
                        <a16:creationId xmlns:a16="http://schemas.microsoft.com/office/drawing/2014/main" id="{4F387CDE-B53F-4F70-BB59-D79856B4D8E9}"/>
                      </a:ext>
                    </a:extLst>
                  </p:cNvPr>
                  <p:cNvSpPr>
                    <a:spLocks noChangeArrowheads="1"/>
                  </p:cNvSpPr>
                  <p:nvPr/>
                </p:nvSpPr>
                <p:spPr bwMode="auto">
                  <a:xfrm>
                    <a:off x="254" y="1237"/>
                    <a:ext cx="254"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40343" name="Group 77">
                  <a:extLst>
                    <a:ext uri="{FF2B5EF4-FFF2-40B4-BE49-F238E27FC236}">
                      <a16:creationId xmlns:a16="http://schemas.microsoft.com/office/drawing/2014/main" id="{83C1A0A4-DD30-452B-87F0-7AAC8BA1DBE1}"/>
                    </a:ext>
                  </a:extLst>
                </p:cNvPr>
                <p:cNvGrpSpPr>
                  <a:grpSpLocks/>
                </p:cNvGrpSpPr>
                <p:nvPr/>
              </p:nvGrpSpPr>
              <p:grpSpPr bwMode="auto">
                <a:xfrm>
                  <a:off x="1540" y="3405"/>
                  <a:ext cx="602" cy="359"/>
                  <a:chOff x="508" y="1237"/>
                  <a:chExt cx="254" cy="298"/>
                </a:xfrm>
              </p:grpSpPr>
              <p:sp>
                <p:nvSpPr>
                  <p:cNvPr id="140356" name="Rectangle 78">
                    <a:extLst>
                      <a:ext uri="{FF2B5EF4-FFF2-40B4-BE49-F238E27FC236}">
                        <a16:creationId xmlns:a16="http://schemas.microsoft.com/office/drawing/2014/main" id="{1E88A67A-FCDE-40F2-86A8-3B58B291FA5A}"/>
                      </a:ext>
                    </a:extLst>
                  </p:cNvPr>
                  <p:cNvSpPr>
                    <a:spLocks noChangeArrowheads="1"/>
                  </p:cNvSpPr>
                  <p:nvPr/>
                </p:nvSpPr>
                <p:spPr bwMode="auto">
                  <a:xfrm>
                    <a:off x="512" y="1241"/>
                    <a:ext cx="246"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b="1">
                        <a:latin typeface="Times New Roman" panose="02020603050405020304" pitchFamily="18" charset="0"/>
                        <a:ea typeface="宋体" panose="02010600030101010101" pitchFamily="2" charset="-122"/>
                        <a:cs typeface="Times New Roman" panose="02020603050405020304" pitchFamily="18" charset="0"/>
                      </a:rPr>
                      <a:t>0</a:t>
                    </a:r>
                  </a:p>
                  <a:p>
                    <a:pPr algn="ctr">
                      <a:spcBef>
                        <a:spcPct val="0"/>
                      </a:spcBef>
                      <a:buFontTx/>
                      <a:buNone/>
                    </a:pPr>
                    <a:endParaRPr kumimoji="0" lang="en-US" altLang="zh-CN" b="1">
                      <a:latin typeface="Arial" panose="020B0604020202020204" pitchFamily="34" charset="0"/>
                      <a:ea typeface="宋体" panose="02010600030101010101" pitchFamily="2" charset="-122"/>
                      <a:cs typeface="Times New Roman" panose="02020603050405020304" pitchFamily="18" charset="0"/>
                    </a:endParaRPr>
                  </a:p>
                </p:txBody>
              </p:sp>
              <p:sp>
                <p:nvSpPr>
                  <p:cNvPr id="140357" name="Rectangle 79">
                    <a:extLst>
                      <a:ext uri="{FF2B5EF4-FFF2-40B4-BE49-F238E27FC236}">
                        <a16:creationId xmlns:a16="http://schemas.microsoft.com/office/drawing/2014/main" id="{25898D6B-397B-4C16-A229-7AE9DAB02B41}"/>
                      </a:ext>
                    </a:extLst>
                  </p:cNvPr>
                  <p:cNvSpPr>
                    <a:spLocks noChangeArrowheads="1"/>
                  </p:cNvSpPr>
                  <p:nvPr/>
                </p:nvSpPr>
                <p:spPr bwMode="auto">
                  <a:xfrm>
                    <a:off x="508" y="1237"/>
                    <a:ext cx="254"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40344" name="Group 80">
                  <a:extLst>
                    <a:ext uri="{FF2B5EF4-FFF2-40B4-BE49-F238E27FC236}">
                      <a16:creationId xmlns:a16="http://schemas.microsoft.com/office/drawing/2014/main" id="{0BF65F20-61A1-4D22-9241-78C7E868A90D}"/>
                    </a:ext>
                  </a:extLst>
                </p:cNvPr>
                <p:cNvGrpSpPr>
                  <a:grpSpLocks/>
                </p:cNvGrpSpPr>
                <p:nvPr/>
              </p:nvGrpSpPr>
              <p:grpSpPr bwMode="auto">
                <a:xfrm>
                  <a:off x="2142" y="3405"/>
                  <a:ext cx="602" cy="359"/>
                  <a:chOff x="762" y="1237"/>
                  <a:chExt cx="254" cy="298"/>
                </a:xfrm>
              </p:grpSpPr>
              <p:sp>
                <p:nvSpPr>
                  <p:cNvPr id="140354" name="Rectangle 81">
                    <a:extLst>
                      <a:ext uri="{FF2B5EF4-FFF2-40B4-BE49-F238E27FC236}">
                        <a16:creationId xmlns:a16="http://schemas.microsoft.com/office/drawing/2014/main" id="{F1354DEA-018F-4561-81B7-E9363B1BDB22}"/>
                      </a:ext>
                    </a:extLst>
                  </p:cNvPr>
                  <p:cNvSpPr>
                    <a:spLocks noChangeArrowheads="1"/>
                  </p:cNvSpPr>
                  <p:nvPr/>
                </p:nvSpPr>
                <p:spPr bwMode="auto">
                  <a:xfrm>
                    <a:off x="766" y="1241"/>
                    <a:ext cx="246"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b="1">
                        <a:latin typeface="Times New Roman" panose="02020603050405020304" pitchFamily="18" charset="0"/>
                        <a:ea typeface="宋体" panose="02010600030101010101" pitchFamily="2" charset="-122"/>
                        <a:cs typeface="Times New Roman" panose="02020603050405020304" pitchFamily="18" charset="0"/>
                      </a:rPr>
                      <a:t>1</a:t>
                    </a:r>
                  </a:p>
                  <a:p>
                    <a:pPr algn="ctr">
                      <a:spcBef>
                        <a:spcPct val="0"/>
                      </a:spcBef>
                      <a:buFontTx/>
                      <a:buNone/>
                    </a:pPr>
                    <a:endParaRPr kumimoji="0" lang="en-US" altLang="zh-CN" b="1">
                      <a:latin typeface="Arial" panose="020B0604020202020204" pitchFamily="34" charset="0"/>
                      <a:ea typeface="宋体" panose="02010600030101010101" pitchFamily="2" charset="-122"/>
                      <a:cs typeface="Times New Roman" panose="02020603050405020304" pitchFamily="18" charset="0"/>
                    </a:endParaRPr>
                  </a:p>
                </p:txBody>
              </p:sp>
              <p:sp>
                <p:nvSpPr>
                  <p:cNvPr id="140355" name="Rectangle 82">
                    <a:extLst>
                      <a:ext uri="{FF2B5EF4-FFF2-40B4-BE49-F238E27FC236}">
                        <a16:creationId xmlns:a16="http://schemas.microsoft.com/office/drawing/2014/main" id="{75C2840F-3E4A-4C19-AA69-57254A25D5AA}"/>
                      </a:ext>
                    </a:extLst>
                  </p:cNvPr>
                  <p:cNvSpPr>
                    <a:spLocks noChangeArrowheads="1"/>
                  </p:cNvSpPr>
                  <p:nvPr/>
                </p:nvSpPr>
                <p:spPr bwMode="auto">
                  <a:xfrm>
                    <a:off x="762" y="1237"/>
                    <a:ext cx="254"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40345" name="Group 83">
                  <a:extLst>
                    <a:ext uri="{FF2B5EF4-FFF2-40B4-BE49-F238E27FC236}">
                      <a16:creationId xmlns:a16="http://schemas.microsoft.com/office/drawing/2014/main" id="{E5CB3F1A-1688-422A-B20B-AF9D3C9CC763}"/>
                    </a:ext>
                  </a:extLst>
                </p:cNvPr>
                <p:cNvGrpSpPr>
                  <a:grpSpLocks/>
                </p:cNvGrpSpPr>
                <p:nvPr/>
              </p:nvGrpSpPr>
              <p:grpSpPr bwMode="auto">
                <a:xfrm>
                  <a:off x="2744" y="3405"/>
                  <a:ext cx="893" cy="359"/>
                  <a:chOff x="1016" y="1237"/>
                  <a:chExt cx="377" cy="298"/>
                </a:xfrm>
              </p:grpSpPr>
              <p:sp>
                <p:nvSpPr>
                  <p:cNvPr id="140352" name="Rectangle 84">
                    <a:extLst>
                      <a:ext uri="{FF2B5EF4-FFF2-40B4-BE49-F238E27FC236}">
                        <a16:creationId xmlns:a16="http://schemas.microsoft.com/office/drawing/2014/main" id="{7E56BE3B-C6A3-46B5-8281-2E3CAB6F5847}"/>
                      </a:ext>
                    </a:extLst>
                  </p:cNvPr>
                  <p:cNvSpPr>
                    <a:spLocks noChangeArrowheads="1"/>
                  </p:cNvSpPr>
                  <p:nvPr/>
                </p:nvSpPr>
                <p:spPr bwMode="auto">
                  <a:xfrm>
                    <a:off x="1020" y="1241"/>
                    <a:ext cx="369"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b="1">
                        <a:latin typeface="Times New Roman" panose="02020603050405020304" pitchFamily="18" charset="0"/>
                        <a:ea typeface="宋体" panose="02010600030101010101" pitchFamily="2" charset="-122"/>
                        <a:cs typeface="Times New Roman" panose="02020603050405020304" pitchFamily="18" charset="0"/>
                      </a:rPr>
                      <a:t>0</a:t>
                    </a:r>
                  </a:p>
                  <a:p>
                    <a:pPr algn="ctr">
                      <a:spcBef>
                        <a:spcPct val="0"/>
                      </a:spcBef>
                      <a:buFontTx/>
                      <a:buNone/>
                    </a:pPr>
                    <a:endParaRPr kumimoji="0" lang="en-US" altLang="zh-CN" b="1">
                      <a:latin typeface="Arial" panose="020B0604020202020204" pitchFamily="34" charset="0"/>
                      <a:ea typeface="宋体" panose="02010600030101010101" pitchFamily="2" charset="-122"/>
                      <a:cs typeface="Times New Roman" panose="02020603050405020304" pitchFamily="18" charset="0"/>
                    </a:endParaRPr>
                  </a:p>
                </p:txBody>
              </p:sp>
              <p:sp>
                <p:nvSpPr>
                  <p:cNvPr id="140353" name="Rectangle 85">
                    <a:extLst>
                      <a:ext uri="{FF2B5EF4-FFF2-40B4-BE49-F238E27FC236}">
                        <a16:creationId xmlns:a16="http://schemas.microsoft.com/office/drawing/2014/main" id="{D1FC99DF-303E-4395-A4BA-8B035B978F66}"/>
                      </a:ext>
                    </a:extLst>
                  </p:cNvPr>
                  <p:cNvSpPr>
                    <a:spLocks noChangeArrowheads="1"/>
                  </p:cNvSpPr>
                  <p:nvPr/>
                </p:nvSpPr>
                <p:spPr bwMode="auto">
                  <a:xfrm>
                    <a:off x="1016" y="1237"/>
                    <a:ext cx="377"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40346" name="Group 86">
                  <a:extLst>
                    <a:ext uri="{FF2B5EF4-FFF2-40B4-BE49-F238E27FC236}">
                      <a16:creationId xmlns:a16="http://schemas.microsoft.com/office/drawing/2014/main" id="{597EADC2-0427-42D8-A6CF-378A5DD90CA4}"/>
                    </a:ext>
                  </a:extLst>
                </p:cNvPr>
                <p:cNvGrpSpPr>
                  <a:grpSpLocks/>
                </p:cNvGrpSpPr>
                <p:nvPr/>
              </p:nvGrpSpPr>
              <p:grpSpPr bwMode="auto">
                <a:xfrm>
                  <a:off x="3637" y="3405"/>
                  <a:ext cx="894" cy="359"/>
                  <a:chOff x="1393" y="1237"/>
                  <a:chExt cx="377" cy="298"/>
                </a:xfrm>
              </p:grpSpPr>
              <p:sp>
                <p:nvSpPr>
                  <p:cNvPr id="140350" name="Rectangle 87">
                    <a:extLst>
                      <a:ext uri="{FF2B5EF4-FFF2-40B4-BE49-F238E27FC236}">
                        <a16:creationId xmlns:a16="http://schemas.microsoft.com/office/drawing/2014/main" id="{37D1F67D-EFFC-45AE-812D-9A0A85867CF8}"/>
                      </a:ext>
                    </a:extLst>
                  </p:cNvPr>
                  <p:cNvSpPr>
                    <a:spLocks noChangeArrowheads="1"/>
                  </p:cNvSpPr>
                  <p:nvPr/>
                </p:nvSpPr>
                <p:spPr bwMode="auto">
                  <a:xfrm>
                    <a:off x="1397" y="1241"/>
                    <a:ext cx="369"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b="1">
                        <a:latin typeface="Times New Roman" panose="02020603050405020304" pitchFamily="18" charset="0"/>
                        <a:ea typeface="宋体" panose="02010600030101010101" pitchFamily="2" charset="-122"/>
                        <a:cs typeface="Times New Roman" panose="02020603050405020304" pitchFamily="18" charset="0"/>
                      </a:rPr>
                      <a:t>1</a:t>
                    </a:r>
                  </a:p>
                  <a:p>
                    <a:pPr algn="ctr">
                      <a:spcBef>
                        <a:spcPct val="0"/>
                      </a:spcBef>
                      <a:buFontTx/>
                      <a:buNone/>
                    </a:pPr>
                    <a:endParaRPr kumimoji="0" lang="en-US" altLang="zh-CN" b="1">
                      <a:latin typeface="Arial" panose="020B0604020202020204" pitchFamily="34" charset="0"/>
                      <a:ea typeface="宋体" panose="02010600030101010101" pitchFamily="2" charset="-122"/>
                      <a:cs typeface="Times New Roman" panose="02020603050405020304" pitchFamily="18" charset="0"/>
                    </a:endParaRPr>
                  </a:p>
                </p:txBody>
              </p:sp>
              <p:sp>
                <p:nvSpPr>
                  <p:cNvPr id="140351" name="Rectangle 88">
                    <a:extLst>
                      <a:ext uri="{FF2B5EF4-FFF2-40B4-BE49-F238E27FC236}">
                        <a16:creationId xmlns:a16="http://schemas.microsoft.com/office/drawing/2014/main" id="{2409311C-C6E9-4FEC-9B46-6EB8D5555537}"/>
                      </a:ext>
                    </a:extLst>
                  </p:cNvPr>
                  <p:cNvSpPr>
                    <a:spLocks noChangeArrowheads="1"/>
                  </p:cNvSpPr>
                  <p:nvPr/>
                </p:nvSpPr>
                <p:spPr bwMode="auto">
                  <a:xfrm>
                    <a:off x="1393" y="1237"/>
                    <a:ext cx="377"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40347" name="Group 89">
                  <a:extLst>
                    <a:ext uri="{FF2B5EF4-FFF2-40B4-BE49-F238E27FC236}">
                      <a16:creationId xmlns:a16="http://schemas.microsoft.com/office/drawing/2014/main" id="{C654ADA9-6611-46CA-B0AA-7D8C4EFEB34C}"/>
                    </a:ext>
                  </a:extLst>
                </p:cNvPr>
                <p:cNvGrpSpPr>
                  <a:grpSpLocks/>
                </p:cNvGrpSpPr>
                <p:nvPr/>
              </p:nvGrpSpPr>
              <p:grpSpPr bwMode="auto">
                <a:xfrm>
                  <a:off x="4531" y="3405"/>
                  <a:ext cx="893" cy="359"/>
                  <a:chOff x="1770" y="1237"/>
                  <a:chExt cx="377" cy="298"/>
                </a:xfrm>
              </p:grpSpPr>
              <p:sp>
                <p:nvSpPr>
                  <p:cNvPr id="140348" name="Rectangle 90">
                    <a:extLst>
                      <a:ext uri="{FF2B5EF4-FFF2-40B4-BE49-F238E27FC236}">
                        <a16:creationId xmlns:a16="http://schemas.microsoft.com/office/drawing/2014/main" id="{BBCA1526-741A-4419-A7E7-C6F3106CB053}"/>
                      </a:ext>
                    </a:extLst>
                  </p:cNvPr>
                  <p:cNvSpPr>
                    <a:spLocks noChangeArrowheads="1"/>
                  </p:cNvSpPr>
                  <p:nvPr/>
                </p:nvSpPr>
                <p:spPr bwMode="auto">
                  <a:xfrm>
                    <a:off x="1774" y="1241"/>
                    <a:ext cx="369"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b="1">
                        <a:latin typeface="Times New Roman" panose="02020603050405020304" pitchFamily="18" charset="0"/>
                        <a:ea typeface="宋体" panose="02010600030101010101" pitchFamily="2" charset="-122"/>
                        <a:cs typeface="Times New Roman" panose="02020603050405020304" pitchFamily="18" charset="0"/>
                      </a:rPr>
                      <a:t>0</a:t>
                    </a:r>
                  </a:p>
                  <a:p>
                    <a:pPr algn="ctr">
                      <a:spcBef>
                        <a:spcPct val="0"/>
                      </a:spcBef>
                      <a:buFontTx/>
                      <a:buNone/>
                    </a:pPr>
                    <a:endParaRPr kumimoji="0" lang="en-US" altLang="zh-CN" b="1">
                      <a:latin typeface="Arial" panose="020B0604020202020204" pitchFamily="34" charset="0"/>
                      <a:ea typeface="宋体" panose="02010600030101010101" pitchFamily="2" charset="-122"/>
                      <a:cs typeface="Times New Roman" panose="02020603050405020304" pitchFamily="18" charset="0"/>
                    </a:endParaRPr>
                  </a:p>
                </p:txBody>
              </p:sp>
              <p:sp>
                <p:nvSpPr>
                  <p:cNvPr id="140349" name="Rectangle 91">
                    <a:extLst>
                      <a:ext uri="{FF2B5EF4-FFF2-40B4-BE49-F238E27FC236}">
                        <a16:creationId xmlns:a16="http://schemas.microsoft.com/office/drawing/2014/main" id="{9EC00911-52E0-4951-9E4C-47EB74017DA1}"/>
                      </a:ext>
                    </a:extLst>
                  </p:cNvPr>
                  <p:cNvSpPr>
                    <a:spLocks noChangeArrowheads="1"/>
                  </p:cNvSpPr>
                  <p:nvPr/>
                </p:nvSpPr>
                <p:spPr bwMode="auto">
                  <a:xfrm>
                    <a:off x="1770" y="1237"/>
                    <a:ext cx="377"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grpSp>
            <p:nvGrpSpPr>
              <p:cNvPr id="140300" name="Group 92">
                <a:extLst>
                  <a:ext uri="{FF2B5EF4-FFF2-40B4-BE49-F238E27FC236}">
                    <a16:creationId xmlns:a16="http://schemas.microsoft.com/office/drawing/2014/main" id="{E43BEEB7-02FF-4F4B-BAB8-6A926EF2354A}"/>
                  </a:ext>
                </a:extLst>
              </p:cNvPr>
              <p:cNvGrpSpPr>
                <a:grpSpLocks/>
              </p:cNvGrpSpPr>
              <p:nvPr/>
            </p:nvGrpSpPr>
            <p:grpSpPr bwMode="auto">
              <a:xfrm>
                <a:off x="336" y="3769"/>
                <a:ext cx="602" cy="359"/>
                <a:chOff x="0" y="1539"/>
                <a:chExt cx="254" cy="298"/>
              </a:xfrm>
            </p:grpSpPr>
            <p:sp>
              <p:nvSpPr>
                <p:cNvPr id="140319" name="Rectangle 93">
                  <a:extLst>
                    <a:ext uri="{FF2B5EF4-FFF2-40B4-BE49-F238E27FC236}">
                      <a16:creationId xmlns:a16="http://schemas.microsoft.com/office/drawing/2014/main" id="{D9497B94-9595-499E-A0AA-6815B4692711}"/>
                    </a:ext>
                  </a:extLst>
                </p:cNvPr>
                <p:cNvSpPr>
                  <a:spLocks noChangeArrowheads="1"/>
                </p:cNvSpPr>
                <p:nvPr/>
              </p:nvSpPr>
              <p:spPr bwMode="auto">
                <a:xfrm>
                  <a:off x="4" y="1543"/>
                  <a:ext cx="246"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b="1">
                      <a:latin typeface="Times New Roman" panose="02020603050405020304" pitchFamily="18" charset="0"/>
                      <a:ea typeface="宋体" panose="02010600030101010101" pitchFamily="2" charset="-122"/>
                      <a:cs typeface="Times New Roman" panose="02020603050405020304" pitchFamily="18" charset="0"/>
                    </a:rPr>
                    <a:t>1</a:t>
                  </a:r>
                </a:p>
                <a:p>
                  <a:pPr algn="ctr">
                    <a:spcBef>
                      <a:spcPct val="0"/>
                    </a:spcBef>
                    <a:buFontTx/>
                    <a:buNone/>
                  </a:pPr>
                  <a:endParaRPr kumimoji="0" lang="en-US" altLang="zh-CN" b="1">
                    <a:latin typeface="Arial" panose="020B0604020202020204" pitchFamily="34" charset="0"/>
                    <a:ea typeface="宋体" panose="02010600030101010101" pitchFamily="2" charset="-122"/>
                    <a:cs typeface="Times New Roman" panose="02020603050405020304" pitchFamily="18" charset="0"/>
                  </a:endParaRPr>
                </a:p>
              </p:txBody>
            </p:sp>
            <p:sp>
              <p:nvSpPr>
                <p:cNvPr id="140320" name="Rectangle 94">
                  <a:extLst>
                    <a:ext uri="{FF2B5EF4-FFF2-40B4-BE49-F238E27FC236}">
                      <a16:creationId xmlns:a16="http://schemas.microsoft.com/office/drawing/2014/main" id="{D8266A31-9FC6-4180-9078-1F03863B644B}"/>
                    </a:ext>
                  </a:extLst>
                </p:cNvPr>
                <p:cNvSpPr>
                  <a:spLocks noChangeArrowheads="1"/>
                </p:cNvSpPr>
                <p:nvPr/>
              </p:nvSpPr>
              <p:spPr bwMode="auto">
                <a:xfrm>
                  <a:off x="0" y="1539"/>
                  <a:ext cx="254"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40301" name="Group 95">
                <a:extLst>
                  <a:ext uri="{FF2B5EF4-FFF2-40B4-BE49-F238E27FC236}">
                    <a16:creationId xmlns:a16="http://schemas.microsoft.com/office/drawing/2014/main" id="{4163483D-506C-43C2-BDD0-2E226BF4AF96}"/>
                  </a:ext>
                </a:extLst>
              </p:cNvPr>
              <p:cNvGrpSpPr>
                <a:grpSpLocks/>
              </p:cNvGrpSpPr>
              <p:nvPr/>
            </p:nvGrpSpPr>
            <p:grpSpPr bwMode="auto">
              <a:xfrm>
                <a:off x="938" y="3769"/>
                <a:ext cx="602" cy="359"/>
                <a:chOff x="254" y="1539"/>
                <a:chExt cx="254" cy="298"/>
              </a:xfrm>
            </p:grpSpPr>
            <p:sp>
              <p:nvSpPr>
                <p:cNvPr id="140317" name="Rectangle 96">
                  <a:extLst>
                    <a:ext uri="{FF2B5EF4-FFF2-40B4-BE49-F238E27FC236}">
                      <a16:creationId xmlns:a16="http://schemas.microsoft.com/office/drawing/2014/main" id="{53799790-7200-4DD7-A2AE-8608D2C27E4B}"/>
                    </a:ext>
                  </a:extLst>
                </p:cNvPr>
                <p:cNvSpPr>
                  <a:spLocks noChangeArrowheads="1"/>
                </p:cNvSpPr>
                <p:nvPr/>
              </p:nvSpPr>
              <p:spPr bwMode="auto">
                <a:xfrm>
                  <a:off x="258" y="1543"/>
                  <a:ext cx="246"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b="1">
                      <a:latin typeface="Times New Roman" panose="02020603050405020304" pitchFamily="18" charset="0"/>
                      <a:ea typeface="宋体" panose="02010600030101010101" pitchFamily="2" charset="-122"/>
                      <a:cs typeface="Times New Roman" panose="02020603050405020304" pitchFamily="18" charset="0"/>
                    </a:rPr>
                    <a:t>1</a:t>
                  </a:r>
                </a:p>
                <a:p>
                  <a:pPr algn="ctr">
                    <a:spcBef>
                      <a:spcPct val="0"/>
                    </a:spcBef>
                    <a:buFontTx/>
                    <a:buNone/>
                  </a:pPr>
                  <a:endParaRPr kumimoji="0" lang="en-US" altLang="zh-CN" b="1">
                    <a:latin typeface="Arial" panose="020B0604020202020204" pitchFamily="34" charset="0"/>
                    <a:ea typeface="宋体" panose="02010600030101010101" pitchFamily="2" charset="-122"/>
                    <a:cs typeface="Times New Roman" panose="02020603050405020304" pitchFamily="18" charset="0"/>
                  </a:endParaRPr>
                </a:p>
              </p:txBody>
            </p:sp>
            <p:sp>
              <p:nvSpPr>
                <p:cNvPr id="140318" name="Rectangle 97">
                  <a:extLst>
                    <a:ext uri="{FF2B5EF4-FFF2-40B4-BE49-F238E27FC236}">
                      <a16:creationId xmlns:a16="http://schemas.microsoft.com/office/drawing/2014/main" id="{E1E87C6A-931E-4570-9B24-7146BB0A51A2}"/>
                    </a:ext>
                  </a:extLst>
                </p:cNvPr>
                <p:cNvSpPr>
                  <a:spLocks noChangeArrowheads="1"/>
                </p:cNvSpPr>
                <p:nvPr/>
              </p:nvSpPr>
              <p:spPr bwMode="auto">
                <a:xfrm>
                  <a:off x="254" y="1539"/>
                  <a:ext cx="254"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40302" name="Group 98">
                <a:extLst>
                  <a:ext uri="{FF2B5EF4-FFF2-40B4-BE49-F238E27FC236}">
                    <a16:creationId xmlns:a16="http://schemas.microsoft.com/office/drawing/2014/main" id="{526A287A-AE39-4E04-926B-BA138B8CD2D4}"/>
                  </a:ext>
                </a:extLst>
              </p:cNvPr>
              <p:cNvGrpSpPr>
                <a:grpSpLocks/>
              </p:cNvGrpSpPr>
              <p:nvPr/>
            </p:nvGrpSpPr>
            <p:grpSpPr bwMode="auto">
              <a:xfrm>
                <a:off x="1540" y="3769"/>
                <a:ext cx="602" cy="359"/>
                <a:chOff x="508" y="1539"/>
                <a:chExt cx="254" cy="298"/>
              </a:xfrm>
            </p:grpSpPr>
            <p:sp>
              <p:nvSpPr>
                <p:cNvPr id="140315" name="Rectangle 99">
                  <a:extLst>
                    <a:ext uri="{FF2B5EF4-FFF2-40B4-BE49-F238E27FC236}">
                      <a16:creationId xmlns:a16="http://schemas.microsoft.com/office/drawing/2014/main" id="{A757FE52-6850-4A26-8251-96307399D916}"/>
                    </a:ext>
                  </a:extLst>
                </p:cNvPr>
                <p:cNvSpPr>
                  <a:spLocks noChangeArrowheads="1"/>
                </p:cNvSpPr>
                <p:nvPr/>
              </p:nvSpPr>
              <p:spPr bwMode="auto">
                <a:xfrm>
                  <a:off x="512" y="1543"/>
                  <a:ext cx="246"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b="1">
                      <a:latin typeface="Times New Roman" panose="02020603050405020304" pitchFamily="18" charset="0"/>
                      <a:ea typeface="宋体" panose="02010600030101010101" pitchFamily="2" charset="-122"/>
                      <a:cs typeface="Times New Roman" panose="02020603050405020304" pitchFamily="18" charset="0"/>
                    </a:rPr>
                    <a:t>0</a:t>
                  </a:r>
                </a:p>
                <a:p>
                  <a:pPr algn="ctr">
                    <a:spcBef>
                      <a:spcPct val="0"/>
                    </a:spcBef>
                    <a:buFontTx/>
                    <a:buNone/>
                  </a:pPr>
                  <a:endParaRPr kumimoji="0" lang="en-US" altLang="zh-CN" b="1">
                    <a:latin typeface="Arial" panose="020B0604020202020204" pitchFamily="34" charset="0"/>
                    <a:ea typeface="宋体" panose="02010600030101010101" pitchFamily="2" charset="-122"/>
                    <a:cs typeface="Times New Roman" panose="02020603050405020304" pitchFamily="18" charset="0"/>
                  </a:endParaRPr>
                </a:p>
              </p:txBody>
            </p:sp>
            <p:sp>
              <p:nvSpPr>
                <p:cNvPr id="140316" name="Rectangle 100">
                  <a:extLst>
                    <a:ext uri="{FF2B5EF4-FFF2-40B4-BE49-F238E27FC236}">
                      <a16:creationId xmlns:a16="http://schemas.microsoft.com/office/drawing/2014/main" id="{BFD466F0-C83A-4CB6-9397-ED0C0516742F}"/>
                    </a:ext>
                  </a:extLst>
                </p:cNvPr>
                <p:cNvSpPr>
                  <a:spLocks noChangeArrowheads="1"/>
                </p:cNvSpPr>
                <p:nvPr/>
              </p:nvSpPr>
              <p:spPr bwMode="auto">
                <a:xfrm>
                  <a:off x="508" y="1539"/>
                  <a:ext cx="254"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40303" name="Group 101">
                <a:extLst>
                  <a:ext uri="{FF2B5EF4-FFF2-40B4-BE49-F238E27FC236}">
                    <a16:creationId xmlns:a16="http://schemas.microsoft.com/office/drawing/2014/main" id="{56E56F95-6E09-4E49-A811-4A1FDBFE12D5}"/>
                  </a:ext>
                </a:extLst>
              </p:cNvPr>
              <p:cNvGrpSpPr>
                <a:grpSpLocks/>
              </p:cNvGrpSpPr>
              <p:nvPr/>
            </p:nvGrpSpPr>
            <p:grpSpPr bwMode="auto">
              <a:xfrm>
                <a:off x="2142" y="3769"/>
                <a:ext cx="602" cy="359"/>
                <a:chOff x="762" y="1539"/>
                <a:chExt cx="254" cy="298"/>
              </a:xfrm>
            </p:grpSpPr>
            <p:sp>
              <p:nvSpPr>
                <p:cNvPr id="140313" name="Rectangle 102">
                  <a:extLst>
                    <a:ext uri="{FF2B5EF4-FFF2-40B4-BE49-F238E27FC236}">
                      <a16:creationId xmlns:a16="http://schemas.microsoft.com/office/drawing/2014/main" id="{D4E71497-06CF-41E5-911A-E3B09D18ECFB}"/>
                    </a:ext>
                  </a:extLst>
                </p:cNvPr>
                <p:cNvSpPr>
                  <a:spLocks noChangeArrowheads="1"/>
                </p:cNvSpPr>
                <p:nvPr/>
              </p:nvSpPr>
              <p:spPr bwMode="auto">
                <a:xfrm>
                  <a:off x="766" y="1543"/>
                  <a:ext cx="246"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b="1">
                      <a:latin typeface="Times New Roman" panose="02020603050405020304" pitchFamily="18" charset="0"/>
                      <a:ea typeface="宋体" panose="02010600030101010101" pitchFamily="2" charset="-122"/>
                      <a:cs typeface="Times New Roman" panose="02020603050405020304" pitchFamily="18" charset="0"/>
                    </a:rPr>
                    <a:t>0</a:t>
                  </a:r>
                </a:p>
                <a:p>
                  <a:pPr algn="ctr">
                    <a:spcBef>
                      <a:spcPct val="0"/>
                    </a:spcBef>
                    <a:buFontTx/>
                    <a:buNone/>
                  </a:pPr>
                  <a:endParaRPr kumimoji="0" lang="en-US" altLang="zh-CN" b="1">
                    <a:latin typeface="Arial" panose="020B0604020202020204" pitchFamily="34" charset="0"/>
                    <a:ea typeface="宋体" panose="02010600030101010101" pitchFamily="2" charset="-122"/>
                    <a:cs typeface="Times New Roman" panose="02020603050405020304" pitchFamily="18" charset="0"/>
                  </a:endParaRPr>
                </a:p>
              </p:txBody>
            </p:sp>
            <p:sp>
              <p:nvSpPr>
                <p:cNvPr id="140314" name="Rectangle 103">
                  <a:extLst>
                    <a:ext uri="{FF2B5EF4-FFF2-40B4-BE49-F238E27FC236}">
                      <a16:creationId xmlns:a16="http://schemas.microsoft.com/office/drawing/2014/main" id="{EC6709E2-11C7-4301-B1C1-486475659F1D}"/>
                    </a:ext>
                  </a:extLst>
                </p:cNvPr>
                <p:cNvSpPr>
                  <a:spLocks noChangeArrowheads="1"/>
                </p:cNvSpPr>
                <p:nvPr/>
              </p:nvSpPr>
              <p:spPr bwMode="auto">
                <a:xfrm>
                  <a:off x="762" y="1539"/>
                  <a:ext cx="254"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40304" name="Group 104">
                <a:extLst>
                  <a:ext uri="{FF2B5EF4-FFF2-40B4-BE49-F238E27FC236}">
                    <a16:creationId xmlns:a16="http://schemas.microsoft.com/office/drawing/2014/main" id="{F0251F61-0AEE-4120-B140-2B08F6FD78CC}"/>
                  </a:ext>
                </a:extLst>
              </p:cNvPr>
              <p:cNvGrpSpPr>
                <a:grpSpLocks/>
              </p:cNvGrpSpPr>
              <p:nvPr/>
            </p:nvGrpSpPr>
            <p:grpSpPr bwMode="auto">
              <a:xfrm>
                <a:off x="2744" y="3769"/>
                <a:ext cx="893" cy="359"/>
                <a:chOff x="1016" y="1539"/>
                <a:chExt cx="377" cy="298"/>
              </a:xfrm>
            </p:grpSpPr>
            <p:sp>
              <p:nvSpPr>
                <p:cNvPr id="140311" name="Rectangle 105">
                  <a:extLst>
                    <a:ext uri="{FF2B5EF4-FFF2-40B4-BE49-F238E27FC236}">
                      <a16:creationId xmlns:a16="http://schemas.microsoft.com/office/drawing/2014/main" id="{C0675171-5809-4AA5-8072-0E03195AFEEC}"/>
                    </a:ext>
                  </a:extLst>
                </p:cNvPr>
                <p:cNvSpPr>
                  <a:spLocks noChangeArrowheads="1"/>
                </p:cNvSpPr>
                <p:nvPr/>
              </p:nvSpPr>
              <p:spPr bwMode="auto">
                <a:xfrm>
                  <a:off x="1020" y="1543"/>
                  <a:ext cx="369"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b="1">
                      <a:latin typeface="Times New Roman" panose="02020603050405020304" pitchFamily="18" charset="0"/>
                      <a:ea typeface="宋体" panose="02010600030101010101" pitchFamily="2" charset="-122"/>
                      <a:cs typeface="Times New Roman" panose="02020603050405020304" pitchFamily="18" charset="0"/>
                    </a:rPr>
                    <a:t>0</a:t>
                  </a:r>
                </a:p>
                <a:p>
                  <a:pPr algn="ctr">
                    <a:spcBef>
                      <a:spcPct val="0"/>
                    </a:spcBef>
                    <a:buFontTx/>
                    <a:buNone/>
                  </a:pPr>
                  <a:endParaRPr kumimoji="0" lang="en-US" altLang="zh-CN" b="1">
                    <a:latin typeface="Arial" panose="020B0604020202020204" pitchFamily="34" charset="0"/>
                    <a:ea typeface="宋体" panose="02010600030101010101" pitchFamily="2" charset="-122"/>
                    <a:cs typeface="Times New Roman" panose="02020603050405020304" pitchFamily="18" charset="0"/>
                  </a:endParaRPr>
                </a:p>
              </p:txBody>
            </p:sp>
            <p:sp>
              <p:nvSpPr>
                <p:cNvPr id="140312" name="Rectangle 106">
                  <a:extLst>
                    <a:ext uri="{FF2B5EF4-FFF2-40B4-BE49-F238E27FC236}">
                      <a16:creationId xmlns:a16="http://schemas.microsoft.com/office/drawing/2014/main" id="{6EADEEC3-05D7-4DCF-9982-697BF1B5DEFF}"/>
                    </a:ext>
                  </a:extLst>
                </p:cNvPr>
                <p:cNvSpPr>
                  <a:spLocks noChangeArrowheads="1"/>
                </p:cNvSpPr>
                <p:nvPr/>
              </p:nvSpPr>
              <p:spPr bwMode="auto">
                <a:xfrm>
                  <a:off x="1016" y="1539"/>
                  <a:ext cx="377"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40305" name="Group 107">
                <a:extLst>
                  <a:ext uri="{FF2B5EF4-FFF2-40B4-BE49-F238E27FC236}">
                    <a16:creationId xmlns:a16="http://schemas.microsoft.com/office/drawing/2014/main" id="{79945641-6A6D-4DAB-A2AE-ED0DFA7B5C47}"/>
                  </a:ext>
                </a:extLst>
              </p:cNvPr>
              <p:cNvGrpSpPr>
                <a:grpSpLocks/>
              </p:cNvGrpSpPr>
              <p:nvPr/>
            </p:nvGrpSpPr>
            <p:grpSpPr bwMode="auto">
              <a:xfrm>
                <a:off x="3637" y="3769"/>
                <a:ext cx="894" cy="359"/>
                <a:chOff x="1393" y="1539"/>
                <a:chExt cx="377" cy="298"/>
              </a:xfrm>
            </p:grpSpPr>
            <p:sp>
              <p:nvSpPr>
                <p:cNvPr id="140309" name="Rectangle 108">
                  <a:extLst>
                    <a:ext uri="{FF2B5EF4-FFF2-40B4-BE49-F238E27FC236}">
                      <a16:creationId xmlns:a16="http://schemas.microsoft.com/office/drawing/2014/main" id="{B32C5CAF-F97B-4244-BF4F-FB743BBB1848}"/>
                    </a:ext>
                  </a:extLst>
                </p:cNvPr>
                <p:cNvSpPr>
                  <a:spLocks noChangeArrowheads="1"/>
                </p:cNvSpPr>
                <p:nvPr/>
              </p:nvSpPr>
              <p:spPr bwMode="auto">
                <a:xfrm>
                  <a:off x="1397" y="1543"/>
                  <a:ext cx="369"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b="1">
                      <a:latin typeface="Times New Roman" panose="02020603050405020304" pitchFamily="18" charset="0"/>
                      <a:ea typeface="宋体" panose="02010600030101010101" pitchFamily="2" charset="-122"/>
                      <a:cs typeface="Times New Roman" panose="02020603050405020304" pitchFamily="18" charset="0"/>
                    </a:rPr>
                    <a:t>1</a:t>
                  </a:r>
                </a:p>
                <a:p>
                  <a:pPr algn="ctr">
                    <a:spcBef>
                      <a:spcPct val="0"/>
                    </a:spcBef>
                    <a:buFontTx/>
                    <a:buNone/>
                  </a:pPr>
                  <a:endParaRPr kumimoji="0" lang="en-US" altLang="zh-CN" b="1">
                    <a:latin typeface="Arial" panose="020B0604020202020204" pitchFamily="34" charset="0"/>
                    <a:ea typeface="宋体" panose="02010600030101010101" pitchFamily="2" charset="-122"/>
                    <a:cs typeface="Times New Roman" panose="02020603050405020304" pitchFamily="18" charset="0"/>
                  </a:endParaRPr>
                </a:p>
              </p:txBody>
            </p:sp>
            <p:sp>
              <p:nvSpPr>
                <p:cNvPr id="140310" name="Rectangle 109">
                  <a:extLst>
                    <a:ext uri="{FF2B5EF4-FFF2-40B4-BE49-F238E27FC236}">
                      <a16:creationId xmlns:a16="http://schemas.microsoft.com/office/drawing/2014/main" id="{8AE48132-ED3E-4A4E-9F03-F52E3330C054}"/>
                    </a:ext>
                  </a:extLst>
                </p:cNvPr>
                <p:cNvSpPr>
                  <a:spLocks noChangeArrowheads="1"/>
                </p:cNvSpPr>
                <p:nvPr/>
              </p:nvSpPr>
              <p:spPr bwMode="auto">
                <a:xfrm>
                  <a:off x="1393" y="1539"/>
                  <a:ext cx="377"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40306" name="Group 110">
                <a:extLst>
                  <a:ext uri="{FF2B5EF4-FFF2-40B4-BE49-F238E27FC236}">
                    <a16:creationId xmlns:a16="http://schemas.microsoft.com/office/drawing/2014/main" id="{87AA0A35-BE62-4BE5-89D0-AF8DBC8821FB}"/>
                  </a:ext>
                </a:extLst>
              </p:cNvPr>
              <p:cNvGrpSpPr>
                <a:grpSpLocks/>
              </p:cNvGrpSpPr>
              <p:nvPr/>
            </p:nvGrpSpPr>
            <p:grpSpPr bwMode="auto">
              <a:xfrm>
                <a:off x="4531" y="3769"/>
                <a:ext cx="893" cy="359"/>
                <a:chOff x="1770" y="1539"/>
                <a:chExt cx="377" cy="298"/>
              </a:xfrm>
            </p:grpSpPr>
            <p:sp>
              <p:nvSpPr>
                <p:cNvPr id="140307" name="Rectangle 111">
                  <a:extLst>
                    <a:ext uri="{FF2B5EF4-FFF2-40B4-BE49-F238E27FC236}">
                      <a16:creationId xmlns:a16="http://schemas.microsoft.com/office/drawing/2014/main" id="{45025EFF-62E9-40A9-BEB0-91C08D57826E}"/>
                    </a:ext>
                  </a:extLst>
                </p:cNvPr>
                <p:cNvSpPr>
                  <a:spLocks noChangeArrowheads="1"/>
                </p:cNvSpPr>
                <p:nvPr/>
              </p:nvSpPr>
              <p:spPr bwMode="auto">
                <a:xfrm>
                  <a:off x="1774" y="1543"/>
                  <a:ext cx="369"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b="1">
                      <a:latin typeface="Times New Roman" panose="02020603050405020304" pitchFamily="18" charset="0"/>
                      <a:ea typeface="宋体" panose="02010600030101010101" pitchFamily="2" charset="-122"/>
                      <a:cs typeface="Times New Roman" panose="02020603050405020304" pitchFamily="18" charset="0"/>
                    </a:rPr>
                    <a:t>0</a:t>
                  </a:r>
                </a:p>
                <a:p>
                  <a:pPr algn="ctr">
                    <a:spcBef>
                      <a:spcPct val="0"/>
                    </a:spcBef>
                    <a:buFontTx/>
                    <a:buNone/>
                  </a:pPr>
                  <a:endParaRPr kumimoji="0" lang="en-US" altLang="zh-CN" b="1">
                    <a:latin typeface="Arial" panose="020B0604020202020204" pitchFamily="34" charset="0"/>
                    <a:ea typeface="宋体" panose="02010600030101010101" pitchFamily="2" charset="-122"/>
                    <a:cs typeface="Times New Roman" panose="02020603050405020304" pitchFamily="18" charset="0"/>
                  </a:endParaRPr>
                </a:p>
              </p:txBody>
            </p:sp>
            <p:sp>
              <p:nvSpPr>
                <p:cNvPr id="140308" name="Rectangle 112">
                  <a:extLst>
                    <a:ext uri="{FF2B5EF4-FFF2-40B4-BE49-F238E27FC236}">
                      <a16:creationId xmlns:a16="http://schemas.microsoft.com/office/drawing/2014/main" id="{4731B3EA-0AED-4155-AEFE-C9DF820CC92F}"/>
                    </a:ext>
                  </a:extLst>
                </p:cNvPr>
                <p:cNvSpPr>
                  <a:spLocks noChangeArrowheads="1"/>
                </p:cNvSpPr>
                <p:nvPr/>
              </p:nvSpPr>
              <p:spPr bwMode="auto">
                <a:xfrm>
                  <a:off x="1770" y="1539"/>
                  <a:ext cx="377"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grpSp>
    </p:spTree>
  </p:cSld>
  <p:clrMapOvr>
    <a:masterClrMapping/>
  </p:clrMapOvr>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日期占位符 3">
            <a:extLst>
              <a:ext uri="{FF2B5EF4-FFF2-40B4-BE49-F238E27FC236}">
                <a16:creationId xmlns:a16="http://schemas.microsoft.com/office/drawing/2014/main" id="{7AF4C8FE-07CB-4C27-ADAA-065E6723A574}"/>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316DABA0-7D02-4EBA-AE96-66899CF25662}"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41315" name="页脚占位符 4">
            <a:extLst>
              <a:ext uri="{FF2B5EF4-FFF2-40B4-BE49-F238E27FC236}">
                <a16:creationId xmlns:a16="http://schemas.microsoft.com/office/drawing/2014/main" id="{80E2B3BB-6D8A-4616-A1F8-F259BD8B9E20}"/>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41316" name="灯片编号占位符 5">
            <a:extLst>
              <a:ext uri="{FF2B5EF4-FFF2-40B4-BE49-F238E27FC236}">
                <a16:creationId xmlns:a16="http://schemas.microsoft.com/office/drawing/2014/main" id="{082DAF77-53D8-4292-A048-655963CA698B}"/>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531A2F5D-2C48-449E-8B3A-8C12EE7C30A5}" type="slidenum">
              <a:rPr lang="en-US" altLang="zh-CN" sz="1400" smtClean="0">
                <a:latin typeface="Times New Roman" panose="02020603050405020304" pitchFamily="18" charset="0"/>
                <a:ea typeface="宋体" panose="02010600030101010101" pitchFamily="2" charset="-122"/>
              </a:rPr>
              <a:pPr>
                <a:spcBef>
                  <a:spcPct val="0"/>
                </a:spcBef>
                <a:buFontTx/>
                <a:buNone/>
              </a:pPr>
              <a:t>114</a:t>
            </a:fld>
            <a:endParaRPr lang="en-US" altLang="zh-CN" sz="1400">
              <a:latin typeface="Times New Roman" panose="02020603050405020304" pitchFamily="18" charset="0"/>
              <a:ea typeface="宋体" panose="02010600030101010101" pitchFamily="2" charset="-122"/>
            </a:endParaRPr>
          </a:p>
        </p:txBody>
      </p:sp>
      <p:sp>
        <p:nvSpPr>
          <p:cNvPr id="141317" name="Text Box 2">
            <a:extLst>
              <a:ext uri="{FF2B5EF4-FFF2-40B4-BE49-F238E27FC236}">
                <a16:creationId xmlns:a16="http://schemas.microsoft.com/office/drawing/2014/main" id="{7C5B7D2E-E2CD-4002-A04B-87341C1B22E7}"/>
              </a:ext>
            </a:extLst>
          </p:cNvPr>
          <p:cNvSpPr txBox="1">
            <a:spLocks noChangeArrowheads="1"/>
          </p:cNvSpPr>
          <p:nvPr/>
        </p:nvSpPr>
        <p:spPr bwMode="auto">
          <a:xfrm>
            <a:off x="1508125" y="692150"/>
            <a:ext cx="60166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命题与集合</a:t>
            </a:r>
          </a:p>
        </p:txBody>
      </p:sp>
      <p:pic>
        <p:nvPicPr>
          <p:cNvPr id="141318" name="Picture 6" descr="C:\Program Files\Microsoft Office\MEDIA\CAGCAT10\j0293844.wmf">
            <a:extLst>
              <a:ext uri="{FF2B5EF4-FFF2-40B4-BE49-F238E27FC236}">
                <a16:creationId xmlns:a16="http://schemas.microsoft.com/office/drawing/2014/main" id="{F4296008-ABFA-49FA-8F00-77DE018A26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5143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1319" name="Picture 4" descr="QQ截图20140125112946">
            <a:extLst>
              <a:ext uri="{FF2B5EF4-FFF2-40B4-BE49-F238E27FC236}">
                <a16:creationId xmlns:a16="http://schemas.microsoft.com/office/drawing/2014/main" id="{6D62F791-1675-4159-B768-8CFE9041978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1913" y="1844675"/>
            <a:ext cx="6551612" cy="436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日期占位符 3">
            <a:extLst>
              <a:ext uri="{FF2B5EF4-FFF2-40B4-BE49-F238E27FC236}">
                <a16:creationId xmlns:a16="http://schemas.microsoft.com/office/drawing/2014/main" id="{8F5E093B-8805-49A4-BE5B-EA234FF6DFA6}"/>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F418D005-DF66-400D-9E4D-9E4DE88E344B}"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42339" name="页脚占位符 4">
            <a:extLst>
              <a:ext uri="{FF2B5EF4-FFF2-40B4-BE49-F238E27FC236}">
                <a16:creationId xmlns:a16="http://schemas.microsoft.com/office/drawing/2014/main" id="{A259EEAB-5CE7-4376-A750-5AF330C63FE3}"/>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42340" name="灯片编号占位符 5">
            <a:extLst>
              <a:ext uri="{FF2B5EF4-FFF2-40B4-BE49-F238E27FC236}">
                <a16:creationId xmlns:a16="http://schemas.microsoft.com/office/drawing/2014/main" id="{8A65E532-2206-4139-A84A-556431DB0195}"/>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4BCBDF69-B900-4393-8D61-B178E7F04330}" type="slidenum">
              <a:rPr lang="en-US" altLang="zh-CN" sz="1400" smtClean="0">
                <a:latin typeface="Times New Roman" panose="02020603050405020304" pitchFamily="18" charset="0"/>
                <a:ea typeface="宋体" panose="02010600030101010101" pitchFamily="2" charset="-122"/>
              </a:rPr>
              <a:pPr>
                <a:spcBef>
                  <a:spcPct val="0"/>
                </a:spcBef>
                <a:buFontTx/>
                <a:buNone/>
              </a:pPr>
              <a:t>115</a:t>
            </a:fld>
            <a:endParaRPr lang="en-US" altLang="zh-CN" sz="1400">
              <a:latin typeface="Times New Roman" panose="02020603050405020304" pitchFamily="18" charset="0"/>
              <a:ea typeface="宋体" panose="02010600030101010101" pitchFamily="2" charset="-122"/>
            </a:endParaRPr>
          </a:p>
        </p:txBody>
      </p:sp>
      <p:sp>
        <p:nvSpPr>
          <p:cNvPr id="142341" name="Text Box 2">
            <a:extLst>
              <a:ext uri="{FF2B5EF4-FFF2-40B4-BE49-F238E27FC236}">
                <a16:creationId xmlns:a16="http://schemas.microsoft.com/office/drawing/2014/main" id="{8CA06E38-5E1B-493A-A8E1-B7322F3D5764}"/>
              </a:ext>
            </a:extLst>
          </p:cNvPr>
          <p:cNvSpPr txBox="1">
            <a:spLocks noChangeArrowheads="1"/>
          </p:cNvSpPr>
          <p:nvPr/>
        </p:nvSpPr>
        <p:spPr bwMode="auto">
          <a:xfrm>
            <a:off x="1508125" y="692150"/>
            <a:ext cx="60166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cs typeface="Arial" panose="020B0604020202020204" pitchFamily="34" charset="0"/>
              </a:rPr>
              <a:t>∪</a:t>
            </a: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、∩与∨、∧</a:t>
            </a:r>
          </a:p>
        </p:txBody>
      </p:sp>
      <p:pic>
        <p:nvPicPr>
          <p:cNvPr id="142342" name="Picture 6" descr="C:\Program Files\Microsoft Office\MEDIA\CAGCAT10\j0293844.wmf">
            <a:extLst>
              <a:ext uri="{FF2B5EF4-FFF2-40B4-BE49-F238E27FC236}">
                <a16:creationId xmlns:a16="http://schemas.microsoft.com/office/drawing/2014/main" id="{3ED2E399-B60A-45A2-A5BF-C3B528CA01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5143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2343" name="Picture 4" descr="QQ截图20140125113107">
            <a:extLst>
              <a:ext uri="{FF2B5EF4-FFF2-40B4-BE49-F238E27FC236}">
                <a16:creationId xmlns:a16="http://schemas.microsoft.com/office/drawing/2014/main" id="{9AB106E2-3E2D-4A01-AF60-223DB0AD11A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2988" y="1773238"/>
            <a:ext cx="7200900" cy="446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日期占位符 3">
            <a:extLst>
              <a:ext uri="{FF2B5EF4-FFF2-40B4-BE49-F238E27FC236}">
                <a16:creationId xmlns:a16="http://schemas.microsoft.com/office/drawing/2014/main" id="{2E725374-AB10-4DE2-8F2A-B112FB338CDA}"/>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82ECB289-58F2-4AF1-9EAC-C8D8DFE904D7}"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43363" name="页脚占位符 4">
            <a:extLst>
              <a:ext uri="{FF2B5EF4-FFF2-40B4-BE49-F238E27FC236}">
                <a16:creationId xmlns:a16="http://schemas.microsoft.com/office/drawing/2014/main" id="{9C08703D-5C57-4718-84F2-C8EE1ACBFD59}"/>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43364" name="灯片编号占位符 5">
            <a:extLst>
              <a:ext uri="{FF2B5EF4-FFF2-40B4-BE49-F238E27FC236}">
                <a16:creationId xmlns:a16="http://schemas.microsoft.com/office/drawing/2014/main" id="{7741C85A-CC4E-40FB-8F58-272D77B4FCB1}"/>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0770F5BF-E737-4B11-9729-EE81FE911080}" type="slidenum">
              <a:rPr lang="en-US" altLang="zh-CN" sz="1400" smtClean="0">
                <a:latin typeface="Times New Roman" panose="02020603050405020304" pitchFamily="18" charset="0"/>
                <a:ea typeface="宋体" panose="02010600030101010101" pitchFamily="2" charset="-122"/>
              </a:rPr>
              <a:pPr>
                <a:spcBef>
                  <a:spcPct val="0"/>
                </a:spcBef>
                <a:buFontTx/>
                <a:buNone/>
              </a:pPr>
              <a:t>116</a:t>
            </a:fld>
            <a:endParaRPr lang="en-US" altLang="zh-CN" sz="1400">
              <a:latin typeface="Times New Roman" panose="02020603050405020304" pitchFamily="18" charset="0"/>
              <a:ea typeface="宋体" panose="02010600030101010101" pitchFamily="2" charset="-122"/>
            </a:endParaRPr>
          </a:p>
        </p:txBody>
      </p:sp>
      <p:sp>
        <p:nvSpPr>
          <p:cNvPr id="143365" name="Text Box 2">
            <a:extLst>
              <a:ext uri="{FF2B5EF4-FFF2-40B4-BE49-F238E27FC236}">
                <a16:creationId xmlns:a16="http://schemas.microsoft.com/office/drawing/2014/main" id="{E8697AE7-C474-49C3-A695-2E132AB10EDB}"/>
              </a:ext>
            </a:extLst>
          </p:cNvPr>
          <p:cNvSpPr txBox="1">
            <a:spLocks noChangeArrowheads="1"/>
          </p:cNvSpPr>
          <p:nvPr/>
        </p:nvSpPr>
        <p:spPr bwMode="auto">
          <a:xfrm>
            <a:off x="1508125" y="858838"/>
            <a:ext cx="60166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例 题</a:t>
            </a:r>
          </a:p>
        </p:txBody>
      </p:sp>
      <p:pic>
        <p:nvPicPr>
          <p:cNvPr id="143366" name="Picture 6" descr="C:\Program Files\Microsoft Office\MEDIA\CAGCAT10\j0293844.wmf">
            <a:extLst>
              <a:ext uri="{FF2B5EF4-FFF2-40B4-BE49-F238E27FC236}">
                <a16:creationId xmlns:a16="http://schemas.microsoft.com/office/drawing/2014/main" id="{2AB73810-C193-43B5-AFD2-F3DED36055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5143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367" name="Rectangle 4">
            <a:extLst>
              <a:ext uri="{FF2B5EF4-FFF2-40B4-BE49-F238E27FC236}">
                <a16:creationId xmlns:a16="http://schemas.microsoft.com/office/drawing/2014/main" id="{8108C643-15BE-4560-B4CB-B71335069C76}"/>
              </a:ext>
            </a:extLst>
          </p:cNvPr>
          <p:cNvSpPr>
            <a:spLocks noChangeArrowheads="1"/>
          </p:cNvSpPr>
          <p:nvPr/>
        </p:nvSpPr>
        <p:spPr bwMode="auto">
          <a:xfrm>
            <a:off x="1476375" y="2205038"/>
            <a:ext cx="6551613" cy="3887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kumimoji="0" lang="en-US" altLang="zh-CN" sz="2800" b="1">
                <a:solidFill>
                  <a:srgbClr val="006600"/>
                </a:solidFill>
                <a:latin typeface="Times New Roman" panose="02020603050405020304" pitchFamily="18" charset="0"/>
                <a:ea typeface="宋体" panose="02010600030101010101" pitchFamily="2" charset="-122"/>
              </a:rPr>
              <a:t>【</a:t>
            </a:r>
            <a:r>
              <a:rPr kumimoji="0" lang="zh-CN" altLang="en-US" sz="2800" b="1">
                <a:solidFill>
                  <a:srgbClr val="006600"/>
                </a:solidFill>
                <a:latin typeface="Times New Roman" panose="02020603050405020304" pitchFamily="18" charset="0"/>
                <a:ea typeface="宋体" panose="02010600030101010101" pitchFamily="2" charset="-122"/>
              </a:rPr>
              <a:t>例</a:t>
            </a:r>
            <a:r>
              <a:rPr kumimoji="0" lang="en-US" altLang="zh-CN" sz="2800" b="1">
                <a:solidFill>
                  <a:srgbClr val="006600"/>
                </a:solidFill>
                <a:latin typeface="Times New Roman" panose="02020603050405020304" pitchFamily="18" charset="0"/>
                <a:ea typeface="宋体" panose="02010600030101010101" pitchFamily="2" charset="-122"/>
              </a:rPr>
              <a:t>】</a:t>
            </a:r>
            <a:r>
              <a:rPr kumimoji="0" lang="en-US" altLang="zh-CN" sz="2800" b="1">
                <a:latin typeface="Times New Roman" panose="02020603050405020304" pitchFamily="18" charset="0"/>
                <a:ea typeface="宋体" panose="02010600030101010101" pitchFamily="2" charset="-122"/>
              </a:rPr>
              <a:t> </a:t>
            </a:r>
            <a:r>
              <a:rPr kumimoji="0" lang="zh-CN" altLang="en-US" sz="2800" b="1">
                <a:latin typeface="Times New Roman" panose="02020603050405020304" pitchFamily="18" charset="0"/>
                <a:ea typeface="宋体" panose="02010600030101010101" pitchFamily="2" charset="-122"/>
              </a:rPr>
              <a:t>求证吸收律  </a:t>
            </a:r>
            <a:r>
              <a:rPr kumimoji="0" lang="en-US" altLang="zh-CN" sz="2800" b="1">
                <a:latin typeface="Times New Roman" panose="02020603050405020304" pitchFamily="18" charset="0"/>
                <a:ea typeface="宋体" panose="02010600030101010101" pitchFamily="2" charset="-122"/>
              </a:rPr>
              <a:t>P∧(P∨Q)</a:t>
            </a:r>
            <a:r>
              <a:rPr kumimoji="0" lang="en-US" altLang="zh-CN" sz="2800" b="1">
                <a:latin typeface="Times New Roman" panose="02020603050405020304" pitchFamily="18" charset="0"/>
                <a:ea typeface="宋体" panose="02010600030101010101" pitchFamily="2" charset="-122"/>
                <a:sym typeface="Symbol" panose="05050102010706020507" pitchFamily="18" charset="2"/>
              </a:rPr>
              <a:t></a:t>
            </a:r>
            <a:r>
              <a:rPr kumimoji="0" lang="en-US" altLang="zh-CN" sz="2800" b="1">
                <a:latin typeface="Times New Roman" panose="02020603050405020304" pitchFamily="18" charset="0"/>
                <a:ea typeface="宋体" panose="02010600030101010101" pitchFamily="2" charset="-122"/>
              </a:rPr>
              <a:t>P</a:t>
            </a:r>
          </a:p>
          <a:p>
            <a:pPr eaLnBrk="1" hangingPunct="1">
              <a:buFontTx/>
              <a:buNone/>
            </a:pPr>
            <a:endParaRPr kumimoji="0" lang="en-US" altLang="zh-CN" sz="900" b="1">
              <a:latin typeface="Times New Roman" panose="02020603050405020304" pitchFamily="18" charset="0"/>
              <a:ea typeface="宋体" panose="02010600030101010101" pitchFamily="2" charset="-122"/>
            </a:endParaRPr>
          </a:p>
          <a:p>
            <a:pPr eaLnBrk="1" hangingPunct="1">
              <a:buFontTx/>
              <a:buNone/>
            </a:pPr>
            <a:r>
              <a:rPr kumimoji="0" lang="en-US" altLang="zh-CN" sz="2800" b="1">
                <a:solidFill>
                  <a:srgbClr val="006600"/>
                </a:solidFill>
                <a:latin typeface="Times New Roman" panose="02020603050405020304" pitchFamily="18" charset="0"/>
                <a:ea typeface="宋体" panose="02010600030101010101" pitchFamily="2" charset="-122"/>
              </a:rPr>
              <a:t>【</a:t>
            </a:r>
            <a:r>
              <a:rPr kumimoji="0" lang="zh-CN" altLang="en-US" sz="2800" b="1">
                <a:solidFill>
                  <a:srgbClr val="006600"/>
                </a:solidFill>
                <a:latin typeface="Times New Roman" panose="02020603050405020304" pitchFamily="18" charset="0"/>
                <a:ea typeface="宋体" panose="02010600030101010101" pitchFamily="2" charset="-122"/>
              </a:rPr>
              <a:t>证</a:t>
            </a:r>
            <a:r>
              <a:rPr kumimoji="0" lang="en-US" altLang="zh-CN" sz="2800" b="1">
                <a:solidFill>
                  <a:srgbClr val="006600"/>
                </a:solidFill>
                <a:latin typeface="Times New Roman" panose="02020603050405020304" pitchFamily="18" charset="0"/>
                <a:ea typeface="宋体" panose="02010600030101010101" pitchFamily="2" charset="-122"/>
              </a:rPr>
              <a:t>】</a:t>
            </a:r>
            <a:r>
              <a:rPr kumimoji="0" lang="en-US" altLang="zh-CN" sz="2800" b="1">
                <a:latin typeface="Times New Roman" panose="02020603050405020304" pitchFamily="18" charset="0"/>
                <a:ea typeface="宋体" panose="02010600030101010101" pitchFamily="2" charset="-122"/>
              </a:rPr>
              <a:t>(</a:t>
            </a:r>
            <a:r>
              <a:rPr kumimoji="0" lang="en-US" altLang="zh-CN" sz="2800">
                <a:latin typeface="Times New Roman" panose="02020603050405020304" pitchFamily="18" charset="0"/>
                <a:ea typeface="宋体" panose="02010600030101010101" pitchFamily="2" charset="-122"/>
              </a:rPr>
              <a:t> </a:t>
            </a:r>
            <a:r>
              <a:rPr kumimoji="0" lang="en-US" altLang="zh-CN" sz="2800" b="1">
                <a:latin typeface="Times New Roman" panose="02020603050405020304" pitchFamily="18" charset="0"/>
                <a:ea typeface="宋体" panose="02010600030101010101" pitchFamily="2" charset="-122"/>
              </a:rPr>
              <a:t>P∧(P∨Q)</a:t>
            </a:r>
          </a:p>
          <a:p>
            <a:pPr eaLnBrk="1" hangingPunct="1">
              <a:buFontTx/>
              <a:buNone/>
            </a:pPr>
            <a:r>
              <a:rPr kumimoji="0" lang="en-US" altLang="zh-CN" sz="2800" b="1">
                <a:latin typeface="Times New Roman" panose="02020603050405020304" pitchFamily="18" charset="0"/>
                <a:ea typeface="宋体" panose="02010600030101010101" pitchFamily="2" charset="-122"/>
              </a:rPr>
              <a:t>         </a:t>
            </a:r>
            <a:r>
              <a:rPr kumimoji="0" lang="en-US" altLang="zh-CN" sz="2800" b="1">
                <a:latin typeface="Times New Roman" panose="02020603050405020304" pitchFamily="18" charset="0"/>
                <a:ea typeface="宋体" panose="02010600030101010101" pitchFamily="2" charset="-122"/>
                <a:sym typeface="Symbol" panose="05050102010706020507" pitchFamily="18" charset="2"/>
              </a:rPr>
              <a:t></a:t>
            </a:r>
            <a:r>
              <a:rPr kumimoji="0" lang="en-US" altLang="zh-CN" sz="2800" b="1">
                <a:latin typeface="Times New Roman" panose="02020603050405020304" pitchFamily="18" charset="0"/>
                <a:ea typeface="宋体" panose="02010600030101010101" pitchFamily="2" charset="-122"/>
              </a:rPr>
              <a:t> (P∨F)∧(P∨Q)      (</a:t>
            </a:r>
            <a:r>
              <a:rPr kumimoji="0" lang="zh-CN" altLang="en-US" sz="2800" b="1">
                <a:latin typeface="Times New Roman" panose="02020603050405020304" pitchFamily="18" charset="0"/>
                <a:ea typeface="宋体" panose="02010600030101010101" pitchFamily="2" charset="-122"/>
              </a:rPr>
              <a:t>同一律</a:t>
            </a:r>
            <a:r>
              <a:rPr kumimoji="0" lang="en-US" altLang="zh-CN" sz="2800" b="1">
                <a:latin typeface="Times New Roman" panose="02020603050405020304" pitchFamily="18" charset="0"/>
                <a:ea typeface="宋体" panose="02010600030101010101" pitchFamily="2" charset="-122"/>
              </a:rPr>
              <a:t>)</a:t>
            </a:r>
          </a:p>
          <a:p>
            <a:pPr eaLnBrk="1" hangingPunct="1">
              <a:buFontTx/>
              <a:buNone/>
            </a:pPr>
            <a:r>
              <a:rPr kumimoji="0" lang="en-US" altLang="zh-CN" sz="2800" b="1">
                <a:latin typeface="Times New Roman" panose="02020603050405020304" pitchFamily="18" charset="0"/>
                <a:ea typeface="宋体" panose="02010600030101010101" pitchFamily="2" charset="-122"/>
              </a:rPr>
              <a:t>         </a:t>
            </a:r>
            <a:r>
              <a:rPr kumimoji="0" lang="en-US" altLang="zh-CN" sz="2800" b="1">
                <a:latin typeface="Times New Roman" panose="02020603050405020304" pitchFamily="18" charset="0"/>
                <a:ea typeface="宋体" panose="02010600030101010101" pitchFamily="2" charset="-122"/>
                <a:sym typeface="Symbol" panose="05050102010706020507" pitchFamily="18" charset="2"/>
              </a:rPr>
              <a:t></a:t>
            </a:r>
            <a:r>
              <a:rPr kumimoji="0" lang="en-US" altLang="zh-CN" sz="2800" b="1">
                <a:latin typeface="Times New Roman" panose="02020603050405020304" pitchFamily="18" charset="0"/>
                <a:ea typeface="宋体" panose="02010600030101010101" pitchFamily="2" charset="-122"/>
              </a:rPr>
              <a:t>P∨(F∧Q)                (</a:t>
            </a:r>
            <a:r>
              <a:rPr kumimoji="0" lang="zh-CN" altLang="en-US" sz="2800" b="1">
                <a:latin typeface="Times New Roman" panose="02020603050405020304" pitchFamily="18" charset="0"/>
                <a:ea typeface="宋体" panose="02010600030101010101" pitchFamily="2" charset="-122"/>
              </a:rPr>
              <a:t>分配律</a:t>
            </a:r>
            <a:r>
              <a:rPr kumimoji="0" lang="en-US" altLang="zh-CN" sz="2800" b="1">
                <a:latin typeface="Times New Roman" panose="02020603050405020304" pitchFamily="18" charset="0"/>
                <a:ea typeface="宋体" panose="02010600030101010101" pitchFamily="2" charset="-122"/>
              </a:rPr>
              <a:t>)</a:t>
            </a:r>
          </a:p>
          <a:p>
            <a:pPr eaLnBrk="1" hangingPunct="1">
              <a:buFontTx/>
              <a:buNone/>
            </a:pPr>
            <a:r>
              <a:rPr kumimoji="0" lang="en-US" altLang="zh-CN" sz="2800" b="1">
                <a:latin typeface="Times New Roman" panose="02020603050405020304" pitchFamily="18" charset="0"/>
                <a:ea typeface="宋体" panose="02010600030101010101" pitchFamily="2" charset="-122"/>
              </a:rPr>
              <a:t>         </a:t>
            </a:r>
            <a:r>
              <a:rPr kumimoji="0" lang="en-US" altLang="zh-CN" sz="2800" b="1">
                <a:latin typeface="Times New Roman" panose="02020603050405020304" pitchFamily="18" charset="0"/>
                <a:ea typeface="宋体" panose="02010600030101010101" pitchFamily="2" charset="-122"/>
                <a:sym typeface="Symbol" panose="05050102010706020507" pitchFamily="18" charset="2"/>
              </a:rPr>
              <a:t></a:t>
            </a:r>
            <a:r>
              <a:rPr kumimoji="0" lang="en-US" altLang="zh-CN" sz="2800" b="1">
                <a:latin typeface="Times New Roman" panose="02020603050405020304" pitchFamily="18" charset="0"/>
                <a:ea typeface="宋体" panose="02010600030101010101" pitchFamily="2" charset="-122"/>
              </a:rPr>
              <a:t>P∨F                          (</a:t>
            </a:r>
            <a:r>
              <a:rPr kumimoji="0" lang="zh-CN" altLang="en-US" sz="2800" b="1">
                <a:latin typeface="Times New Roman" panose="02020603050405020304" pitchFamily="18" charset="0"/>
                <a:ea typeface="宋体" panose="02010600030101010101" pitchFamily="2" charset="-122"/>
              </a:rPr>
              <a:t>零律</a:t>
            </a:r>
            <a:r>
              <a:rPr kumimoji="0" lang="en-US" altLang="zh-CN" sz="2800" b="1">
                <a:latin typeface="Times New Roman" panose="02020603050405020304" pitchFamily="18" charset="0"/>
                <a:ea typeface="宋体" panose="02010600030101010101" pitchFamily="2" charset="-122"/>
              </a:rPr>
              <a:t>)</a:t>
            </a:r>
          </a:p>
          <a:p>
            <a:pPr eaLnBrk="1" hangingPunct="1">
              <a:buFontTx/>
              <a:buNone/>
            </a:pPr>
            <a:r>
              <a:rPr kumimoji="0" lang="en-US" altLang="zh-CN" sz="2800" b="1">
                <a:latin typeface="Times New Roman" panose="02020603050405020304" pitchFamily="18" charset="0"/>
                <a:ea typeface="宋体" panose="02010600030101010101" pitchFamily="2" charset="-122"/>
              </a:rPr>
              <a:t>         </a:t>
            </a:r>
            <a:r>
              <a:rPr kumimoji="0" lang="en-US" altLang="zh-CN" sz="2800" b="1">
                <a:latin typeface="Times New Roman" panose="02020603050405020304" pitchFamily="18" charset="0"/>
                <a:ea typeface="宋体" panose="02010600030101010101" pitchFamily="2" charset="-122"/>
                <a:sym typeface="Symbol" panose="05050102010706020507" pitchFamily="18" charset="2"/>
              </a:rPr>
              <a:t></a:t>
            </a:r>
            <a:r>
              <a:rPr kumimoji="0" lang="en-US" altLang="zh-CN" sz="2800" b="1">
                <a:latin typeface="Times New Roman" panose="02020603050405020304" pitchFamily="18" charset="0"/>
                <a:ea typeface="宋体" panose="02010600030101010101" pitchFamily="2" charset="-122"/>
              </a:rPr>
              <a:t>P                                (</a:t>
            </a:r>
            <a:r>
              <a:rPr kumimoji="0" lang="zh-CN" altLang="en-US" sz="2800" b="1">
                <a:latin typeface="Times New Roman" panose="02020603050405020304" pitchFamily="18" charset="0"/>
                <a:ea typeface="宋体" panose="02010600030101010101" pitchFamily="2" charset="-122"/>
              </a:rPr>
              <a:t>同一律</a:t>
            </a:r>
            <a:r>
              <a:rPr kumimoji="0" lang="en-US" altLang="zh-CN" sz="2800" b="1">
                <a:latin typeface="Times New Roman" panose="02020603050405020304" pitchFamily="18" charset="0"/>
                <a:ea typeface="宋体" panose="02010600030101010101" pitchFamily="2" charset="-122"/>
              </a:rPr>
              <a:t>)</a:t>
            </a:r>
          </a:p>
          <a:p>
            <a:pPr eaLnBrk="1" hangingPunct="1">
              <a:spcBef>
                <a:spcPct val="50000"/>
              </a:spcBef>
              <a:buClr>
                <a:srgbClr val="3333CC"/>
              </a:buClr>
              <a:buSzPct val="60000"/>
              <a:buFont typeface="Wingdings" panose="05000000000000000000" pitchFamily="2" charset="2"/>
              <a:buChar char="n"/>
            </a:pPr>
            <a:endParaRPr kumimoji="0" lang="en-US" altLang="zh-CN" sz="2800" b="1">
              <a:latin typeface="Tahoma" panose="020B0604030504040204" pitchFamily="34" charset="0"/>
            </a:endParaRPr>
          </a:p>
        </p:txBody>
      </p:sp>
    </p:spTree>
  </p:cSld>
  <p:clrMapOvr>
    <a:masterClrMapping/>
  </p:clrMapOvr>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日期占位符 3">
            <a:extLst>
              <a:ext uri="{FF2B5EF4-FFF2-40B4-BE49-F238E27FC236}">
                <a16:creationId xmlns:a16="http://schemas.microsoft.com/office/drawing/2014/main" id="{FD581B72-102F-4D45-8120-EAD4EB0A28A0}"/>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6B26CDCD-2777-454A-8CD9-1BAE86CC2C3F}"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44387" name="页脚占位符 4">
            <a:extLst>
              <a:ext uri="{FF2B5EF4-FFF2-40B4-BE49-F238E27FC236}">
                <a16:creationId xmlns:a16="http://schemas.microsoft.com/office/drawing/2014/main" id="{CC4AFD93-124F-423E-BF7D-C8A757C1D354}"/>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44388" name="灯片编号占位符 5">
            <a:extLst>
              <a:ext uri="{FF2B5EF4-FFF2-40B4-BE49-F238E27FC236}">
                <a16:creationId xmlns:a16="http://schemas.microsoft.com/office/drawing/2014/main" id="{0BE193F6-D118-4A1C-BA6B-27CDB1A4C24D}"/>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DC9BAB86-5C88-463D-A2BA-8383C60FBA8E}" type="slidenum">
              <a:rPr lang="en-US" altLang="zh-CN" sz="1400" smtClean="0">
                <a:latin typeface="Times New Roman" panose="02020603050405020304" pitchFamily="18" charset="0"/>
                <a:ea typeface="宋体" panose="02010600030101010101" pitchFamily="2" charset="-122"/>
              </a:rPr>
              <a:pPr>
                <a:spcBef>
                  <a:spcPct val="0"/>
                </a:spcBef>
                <a:buFontTx/>
                <a:buNone/>
              </a:pPr>
              <a:t>117</a:t>
            </a:fld>
            <a:endParaRPr lang="en-US" altLang="zh-CN" sz="1400">
              <a:latin typeface="Times New Roman" panose="02020603050405020304" pitchFamily="18" charset="0"/>
              <a:ea typeface="宋体" panose="02010600030101010101" pitchFamily="2" charset="-122"/>
            </a:endParaRPr>
          </a:p>
        </p:txBody>
      </p:sp>
      <p:sp>
        <p:nvSpPr>
          <p:cNvPr id="144389" name="Text Box 2">
            <a:extLst>
              <a:ext uri="{FF2B5EF4-FFF2-40B4-BE49-F238E27FC236}">
                <a16:creationId xmlns:a16="http://schemas.microsoft.com/office/drawing/2014/main" id="{014A1059-6F50-4532-8089-94CA6F1E4198}"/>
              </a:ext>
            </a:extLst>
          </p:cNvPr>
          <p:cNvSpPr txBox="1">
            <a:spLocks noChangeArrowheads="1"/>
          </p:cNvSpPr>
          <p:nvPr/>
        </p:nvSpPr>
        <p:spPr bwMode="auto">
          <a:xfrm>
            <a:off x="1508125" y="858838"/>
            <a:ext cx="60166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例 题</a:t>
            </a:r>
          </a:p>
        </p:txBody>
      </p:sp>
      <p:pic>
        <p:nvPicPr>
          <p:cNvPr id="144390" name="Picture 6" descr="C:\Program Files\Microsoft Office\MEDIA\CAGCAT10\j0293844.wmf">
            <a:extLst>
              <a:ext uri="{FF2B5EF4-FFF2-40B4-BE49-F238E27FC236}">
                <a16:creationId xmlns:a16="http://schemas.microsoft.com/office/drawing/2014/main" id="{CC4CCF81-E0BC-4621-B569-8816A2B540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5143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4391" name="Rectangle 4">
            <a:extLst>
              <a:ext uri="{FF2B5EF4-FFF2-40B4-BE49-F238E27FC236}">
                <a16:creationId xmlns:a16="http://schemas.microsoft.com/office/drawing/2014/main" id="{CD60D48F-1B45-44FE-A370-1CCD20E486FC}"/>
              </a:ext>
            </a:extLst>
          </p:cNvPr>
          <p:cNvSpPr>
            <a:spLocks noChangeArrowheads="1"/>
          </p:cNvSpPr>
          <p:nvPr/>
        </p:nvSpPr>
        <p:spPr bwMode="auto">
          <a:xfrm>
            <a:off x="1116013" y="1984375"/>
            <a:ext cx="7632700" cy="410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kumimoji="0" lang="en-US" altLang="zh-CN" sz="2800" b="1">
                <a:solidFill>
                  <a:srgbClr val="006600"/>
                </a:solidFill>
                <a:latin typeface="Times New Roman" panose="02020603050405020304" pitchFamily="18" charset="0"/>
                <a:ea typeface="宋体" panose="02010600030101010101" pitchFamily="2" charset="-122"/>
              </a:rPr>
              <a:t>【</a:t>
            </a:r>
            <a:r>
              <a:rPr kumimoji="0" lang="zh-CN" altLang="en-US" sz="2800" b="1">
                <a:solidFill>
                  <a:srgbClr val="006600"/>
                </a:solidFill>
                <a:latin typeface="Times New Roman" panose="02020603050405020304" pitchFamily="18" charset="0"/>
                <a:ea typeface="宋体" panose="02010600030101010101" pitchFamily="2" charset="-122"/>
              </a:rPr>
              <a:t>例</a:t>
            </a:r>
            <a:r>
              <a:rPr kumimoji="0" lang="en-US" altLang="zh-CN" sz="2800" b="1">
                <a:solidFill>
                  <a:srgbClr val="006600"/>
                </a:solidFill>
                <a:latin typeface="Times New Roman" panose="02020603050405020304" pitchFamily="18" charset="0"/>
                <a:ea typeface="宋体" panose="02010600030101010101" pitchFamily="2" charset="-122"/>
              </a:rPr>
              <a:t>】</a:t>
            </a:r>
            <a:r>
              <a:rPr kumimoji="0" lang="zh-CN" altLang="en-US" sz="2800" b="1">
                <a:latin typeface="Times New Roman" panose="02020603050405020304" pitchFamily="18" charset="0"/>
                <a:ea typeface="宋体" panose="02010600030101010101" pitchFamily="2" charset="-122"/>
              </a:rPr>
              <a:t>求证 </a:t>
            </a:r>
            <a:r>
              <a:rPr kumimoji="0" lang="en-US" altLang="zh-CN" sz="2800" b="1">
                <a:latin typeface="Times New Roman" panose="02020603050405020304" pitchFamily="18" charset="0"/>
                <a:ea typeface="宋体" panose="02010600030101010101" pitchFamily="2" charset="-122"/>
              </a:rPr>
              <a:t>(</a:t>
            </a:r>
            <a:r>
              <a:rPr kumimoji="0" lang="en-US" altLang="zh-CN" sz="2800" b="1">
                <a:latin typeface="Times New Roman" panose="02020603050405020304" pitchFamily="18" charset="0"/>
                <a:ea typeface="宋体" panose="02010600030101010101" pitchFamily="2" charset="-122"/>
                <a:sym typeface="Symbol" panose="05050102010706020507" pitchFamily="18" charset="2"/>
              </a:rPr>
              <a:t></a:t>
            </a:r>
            <a:r>
              <a:rPr kumimoji="0" lang="en-US" altLang="zh-CN" sz="2800" b="1">
                <a:latin typeface="Times New Roman" panose="02020603050405020304" pitchFamily="18" charset="0"/>
                <a:ea typeface="宋体" panose="02010600030101010101" pitchFamily="2" charset="-122"/>
              </a:rPr>
              <a:t>P</a:t>
            </a:r>
            <a:r>
              <a:rPr kumimoji="0" lang="en-US" altLang="zh-CN" sz="2800" b="1">
                <a:latin typeface="Times New Roman" panose="02020603050405020304" pitchFamily="18" charset="0"/>
                <a:ea typeface="宋体" panose="02010600030101010101" pitchFamily="2" charset="-122"/>
                <a:sym typeface="Kingsoft Phonetic Plain" pitchFamily="2" charset="2"/>
              </a:rPr>
              <a:t>∨</a:t>
            </a:r>
            <a:r>
              <a:rPr kumimoji="0" lang="en-US" altLang="zh-CN" sz="2800" b="1">
                <a:latin typeface="Times New Roman" panose="02020603050405020304" pitchFamily="18" charset="0"/>
                <a:ea typeface="宋体" panose="02010600030101010101" pitchFamily="2" charset="-122"/>
              </a:rPr>
              <a:t>Q)→(P∧Q) </a:t>
            </a:r>
            <a:r>
              <a:rPr kumimoji="0" lang="en-US" altLang="zh-CN" sz="2800" b="1">
                <a:latin typeface="Times New Roman" panose="02020603050405020304" pitchFamily="18" charset="0"/>
                <a:ea typeface="宋体" panose="02010600030101010101" pitchFamily="2" charset="-122"/>
                <a:sym typeface="Symbol" panose="05050102010706020507" pitchFamily="18" charset="2"/>
              </a:rPr>
              <a:t></a:t>
            </a:r>
            <a:r>
              <a:rPr kumimoji="0" lang="en-US" altLang="zh-CN" sz="2800" b="1">
                <a:latin typeface="Times New Roman" panose="02020603050405020304" pitchFamily="18" charset="0"/>
                <a:ea typeface="宋体" panose="02010600030101010101" pitchFamily="2" charset="-122"/>
              </a:rPr>
              <a:t>P</a:t>
            </a:r>
          </a:p>
          <a:p>
            <a:pPr eaLnBrk="1" hangingPunct="1">
              <a:buFontTx/>
              <a:buNone/>
            </a:pPr>
            <a:r>
              <a:rPr kumimoji="0" lang="en-US" altLang="zh-CN" sz="2800" b="1">
                <a:solidFill>
                  <a:srgbClr val="006600"/>
                </a:solidFill>
                <a:latin typeface="Times New Roman" panose="02020603050405020304" pitchFamily="18" charset="0"/>
                <a:ea typeface="宋体" panose="02010600030101010101" pitchFamily="2" charset="-122"/>
              </a:rPr>
              <a:t>【</a:t>
            </a:r>
            <a:r>
              <a:rPr kumimoji="0" lang="zh-CN" altLang="en-US" sz="2800" b="1">
                <a:solidFill>
                  <a:srgbClr val="006600"/>
                </a:solidFill>
                <a:latin typeface="Times New Roman" panose="02020603050405020304" pitchFamily="18" charset="0"/>
                <a:ea typeface="宋体" panose="02010600030101010101" pitchFamily="2" charset="-122"/>
              </a:rPr>
              <a:t>证</a:t>
            </a:r>
            <a:r>
              <a:rPr kumimoji="0" lang="en-US" altLang="zh-CN" sz="2800" b="1">
                <a:solidFill>
                  <a:srgbClr val="006600"/>
                </a:solidFill>
                <a:latin typeface="Times New Roman" panose="02020603050405020304" pitchFamily="18" charset="0"/>
                <a:ea typeface="宋体" panose="02010600030101010101" pitchFamily="2" charset="-122"/>
              </a:rPr>
              <a:t>】</a:t>
            </a:r>
            <a:r>
              <a:rPr kumimoji="0" lang="en-US" altLang="zh-CN" sz="2800" b="1">
                <a:latin typeface="Times New Roman" panose="02020603050405020304" pitchFamily="18" charset="0"/>
                <a:ea typeface="宋体" panose="02010600030101010101" pitchFamily="2" charset="-122"/>
              </a:rPr>
              <a:t>(</a:t>
            </a:r>
            <a:r>
              <a:rPr kumimoji="0" lang="en-US" altLang="zh-CN" sz="2800" b="1">
                <a:latin typeface="Times New Roman" panose="02020603050405020304" pitchFamily="18" charset="0"/>
                <a:ea typeface="宋体" panose="02010600030101010101" pitchFamily="2" charset="-122"/>
                <a:sym typeface="Symbol" panose="05050102010706020507" pitchFamily="18" charset="2"/>
              </a:rPr>
              <a:t></a:t>
            </a:r>
            <a:r>
              <a:rPr kumimoji="0" lang="en-US" altLang="zh-CN" sz="2800" b="1">
                <a:latin typeface="Times New Roman" panose="02020603050405020304" pitchFamily="18" charset="0"/>
                <a:ea typeface="宋体" panose="02010600030101010101" pitchFamily="2" charset="-122"/>
              </a:rPr>
              <a:t>P</a:t>
            </a:r>
            <a:r>
              <a:rPr kumimoji="0" lang="en-US" altLang="zh-CN" sz="2800" b="1">
                <a:latin typeface="Times New Roman" panose="02020603050405020304" pitchFamily="18" charset="0"/>
                <a:ea typeface="宋体" panose="02010600030101010101" pitchFamily="2" charset="-122"/>
                <a:sym typeface="Kingsoft Phonetic Plain" pitchFamily="2" charset="2"/>
              </a:rPr>
              <a:t>∨</a:t>
            </a:r>
            <a:r>
              <a:rPr kumimoji="0" lang="en-US" altLang="zh-CN" sz="2800" b="1">
                <a:latin typeface="Times New Roman" panose="02020603050405020304" pitchFamily="18" charset="0"/>
                <a:ea typeface="宋体" panose="02010600030101010101" pitchFamily="2" charset="-122"/>
              </a:rPr>
              <a:t>Q)→(P∧Q)</a:t>
            </a:r>
          </a:p>
          <a:p>
            <a:pPr eaLnBrk="1" hangingPunct="1">
              <a:buFontTx/>
              <a:buNone/>
            </a:pPr>
            <a:r>
              <a:rPr kumimoji="0" lang="en-US" altLang="zh-CN" sz="2800" b="1">
                <a:latin typeface="Times New Roman" panose="02020603050405020304" pitchFamily="18" charset="0"/>
                <a:ea typeface="宋体" panose="02010600030101010101" pitchFamily="2" charset="-122"/>
              </a:rPr>
              <a:t>        </a:t>
            </a:r>
            <a:r>
              <a:rPr kumimoji="0" lang="en-US" altLang="zh-CN" sz="2800" b="1">
                <a:latin typeface="Times New Roman" panose="02020603050405020304" pitchFamily="18" charset="0"/>
                <a:ea typeface="宋体" panose="02010600030101010101" pitchFamily="2" charset="-122"/>
                <a:sym typeface="Symbol" panose="05050102010706020507" pitchFamily="18" charset="2"/>
              </a:rPr>
              <a:t></a:t>
            </a:r>
            <a:r>
              <a:rPr kumimoji="0" lang="en-US" altLang="zh-CN" sz="2800" b="1">
                <a:latin typeface="Times New Roman" panose="02020603050405020304" pitchFamily="18" charset="0"/>
                <a:ea typeface="宋体" panose="02010600030101010101" pitchFamily="2" charset="-122"/>
              </a:rPr>
              <a:t>(</a:t>
            </a:r>
            <a:r>
              <a:rPr kumimoji="0" lang="en-US" altLang="zh-CN" sz="2800" b="1">
                <a:latin typeface="Times New Roman" panose="02020603050405020304" pitchFamily="18" charset="0"/>
                <a:ea typeface="宋体" panose="02010600030101010101" pitchFamily="2" charset="-122"/>
                <a:sym typeface="Symbol" panose="05050102010706020507" pitchFamily="18" charset="2"/>
              </a:rPr>
              <a:t></a:t>
            </a:r>
            <a:r>
              <a:rPr kumimoji="0" lang="en-US" altLang="zh-CN" sz="2800" b="1">
                <a:latin typeface="Times New Roman" panose="02020603050405020304" pitchFamily="18" charset="0"/>
                <a:ea typeface="宋体" panose="02010600030101010101" pitchFamily="2" charset="-122"/>
              </a:rPr>
              <a:t>P</a:t>
            </a:r>
            <a:r>
              <a:rPr kumimoji="0" lang="en-US" altLang="zh-CN" sz="2800" b="1">
                <a:latin typeface="Times New Roman" panose="02020603050405020304" pitchFamily="18" charset="0"/>
                <a:ea typeface="宋体" panose="02010600030101010101" pitchFamily="2" charset="-122"/>
                <a:sym typeface="Kingsoft Phonetic Plain" pitchFamily="2" charset="2"/>
              </a:rPr>
              <a:t>∨</a:t>
            </a:r>
            <a:r>
              <a:rPr kumimoji="0" lang="en-US" altLang="zh-CN" sz="2800" b="1">
                <a:latin typeface="Times New Roman" panose="02020603050405020304" pitchFamily="18" charset="0"/>
                <a:ea typeface="宋体" panose="02010600030101010101" pitchFamily="2" charset="-122"/>
              </a:rPr>
              <a:t>Q)∨(P∧Q)          (</a:t>
            </a:r>
            <a:r>
              <a:rPr kumimoji="0" lang="zh-CN" altLang="en-US" sz="2800" b="1">
                <a:latin typeface="Times New Roman" panose="02020603050405020304" pitchFamily="18" charset="0"/>
                <a:ea typeface="宋体" panose="02010600030101010101" pitchFamily="2" charset="-122"/>
              </a:rPr>
              <a:t>常用等值式</a:t>
            </a:r>
            <a:r>
              <a:rPr kumimoji="0" lang="en-US" altLang="zh-CN" sz="2800" b="1">
                <a:latin typeface="Times New Roman" panose="02020603050405020304" pitchFamily="18" charset="0"/>
                <a:ea typeface="宋体" panose="02010600030101010101" pitchFamily="2" charset="-122"/>
              </a:rPr>
              <a:t>)</a:t>
            </a:r>
          </a:p>
          <a:p>
            <a:pPr eaLnBrk="1" hangingPunct="1">
              <a:buFontTx/>
              <a:buNone/>
            </a:pPr>
            <a:r>
              <a:rPr kumimoji="0" lang="en-US" altLang="zh-CN" sz="2800" b="1">
                <a:latin typeface="Times New Roman" panose="02020603050405020304" pitchFamily="18" charset="0"/>
                <a:ea typeface="宋体" panose="02010600030101010101" pitchFamily="2" charset="-122"/>
                <a:sym typeface="Symbol" panose="05050102010706020507" pitchFamily="18" charset="2"/>
              </a:rPr>
              <a:t>         </a:t>
            </a:r>
            <a:r>
              <a:rPr kumimoji="0" lang="en-US" altLang="zh-CN" sz="2800" b="1">
                <a:latin typeface="Times New Roman" panose="02020603050405020304" pitchFamily="18" charset="0"/>
                <a:ea typeface="宋体" panose="02010600030101010101" pitchFamily="2" charset="-122"/>
              </a:rPr>
              <a:t>(</a:t>
            </a:r>
            <a:r>
              <a:rPr kumimoji="0" lang="en-US" altLang="zh-CN" sz="2800" b="1">
                <a:latin typeface="Times New Roman" panose="02020603050405020304" pitchFamily="18" charset="0"/>
                <a:ea typeface="宋体" panose="02010600030101010101" pitchFamily="2" charset="-122"/>
                <a:sym typeface="Symbol" panose="05050102010706020507" pitchFamily="18" charset="2"/>
              </a:rPr>
              <a:t></a:t>
            </a:r>
            <a:r>
              <a:rPr kumimoji="0" lang="en-US" altLang="zh-CN" sz="2800" b="1">
                <a:latin typeface="Times New Roman" panose="02020603050405020304" pitchFamily="18" charset="0"/>
                <a:ea typeface="宋体" panose="02010600030101010101" pitchFamily="2" charset="-122"/>
              </a:rPr>
              <a:t>P∧</a:t>
            </a:r>
            <a:r>
              <a:rPr kumimoji="0" lang="en-US" altLang="zh-CN" sz="2800" b="1">
                <a:latin typeface="Times New Roman" panose="02020603050405020304" pitchFamily="18" charset="0"/>
                <a:ea typeface="宋体" panose="02010600030101010101" pitchFamily="2" charset="-122"/>
                <a:sym typeface="Symbol" panose="05050102010706020507" pitchFamily="18" charset="2"/>
              </a:rPr>
              <a:t></a:t>
            </a:r>
            <a:r>
              <a:rPr kumimoji="0" lang="en-US" altLang="zh-CN" sz="2800" b="1">
                <a:latin typeface="Times New Roman" panose="02020603050405020304" pitchFamily="18" charset="0"/>
                <a:ea typeface="宋体" panose="02010600030101010101" pitchFamily="2" charset="-122"/>
              </a:rPr>
              <a:t>Q)∨(P∧Q)      (</a:t>
            </a:r>
            <a:r>
              <a:rPr kumimoji="0" lang="zh-CN" altLang="en-US" sz="2800" b="1">
                <a:latin typeface="Times New Roman" panose="02020603050405020304" pitchFamily="18" charset="0"/>
                <a:ea typeface="宋体" panose="02010600030101010101" pitchFamily="2" charset="-122"/>
              </a:rPr>
              <a:t>摩根定律</a:t>
            </a:r>
            <a:r>
              <a:rPr kumimoji="0" lang="en-US" altLang="zh-CN" sz="2800" b="1">
                <a:latin typeface="Times New Roman" panose="02020603050405020304" pitchFamily="18" charset="0"/>
                <a:ea typeface="宋体" panose="02010600030101010101" pitchFamily="2" charset="-122"/>
              </a:rPr>
              <a:t>)</a:t>
            </a:r>
            <a:endParaRPr kumimoji="0" lang="en-US" altLang="zh-CN" sz="2800" b="1">
              <a:latin typeface="Times New Roman" panose="02020603050405020304" pitchFamily="18" charset="0"/>
              <a:ea typeface="宋体" panose="02010600030101010101" pitchFamily="2" charset="-122"/>
              <a:sym typeface="Symbol" panose="05050102010706020507" pitchFamily="18" charset="2"/>
            </a:endParaRPr>
          </a:p>
          <a:p>
            <a:pPr eaLnBrk="1" hangingPunct="1">
              <a:buFontTx/>
              <a:buNone/>
            </a:pPr>
            <a:r>
              <a:rPr kumimoji="0" lang="en-US" altLang="zh-CN" sz="2800" b="1">
                <a:latin typeface="Times New Roman" panose="02020603050405020304" pitchFamily="18" charset="0"/>
                <a:ea typeface="宋体" panose="02010600030101010101" pitchFamily="2" charset="-122"/>
                <a:sym typeface="Symbol" panose="05050102010706020507" pitchFamily="18" charset="2"/>
              </a:rPr>
              <a:t>         </a:t>
            </a:r>
            <a:r>
              <a:rPr kumimoji="0" lang="en-US" altLang="zh-CN" sz="2800" b="1">
                <a:latin typeface="Times New Roman" panose="02020603050405020304" pitchFamily="18" charset="0"/>
                <a:ea typeface="宋体" panose="02010600030101010101" pitchFamily="2" charset="-122"/>
              </a:rPr>
              <a:t>(P∧</a:t>
            </a:r>
            <a:r>
              <a:rPr kumimoji="0" lang="en-US" altLang="zh-CN" sz="2800" b="1">
                <a:latin typeface="Times New Roman" panose="02020603050405020304" pitchFamily="18" charset="0"/>
                <a:ea typeface="宋体" panose="02010600030101010101" pitchFamily="2" charset="-122"/>
                <a:sym typeface="Symbol" panose="05050102010706020507" pitchFamily="18" charset="2"/>
              </a:rPr>
              <a:t></a:t>
            </a:r>
            <a:r>
              <a:rPr kumimoji="0" lang="en-US" altLang="zh-CN" sz="2800" b="1">
                <a:latin typeface="Times New Roman" panose="02020603050405020304" pitchFamily="18" charset="0"/>
                <a:ea typeface="宋体" panose="02010600030101010101" pitchFamily="2" charset="-122"/>
              </a:rPr>
              <a:t>Q)∨(P∧Q)            (</a:t>
            </a:r>
            <a:r>
              <a:rPr kumimoji="0" lang="zh-CN" altLang="zh-CN" sz="2800" b="1">
                <a:latin typeface="Times New Roman" panose="02020603050405020304" pitchFamily="18" charset="0"/>
                <a:ea typeface="宋体" panose="02010600030101010101" pitchFamily="2" charset="-122"/>
              </a:rPr>
              <a:t>对合律</a:t>
            </a:r>
            <a:r>
              <a:rPr kumimoji="0" lang="en-US" altLang="zh-CN" sz="2800" b="1">
                <a:latin typeface="Times New Roman" panose="02020603050405020304" pitchFamily="18" charset="0"/>
                <a:ea typeface="宋体" panose="02010600030101010101" pitchFamily="2" charset="-122"/>
              </a:rPr>
              <a:t>)</a:t>
            </a:r>
          </a:p>
          <a:p>
            <a:pPr eaLnBrk="1" hangingPunct="1">
              <a:buFontTx/>
              <a:buNone/>
            </a:pPr>
            <a:r>
              <a:rPr kumimoji="0" lang="en-US" altLang="zh-CN" sz="2800" b="1">
                <a:latin typeface="Times New Roman" panose="02020603050405020304" pitchFamily="18" charset="0"/>
                <a:ea typeface="宋体" panose="02010600030101010101" pitchFamily="2" charset="-122"/>
              </a:rPr>
              <a:t>        </a:t>
            </a:r>
            <a:r>
              <a:rPr kumimoji="0" lang="en-US" altLang="zh-CN" sz="2800" b="1">
                <a:latin typeface="Times New Roman" panose="02020603050405020304" pitchFamily="18" charset="0"/>
                <a:ea typeface="宋体" panose="02010600030101010101" pitchFamily="2" charset="-122"/>
                <a:sym typeface="Symbol" panose="05050102010706020507" pitchFamily="18" charset="2"/>
              </a:rPr>
              <a:t></a:t>
            </a:r>
            <a:r>
              <a:rPr kumimoji="0" lang="en-US" altLang="zh-CN" sz="2800" b="1">
                <a:latin typeface="Times New Roman" panose="02020603050405020304" pitchFamily="18" charset="0"/>
                <a:ea typeface="宋体" panose="02010600030101010101" pitchFamily="2" charset="-122"/>
              </a:rPr>
              <a:t>P∧(</a:t>
            </a:r>
            <a:r>
              <a:rPr kumimoji="0" lang="en-US" altLang="zh-CN" sz="2800" b="1">
                <a:latin typeface="Times New Roman" panose="02020603050405020304" pitchFamily="18" charset="0"/>
                <a:ea typeface="宋体" panose="02010600030101010101" pitchFamily="2" charset="-122"/>
                <a:sym typeface="Symbol" panose="05050102010706020507" pitchFamily="18" charset="2"/>
              </a:rPr>
              <a:t></a:t>
            </a:r>
            <a:r>
              <a:rPr kumimoji="0" lang="en-US" altLang="zh-CN" sz="2800" b="1">
                <a:latin typeface="Times New Roman" panose="02020603050405020304" pitchFamily="18" charset="0"/>
                <a:ea typeface="宋体" panose="02010600030101010101" pitchFamily="2" charset="-122"/>
              </a:rPr>
              <a:t>Q∨Q)                      (</a:t>
            </a:r>
            <a:r>
              <a:rPr kumimoji="0" lang="zh-CN" altLang="en-US" sz="2800" b="1">
                <a:latin typeface="Times New Roman" panose="02020603050405020304" pitchFamily="18" charset="0"/>
                <a:ea typeface="宋体" panose="02010600030101010101" pitchFamily="2" charset="-122"/>
              </a:rPr>
              <a:t>分配律</a:t>
            </a:r>
            <a:r>
              <a:rPr kumimoji="0" lang="en-US" altLang="zh-CN" sz="2800" b="1">
                <a:latin typeface="Times New Roman" panose="02020603050405020304" pitchFamily="18" charset="0"/>
                <a:ea typeface="宋体" panose="02010600030101010101" pitchFamily="2" charset="-122"/>
              </a:rPr>
              <a:t>) </a:t>
            </a:r>
          </a:p>
          <a:p>
            <a:pPr eaLnBrk="1" hangingPunct="1">
              <a:buFontTx/>
              <a:buNone/>
            </a:pPr>
            <a:r>
              <a:rPr kumimoji="0" lang="en-US" altLang="zh-CN" sz="2800" b="1">
                <a:latin typeface="Times New Roman" panose="02020603050405020304" pitchFamily="18" charset="0"/>
                <a:ea typeface="宋体" panose="02010600030101010101" pitchFamily="2" charset="-122"/>
              </a:rPr>
              <a:t>        </a:t>
            </a:r>
            <a:r>
              <a:rPr kumimoji="0" lang="en-US" altLang="zh-CN" sz="2800" b="1">
                <a:latin typeface="Times New Roman" panose="02020603050405020304" pitchFamily="18" charset="0"/>
                <a:ea typeface="宋体" panose="02010600030101010101" pitchFamily="2" charset="-122"/>
                <a:sym typeface="Symbol" panose="05050102010706020507" pitchFamily="18" charset="2"/>
              </a:rPr>
              <a:t></a:t>
            </a:r>
            <a:r>
              <a:rPr kumimoji="0" lang="en-US" altLang="zh-CN" sz="2800" b="1">
                <a:latin typeface="Times New Roman" panose="02020603050405020304" pitchFamily="18" charset="0"/>
                <a:ea typeface="宋体" panose="02010600030101010101" pitchFamily="2" charset="-122"/>
              </a:rPr>
              <a:t>P∧T                                   (</a:t>
            </a:r>
            <a:r>
              <a:rPr kumimoji="0" lang="zh-CN" altLang="en-US" sz="2800" b="1">
                <a:latin typeface="Times New Roman" panose="02020603050405020304" pitchFamily="18" charset="0"/>
                <a:ea typeface="宋体" panose="02010600030101010101" pitchFamily="2" charset="-122"/>
              </a:rPr>
              <a:t>互补律</a:t>
            </a:r>
            <a:r>
              <a:rPr kumimoji="0" lang="en-US" altLang="zh-CN" sz="2800" b="1">
                <a:latin typeface="Times New Roman" panose="02020603050405020304" pitchFamily="18" charset="0"/>
                <a:ea typeface="宋体" panose="02010600030101010101" pitchFamily="2" charset="-122"/>
              </a:rPr>
              <a:t>) </a:t>
            </a:r>
          </a:p>
          <a:p>
            <a:pPr eaLnBrk="1" hangingPunct="1">
              <a:buFontTx/>
              <a:buNone/>
            </a:pPr>
            <a:r>
              <a:rPr kumimoji="0" lang="en-US" altLang="zh-CN" sz="2800" b="1">
                <a:latin typeface="Times New Roman" panose="02020603050405020304" pitchFamily="18" charset="0"/>
                <a:ea typeface="宋体" panose="02010600030101010101" pitchFamily="2" charset="-122"/>
              </a:rPr>
              <a:t>        </a:t>
            </a:r>
            <a:r>
              <a:rPr kumimoji="0" lang="en-US" altLang="zh-CN" sz="2800" b="1">
                <a:latin typeface="Times New Roman" panose="02020603050405020304" pitchFamily="18" charset="0"/>
                <a:ea typeface="宋体" panose="02010600030101010101" pitchFamily="2" charset="-122"/>
                <a:sym typeface="Symbol" panose="05050102010706020507" pitchFamily="18" charset="2"/>
              </a:rPr>
              <a:t></a:t>
            </a:r>
            <a:r>
              <a:rPr kumimoji="0" lang="en-US" altLang="zh-CN" sz="2800" b="1">
                <a:latin typeface="Times New Roman" panose="02020603050405020304" pitchFamily="18" charset="0"/>
                <a:ea typeface="宋体" panose="02010600030101010101" pitchFamily="2" charset="-122"/>
              </a:rPr>
              <a:t>P                                          (</a:t>
            </a:r>
            <a:r>
              <a:rPr kumimoji="0" lang="zh-CN" altLang="en-US" sz="2800" b="1">
                <a:latin typeface="Times New Roman" panose="02020603050405020304" pitchFamily="18" charset="0"/>
                <a:ea typeface="宋体" panose="02010600030101010101" pitchFamily="2" charset="-122"/>
              </a:rPr>
              <a:t>同一律</a:t>
            </a:r>
            <a:r>
              <a:rPr kumimoji="0" lang="en-US" altLang="zh-CN" sz="2800" b="1">
                <a:latin typeface="Times New Roman" panose="02020603050405020304" pitchFamily="18" charset="0"/>
                <a:ea typeface="宋体" panose="02010600030101010101" pitchFamily="2" charset="-122"/>
              </a:rPr>
              <a:t>)</a:t>
            </a:r>
          </a:p>
        </p:txBody>
      </p:sp>
    </p:spTree>
  </p:cSld>
  <p:clrMapOvr>
    <a:masterClrMapping/>
  </p:clrMapOvr>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日期占位符 3">
            <a:extLst>
              <a:ext uri="{FF2B5EF4-FFF2-40B4-BE49-F238E27FC236}">
                <a16:creationId xmlns:a16="http://schemas.microsoft.com/office/drawing/2014/main" id="{820A6A1D-4670-4A1D-9C92-20F6C1599CF6}"/>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7BC3FF75-3A70-4702-802C-0C9A89DFE057}"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45411" name="页脚占位符 4">
            <a:extLst>
              <a:ext uri="{FF2B5EF4-FFF2-40B4-BE49-F238E27FC236}">
                <a16:creationId xmlns:a16="http://schemas.microsoft.com/office/drawing/2014/main" id="{B52A3DCE-394E-4EBF-B95C-98915A4E6DDC}"/>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45412" name="灯片编号占位符 5">
            <a:extLst>
              <a:ext uri="{FF2B5EF4-FFF2-40B4-BE49-F238E27FC236}">
                <a16:creationId xmlns:a16="http://schemas.microsoft.com/office/drawing/2014/main" id="{681C7BEC-87EA-4EB5-B062-3DA04452B2C3}"/>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5EFD220E-5905-4AE4-A7E3-6BB957006B4D}" type="slidenum">
              <a:rPr lang="en-US" altLang="zh-CN" sz="1400" smtClean="0">
                <a:latin typeface="Times New Roman" panose="02020603050405020304" pitchFamily="18" charset="0"/>
                <a:ea typeface="宋体" panose="02010600030101010101" pitchFamily="2" charset="-122"/>
              </a:rPr>
              <a:pPr>
                <a:spcBef>
                  <a:spcPct val="0"/>
                </a:spcBef>
                <a:buFontTx/>
                <a:buNone/>
              </a:pPr>
              <a:t>118</a:t>
            </a:fld>
            <a:endParaRPr lang="en-US" altLang="zh-CN" sz="1400">
              <a:latin typeface="Times New Roman" panose="02020603050405020304" pitchFamily="18" charset="0"/>
              <a:ea typeface="宋体" panose="02010600030101010101" pitchFamily="2" charset="-122"/>
            </a:endParaRPr>
          </a:p>
        </p:txBody>
      </p:sp>
      <p:sp>
        <p:nvSpPr>
          <p:cNvPr id="145413" name="Text Box 2">
            <a:extLst>
              <a:ext uri="{FF2B5EF4-FFF2-40B4-BE49-F238E27FC236}">
                <a16:creationId xmlns:a16="http://schemas.microsoft.com/office/drawing/2014/main" id="{972642FB-C834-4B5C-BAB6-33FA650555C1}"/>
              </a:ext>
            </a:extLst>
          </p:cNvPr>
          <p:cNvSpPr txBox="1">
            <a:spLocks noChangeArrowheads="1"/>
          </p:cNvSpPr>
          <p:nvPr/>
        </p:nvSpPr>
        <p:spPr bwMode="auto">
          <a:xfrm>
            <a:off x="1508125" y="858838"/>
            <a:ext cx="60166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例 题</a:t>
            </a:r>
          </a:p>
        </p:txBody>
      </p:sp>
      <p:pic>
        <p:nvPicPr>
          <p:cNvPr id="145414" name="Picture 6" descr="C:\Program Files\Microsoft Office\MEDIA\CAGCAT10\j0293844.wmf">
            <a:extLst>
              <a:ext uri="{FF2B5EF4-FFF2-40B4-BE49-F238E27FC236}">
                <a16:creationId xmlns:a16="http://schemas.microsoft.com/office/drawing/2014/main" id="{B8D1BE55-9F17-4E93-9B25-2943117E48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5143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5415" name="Rectangle 4">
            <a:extLst>
              <a:ext uri="{FF2B5EF4-FFF2-40B4-BE49-F238E27FC236}">
                <a16:creationId xmlns:a16="http://schemas.microsoft.com/office/drawing/2014/main" id="{4AE40C08-172F-41BA-9330-7172488CDBFB}"/>
              </a:ext>
            </a:extLst>
          </p:cNvPr>
          <p:cNvSpPr>
            <a:spLocks noChangeArrowheads="1"/>
          </p:cNvSpPr>
          <p:nvPr/>
        </p:nvSpPr>
        <p:spPr bwMode="auto">
          <a:xfrm>
            <a:off x="1042988" y="2205038"/>
            <a:ext cx="7632700" cy="3595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kumimoji="0" lang="en-US" altLang="zh-CN" sz="2800" b="1">
                <a:solidFill>
                  <a:srgbClr val="006600"/>
                </a:solidFill>
                <a:latin typeface="Times New Roman" panose="02020603050405020304" pitchFamily="18" charset="0"/>
                <a:ea typeface="宋体" panose="02010600030101010101" pitchFamily="2" charset="-122"/>
              </a:rPr>
              <a:t>【</a:t>
            </a:r>
            <a:r>
              <a:rPr kumimoji="0" lang="zh-CN" altLang="en-US" sz="2800" b="1">
                <a:solidFill>
                  <a:srgbClr val="006600"/>
                </a:solidFill>
                <a:latin typeface="Times New Roman" panose="02020603050405020304" pitchFamily="18" charset="0"/>
                <a:ea typeface="宋体" panose="02010600030101010101" pitchFamily="2" charset="-122"/>
              </a:rPr>
              <a:t>例</a:t>
            </a:r>
            <a:r>
              <a:rPr kumimoji="0" lang="en-US" altLang="zh-CN" sz="2800" b="1">
                <a:solidFill>
                  <a:srgbClr val="006600"/>
                </a:solidFill>
                <a:latin typeface="Times New Roman" panose="02020603050405020304" pitchFamily="18" charset="0"/>
                <a:ea typeface="宋体" panose="02010600030101010101" pitchFamily="2" charset="-122"/>
              </a:rPr>
              <a:t>】</a:t>
            </a:r>
            <a:r>
              <a:rPr kumimoji="0" lang="zh-CN" altLang="en-US" sz="2800" b="1">
                <a:latin typeface="Times New Roman" panose="02020603050405020304" pitchFamily="18" charset="0"/>
                <a:ea typeface="宋体" panose="02010600030101010101" pitchFamily="2" charset="-122"/>
              </a:rPr>
              <a:t>化简</a:t>
            </a:r>
            <a:r>
              <a:rPr kumimoji="0" lang="zh-CN" altLang="en-US" sz="2800" b="1">
                <a:latin typeface="Times New Roman" panose="02020603050405020304" pitchFamily="18" charset="0"/>
                <a:ea typeface="宋体" panose="02010600030101010101" pitchFamily="2" charset="-122"/>
                <a:sym typeface="Symbol" panose="05050102010706020507" pitchFamily="18" charset="2"/>
              </a:rPr>
              <a:t></a:t>
            </a:r>
            <a:r>
              <a:rPr kumimoji="0" lang="en-US" altLang="zh-CN" sz="2800" b="1">
                <a:latin typeface="Times New Roman" panose="02020603050405020304" pitchFamily="18" charset="0"/>
                <a:ea typeface="宋体" panose="02010600030101010101" pitchFamily="2" charset="-122"/>
              </a:rPr>
              <a:t>(P∧Q)→(</a:t>
            </a:r>
            <a:r>
              <a:rPr kumimoji="0" lang="en-US" altLang="zh-CN" sz="2800" b="1">
                <a:latin typeface="Times New Roman" panose="02020603050405020304" pitchFamily="18" charset="0"/>
                <a:ea typeface="宋体" panose="02010600030101010101" pitchFamily="2" charset="-122"/>
                <a:sym typeface="Symbol" panose="05050102010706020507" pitchFamily="18" charset="2"/>
              </a:rPr>
              <a:t></a:t>
            </a:r>
            <a:r>
              <a:rPr kumimoji="0" lang="en-US" altLang="zh-CN" sz="2800" b="1">
                <a:latin typeface="Times New Roman" panose="02020603050405020304" pitchFamily="18" charset="0"/>
                <a:ea typeface="宋体" panose="02010600030101010101" pitchFamily="2" charset="-122"/>
              </a:rPr>
              <a:t>P∨(</a:t>
            </a:r>
            <a:r>
              <a:rPr kumimoji="0" lang="en-US" altLang="zh-CN" sz="2800" b="1">
                <a:latin typeface="Times New Roman" panose="02020603050405020304" pitchFamily="18" charset="0"/>
                <a:ea typeface="宋体" panose="02010600030101010101" pitchFamily="2" charset="-122"/>
                <a:sym typeface="Symbol" panose="05050102010706020507" pitchFamily="18" charset="2"/>
              </a:rPr>
              <a:t></a:t>
            </a:r>
            <a:r>
              <a:rPr kumimoji="0" lang="en-US" altLang="zh-CN" sz="2800" b="1">
                <a:latin typeface="Times New Roman" panose="02020603050405020304" pitchFamily="18" charset="0"/>
                <a:ea typeface="宋体" panose="02010600030101010101" pitchFamily="2" charset="-122"/>
              </a:rPr>
              <a:t>P∨Q))</a:t>
            </a:r>
          </a:p>
          <a:p>
            <a:pPr eaLnBrk="1" hangingPunct="1">
              <a:buFontTx/>
              <a:buNone/>
            </a:pPr>
            <a:r>
              <a:rPr kumimoji="0" lang="en-US" altLang="zh-CN" sz="2800" b="1">
                <a:solidFill>
                  <a:srgbClr val="006600"/>
                </a:solidFill>
                <a:latin typeface="Times New Roman" panose="02020603050405020304" pitchFamily="18" charset="0"/>
                <a:ea typeface="宋体" panose="02010600030101010101" pitchFamily="2" charset="-122"/>
              </a:rPr>
              <a:t>【</a:t>
            </a:r>
            <a:r>
              <a:rPr kumimoji="0" lang="zh-CN" altLang="en-US" sz="2800" b="1">
                <a:solidFill>
                  <a:srgbClr val="006600"/>
                </a:solidFill>
                <a:latin typeface="Times New Roman" panose="02020603050405020304" pitchFamily="18" charset="0"/>
                <a:ea typeface="宋体" panose="02010600030101010101" pitchFamily="2" charset="-122"/>
              </a:rPr>
              <a:t>解</a:t>
            </a:r>
            <a:r>
              <a:rPr kumimoji="0" lang="en-US" altLang="zh-CN" sz="2800" b="1">
                <a:solidFill>
                  <a:srgbClr val="006600"/>
                </a:solidFill>
                <a:latin typeface="Times New Roman" panose="02020603050405020304" pitchFamily="18" charset="0"/>
                <a:ea typeface="宋体" panose="02010600030101010101" pitchFamily="2" charset="-122"/>
              </a:rPr>
              <a:t>】</a:t>
            </a:r>
            <a:r>
              <a:rPr kumimoji="0" lang="en-US" altLang="zh-CN" sz="2800" b="1">
                <a:latin typeface="Times New Roman" panose="02020603050405020304" pitchFamily="18" charset="0"/>
                <a:ea typeface="宋体" panose="02010600030101010101" pitchFamily="2" charset="-122"/>
              </a:rPr>
              <a:t> </a:t>
            </a:r>
            <a:r>
              <a:rPr kumimoji="0" lang="zh-CN" altLang="en-US" sz="2800" b="1">
                <a:latin typeface="Times New Roman" panose="02020603050405020304" pitchFamily="18" charset="0"/>
                <a:ea typeface="宋体" panose="02010600030101010101" pitchFamily="2" charset="-122"/>
              </a:rPr>
              <a:t>原公式</a:t>
            </a:r>
          </a:p>
          <a:p>
            <a:pPr eaLnBrk="1" hangingPunct="1">
              <a:buFontTx/>
              <a:buNone/>
            </a:pPr>
            <a:r>
              <a:rPr kumimoji="0" lang="zh-CN" altLang="en-US" sz="2800" b="1">
                <a:latin typeface="Times New Roman" panose="02020603050405020304" pitchFamily="18" charset="0"/>
                <a:ea typeface="宋体" panose="02010600030101010101" pitchFamily="2" charset="-122"/>
                <a:sym typeface="Symbol" panose="05050102010706020507" pitchFamily="18" charset="2"/>
              </a:rPr>
              <a:t></a:t>
            </a:r>
            <a:r>
              <a:rPr kumimoji="0" lang="en-US" altLang="zh-CN" sz="2800" b="1">
                <a:latin typeface="Times New Roman" panose="02020603050405020304" pitchFamily="18" charset="0"/>
                <a:ea typeface="宋体" panose="02010600030101010101" pitchFamily="2" charset="-122"/>
              </a:rPr>
              <a:t>(P∧Q)∨((</a:t>
            </a:r>
            <a:r>
              <a:rPr kumimoji="0" lang="en-US" altLang="zh-CN" sz="2800" b="1">
                <a:latin typeface="Times New Roman" panose="02020603050405020304" pitchFamily="18" charset="0"/>
                <a:ea typeface="宋体" panose="02010600030101010101" pitchFamily="2" charset="-122"/>
                <a:sym typeface="Symbol" panose="05050102010706020507" pitchFamily="18" charset="2"/>
              </a:rPr>
              <a:t></a:t>
            </a:r>
            <a:r>
              <a:rPr kumimoji="0" lang="en-US" altLang="zh-CN" sz="2800" b="1">
                <a:latin typeface="Times New Roman" panose="02020603050405020304" pitchFamily="18" charset="0"/>
                <a:ea typeface="宋体" panose="02010600030101010101" pitchFamily="2" charset="-122"/>
              </a:rPr>
              <a:t>P∨</a:t>
            </a:r>
            <a:r>
              <a:rPr kumimoji="0" lang="en-US" altLang="zh-CN" sz="2800" b="1">
                <a:latin typeface="Times New Roman" panose="02020603050405020304" pitchFamily="18" charset="0"/>
                <a:ea typeface="宋体" panose="02010600030101010101" pitchFamily="2" charset="-122"/>
                <a:sym typeface="Symbol" panose="05050102010706020507" pitchFamily="18" charset="2"/>
              </a:rPr>
              <a:t></a:t>
            </a:r>
            <a:r>
              <a:rPr kumimoji="0" lang="en-US" altLang="zh-CN" sz="2800" b="1">
                <a:latin typeface="Times New Roman" panose="02020603050405020304" pitchFamily="18" charset="0"/>
                <a:ea typeface="宋体" panose="02010600030101010101" pitchFamily="2" charset="-122"/>
              </a:rPr>
              <a:t>P)∨Q)   (</a:t>
            </a:r>
            <a:r>
              <a:rPr kumimoji="0" lang="zh-CN" altLang="en-US" sz="2800" b="1">
                <a:latin typeface="Times New Roman" panose="02020603050405020304" pitchFamily="18" charset="0"/>
                <a:ea typeface="宋体" panose="02010600030101010101" pitchFamily="2" charset="-122"/>
              </a:rPr>
              <a:t>常用等值式</a:t>
            </a:r>
            <a:r>
              <a:rPr kumimoji="0" lang="en-US" altLang="zh-CN" sz="2800" b="1">
                <a:latin typeface="Times New Roman" panose="02020603050405020304" pitchFamily="18" charset="0"/>
                <a:ea typeface="宋体" panose="02010600030101010101" pitchFamily="2" charset="-122"/>
              </a:rPr>
              <a:t>)</a:t>
            </a:r>
          </a:p>
          <a:p>
            <a:pPr eaLnBrk="1" hangingPunct="1">
              <a:buFontTx/>
              <a:buNone/>
            </a:pPr>
            <a:r>
              <a:rPr kumimoji="0" lang="en-US" altLang="zh-CN" sz="2800" b="1">
                <a:latin typeface="Times New Roman" panose="02020603050405020304" pitchFamily="18" charset="0"/>
                <a:ea typeface="宋体" panose="02010600030101010101" pitchFamily="2" charset="-122"/>
                <a:sym typeface="Symbol" panose="05050102010706020507" pitchFamily="18" charset="2"/>
              </a:rPr>
              <a:t></a:t>
            </a:r>
            <a:r>
              <a:rPr kumimoji="0" lang="en-US" altLang="zh-CN" sz="2800" b="1">
                <a:latin typeface="Times New Roman" panose="02020603050405020304" pitchFamily="18" charset="0"/>
                <a:ea typeface="宋体" panose="02010600030101010101" pitchFamily="2" charset="-122"/>
              </a:rPr>
              <a:t>(P∧Q)∨(</a:t>
            </a:r>
            <a:r>
              <a:rPr kumimoji="0" lang="en-US" altLang="zh-CN" sz="2800" b="1">
                <a:latin typeface="Times New Roman" panose="02020603050405020304" pitchFamily="18" charset="0"/>
                <a:ea typeface="宋体" panose="02010600030101010101" pitchFamily="2" charset="-122"/>
                <a:sym typeface="Symbol" panose="05050102010706020507" pitchFamily="18" charset="2"/>
              </a:rPr>
              <a:t></a:t>
            </a:r>
            <a:r>
              <a:rPr kumimoji="0" lang="en-US" altLang="zh-CN" sz="2800" b="1">
                <a:latin typeface="Times New Roman" panose="02020603050405020304" pitchFamily="18" charset="0"/>
                <a:ea typeface="宋体" panose="02010600030101010101" pitchFamily="2" charset="-122"/>
              </a:rPr>
              <a:t>P∨Q)                 (</a:t>
            </a:r>
            <a:r>
              <a:rPr kumimoji="0" lang="zh-CN" altLang="en-US" sz="2800" b="1">
                <a:latin typeface="Times New Roman" panose="02020603050405020304" pitchFamily="18" charset="0"/>
                <a:ea typeface="宋体" panose="02010600030101010101" pitchFamily="2" charset="-122"/>
              </a:rPr>
              <a:t>对合律，幂等律</a:t>
            </a:r>
            <a:r>
              <a:rPr kumimoji="0" lang="en-US" altLang="zh-CN" sz="2800" b="1">
                <a:latin typeface="Times New Roman" panose="02020603050405020304" pitchFamily="18" charset="0"/>
                <a:ea typeface="宋体" panose="02010600030101010101" pitchFamily="2" charset="-122"/>
              </a:rPr>
              <a:t>)</a:t>
            </a:r>
          </a:p>
          <a:p>
            <a:pPr eaLnBrk="1" hangingPunct="1">
              <a:buFontTx/>
              <a:buNone/>
            </a:pPr>
            <a:r>
              <a:rPr kumimoji="0" lang="en-US" altLang="zh-CN" sz="2800" b="1">
                <a:latin typeface="Times New Roman" panose="02020603050405020304" pitchFamily="18" charset="0"/>
                <a:ea typeface="宋体" panose="02010600030101010101" pitchFamily="2" charset="-122"/>
                <a:sym typeface="Symbol" panose="05050102010706020507" pitchFamily="18" charset="2"/>
              </a:rPr>
              <a:t></a:t>
            </a:r>
            <a:r>
              <a:rPr kumimoji="0" lang="en-US" altLang="zh-CN" sz="2800" b="1">
                <a:latin typeface="Times New Roman" panose="02020603050405020304" pitchFamily="18" charset="0"/>
                <a:ea typeface="宋体" panose="02010600030101010101" pitchFamily="2" charset="-122"/>
              </a:rPr>
              <a:t>(P∧Q)∨(Q∨</a:t>
            </a:r>
            <a:r>
              <a:rPr kumimoji="0" lang="en-US" altLang="zh-CN" sz="2800" b="1">
                <a:latin typeface="Times New Roman" panose="02020603050405020304" pitchFamily="18" charset="0"/>
                <a:ea typeface="宋体" panose="02010600030101010101" pitchFamily="2" charset="-122"/>
                <a:sym typeface="Symbol" panose="05050102010706020507" pitchFamily="18" charset="2"/>
              </a:rPr>
              <a:t></a:t>
            </a:r>
            <a:r>
              <a:rPr kumimoji="0" lang="en-US" altLang="zh-CN" sz="2800" b="1">
                <a:latin typeface="Times New Roman" panose="02020603050405020304" pitchFamily="18" charset="0"/>
                <a:ea typeface="宋体" panose="02010600030101010101" pitchFamily="2" charset="-122"/>
              </a:rPr>
              <a:t>P)                       (</a:t>
            </a:r>
            <a:r>
              <a:rPr kumimoji="0" lang="zh-CN" altLang="en-US" sz="2800" b="1">
                <a:latin typeface="Times New Roman" panose="02020603050405020304" pitchFamily="18" charset="0"/>
                <a:ea typeface="宋体" panose="02010600030101010101" pitchFamily="2" charset="-122"/>
              </a:rPr>
              <a:t>交换律</a:t>
            </a:r>
            <a:r>
              <a:rPr kumimoji="0" lang="en-US" altLang="zh-CN" sz="2800" b="1">
                <a:latin typeface="Times New Roman" panose="02020603050405020304" pitchFamily="18" charset="0"/>
                <a:ea typeface="宋体" panose="02010600030101010101" pitchFamily="2" charset="-122"/>
              </a:rPr>
              <a:t>)</a:t>
            </a:r>
          </a:p>
          <a:p>
            <a:pPr eaLnBrk="1" hangingPunct="1">
              <a:buFontTx/>
              <a:buNone/>
            </a:pPr>
            <a:r>
              <a:rPr kumimoji="0" lang="en-US" altLang="zh-CN" sz="2800" b="1">
                <a:latin typeface="Times New Roman" panose="02020603050405020304" pitchFamily="18" charset="0"/>
                <a:ea typeface="宋体" panose="02010600030101010101" pitchFamily="2" charset="-122"/>
                <a:sym typeface="Symbol" panose="05050102010706020507" pitchFamily="18" charset="2"/>
              </a:rPr>
              <a:t></a:t>
            </a:r>
            <a:r>
              <a:rPr kumimoji="0" lang="en-US" altLang="zh-CN" sz="2800" b="1">
                <a:latin typeface="Times New Roman" panose="02020603050405020304" pitchFamily="18" charset="0"/>
                <a:ea typeface="宋体" panose="02010600030101010101" pitchFamily="2" charset="-122"/>
              </a:rPr>
              <a:t>((P∧Q)∨Q)∨</a:t>
            </a:r>
            <a:r>
              <a:rPr kumimoji="0" lang="en-US" altLang="zh-CN" sz="2800" b="1">
                <a:latin typeface="Times New Roman" panose="02020603050405020304" pitchFamily="18" charset="0"/>
                <a:ea typeface="宋体" panose="02010600030101010101" pitchFamily="2" charset="-122"/>
                <a:sym typeface="Symbol" panose="05050102010706020507" pitchFamily="18" charset="2"/>
              </a:rPr>
              <a:t></a:t>
            </a:r>
            <a:r>
              <a:rPr kumimoji="0" lang="en-US" altLang="zh-CN" sz="2800" b="1">
                <a:latin typeface="Times New Roman" panose="02020603050405020304" pitchFamily="18" charset="0"/>
                <a:ea typeface="宋体" panose="02010600030101010101" pitchFamily="2" charset="-122"/>
              </a:rPr>
              <a:t>P                       (</a:t>
            </a:r>
            <a:r>
              <a:rPr kumimoji="0" lang="zh-CN" altLang="en-US" sz="2800" b="1">
                <a:latin typeface="Times New Roman" panose="02020603050405020304" pitchFamily="18" charset="0"/>
                <a:ea typeface="宋体" panose="02010600030101010101" pitchFamily="2" charset="-122"/>
              </a:rPr>
              <a:t>结合律</a:t>
            </a:r>
            <a:r>
              <a:rPr kumimoji="0" lang="en-US" altLang="zh-CN" sz="2800" b="1">
                <a:latin typeface="Times New Roman" panose="02020603050405020304" pitchFamily="18" charset="0"/>
                <a:ea typeface="宋体" panose="02010600030101010101" pitchFamily="2" charset="-122"/>
              </a:rPr>
              <a:t>)</a:t>
            </a:r>
          </a:p>
          <a:p>
            <a:pPr eaLnBrk="1" hangingPunct="1">
              <a:buFontTx/>
              <a:buNone/>
            </a:pPr>
            <a:r>
              <a:rPr kumimoji="0" lang="en-US" altLang="zh-CN" sz="2800" b="1">
                <a:latin typeface="Times New Roman" panose="02020603050405020304" pitchFamily="18" charset="0"/>
                <a:ea typeface="宋体" panose="02010600030101010101" pitchFamily="2" charset="-122"/>
                <a:sym typeface="Symbol" panose="05050102010706020507" pitchFamily="18" charset="2"/>
              </a:rPr>
              <a:t></a:t>
            </a:r>
            <a:r>
              <a:rPr kumimoji="0" lang="en-US" altLang="zh-CN" sz="2800" b="1">
                <a:latin typeface="Times New Roman" panose="02020603050405020304" pitchFamily="18" charset="0"/>
                <a:ea typeface="宋体" panose="02010600030101010101" pitchFamily="2" charset="-122"/>
              </a:rPr>
              <a:t>Q∨</a:t>
            </a:r>
            <a:r>
              <a:rPr kumimoji="0" lang="en-US" altLang="zh-CN" sz="2800" b="1">
                <a:latin typeface="Times New Roman" panose="02020603050405020304" pitchFamily="18" charset="0"/>
                <a:ea typeface="宋体" panose="02010600030101010101" pitchFamily="2" charset="-122"/>
                <a:sym typeface="Symbol" panose="05050102010706020507" pitchFamily="18" charset="2"/>
              </a:rPr>
              <a:t></a:t>
            </a:r>
            <a:r>
              <a:rPr kumimoji="0" lang="en-US" altLang="zh-CN" sz="2800" b="1">
                <a:latin typeface="Times New Roman" panose="02020603050405020304" pitchFamily="18" charset="0"/>
                <a:ea typeface="宋体" panose="02010600030101010101" pitchFamily="2" charset="-122"/>
              </a:rPr>
              <a:t>P                                          (</a:t>
            </a:r>
            <a:r>
              <a:rPr kumimoji="0" lang="zh-CN" altLang="en-US" sz="2800" b="1">
                <a:latin typeface="Times New Roman" panose="02020603050405020304" pitchFamily="18" charset="0"/>
                <a:ea typeface="宋体" panose="02010600030101010101" pitchFamily="2" charset="-122"/>
              </a:rPr>
              <a:t>吸收律</a:t>
            </a:r>
            <a:r>
              <a:rPr kumimoji="0" lang="en-US" altLang="zh-CN" sz="2800" b="1">
                <a:latin typeface="Times New Roman" panose="02020603050405020304" pitchFamily="18" charset="0"/>
                <a:ea typeface="宋体" panose="02010600030101010101" pitchFamily="2" charset="-122"/>
              </a:rPr>
              <a:t>)</a:t>
            </a:r>
          </a:p>
        </p:txBody>
      </p:sp>
    </p:spTree>
  </p:cSld>
  <p:clrMapOvr>
    <a:masterClrMapping/>
  </p:clrMapOvr>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日期占位符 3">
            <a:extLst>
              <a:ext uri="{FF2B5EF4-FFF2-40B4-BE49-F238E27FC236}">
                <a16:creationId xmlns:a16="http://schemas.microsoft.com/office/drawing/2014/main" id="{5403A94F-3FEA-487A-A7E4-3177ACFB2D42}"/>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DEF38E87-30C0-4B45-A7E9-C8363CD15A73}"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46435" name="页脚占位符 4">
            <a:extLst>
              <a:ext uri="{FF2B5EF4-FFF2-40B4-BE49-F238E27FC236}">
                <a16:creationId xmlns:a16="http://schemas.microsoft.com/office/drawing/2014/main" id="{7E865757-F1E0-44D5-9D33-4D2E036D6076}"/>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46436" name="灯片编号占位符 5">
            <a:extLst>
              <a:ext uri="{FF2B5EF4-FFF2-40B4-BE49-F238E27FC236}">
                <a16:creationId xmlns:a16="http://schemas.microsoft.com/office/drawing/2014/main" id="{682603CC-6FD1-4E34-B767-F26A0372FC21}"/>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941FBFD8-A4BC-498A-A549-7DDFD63D1A81}" type="slidenum">
              <a:rPr lang="en-US" altLang="zh-CN" sz="1400" smtClean="0">
                <a:latin typeface="Times New Roman" panose="02020603050405020304" pitchFamily="18" charset="0"/>
                <a:ea typeface="宋体" panose="02010600030101010101" pitchFamily="2" charset="-122"/>
              </a:rPr>
              <a:pPr>
                <a:spcBef>
                  <a:spcPct val="0"/>
                </a:spcBef>
                <a:buFontTx/>
                <a:buNone/>
              </a:pPr>
              <a:t>119</a:t>
            </a:fld>
            <a:endParaRPr lang="en-US" altLang="zh-CN" sz="1400">
              <a:latin typeface="Times New Roman" panose="02020603050405020304" pitchFamily="18" charset="0"/>
              <a:ea typeface="宋体" panose="02010600030101010101" pitchFamily="2" charset="-122"/>
            </a:endParaRPr>
          </a:p>
        </p:txBody>
      </p:sp>
      <p:sp>
        <p:nvSpPr>
          <p:cNvPr id="146437" name="Text Box 2">
            <a:extLst>
              <a:ext uri="{FF2B5EF4-FFF2-40B4-BE49-F238E27FC236}">
                <a16:creationId xmlns:a16="http://schemas.microsoft.com/office/drawing/2014/main" id="{4D0606B8-84AA-4AD5-9861-DCBB6F7DF520}"/>
              </a:ext>
            </a:extLst>
          </p:cNvPr>
          <p:cNvSpPr txBox="1">
            <a:spLocks noChangeArrowheads="1"/>
          </p:cNvSpPr>
          <p:nvPr/>
        </p:nvSpPr>
        <p:spPr bwMode="auto">
          <a:xfrm>
            <a:off x="1508125" y="858838"/>
            <a:ext cx="60166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代入定理</a:t>
            </a:r>
          </a:p>
        </p:txBody>
      </p:sp>
      <p:pic>
        <p:nvPicPr>
          <p:cNvPr id="146438" name="Picture 6" descr="C:\Program Files\Microsoft Office\MEDIA\CAGCAT10\j0293844.wmf">
            <a:extLst>
              <a:ext uri="{FF2B5EF4-FFF2-40B4-BE49-F238E27FC236}">
                <a16:creationId xmlns:a16="http://schemas.microsoft.com/office/drawing/2014/main" id="{56330181-FF43-4E09-BA18-87B594ABF2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5143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6439" name="Picture 4" descr="QQ截图20140125114516">
            <a:extLst>
              <a:ext uri="{FF2B5EF4-FFF2-40B4-BE49-F238E27FC236}">
                <a16:creationId xmlns:a16="http://schemas.microsoft.com/office/drawing/2014/main" id="{3C260F52-B9BF-4AA2-B4E7-F5904ACEC0C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2988" y="2033588"/>
            <a:ext cx="7705725" cy="420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日期占位符 3">
            <a:extLst>
              <a:ext uri="{FF2B5EF4-FFF2-40B4-BE49-F238E27FC236}">
                <a16:creationId xmlns:a16="http://schemas.microsoft.com/office/drawing/2014/main" id="{6D55E4F9-8EFD-4F8C-B7D0-53DAD7536E3B}"/>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D710B9A4-4F1B-4282-BB52-F28F8C601370}"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47459" name="页脚占位符 4">
            <a:extLst>
              <a:ext uri="{FF2B5EF4-FFF2-40B4-BE49-F238E27FC236}">
                <a16:creationId xmlns:a16="http://schemas.microsoft.com/office/drawing/2014/main" id="{E9C2AC4E-0059-469C-83AE-42A338A62ECC}"/>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47460" name="灯片编号占位符 5">
            <a:extLst>
              <a:ext uri="{FF2B5EF4-FFF2-40B4-BE49-F238E27FC236}">
                <a16:creationId xmlns:a16="http://schemas.microsoft.com/office/drawing/2014/main" id="{8916BF3E-F449-4C0E-A38B-B660380DA9D8}"/>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7C74EA1C-9682-495D-BD16-F58E5F0791FE}" type="slidenum">
              <a:rPr lang="en-US" altLang="zh-CN" sz="1400" smtClean="0">
                <a:latin typeface="Times New Roman" panose="02020603050405020304" pitchFamily="18" charset="0"/>
                <a:ea typeface="宋体" panose="02010600030101010101" pitchFamily="2" charset="-122"/>
              </a:rPr>
              <a:pPr>
                <a:spcBef>
                  <a:spcPct val="0"/>
                </a:spcBef>
                <a:buFontTx/>
                <a:buNone/>
              </a:pPr>
              <a:t>120</a:t>
            </a:fld>
            <a:endParaRPr lang="en-US" altLang="zh-CN" sz="1400">
              <a:latin typeface="Times New Roman" panose="02020603050405020304" pitchFamily="18" charset="0"/>
              <a:ea typeface="宋体" panose="02010600030101010101" pitchFamily="2" charset="-122"/>
            </a:endParaRPr>
          </a:p>
        </p:txBody>
      </p:sp>
      <p:sp>
        <p:nvSpPr>
          <p:cNvPr id="147461" name="Text Box 2">
            <a:extLst>
              <a:ext uri="{FF2B5EF4-FFF2-40B4-BE49-F238E27FC236}">
                <a16:creationId xmlns:a16="http://schemas.microsoft.com/office/drawing/2014/main" id="{9A949711-6092-4F4F-A484-0781008C5541}"/>
              </a:ext>
            </a:extLst>
          </p:cNvPr>
          <p:cNvSpPr txBox="1">
            <a:spLocks noChangeArrowheads="1"/>
          </p:cNvSpPr>
          <p:nvPr/>
        </p:nvSpPr>
        <p:spPr bwMode="auto">
          <a:xfrm>
            <a:off x="1508125" y="858838"/>
            <a:ext cx="60166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代入定理</a:t>
            </a:r>
          </a:p>
        </p:txBody>
      </p:sp>
      <p:pic>
        <p:nvPicPr>
          <p:cNvPr id="147462" name="Picture 6" descr="C:\Program Files\Microsoft Office\MEDIA\CAGCAT10\j0293844.wmf">
            <a:extLst>
              <a:ext uri="{FF2B5EF4-FFF2-40B4-BE49-F238E27FC236}">
                <a16:creationId xmlns:a16="http://schemas.microsoft.com/office/drawing/2014/main" id="{63C63A62-EE46-43A3-8436-E8FDED42BE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5143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7463" name="Text Box 4">
            <a:extLst>
              <a:ext uri="{FF2B5EF4-FFF2-40B4-BE49-F238E27FC236}">
                <a16:creationId xmlns:a16="http://schemas.microsoft.com/office/drawing/2014/main" id="{1FFB3818-38E7-407F-921C-F06998C9C92E}"/>
              </a:ext>
            </a:extLst>
          </p:cNvPr>
          <p:cNvSpPr txBox="1">
            <a:spLocks noChangeArrowheads="1"/>
          </p:cNvSpPr>
          <p:nvPr/>
        </p:nvSpPr>
        <p:spPr bwMode="auto">
          <a:xfrm>
            <a:off x="827088" y="2133600"/>
            <a:ext cx="7632700" cy="15525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b="1">
                <a:solidFill>
                  <a:srgbClr val="006600"/>
                </a:solidFill>
                <a:latin typeface="黑体" panose="02010609060101010101" pitchFamily="49" charset="-122"/>
                <a:ea typeface="黑体" panose="02010609060101010101" pitchFamily="49" charset="-122"/>
              </a:rPr>
              <a:t>【</a:t>
            </a:r>
            <a:r>
              <a:rPr lang="zh-CN" altLang="en-US" b="1">
                <a:solidFill>
                  <a:srgbClr val="006600"/>
                </a:solidFill>
                <a:latin typeface="黑体" panose="02010609060101010101" pitchFamily="49" charset="-122"/>
                <a:ea typeface="黑体" panose="02010609060101010101" pitchFamily="49" charset="-122"/>
              </a:rPr>
              <a:t>例</a:t>
            </a:r>
            <a:r>
              <a:rPr lang="en-US" altLang="zh-CN" b="1">
                <a:solidFill>
                  <a:srgbClr val="006600"/>
                </a:solidFill>
                <a:latin typeface="黑体" panose="02010609060101010101" pitchFamily="49" charset="-122"/>
                <a:ea typeface="黑体" panose="02010609060101010101" pitchFamily="49" charset="-122"/>
              </a:rPr>
              <a:t>】</a:t>
            </a:r>
            <a:r>
              <a:rPr lang="zh-CN" altLang="en-US" b="1">
                <a:latin typeface="黑体" panose="02010609060101010101" pitchFamily="49" charset="-122"/>
                <a:ea typeface="黑体" panose="02010609060101010101" pitchFamily="49" charset="-122"/>
              </a:rPr>
              <a:t>设</a:t>
            </a:r>
            <a:r>
              <a:rPr lang="en-US" altLang="zh-CN" b="1">
                <a:latin typeface="黑体" panose="02010609060101010101" pitchFamily="49" charset="-122"/>
                <a:ea typeface="黑体" panose="02010609060101010101" pitchFamily="49" charset="-122"/>
              </a:rPr>
              <a:t>G(P, Q)=(P</a:t>
            </a:r>
            <a:r>
              <a:rPr kumimoji="0" lang="en-US" altLang="zh-CN" b="1">
                <a:latin typeface="黑体" panose="02010609060101010101" pitchFamily="49" charset="-122"/>
                <a:ea typeface="黑体" panose="02010609060101010101" pitchFamily="49" charset="-122"/>
              </a:rPr>
              <a:t>∧</a:t>
            </a:r>
            <a:r>
              <a:rPr lang="en-US" altLang="zh-CN" b="1">
                <a:latin typeface="黑体" panose="02010609060101010101" pitchFamily="49" charset="-122"/>
                <a:ea typeface="黑体" panose="02010609060101010101" pitchFamily="49" charset="-122"/>
              </a:rPr>
              <a:t>(P</a:t>
            </a:r>
            <a:r>
              <a:rPr kumimoji="0" lang="en-US" altLang="zh-CN" b="1">
                <a:solidFill>
                  <a:srgbClr val="000000"/>
                </a:solidFill>
                <a:latin typeface="黑体" panose="02010609060101010101" pitchFamily="49" charset="-122"/>
                <a:ea typeface="黑体" panose="02010609060101010101" pitchFamily="49" charset="-122"/>
              </a:rPr>
              <a:t>→</a:t>
            </a:r>
            <a:r>
              <a:rPr lang="en-US" altLang="zh-CN" b="1">
                <a:latin typeface="黑体" panose="02010609060101010101" pitchFamily="49" charset="-122"/>
                <a:ea typeface="黑体" panose="02010609060101010101" pitchFamily="49" charset="-122"/>
              </a:rPr>
              <a:t>Q))</a:t>
            </a:r>
            <a:r>
              <a:rPr kumimoji="0" lang="en-US" altLang="zh-CN" b="1">
                <a:solidFill>
                  <a:srgbClr val="000000"/>
                </a:solidFill>
                <a:latin typeface="黑体" panose="02010609060101010101" pitchFamily="49" charset="-122"/>
                <a:ea typeface="黑体" panose="02010609060101010101" pitchFamily="49" charset="-122"/>
              </a:rPr>
              <a:t>→</a:t>
            </a:r>
            <a:r>
              <a:rPr lang="en-US" altLang="zh-CN" b="1">
                <a:latin typeface="黑体" panose="02010609060101010101" pitchFamily="49" charset="-122"/>
                <a:ea typeface="黑体" panose="02010609060101010101" pitchFamily="49" charset="-122"/>
              </a:rPr>
              <a:t>Q</a:t>
            </a:r>
            <a:r>
              <a:rPr lang="zh-CN" altLang="en-US" b="1">
                <a:latin typeface="黑体" panose="02010609060101010101" pitchFamily="49" charset="-122"/>
                <a:ea typeface="黑体" panose="02010609060101010101" pitchFamily="49" charset="-122"/>
              </a:rPr>
              <a:t>，证明公式</a:t>
            </a:r>
            <a:r>
              <a:rPr lang="en-US" altLang="zh-CN" b="1">
                <a:latin typeface="黑体" panose="02010609060101010101" pitchFamily="49" charset="-122"/>
                <a:ea typeface="黑体" panose="02010609060101010101" pitchFamily="49" charset="-122"/>
              </a:rPr>
              <a:t>G</a:t>
            </a:r>
            <a:r>
              <a:rPr lang="zh-CN" altLang="en-US" b="1">
                <a:latin typeface="黑体" panose="02010609060101010101" pitchFamily="49" charset="-122"/>
                <a:ea typeface="黑体" panose="02010609060101010101" pitchFamily="49" charset="-122"/>
              </a:rPr>
              <a:t>是一个永真公式。另有两个公式：</a:t>
            </a:r>
          </a:p>
          <a:p>
            <a:pPr algn="ctr" eaLnBrk="1" hangingPunct="1">
              <a:spcBef>
                <a:spcPct val="0"/>
              </a:spcBef>
              <a:buFontTx/>
              <a:buNone/>
            </a:pPr>
            <a:r>
              <a:rPr lang="en-US" altLang="zh-CN" b="1">
                <a:latin typeface="黑体" panose="02010609060101010101" pitchFamily="49" charset="-122"/>
                <a:ea typeface="黑体" panose="02010609060101010101" pitchFamily="49" charset="-122"/>
              </a:rPr>
              <a:t>H(P, Q)=P</a:t>
            </a:r>
            <a:r>
              <a:rPr kumimoji="0" lang="en-US" altLang="zh-CN" b="1">
                <a:latin typeface="黑体" panose="02010609060101010101" pitchFamily="49" charset="-122"/>
                <a:ea typeface="黑体" panose="02010609060101010101" pitchFamily="49" charset="-122"/>
              </a:rPr>
              <a:t>∨¬</a:t>
            </a:r>
            <a:r>
              <a:rPr lang="en-US" altLang="zh-CN" b="1">
                <a:latin typeface="黑体" panose="02010609060101010101" pitchFamily="49" charset="-122"/>
                <a:ea typeface="黑体" panose="02010609060101010101" pitchFamily="49" charset="-122"/>
              </a:rPr>
              <a:t>Q; S(P,Q)=P</a:t>
            </a:r>
            <a:r>
              <a:rPr kumimoji="0" lang="en-US" altLang="zh-CN" b="1">
                <a:solidFill>
                  <a:srgbClr val="000000"/>
                </a:solidFill>
                <a:latin typeface="黑体" panose="02010609060101010101" pitchFamily="49" charset="-122"/>
                <a:ea typeface="黑体" panose="02010609060101010101" pitchFamily="49" charset="-122"/>
                <a:sym typeface="Symbol" panose="05050102010706020507" pitchFamily="18" charset="2"/>
              </a:rPr>
              <a:t></a:t>
            </a:r>
            <a:r>
              <a:rPr lang="en-US" altLang="zh-CN" b="1">
                <a:latin typeface="黑体" panose="02010609060101010101" pitchFamily="49" charset="-122"/>
                <a:ea typeface="黑体" panose="02010609060101010101" pitchFamily="49" charset="-122"/>
              </a:rPr>
              <a:t>Q</a:t>
            </a:r>
          </a:p>
          <a:p>
            <a:pPr eaLnBrk="1" hangingPunct="1">
              <a:spcBef>
                <a:spcPct val="0"/>
              </a:spcBef>
              <a:buFontTx/>
              <a:buNone/>
            </a:pPr>
            <a:r>
              <a:rPr lang="zh-CN" altLang="en-US" b="1">
                <a:latin typeface="黑体" panose="02010609060101010101" pitchFamily="49" charset="-122"/>
                <a:ea typeface="黑体" panose="02010609060101010101" pitchFamily="49" charset="-122"/>
              </a:rPr>
              <a:t>进一步验证代入定理的正确性。</a:t>
            </a:r>
          </a:p>
        </p:txBody>
      </p:sp>
      <p:sp>
        <p:nvSpPr>
          <p:cNvPr id="147464" name="Rectangle 5">
            <a:extLst>
              <a:ext uri="{FF2B5EF4-FFF2-40B4-BE49-F238E27FC236}">
                <a16:creationId xmlns:a16="http://schemas.microsoft.com/office/drawing/2014/main" id="{037A5802-E6B9-418E-879B-5E74F834A81D}"/>
              </a:ext>
            </a:extLst>
          </p:cNvPr>
          <p:cNvSpPr>
            <a:spLocks noChangeArrowheads="1"/>
          </p:cNvSpPr>
          <p:nvPr/>
        </p:nvSpPr>
        <p:spPr bwMode="auto">
          <a:xfrm>
            <a:off x="684213" y="3860800"/>
            <a:ext cx="8064500" cy="2136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b="1">
                <a:solidFill>
                  <a:srgbClr val="006600"/>
                </a:solidFill>
                <a:latin typeface="黑体" panose="02010609060101010101" pitchFamily="49" charset="-122"/>
                <a:ea typeface="黑体" panose="02010609060101010101" pitchFamily="49" charset="-122"/>
              </a:rPr>
              <a:t>【</a:t>
            </a:r>
            <a:r>
              <a:rPr lang="zh-CN" altLang="en-US" b="1">
                <a:solidFill>
                  <a:srgbClr val="006600"/>
                </a:solidFill>
                <a:latin typeface="黑体" panose="02010609060101010101" pitchFamily="49" charset="-122"/>
                <a:ea typeface="黑体" panose="02010609060101010101" pitchFamily="49" charset="-122"/>
              </a:rPr>
              <a:t>解</a:t>
            </a:r>
            <a:r>
              <a:rPr lang="en-US" altLang="zh-CN" b="1">
                <a:solidFill>
                  <a:srgbClr val="006600"/>
                </a:solidFill>
                <a:latin typeface="黑体" panose="02010609060101010101" pitchFamily="49" charset="-122"/>
                <a:ea typeface="黑体" panose="02010609060101010101" pitchFamily="49" charset="-122"/>
              </a:rPr>
              <a:t>】</a:t>
            </a:r>
            <a:r>
              <a:rPr lang="zh-CN" altLang="en-US" b="1">
                <a:latin typeface="黑体" panose="02010609060101010101" pitchFamily="49" charset="-122"/>
                <a:ea typeface="黑体" panose="02010609060101010101" pitchFamily="49" charset="-122"/>
              </a:rPr>
              <a:t>由真值表易证</a:t>
            </a:r>
            <a:r>
              <a:rPr lang="en-US" altLang="zh-CN" b="1">
                <a:latin typeface="黑体" panose="02010609060101010101" pitchFamily="49" charset="-122"/>
                <a:ea typeface="黑体" panose="02010609060101010101" pitchFamily="49" charset="-122"/>
              </a:rPr>
              <a:t>G</a:t>
            </a:r>
            <a:r>
              <a:rPr lang="zh-CN" altLang="en-US" b="1">
                <a:latin typeface="黑体" panose="02010609060101010101" pitchFamily="49" charset="-122"/>
                <a:ea typeface="黑体" panose="02010609060101010101" pitchFamily="49" charset="-122"/>
              </a:rPr>
              <a:t>是一个永真公式。将</a:t>
            </a:r>
            <a:r>
              <a:rPr lang="en-US" altLang="zh-CN" b="1">
                <a:latin typeface="黑体" panose="02010609060101010101" pitchFamily="49" charset="-122"/>
                <a:ea typeface="黑体" panose="02010609060101010101" pitchFamily="49" charset="-122"/>
              </a:rPr>
              <a:t>H</a:t>
            </a:r>
            <a:r>
              <a:rPr lang="zh-CN" altLang="en-US" b="1">
                <a:latin typeface="黑体" panose="02010609060101010101" pitchFamily="49" charset="-122"/>
                <a:ea typeface="黑体" panose="02010609060101010101" pitchFamily="49" charset="-122"/>
              </a:rPr>
              <a:t>和</a:t>
            </a:r>
            <a:r>
              <a:rPr lang="en-US" altLang="zh-CN" b="1">
                <a:latin typeface="黑体" panose="02010609060101010101" pitchFamily="49" charset="-122"/>
                <a:ea typeface="黑体" panose="02010609060101010101" pitchFamily="49" charset="-122"/>
              </a:rPr>
              <a:t>S</a:t>
            </a:r>
            <a:r>
              <a:rPr lang="zh-CN" altLang="en-US" b="1">
                <a:latin typeface="黑体" panose="02010609060101010101" pitchFamily="49" charset="-122"/>
                <a:ea typeface="黑体" panose="02010609060101010101" pitchFamily="49" charset="-122"/>
              </a:rPr>
              <a:t>代入</a:t>
            </a:r>
            <a:r>
              <a:rPr lang="en-US" altLang="zh-CN" b="1">
                <a:latin typeface="黑体" panose="02010609060101010101" pitchFamily="49" charset="-122"/>
                <a:ea typeface="黑体" panose="02010609060101010101" pitchFamily="49" charset="-122"/>
              </a:rPr>
              <a:t>G</a:t>
            </a:r>
            <a:r>
              <a:rPr lang="zh-CN" altLang="en-US" b="1">
                <a:latin typeface="黑体" panose="02010609060101010101" pitchFamily="49" charset="-122"/>
                <a:ea typeface="黑体" panose="02010609060101010101" pitchFamily="49" charset="-122"/>
              </a:rPr>
              <a:t>中得到新公式</a:t>
            </a:r>
            <a:r>
              <a:rPr lang="en-US" altLang="zh-CN" b="1">
                <a:latin typeface="黑体" panose="02010609060101010101" pitchFamily="49" charset="-122"/>
                <a:ea typeface="黑体" panose="02010609060101010101" pitchFamily="49" charset="-122"/>
              </a:rPr>
              <a:t>G</a:t>
            </a:r>
            <a:r>
              <a:rPr lang="en-US" altLang="zh-CN" b="1">
                <a:latin typeface="黑体" panose="02010609060101010101" pitchFamily="49" charset="-122"/>
                <a:ea typeface="黑体" panose="02010609060101010101" pitchFamily="49" charset="-122"/>
                <a:cs typeface="Times New Roman" panose="02020603050405020304" pitchFamily="18" charset="0"/>
              </a:rPr>
              <a:t>'</a:t>
            </a:r>
            <a:r>
              <a:rPr lang="zh-CN" altLang="en-US" b="1">
                <a:latin typeface="黑体" panose="02010609060101010101" pitchFamily="49" charset="-122"/>
                <a:ea typeface="黑体" panose="02010609060101010101" pitchFamily="49" charset="-122"/>
                <a:cs typeface="Times New Roman" panose="02020603050405020304" pitchFamily="18" charset="0"/>
              </a:rPr>
              <a:t>为：</a:t>
            </a:r>
          </a:p>
          <a:p>
            <a:pPr algn="ctr" eaLnBrk="1" hangingPunct="1">
              <a:buFontTx/>
              <a:buNone/>
            </a:pPr>
            <a:r>
              <a:rPr lang="en-US" altLang="zh-CN" b="1">
                <a:latin typeface="黑体" panose="02010609060101010101" pitchFamily="49" charset="-122"/>
                <a:ea typeface="黑体" panose="02010609060101010101" pitchFamily="49" charset="-122"/>
              </a:rPr>
              <a:t>G'(P, Q)= G(H, S)=(H</a:t>
            </a:r>
            <a:r>
              <a:rPr kumimoji="0" lang="en-US" altLang="zh-CN" b="1">
                <a:latin typeface="黑体" panose="02010609060101010101" pitchFamily="49" charset="-122"/>
                <a:ea typeface="黑体" panose="02010609060101010101" pitchFamily="49" charset="-122"/>
              </a:rPr>
              <a:t>∧</a:t>
            </a:r>
            <a:r>
              <a:rPr lang="en-US" altLang="zh-CN" b="1">
                <a:latin typeface="黑体" panose="02010609060101010101" pitchFamily="49" charset="-122"/>
                <a:ea typeface="黑体" panose="02010609060101010101" pitchFamily="49" charset="-122"/>
              </a:rPr>
              <a:t>(H</a:t>
            </a:r>
            <a:r>
              <a:rPr kumimoji="0" lang="en-US" altLang="zh-CN" b="1">
                <a:solidFill>
                  <a:srgbClr val="000000"/>
                </a:solidFill>
                <a:latin typeface="黑体" panose="02010609060101010101" pitchFamily="49" charset="-122"/>
                <a:ea typeface="黑体" panose="02010609060101010101" pitchFamily="49" charset="-122"/>
              </a:rPr>
              <a:t>→</a:t>
            </a:r>
            <a:r>
              <a:rPr lang="en-US" altLang="zh-CN" b="1">
                <a:latin typeface="黑体" panose="02010609060101010101" pitchFamily="49" charset="-122"/>
                <a:ea typeface="黑体" panose="02010609060101010101" pitchFamily="49" charset="-122"/>
              </a:rPr>
              <a:t>S))</a:t>
            </a:r>
            <a:r>
              <a:rPr kumimoji="0" lang="en-US" altLang="zh-CN" b="1">
                <a:solidFill>
                  <a:srgbClr val="000000"/>
                </a:solidFill>
                <a:latin typeface="黑体" panose="02010609060101010101" pitchFamily="49" charset="-122"/>
                <a:ea typeface="黑体" panose="02010609060101010101" pitchFamily="49" charset="-122"/>
              </a:rPr>
              <a:t>→</a:t>
            </a:r>
            <a:r>
              <a:rPr lang="en-US" altLang="zh-CN" b="1">
                <a:latin typeface="黑体" panose="02010609060101010101" pitchFamily="49" charset="-122"/>
                <a:ea typeface="黑体" panose="02010609060101010101" pitchFamily="49" charset="-122"/>
              </a:rPr>
              <a:t>S</a:t>
            </a:r>
          </a:p>
          <a:p>
            <a:pPr algn="ctr" eaLnBrk="1" hangingPunct="1">
              <a:buFontTx/>
              <a:buNone/>
            </a:pPr>
            <a:r>
              <a:rPr lang="en-US" altLang="zh-CN" b="1">
                <a:latin typeface="黑体" panose="02010609060101010101" pitchFamily="49" charset="-122"/>
                <a:ea typeface="黑体" panose="02010609060101010101" pitchFamily="49" charset="-122"/>
              </a:rPr>
              <a:t>=((P</a:t>
            </a:r>
            <a:r>
              <a:rPr kumimoji="0" lang="en-US" altLang="zh-CN" b="1">
                <a:latin typeface="黑体" panose="02010609060101010101" pitchFamily="49" charset="-122"/>
                <a:ea typeface="黑体" panose="02010609060101010101" pitchFamily="49" charset="-122"/>
              </a:rPr>
              <a:t>∨¬</a:t>
            </a:r>
            <a:r>
              <a:rPr lang="en-US" altLang="zh-CN" b="1">
                <a:latin typeface="黑体" panose="02010609060101010101" pitchFamily="49" charset="-122"/>
                <a:ea typeface="黑体" panose="02010609060101010101" pitchFamily="49" charset="-122"/>
              </a:rPr>
              <a:t>Q)</a:t>
            </a:r>
            <a:r>
              <a:rPr lang="en-US" altLang="zh-CN">
                <a:latin typeface="黑体" panose="02010609060101010101" pitchFamily="49" charset="-122"/>
                <a:ea typeface="黑体" panose="02010609060101010101" pitchFamily="49" charset="-122"/>
              </a:rPr>
              <a:t> </a:t>
            </a:r>
            <a:r>
              <a:rPr kumimoji="0" lang="en-US" altLang="zh-CN" b="1">
                <a:latin typeface="黑体" panose="02010609060101010101" pitchFamily="49" charset="-122"/>
                <a:ea typeface="黑体" panose="02010609060101010101" pitchFamily="49" charset="-122"/>
              </a:rPr>
              <a:t>∧</a:t>
            </a:r>
            <a:r>
              <a:rPr lang="en-US" altLang="zh-CN" b="1">
                <a:latin typeface="黑体" panose="02010609060101010101" pitchFamily="49" charset="-122"/>
                <a:ea typeface="黑体" panose="02010609060101010101" pitchFamily="49" charset="-122"/>
              </a:rPr>
              <a:t>(P</a:t>
            </a:r>
            <a:r>
              <a:rPr kumimoji="0" lang="en-US" altLang="zh-CN" b="1">
                <a:latin typeface="黑体" panose="02010609060101010101" pitchFamily="49" charset="-122"/>
                <a:ea typeface="黑体" panose="02010609060101010101" pitchFamily="49" charset="-122"/>
              </a:rPr>
              <a:t>∨¬</a:t>
            </a:r>
            <a:r>
              <a:rPr lang="en-US" altLang="zh-CN" b="1">
                <a:latin typeface="黑体" panose="02010609060101010101" pitchFamily="49" charset="-122"/>
                <a:ea typeface="黑体" panose="02010609060101010101" pitchFamily="49" charset="-122"/>
              </a:rPr>
              <a:t>Q)</a:t>
            </a:r>
            <a:r>
              <a:rPr lang="en-US" altLang="zh-CN">
                <a:latin typeface="黑体" panose="02010609060101010101" pitchFamily="49" charset="-122"/>
                <a:ea typeface="黑体" panose="02010609060101010101" pitchFamily="49" charset="-122"/>
              </a:rPr>
              <a:t>)</a:t>
            </a:r>
            <a:r>
              <a:rPr kumimoji="0" lang="en-US" altLang="zh-CN" b="1">
                <a:solidFill>
                  <a:srgbClr val="000000"/>
                </a:solidFill>
                <a:latin typeface="黑体" panose="02010609060101010101" pitchFamily="49" charset="-122"/>
                <a:ea typeface="黑体" panose="02010609060101010101" pitchFamily="49" charset="-122"/>
              </a:rPr>
              <a:t>→ (</a:t>
            </a:r>
            <a:r>
              <a:rPr lang="en-US" altLang="zh-CN" b="1">
                <a:latin typeface="黑体" panose="02010609060101010101" pitchFamily="49" charset="-122"/>
                <a:ea typeface="黑体" panose="02010609060101010101" pitchFamily="49" charset="-122"/>
              </a:rPr>
              <a:t>P</a:t>
            </a:r>
            <a:r>
              <a:rPr kumimoji="0" lang="en-US" altLang="zh-CN" b="1">
                <a:solidFill>
                  <a:srgbClr val="000000"/>
                </a:solidFill>
                <a:latin typeface="黑体" panose="02010609060101010101" pitchFamily="49" charset="-122"/>
                <a:ea typeface="黑体" panose="02010609060101010101" pitchFamily="49" charset="-122"/>
                <a:sym typeface="Symbol" panose="05050102010706020507" pitchFamily="18" charset="2"/>
              </a:rPr>
              <a:t></a:t>
            </a:r>
            <a:r>
              <a:rPr lang="en-US" altLang="zh-CN" b="1">
                <a:latin typeface="黑体" panose="02010609060101010101" pitchFamily="49" charset="-122"/>
                <a:ea typeface="黑体" panose="02010609060101010101" pitchFamily="49" charset="-122"/>
              </a:rPr>
              <a:t>Q)))</a:t>
            </a:r>
            <a:r>
              <a:rPr kumimoji="0" lang="en-US" altLang="zh-CN" b="1">
                <a:solidFill>
                  <a:srgbClr val="000000"/>
                </a:solidFill>
                <a:latin typeface="黑体" panose="02010609060101010101" pitchFamily="49" charset="-122"/>
                <a:ea typeface="黑体" panose="02010609060101010101" pitchFamily="49" charset="-122"/>
              </a:rPr>
              <a:t>→(</a:t>
            </a:r>
            <a:r>
              <a:rPr lang="en-US" altLang="zh-CN" b="1">
                <a:latin typeface="黑体" panose="02010609060101010101" pitchFamily="49" charset="-122"/>
                <a:ea typeface="黑体" panose="02010609060101010101" pitchFamily="49" charset="-122"/>
              </a:rPr>
              <a:t>P</a:t>
            </a:r>
            <a:r>
              <a:rPr kumimoji="0" lang="en-US" altLang="zh-CN" b="1">
                <a:solidFill>
                  <a:srgbClr val="000000"/>
                </a:solidFill>
                <a:latin typeface="黑体" panose="02010609060101010101" pitchFamily="49" charset="-122"/>
                <a:ea typeface="黑体" panose="02010609060101010101" pitchFamily="49" charset="-122"/>
                <a:sym typeface="Symbol" panose="05050102010706020507" pitchFamily="18" charset="2"/>
              </a:rPr>
              <a:t></a:t>
            </a:r>
            <a:r>
              <a:rPr lang="en-US" altLang="zh-CN" b="1">
                <a:latin typeface="黑体" panose="02010609060101010101" pitchFamily="49" charset="-122"/>
                <a:ea typeface="黑体" panose="02010609060101010101" pitchFamily="49" charset="-122"/>
              </a:rPr>
              <a:t>Q)</a:t>
            </a:r>
          </a:p>
          <a:p>
            <a:pPr eaLnBrk="1" hangingPunct="1">
              <a:buFontTx/>
              <a:buNone/>
            </a:pPr>
            <a:r>
              <a:rPr lang="zh-CN" altLang="en-US" b="1">
                <a:latin typeface="黑体" panose="02010609060101010101" pitchFamily="49" charset="-122"/>
                <a:ea typeface="黑体" panose="02010609060101010101" pitchFamily="49" charset="-122"/>
              </a:rPr>
              <a:t>由真值表易证</a:t>
            </a:r>
            <a:r>
              <a:rPr lang="en-US" altLang="zh-CN" b="1">
                <a:latin typeface="黑体" panose="02010609060101010101" pitchFamily="49" charset="-122"/>
                <a:ea typeface="黑体" panose="02010609060101010101" pitchFamily="49" charset="-122"/>
              </a:rPr>
              <a:t>G'</a:t>
            </a:r>
            <a:r>
              <a:rPr lang="zh-CN" altLang="en-US" b="1">
                <a:latin typeface="黑体" panose="02010609060101010101" pitchFamily="49" charset="-122"/>
                <a:ea typeface="黑体" panose="02010609060101010101" pitchFamily="49" charset="-122"/>
              </a:rPr>
              <a:t>是一个永真公式。</a:t>
            </a:r>
          </a:p>
        </p:txBody>
      </p:sp>
    </p:spTree>
  </p:cSld>
  <p:clrMapOvr>
    <a:masterClrMapping/>
  </p:clrMapOvr>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日期占位符 3">
            <a:extLst>
              <a:ext uri="{FF2B5EF4-FFF2-40B4-BE49-F238E27FC236}">
                <a16:creationId xmlns:a16="http://schemas.microsoft.com/office/drawing/2014/main" id="{6C3D33F6-BC52-4CEA-AE1A-3AAD841D442D}"/>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8CC3A7B5-9F9C-4793-BB47-1402D877EE4B}"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48483" name="页脚占位符 4">
            <a:extLst>
              <a:ext uri="{FF2B5EF4-FFF2-40B4-BE49-F238E27FC236}">
                <a16:creationId xmlns:a16="http://schemas.microsoft.com/office/drawing/2014/main" id="{13ECC253-DD2E-4EDA-BED5-B2644AACA22A}"/>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48484" name="灯片编号占位符 5">
            <a:extLst>
              <a:ext uri="{FF2B5EF4-FFF2-40B4-BE49-F238E27FC236}">
                <a16:creationId xmlns:a16="http://schemas.microsoft.com/office/drawing/2014/main" id="{5DAB3426-D1CC-4D9C-BEA0-DE6628366E6E}"/>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C3FF2817-8190-4556-B0D1-62948C3B24AD}" type="slidenum">
              <a:rPr lang="en-US" altLang="zh-CN" sz="1400" smtClean="0">
                <a:latin typeface="Times New Roman" panose="02020603050405020304" pitchFamily="18" charset="0"/>
                <a:ea typeface="宋体" panose="02010600030101010101" pitchFamily="2" charset="-122"/>
              </a:rPr>
              <a:pPr>
                <a:spcBef>
                  <a:spcPct val="0"/>
                </a:spcBef>
                <a:buFontTx/>
                <a:buNone/>
              </a:pPr>
              <a:t>121</a:t>
            </a:fld>
            <a:endParaRPr lang="en-US" altLang="zh-CN" sz="1400">
              <a:latin typeface="Times New Roman" panose="02020603050405020304" pitchFamily="18" charset="0"/>
              <a:ea typeface="宋体" panose="02010600030101010101" pitchFamily="2" charset="-122"/>
            </a:endParaRPr>
          </a:p>
        </p:txBody>
      </p:sp>
      <p:sp>
        <p:nvSpPr>
          <p:cNvPr id="148485" name="Text Box 2">
            <a:extLst>
              <a:ext uri="{FF2B5EF4-FFF2-40B4-BE49-F238E27FC236}">
                <a16:creationId xmlns:a16="http://schemas.microsoft.com/office/drawing/2014/main" id="{148104F4-976D-469C-891D-5C07B5F552A8}"/>
              </a:ext>
            </a:extLst>
          </p:cNvPr>
          <p:cNvSpPr txBox="1">
            <a:spLocks noChangeArrowheads="1"/>
          </p:cNvSpPr>
          <p:nvPr/>
        </p:nvSpPr>
        <p:spPr bwMode="auto">
          <a:xfrm>
            <a:off x="1508125" y="858838"/>
            <a:ext cx="60166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替换定理</a:t>
            </a:r>
          </a:p>
        </p:txBody>
      </p:sp>
      <p:pic>
        <p:nvPicPr>
          <p:cNvPr id="148486" name="Picture 6" descr="C:\Program Files\Microsoft Office\MEDIA\CAGCAT10\j0293844.wmf">
            <a:extLst>
              <a:ext uri="{FF2B5EF4-FFF2-40B4-BE49-F238E27FC236}">
                <a16:creationId xmlns:a16="http://schemas.microsoft.com/office/drawing/2014/main" id="{CFCD53C1-2106-4DA2-A71F-28AD89D057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5143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8487" name="Rectangle 4">
            <a:extLst>
              <a:ext uri="{FF2B5EF4-FFF2-40B4-BE49-F238E27FC236}">
                <a16:creationId xmlns:a16="http://schemas.microsoft.com/office/drawing/2014/main" id="{01417696-DF06-45EB-BD68-C91C7F35D0CC}"/>
              </a:ext>
            </a:extLst>
          </p:cNvPr>
          <p:cNvSpPr>
            <a:spLocks noChangeArrowheads="1"/>
          </p:cNvSpPr>
          <p:nvPr/>
        </p:nvSpPr>
        <p:spPr bwMode="auto">
          <a:xfrm>
            <a:off x="1187450" y="2227263"/>
            <a:ext cx="7129463" cy="18859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kumimoji="0" lang="en-US" altLang="zh-CN" sz="2800" b="1">
                <a:solidFill>
                  <a:srgbClr val="006600"/>
                </a:solidFill>
                <a:latin typeface="黑体" panose="02010609060101010101" pitchFamily="49" charset="-122"/>
                <a:ea typeface="黑体" panose="02010609060101010101" pitchFamily="49" charset="-122"/>
              </a:rPr>
              <a:t>【</a:t>
            </a:r>
            <a:r>
              <a:rPr kumimoji="0" lang="zh-CN" altLang="en-US" sz="2800" b="1">
                <a:solidFill>
                  <a:srgbClr val="006600"/>
                </a:solidFill>
                <a:latin typeface="黑体" panose="02010609060101010101" pitchFamily="49" charset="-122"/>
                <a:ea typeface="黑体" panose="02010609060101010101" pitchFamily="49" charset="-122"/>
              </a:rPr>
              <a:t>定理</a:t>
            </a:r>
            <a:r>
              <a:rPr kumimoji="0" lang="en-US" altLang="zh-CN" sz="2800" b="1">
                <a:solidFill>
                  <a:srgbClr val="006600"/>
                </a:solidFill>
                <a:latin typeface="黑体" panose="02010609060101010101" pitchFamily="49" charset="-122"/>
                <a:ea typeface="黑体" panose="02010609060101010101" pitchFamily="49" charset="-122"/>
              </a:rPr>
              <a:t>】</a:t>
            </a:r>
            <a:r>
              <a:rPr kumimoji="0" lang="zh-CN" altLang="en-US" sz="2800" b="1" noProof="1">
                <a:solidFill>
                  <a:srgbClr val="000000"/>
                </a:solidFill>
                <a:latin typeface="黑体" panose="02010609060101010101" pitchFamily="49" charset="-122"/>
                <a:ea typeface="黑体" panose="02010609060101010101" pitchFamily="49" charset="-122"/>
              </a:rPr>
              <a:t>设</a:t>
            </a:r>
            <a:r>
              <a:rPr kumimoji="0" lang="en-US" altLang="zh-CN" sz="2800" b="1" noProof="1">
                <a:solidFill>
                  <a:srgbClr val="000000"/>
                </a:solidFill>
                <a:latin typeface="黑体" panose="02010609060101010101" pitchFamily="49" charset="-122"/>
                <a:ea typeface="黑体" panose="02010609060101010101" pitchFamily="49" charset="-122"/>
              </a:rPr>
              <a:t>G</a:t>
            </a:r>
            <a:r>
              <a:rPr kumimoji="0" lang="en-US" altLang="zh-CN" sz="2800" b="1" baseline="-25000" noProof="1">
                <a:solidFill>
                  <a:srgbClr val="000000"/>
                </a:solidFill>
                <a:latin typeface="黑体" panose="02010609060101010101" pitchFamily="49" charset="-122"/>
                <a:ea typeface="黑体" panose="02010609060101010101" pitchFamily="49" charset="-122"/>
              </a:rPr>
              <a:t>1</a:t>
            </a:r>
            <a:r>
              <a:rPr kumimoji="0" lang="zh-CN" altLang="en-US" sz="2800" b="1" noProof="1">
                <a:solidFill>
                  <a:srgbClr val="000000"/>
                </a:solidFill>
                <a:latin typeface="黑体" panose="02010609060101010101" pitchFamily="49" charset="-122"/>
                <a:ea typeface="黑体" panose="02010609060101010101" pitchFamily="49" charset="-122"/>
              </a:rPr>
              <a:t>是</a:t>
            </a:r>
            <a:r>
              <a:rPr kumimoji="0" lang="en-US" altLang="en-US" sz="2800" b="1" noProof="1">
                <a:solidFill>
                  <a:srgbClr val="000000"/>
                </a:solidFill>
                <a:latin typeface="黑体" panose="02010609060101010101" pitchFamily="49" charset="-122"/>
                <a:ea typeface="黑体" panose="02010609060101010101" pitchFamily="49" charset="-122"/>
              </a:rPr>
              <a:t>G</a:t>
            </a:r>
            <a:r>
              <a:rPr kumimoji="0" lang="zh-CN" altLang="en-US" sz="2800" b="1" noProof="1">
                <a:solidFill>
                  <a:srgbClr val="000000"/>
                </a:solidFill>
                <a:latin typeface="黑体" panose="02010609060101010101" pitchFamily="49" charset="-122"/>
                <a:ea typeface="黑体" panose="02010609060101010101" pitchFamily="49" charset="-122"/>
              </a:rPr>
              <a:t>的子公式，</a:t>
            </a:r>
            <a:r>
              <a:rPr kumimoji="0" lang="en-US" altLang="zh-CN" sz="2800" b="1" noProof="1">
                <a:solidFill>
                  <a:srgbClr val="000000"/>
                </a:solidFill>
                <a:latin typeface="黑体" panose="02010609060101010101" pitchFamily="49" charset="-122"/>
                <a:ea typeface="黑体" panose="02010609060101010101" pitchFamily="49" charset="-122"/>
              </a:rPr>
              <a:t>H</a:t>
            </a:r>
            <a:r>
              <a:rPr kumimoji="0" lang="en-US" altLang="zh-CN" sz="2800" b="1" baseline="-25000" noProof="1">
                <a:solidFill>
                  <a:srgbClr val="000000"/>
                </a:solidFill>
                <a:latin typeface="黑体" panose="02010609060101010101" pitchFamily="49" charset="-122"/>
                <a:ea typeface="黑体" panose="02010609060101010101" pitchFamily="49" charset="-122"/>
              </a:rPr>
              <a:t>1</a:t>
            </a:r>
            <a:r>
              <a:rPr kumimoji="0" lang="zh-CN" altLang="zh-CN" sz="2800" b="1" noProof="1">
                <a:solidFill>
                  <a:srgbClr val="000000"/>
                </a:solidFill>
                <a:latin typeface="黑体" panose="02010609060101010101" pitchFamily="49" charset="-122"/>
                <a:ea typeface="黑体" panose="02010609060101010101" pitchFamily="49" charset="-122"/>
              </a:rPr>
              <a:t>是任</a:t>
            </a:r>
            <a:r>
              <a:rPr kumimoji="0" lang="zh-CN" altLang="en-US" sz="2800" b="1">
                <a:solidFill>
                  <a:srgbClr val="000000"/>
                </a:solidFill>
                <a:latin typeface="黑体" panose="02010609060101010101" pitchFamily="49" charset="-122"/>
                <a:ea typeface="黑体" panose="02010609060101010101" pitchFamily="49" charset="-122"/>
              </a:rPr>
              <a:t>一命题公式</a:t>
            </a:r>
            <a:r>
              <a:rPr kumimoji="0" lang="en-US" altLang="zh-CN" sz="2800" b="1">
                <a:solidFill>
                  <a:srgbClr val="000000"/>
                </a:solidFill>
                <a:latin typeface="黑体" panose="02010609060101010101" pitchFamily="49" charset="-122"/>
                <a:ea typeface="黑体" panose="02010609060101010101" pitchFamily="49" charset="-122"/>
              </a:rPr>
              <a:t>，在</a:t>
            </a:r>
            <a:r>
              <a:rPr kumimoji="0" lang="en-US" altLang="en-US" sz="2800" b="1" noProof="1">
                <a:solidFill>
                  <a:srgbClr val="000000"/>
                </a:solidFill>
                <a:latin typeface="黑体" panose="02010609060101010101" pitchFamily="49" charset="-122"/>
                <a:ea typeface="黑体" panose="02010609060101010101" pitchFamily="49" charset="-122"/>
              </a:rPr>
              <a:t>G</a:t>
            </a:r>
            <a:r>
              <a:rPr kumimoji="0" lang="zh-CN" altLang="en-US" sz="2800" b="1" noProof="1">
                <a:solidFill>
                  <a:srgbClr val="000000"/>
                </a:solidFill>
                <a:latin typeface="黑体" panose="02010609060101010101" pitchFamily="49" charset="-122"/>
                <a:ea typeface="黑体" panose="02010609060101010101" pitchFamily="49" charset="-122"/>
              </a:rPr>
              <a:t>中凡出现</a:t>
            </a:r>
            <a:r>
              <a:rPr kumimoji="0" lang="en-US" altLang="zh-CN" sz="2800" b="1" noProof="1">
                <a:solidFill>
                  <a:srgbClr val="000000"/>
                </a:solidFill>
                <a:latin typeface="黑体" panose="02010609060101010101" pitchFamily="49" charset="-122"/>
                <a:ea typeface="黑体" panose="02010609060101010101" pitchFamily="49" charset="-122"/>
              </a:rPr>
              <a:t>G</a:t>
            </a:r>
            <a:r>
              <a:rPr kumimoji="0" lang="en-US" altLang="zh-CN" sz="2800" b="1" baseline="-25000" noProof="1">
                <a:solidFill>
                  <a:srgbClr val="000000"/>
                </a:solidFill>
                <a:latin typeface="黑体" panose="02010609060101010101" pitchFamily="49" charset="-122"/>
                <a:ea typeface="黑体" panose="02010609060101010101" pitchFamily="49" charset="-122"/>
              </a:rPr>
              <a:t>1</a:t>
            </a:r>
            <a:r>
              <a:rPr kumimoji="0" lang="zh-CN" altLang="en-US" sz="2800" b="1" noProof="1">
                <a:solidFill>
                  <a:srgbClr val="000000"/>
                </a:solidFill>
                <a:latin typeface="黑体" panose="02010609060101010101" pitchFamily="49" charset="-122"/>
                <a:ea typeface="黑体" panose="02010609060101010101" pitchFamily="49" charset="-122"/>
              </a:rPr>
              <a:t>处都以</a:t>
            </a:r>
            <a:r>
              <a:rPr kumimoji="0" lang="en-US" altLang="zh-CN" sz="2800" b="1" noProof="1">
                <a:solidFill>
                  <a:srgbClr val="000000"/>
                </a:solidFill>
                <a:latin typeface="黑体" panose="02010609060101010101" pitchFamily="49" charset="-122"/>
                <a:ea typeface="黑体" panose="02010609060101010101" pitchFamily="49" charset="-122"/>
              </a:rPr>
              <a:t>H</a:t>
            </a:r>
            <a:r>
              <a:rPr kumimoji="0" lang="en-US" altLang="zh-CN" sz="2800" b="1" baseline="-25000" noProof="1">
                <a:solidFill>
                  <a:srgbClr val="000000"/>
                </a:solidFill>
                <a:latin typeface="黑体" panose="02010609060101010101" pitchFamily="49" charset="-122"/>
                <a:ea typeface="黑体" panose="02010609060101010101" pitchFamily="49" charset="-122"/>
              </a:rPr>
              <a:t>1</a:t>
            </a:r>
            <a:r>
              <a:rPr kumimoji="0" lang="zh-CN" altLang="en-US" sz="2800" b="1" noProof="1">
                <a:solidFill>
                  <a:srgbClr val="000000"/>
                </a:solidFill>
                <a:latin typeface="黑体" panose="02010609060101010101" pitchFamily="49" charset="-122"/>
                <a:ea typeface="黑体" panose="02010609060101010101" pitchFamily="49" charset="-122"/>
              </a:rPr>
              <a:t>替换后得到新的命题公式</a:t>
            </a:r>
            <a:r>
              <a:rPr kumimoji="0" lang="en-US" altLang="en-US" sz="2800" b="1" noProof="1">
                <a:solidFill>
                  <a:srgbClr val="000000"/>
                </a:solidFill>
                <a:latin typeface="黑体" panose="02010609060101010101" pitchFamily="49" charset="-122"/>
                <a:ea typeface="黑体" panose="02010609060101010101" pitchFamily="49" charset="-122"/>
              </a:rPr>
              <a:t>H，</a:t>
            </a:r>
            <a:endParaRPr kumimoji="0" lang="zh-CN" altLang="en-US" sz="2800" b="1">
              <a:solidFill>
                <a:srgbClr val="000000"/>
              </a:solidFill>
              <a:latin typeface="黑体" panose="02010609060101010101" pitchFamily="49" charset="-122"/>
              <a:ea typeface="黑体" panose="02010609060101010101" pitchFamily="49" charset="-122"/>
            </a:endParaRPr>
          </a:p>
          <a:p>
            <a:pPr eaLnBrk="1" hangingPunct="1">
              <a:buFontTx/>
              <a:buNone/>
            </a:pPr>
            <a:r>
              <a:rPr kumimoji="0" lang="zh-CN" altLang="en-US" sz="2800" b="1">
                <a:solidFill>
                  <a:srgbClr val="000000"/>
                </a:solidFill>
                <a:latin typeface="黑体" panose="02010609060101010101" pitchFamily="49" charset="-122"/>
                <a:ea typeface="黑体" panose="02010609060101010101" pitchFamily="49" charset="-122"/>
              </a:rPr>
              <a:t>             </a:t>
            </a:r>
            <a:r>
              <a:rPr kumimoji="0" lang="zh-CN" altLang="en-US" sz="2800" b="1" noProof="1">
                <a:solidFill>
                  <a:srgbClr val="000000"/>
                </a:solidFill>
                <a:latin typeface="黑体" panose="02010609060101010101" pitchFamily="49" charset="-122"/>
                <a:ea typeface="黑体" panose="02010609060101010101" pitchFamily="49" charset="-122"/>
              </a:rPr>
              <a:t>若</a:t>
            </a:r>
            <a:r>
              <a:rPr kumimoji="0" lang="en-US" altLang="zh-CN" sz="2800" b="1" noProof="1">
                <a:solidFill>
                  <a:srgbClr val="000000"/>
                </a:solidFill>
                <a:latin typeface="黑体" panose="02010609060101010101" pitchFamily="49" charset="-122"/>
                <a:ea typeface="黑体" panose="02010609060101010101" pitchFamily="49" charset="-122"/>
              </a:rPr>
              <a:t>G</a:t>
            </a:r>
            <a:r>
              <a:rPr kumimoji="0" lang="en-US" altLang="zh-CN" sz="2800" b="1" baseline="-25000" noProof="1">
                <a:solidFill>
                  <a:srgbClr val="000000"/>
                </a:solidFill>
                <a:latin typeface="黑体" panose="02010609060101010101" pitchFamily="49" charset="-122"/>
                <a:ea typeface="黑体" panose="02010609060101010101" pitchFamily="49" charset="-122"/>
              </a:rPr>
              <a:t>1</a:t>
            </a:r>
            <a:r>
              <a:rPr lang="en-US" altLang="zh-CN" sz="2800" b="1">
                <a:latin typeface="黑体" panose="02010609060101010101" pitchFamily="49" charset="-122"/>
                <a:ea typeface="黑体" panose="02010609060101010101" pitchFamily="49" charset="-122"/>
                <a:sym typeface="Symbol" panose="05050102010706020507" pitchFamily="18" charset="2"/>
              </a:rPr>
              <a:t></a:t>
            </a:r>
            <a:r>
              <a:rPr kumimoji="0" lang="en-US" altLang="zh-CN" sz="2800" b="1" noProof="1">
                <a:solidFill>
                  <a:srgbClr val="000000"/>
                </a:solidFill>
                <a:latin typeface="黑体" panose="02010609060101010101" pitchFamily="49" charset="-122"/>
                <a:ea typeface="黑体" panose="02010609060101010101" pitchFamily="49" charset="-122"/>
              </a:rPr>
              <a:t>H</a:t>
            </a:r>
            <a:r>
              <a:rPr kumimoji="0" lang="en-US" altLang="zh-CN" sz="2800" b="1" baseline="-25000" noProof="1">
                <a:solidFill>
                  <a:srgbClr val="000000"/>
                </a:solidFill>
                <a:latin typeface="黑体" panose="02010609060101010101" pitchFamily="49" charset="-122"/>
                <a:ea typeface="黑体" panose="02010609060101010101" pitchFamily="49" charset="-122"/>
              </a:rPr>
              <a:t>1</a:t>
            </a:r>
            <a:r>
              <a:rPr kumimoji="0" lang="en-US" altLang="zh-CN" sz="2800" b="1" noProof="1">
                <a:solidFill>
                  <a:srgbClr val="000000"/>
                </a:solidFill>
                <a:latin typeface="黑体" panose="02010609060101010101" pitchFamily="49" charset="-122"/>
                <a:ea typeface="黑体" panose="02010609060101010101" pitchFamily="49" charset="-122"/>
              </a:rPr>
              <a:t>，</a:t>
            </a:r>
            <a:r>
              <a:rPr kumimoji="0" lang="zh-CN" altLang="en-US" sz="2800" b="1" noProof="1">
                <a:solidFill>
                  <a:srgbClr val="000000"/>
                </a:solidFill>
                <a:latin typeface="黑体" panose="02010609060101010101" pitchFamily="49" charset="-122"/>
                <a:ea typeface="黑体" panose="02010609060101010101" pitchFamily="49" charset="-122"/>
              </a:rPr>
              <a:t>则</a:t>
            </a:r>
            <a:r>
              <a:rPr kumimoji="0" lang="en-US" altLang="en-US" sz="2800" b="1" noProof="1">
                <a:solidFill>
                  <a:srgbClr val="000000"/>
                </a:solidFill>
                <a:latin typeface="黑体" panose="02010609060101010101" pitchFamily="49" charset="-122"/>
                <a:ea typeface="黑体" panose="02010609060101010101" pitchFamily="49" charset="-122"/>
              </a:rPr>
              <a:t>G</a:t>
            </a:r>
            <a:r>
              <a:rPr lang="en-US" altLang="zh-CN" sz="2800" b="1">
                <a:latin typeface="黑体" panose="02010609060101010101" pitchFamily="49" charset="-122"/>
                <a:ea typeface="黑体" panose="02010609060101010101" pitchFamily="49" charset="-122"/>
                <a:sym typeface="Symbol" panose="05050102010706020507" pitchFamily="18" charset="2"/>
              </a:rPr>
              <a:t></a:t>
            </a:r>
            <a:r>
              <a:rPr kumimoji="0" lang="en-US" altLang="en-US" sz="2800" b="1" noProof="1">
                <a:solidFill>
                  <a:srgbClr val="000000"/>
                </a:solidFill>
                <a:latin typeface="黑体" panose="02010609060101010101" pitchFamily="49" charset="-122"/>
                <a:ea typeface="黑体" panose="02010609060101010101" pitchFamily="49" charset="-122"/>
              </a:rPr>
              <a:t>H。</a:t>
            </a:r>
            <a:endParaRPr kumimoji="0" lang="zh-CN" altLang="en-US" sz="2800" b="1">
              <a:solidFill>
                <a:srgbClr val="000000"/>
              </a:solidFill>
              <a:latin typeface="黑体" panose="02010609060101010101" pitchFamily="49" charset="-122"/>
              <a:ea typeface="黑体" panose="02010609060101010101" pitchFamily="49" charset="-122"/>
            </a:endParaRPr>
          </a:p>
        </p:txBody>
      </p:sp>
      <p:sp>
        <p:nvSpPr>
          <p:cNvPr id="148488" name="Text Box 4">
            <a:extLst>
              <a:ext uri="{FF2B5EF4-FFF2-40B4-BE49-F238E27FC236}">
                <a16:creationId xmlns:a16="http://schemas.microsoft.com/office/drawing/2014/main" id="{4453BF8B-10C6-4E55-8A18-23036C0555A9}"/>
              </a:ext>
            </a:extLst>
          </p:cNvPr>
          <p:cNvSpPr txBox="1">
            <a:spLocks noChangeArrowheads="1"/>
          </p:cNvSpPr>
          <p:nvPr/>
        </p:nvSpPr>
        <p:spPr bwMode="auto">
          <a:xfrm>
            <a:off x="1325563" y="4602163"/>
            <a:ext cx="5767387" cy="120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buFontTx/>
              <a:buNone/>
            </a:pPr>
            <a:r>
              <a:rPr lang="zh-CN" altLang="en-US" sz="2800">
                <a:solidFill>
                  <a:srgbClr val="000000"/>
                </a:solidFill>
                <a:latin typeface="Times New Roman" panose="02020603050405020304" pitchFamily="18" charset="0"/>
                <a:ea typeface="黑体" panose="02010609060101010101" pitchFamily="49" charset="-122"/>
              </a:rPr>
              <a:t>　　</a:t>
            </a:r>
            <a:r>
              <a:rPr kumimoji="0" lang="zh-CN" altLang="en-US" sz="2800" b="1">
                <a:solidFill>
                  <a:srgbClr val="0000CC"/>
                </a:solidFill>
                <a:latin typeface="Times New Roman" panose="02020603050405020304" pitchFamily="18" charset="0"/>
                <a:ea typeface="黑体" panose="02010609060101010101" pitchFamily="49" charset="-122"/>
              </a:rPr>
              <a:t>熟记    </a:t>
            </a:r>
            <a:r>
              <a:rPr kumimoji="0" lang="en-US" altLang="zh-CN" sz="2800" b="1" u="sng">
                <a:solidFill>
                  <a:srgbClr val="0000CC"/>
                </a:solidFill>
                <a:latin typeface="Times New Roman" panose="02020603050405020304" pitchFamily="18" charset="0"/>
                <a:ea typeface="黑体" panose="02010609060101010101" pitchFamily="49" charset="-122"/>
              </a:rPr>
              <a:t>24</a:t>
            </a:r>
            <a:r>
              <a:rPr kumimoji="0" lang="zh-CN" altLang="en-US" sz="2800" b="1" u="sng">
                <a:solidFill>
                  <a:srgbClr val="0000CC"/>
                </a:solidFill>
                <a:latin typeface="Times New Roman" panose="02020603050405020304" pitchFamily="18" charset="0"/>
                <a:ea typeface="黑体" panose="02010609060101010101" pitchFamily="49" charset="-122"/>
              </a:rPr>
              <a:t>个基本等值公式</a:t>
            </a:r>
            <a:endParaRPr kumimoji="0" lang="zh-CN" altLang="en-US" sz="2800" b="1">
              <a:solidFill>
                <a:srgbClr val="0000CC"/>
              </a:solidFill>
              <a:latin typeface="Times New Roman" panose="02020603050405020304" pitchFamily="18" charset="0"/>
              <a:ea typeface="黑体" panose="02010609060101010101" pitchFamily="49" charset="-122"/>
            </a:endParaRPr>
          </a:p>
          <a:p>
            <a:pPr eaLnBrk="1" hangingPunct="1">
              <a:lnSpc>
                <a:spcPct val="120000"/>
              </a:lnSpc>
              <a:buFontTx/>
              <a:buNone/>
            </a:pPr>
            <a:r>
              <a:rPr kumimoji="0" lang="zh-CN" altLang="en-US" sz="2800" b="1">
                <a:solidFill>
                  <a:srgbClr val="0000CC"/>
                </a:solidFill>
                <a:latin typeface="Times New Roman" panose="02020603050405020304" pitchFamily="18" charset="0"/>
                <a:ea typeface="黑体" panose="02010609060101010101" pitchFamily="49" charset="-122"/>
              </a:rPr>
              <a:t>        理解    </a:t>
            </a:r>
            <a:r>
              <a:rPr kumimoji="0" lang="zh-CN" altLang="en-US" sz="2800" b="1" u="sng">
                <a:solidFill>
                  <a:srgbClr val="006600"/>
                </a:solidFill>
                <a:latin typeface="Times New Roman" panose="02020603050405020304" pitchFamily="18" charset="0"/>
                <a:ea typeface="黑体" panose="02010609060101010101" pitchFamily="49" charset="-122"/>
              </a:rPr>
              <a:t>代入定理</a:t>
            </a:r>
            <a:r>
              <a:rPr kumimoji="0" lang="zh-CN" altLang="en-US" sz="2800" b="1" u="sng">
                <a:solidFill>
                  <a:srgbClr val="0000CC"/>
                </a:solidFill>
                <a:latin typeface="Times New Roman" panose="02020603050405020304" pitchFamily="18" charset="0"/>
                <a:ea typeface="黑体" panose="02010609060101010101" pitchFamily="49" charset="-122"/>
              </a:rPr>
              <a:t> </a:t>
            </a:r>
            <a:r>
              <a:rPr kumimoji="0" lang="zh-CN" altLang="en-US" sz="2800" b="1">
                <a:solidFill>
                  <a:srgbClr val="0000CC"/>
                </a:solidFill>
                <a:latin typeface="Times New Roman" panose="02020603050405020304" pitchFamily="18" charset="0"/>
                <a:ea typeface="黑体" panose="02010609060101010101" pitchFamily="49" charset="-122"/>
              </a:rPr>
              <a:t>和 </a:t>
            </a:r>
            <a:r>
              <a:rPr kumimoji="0" lang="zh-CN" altLang="en-US" sz="2800" b="1" u="sng">
                <a:solidFill>
                  <a:srgbClr val="006600"/>
                </a:solidFill>
                <a:latin typeface="Times New Roman" panose="02020603050405020304" pitchFamily="18" charset="0"/>
                <a:ea typeface="黑体" panose="02010609060101010101" pitchFamily="49" charset="-122"/>
              </a:rPr>
              <a:t>替换定理</a:t>
            </a:r>
            <a:endParaRPr lang="zh-CN" altLang="en-US" sz="2800">
              <a:solidFill>
                <a:srgbClr val="006600"/>
              </a:solidFill>
              <a:latin typeface="Times New Roman" panose="02020603050405020304" pitchFamily="18" charset="0"/>
              <a:ea typeface="黑体" panose="02010609060101010101" pitchFamily="49" charset="-122"/>
            </a:endParaRPr>
          </a:p>
        </p:txBody>
      </p:sp>
    </p:spTree>
  </p:cSld>
  <p:clrMapOvr>
    <a:masterClrMapping/>
  </p:clrMapOvr>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日期占位符 3">
            <a:extLst>
              <a:ext uri="{FF2B5EF4-FFF2-40B4-BE49-F238E27FC236}">
                <a16:creationId xmlns:a16="http://schemas.microsoft.com/office/drawing/2014/main" id="{70732173-E46E-4915-80BC-068AFD938987}"/>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6AD95B50-D4D4-458E-BA1C-8792672F590E}"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49507" name="页脚占位符 4">
            <a:extLst>
              <a:ext uri="{FF2B5EF4-FFF2-40B4-BE49-F238E27FC236}">
                <a16:creationId xmlns:a16="http://schemas.microsoft.com/office/drawing/2014/main" id="{95BB2331-D04E-4E14-91F8-5BC9A7FC6324}"/>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49508" name="灯片编号占位符 5">
            <a:extLst>
              <a:ext uri="{FF2B5EF4-FFF2-40B4-BE49-F238E27FC236}">
                <a16:creationId xmlns:a16="http://schemas.microsoft.com/office/drawing/2014/main" id="{47C14328-BB44-4F31-8AF6-E485CF12E01D}"/>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0AA97087-7D84-4061-AF65-7983A0C8B42D}" type="slidenum">
              <a:rPr lang="en-US" altLang="zh-CN" sz="1400" smtClean="0">
                <a:latin typeface="Times New Roman" panose="02020603050405020304" pitchFamily="18" charset="0"/>
                <a:ea typeface="宋体" panose="02010600030101010101" pitchFamily="2" charset="-122"/>
              </a:rPr>
              <a:pPr>
                <a:spcBef>
                  <a:spcPct val="0"/>
                </a:spcBef>
                <a:buFontTx/>
                <a:buNone/>
              </a:pPr>
              <a:t>122</a:t>
            </a:fld>
            <a:endParaRPr lang="en-US" altLang="zh-CN" sz="1400">
              <a:latin typeface="Times New Roman" panose="02020603050405020304" pitchFamily="18" charset="0"/>
              <a:ea typeface="宋体" panose="02010600030101010101" pitchFamily="2" charset="-122"/>
            </a:endParaRPr>
          </a:p>
        </p:txBody>
      </p:sp>
      <p:sp>
        <p:nvSpPr>
          <p:cNvPr id="149509" name="Text Box 2">
            <a:extLst>
              <a:ext uri="{FF2B5EF4-FFF2-40B4-BE49-F238E27FC236}">
                <a16:creationId xmlns:a16="http://schemas.microsoft.com/office/drawing/2014/main" id="{5AD810CC-B44F-4C4D-A879-D1B39569BBA7}"/>
              </a:ext>
            </a:extLst>
          </p:cNvPr>
          <p:cNvSpPr txBox="1">
            <a:spLocks noChangeArrowheads="1"/>
          </p:cNvSpPr>
          <p:nvPr/>
        </p:nvSpPr>
        <p:spPr bwMode="auto">
          <a:xfrm>
            <a:off x="1508125" y="620713"/>
            <a:ext cx="6016625" cy="830262"/>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4800" b="1">
                <a:solidFill>
                  <a:schemeClr val="bg1"/>
                </a:solidFill>
                <a:latin typeface="宋体" panose="02010600030101010101" pitchFamily="2" charset="-122"/>
                <a:ea typeface="宋体" panose="02010600030101010101" pitchFamily="2" charset="-122"/>
                <a:cs typeface="Arial" panose="020B0604020202020204" pitchFamily="34" charset="0"/>
              </a:rPr>
              <a:t>等值演算的作用</a:t>
            </a:r>
          </a:p>
        </p:txBody>
      </p:sp>
      <p:pic>
        <p:nvPicPr>
          <p:cNvPr id="149510" name="Picture 6" descr="C:\Program Files\Microsoft Office\MEDIA\CAGCAT10\j0293844.wmf">
            <a:extLst>
              <a:ext uri="{FF2B5EF4-FFF2-40B4-BE49-F238E27FC236}">
                <a16:creationId xmlns:a16="http://schemas.microsoft.com/office/drawing/2014/main" id="{890A3D92-8188-49F2-9790-BC514388F9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5143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9511" name="Rectangle 4">
            <a:extLst>
              <a:ext uri="{FF2B5EF4-FFF2-40B4-BE49-F238E27FC236}">
                <a16:creationId xmlns:a16="http://schemas.microsoft.com/office/drawing/2014/main" id="{1D4E9C4B-3586-42CF-AB4F-D6720F56B7DF}"/>
              </a:ext>
            </a:extLst>
          </p:cNvPr>
          <p:cNvSpPr>
            <a:spLocks noChangeArrowheads="1"/>
          </p:cNvSpPr>
          <p:nvPr/>
        </p:nvSpPr>
        <p:spPr bwMode="auto">
          <a:xfrm>
            <a:off x="395288" y="1749425"/>
            <a:ext cx="66135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kumimoji="0" lang="zh-CN" altLang="en-US" sz="2800" b="1">
                <a:solidFill>
                  <a:srgbClr val="000000"/>
                </a:solidFill>
                <a:latin typeface="Times New Roman" panose="02020603050405020304" pitchFamily="18" charset="0"/>
                <a:ea typeface="黑体" panose="02010609060101010101" pitchFamily="49" charset="-122"/>
              </a:rPr>
              <a:t>利用公式的等值演算，可完成如下工作：</a:t>
            </a:r>
          </a:p>
        </p:txBody>
      </p:sp>
      <p:pic>
        <p:nvPicPr>
          <p:cNvPr id="149512" name="Picture 5" descr="QQ截图20140125142647">
            <a:extLst>
              <a:ext uri="{FF2B5EF4-FFF2-40B4-BE49-F238E27FC236}">
                <a16:creationId xmlns:a16="http://schemas.microsoft.com/office/drawing/2014/main" id="{7CC103FF-96BB-4C1B-90CE-6AD263D9A82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6013" y="2349500"/>
            <a:ext cx="7416800" cy="395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日期占位符 3">
            <a:extLst>
              <a:ext uri="{FF2B5EF4-FFF2-40B4-BE49-F238E27FC236}">
                <a16:creationId xmlns:a16="http://schemas.microsoft.com/office/drawing/2014/main" id="{8AFD3597-C47D-46B1-89F9-968663BB910B}"/>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D8D9754B-C2D3-4A55-9338-7CB3EC69FBE6}"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50531" name="页脚占位符 4">
            <a:extLst>
              <a:ext uri="{FF2B5EF4-FFF2-40B4-BE49-F238E27FC236}">
                <a16:creationId xmlns:a16="http://schemas.microsoft.com/office/drawing/2014/main" id="{3069C9B3-92B3-4187-8E38-FFF556576E85}"/>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50532" name="灯片编号占位符 5">
            <a:extLst>
              <a:ext uri="{FF2B5EF4-FFF2-40B4-BE49-F238E27FC236}">
                <a16:creationId xmlns:a16="http://schemas.microsoft.com/office/drawing/2014/main" id="{0AF1C5CB-811F-4213-A6CA-1C1AEEBBFAF6}"/>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2D3A66D8-10EC-4D34-890C-88C4B2A1BBE2}" type="slidenum">
              <a:rPr lang="en-US" altLang="zh-CN" sz="1400" smtClean="0">
                <a:latin typeface="Times New Roman" panose="02020603050405020304" pitchFamily="18" charset="0"/>
                <a:ea typeface="宋体" panose="02010600030101010101" pitchFamily="2" charset="-122"/>
              </a:rPr>
              <a:pPr>
                <a:spcBef>
                  <a:spcPct val="0"/>
                </a:spcBef>
                <a:buFontTx/>
                <a:buNone/>
              </a:pPr>
              <a:t>123</a:t>
            </a:fld>
            <a:endParaRPr lang="en-US" altLang="zh-CN" sz="1400">
              <a:latin typeface="Times New Roman" panose="02020603050405020304" pitchFamily="18" charset="0"/>
              <a:ea typeface="宋体" panose="02010600030101010101" pitchFamily="2" charset="-122"/>
            </a:endParaRPr>
          </a:p>
        </p:txBody>
      </p:sp>
      <p:sp>
        <p:nvSpPr>
          <p:cNvPr id="150533" name="Text Box 2">
            <a:extLst>
              <a:ext uri="{FF2B5EF4-FFF2-40B4-BE49-F238E27FC236}">
                <a16:creationId xmlns:a16="http://schemas.microsoft.com/office/drawing/2014/main" id="{F8FAA4FA-BA7E-476B-953B-6F1506C8F61B}"/>
              </a:ext>
            </a:extLst>
          </p:cNvPr>
          <p:cNvSpPr txBox="1">
            <a:spLocks noChangeArrowheads="1"/>
          </p:cNvSpPr>
          <p:nvPr/>
        </p:nvSpPr>
        <p:spPr bwMode="auto">
          <a:xfrm>
            <a:off x="1489075" y="620713"/>
            <a:ext cx="6016625" cy="92392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等值演算的作用</a:t>
            </a:r>
          </a:p>
        </p:txBody>
      </p:sp>
      <p:pic>
        <p:nvPicPr>
          <p:cNvPr id="150534" name="Picture 6" descr="C:\Program Files\Microsoft Office\MEDIA\CAGCAT10\j0293844.wmf">
            <a:extLst>
              <a:ext uri="{FF2B5EF4-FFF2-40B4-BE49-F238E27FC236}">
                <a16:creationId xmlns:a16="http://schemas.microsoft.com/office/drawing/2014/main" id="{CE1B8E52-46CF-46D9-BA36-1785270D87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5143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0535" name="Rectangle 4">
            <a:extLst>
              <a:ext uri="{FF2B5EF4-FFF2-40B4-BE49-F238E27FC236}">
                <a16:creationId xmlns:a16="http://schemas.microsoft.com/office/drawing/2014/main" id="{B905419C-40B2-45B1-B92C-2F44A1CE6D12}"/>
              </a:ext>
            </a:extLst>
          </p:cNvPr>
          <p:cNvSpPr>
            <a:spLocks noChangeArrowheads="1"/>
          </p:cNvSpPr>
          <p:nvPr/>
        </p:nvSpPr>
        <p:spPr bwMode="auto">
          <a:xfrm>
            <a:off x="179388" y="1749425"/>
            <a:ext cx="66135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kumimoji="0" lang="zh-CN" altLang="en-US" sz="2800" b="1">
                <a:solidFill>
                  <a:srgbClr val="000000"/>
                </a:solidFill>
                <a:latin typeface="Times New Roman" panose="02020603050405020304" pitchFamily="18" charset="0"/>
                <a:ea typeface="黑体" panose="02010609060101010101" pitchFamily="49" charset="-122"/>
              </a:rPr>
              <a:t>利用公式的等值演算，可完成如下工作：</a:t>
            </a:r>
          </a:p>
        </p:txBody>
      </p:sp>
      <p:pic>
        <p:nvPicPr>
          <p:cNvPr id="150536" name="Picture 5" descr="QQ截图20140125142837">
            <a:extLst>
              <a:ext uri="{FF2B5EF4-FFF2-40B4-BE49-F238E27FC236}">
                <a16:creationId xmlns:a16="http://schemas.microsoft.com/office/drawing/2014/main" id="{78D167F7-BB1B-4152-B5C1-DE3A4D676A9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8175" y="2349500"/>
            <a:ext cx="5064125" cy="3938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日期占位符 3">
            <a:extLst>
              <a:ext uri="{FF2B5EF4-FFF2-40B4-BE49-F238E27FC236}">
                <a16:creationId xmlns:a16="http://schemas.microsoft.com/office/drawing/2014/main" id="{3145379B-7BD4-4242-AE2B-8E4FB7FEA880}"/>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A00366E5-3938-4929-950B-298799E2BE05}"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51555" name="页脚占位符 4">
            <a:extLst>
              <a:ext uri="{FF2B5EF4-FFF2-40B4-BE49-F238E27FC236}">
                <a16:creationId xmlns:a16="http://schemas.microsoft.com/office/drawing/2014/main" id="{4B3B991F-7980-417D-8D08-F955CA826006}"/>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51556" name="灯片编号占位符 5">
            <a:extLst>
              <a:ext uri="{FF2B5EF4-FFF2-40B4-BE49-F238E27FC236}">
                <a16:creationId xmlns:a16="http://schemas.microsoft.com/office/drawing/2014/main" id="{4D11EB86-D26F-4379-8C12-7936AEF190CF}"/>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F11AFE6C-96DB-41EB-B7C8-34330C9222B1}" type="slidenum">
              <a:rPr lang="en-US" altLang="zh-CN" sz="1400" smtClean="0">
                <a:latin typeface="Times New Roman" panose="02020603050405020304" pitchFamily="18" charset="0"/>
                <a:ea typeface="宋体" panose="02010600030101010101" pitchFamily="2" charset="-122"/>
              </a:rPr>
              <a:pPr>
                <a:spcBef>
                  <a:spcPct val="0"/>
                </a:spcBef>
                <a:buFontTx/>
                <a:buNone/>
              </a:pPr>
              <a:t>124</a:t>
            </a:fld>
            <a:endParaRPr lang="en-US" altLang="zh-CN" sz="1400">
              <a:latin typeface="Times New Roman" panose="02020603050405020304" pitchFamily="18" charset="0"/>
              <a:ea typeface="宋体" panose="02010600030101010101" pitchFamily="2" charset="-122"/>
            </a:endParaRPr>
          </a:p>
        </p:txBody>
      </p:sp>
      <p:sp>
        <p:nvSpPr>
          <p:cNvPr id="151557" name="Text Box 2">
            <a:extLst>
              <a:ext uri="{FF2B5EF4-FFF2-40B4-BE49-F238E27FC236}">
                <a16:creationId xmlns:a16="http://schemas.microsoft.com/office/drawing/2014/main" id="{125F5200-8021-42B6-BF52-ABF16B3149F3}"/>
              </a:ext>
            </a:extLst>
          </p:cNvPr>
          <p:cNvSpPr txBox="1">
            <a:spLocks noChangeArrowheads="1"/>
          </p:cNvSpPr>
          <p:nvPr/>
        </p:nvSpPr>
        <p:spPr bwMode="auto">
          <a:xfrm>
            <a:off x="1508125" y="620713"/>
            <a:ext cx="6016625" cy="92392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等值演算的作用</a:t>
            </a:r>
          </a:p>
        </p:txBody>
      </p:sp>
      <p:pic>
        <p:nvPicPr>
          <p:cNvPr id="151558" name="Picture 6" descr="C:\Program Files\Microsoft Office\MEDIA\CAGCAT10\j0293844.wmf">
            <a:extLst>
              <a:ext uri="{FF2B5EF4-FFF2-40B4-BE49-F238E27FC236}">
                <a16:creationId xmlns:a16="http://schemas.microsoft.com/office/drawing/2014/main" id="{4FC125DC-8AAD-4E2C-B599-3C6C4A3832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5143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1559" name="Rectangle 4">
            <a:extLst>
              <a:ext uri="{FF2B5EF4-FFF2-40B4-BE49-F238E27FC236}">
                <a16:creationId xmlns:a16="http://schemas.microsoft.com/office/drawing/2014/main" id="{3835FF1B-93BA-48BD-90BD-79BFAC5653F9}"/>
              </a:ext>
            </a:extLst>
          </p:cNvPr>
          <p:cNvSpPr>
            <a:spLocks noChangeArrowheads="1"/>
          </p:cNvSpPr>
          <p:nvPr/>
        </p:nvSpPr>
        <p:spPr bwMode="auto">
          <a:xfrm>
            <a:off x="179388" y="1700213"/>
            <a:ext cx="66135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kumimoji="0" lang="zh-CN" altLang="en-US" sz="2800" b="1">
                <a:solidFill>
                  <a:srgbClr val="000000"/>
                </a:solidFill>
                <a:latin typeface="Times New Roman" panose="02020603050405020304" pitchFamily="18" charset="0"/>
                <a:ea typeface="黑体" panose="02010609060101010101" pitchFamily="49" charset="-122"/>
              </a:rPr>
              <a:t>利用公式的等值演算，可完成如下工作：</a:t>
            </a:r>
          </a:p>
        </p:txBody>
      </p:sp>
      <p:pic>
        <p:nvPicPr>
          <p:cNvPr id="151560" name="Picture 5" descr="QQ截图20140125143017">
            <a:extLst>
              <a:ext uri="{FF2B5EF4-FFF2-40B4-BE49-F238E27FC236}">
                <a16:creationId xmlns:a16="http://schemas.microsoft.com/office/drawing/2014/main" id="{8E43324E-D84E-477B-9E0B-94833210151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7813" y="2205038"/>
            <a:ext cx="6003925" cy="4017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日期占位符 3">
            <a:extLst>
              <a:ext uri="{FF2B5EF4-FFF2-40B4-BE49-F238E27FC236}">
                <a16:creationId xmlns:a16="http://schemas.microsoft.com/office/drawing/2014/main" id="{F925C09A-982D-43CD-89A0-6B4244086355}"/>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09D096DB-4C8B-4A5E-95D2-0725926165A5}"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52579" name="页脚占位符 4">
            <a:extLst>
              <a:ext uri="{FF2B5EF4-FFF2-40B4-BE49-F238E27FC236}">
                <a16:creationId xmlns:a16="http://schemas.microsoft.com/office/drawing/2014/main" id="{1048B33D-021A-4306-A9E6-6BC5554513A6}"/>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52580" name="灯片编号占位符 5">
            <a:extLst>
              <a:ext uri="{FF2B5EF4-FFF2-40B4-BE49-F238E27FC236}">
                <a16:creationId xmlns:a16="http://schemas.microsoft.com/office/drawing/2014/main" id="{7736DA34-517B-4275-ABD9-5E4D32E32B01}"/>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73BBFF66-F700-4EE8-BCAF-BA1C57E3EE39}" type="slidenum">
              <a:rPr lang="en-US" altLang="zh-CN" sz="1400" smtClean="0">
                <a:latin typeface="Times New Roman" panose="02020603050405020304" pitchFamily="18" charset="0"/>
                <a:ea typeface="宋体" panose="02010600030101010101" pitchFamily="2" charset="-122"/>
              </a:rPr>
              <a:pPr>
                <a:spcBef>
                  <a:spcPct val="0"/>
                </a:spcBef>
                <a:buFontTx/>
                <a:buNone/>
              </a:pPr>
              <a:t>125</a:t>
            </a:fld>
            <a:endParaRPr lang="en-US" altLang="zh-CN" sz="1400">
              <a:latin typeface="Times New Roman" panose="02020603050405020304" pitchFamily="18" charset="0"/>
              <a:ea typeface="宋体" panose="02010600030101010101" pitchFamily="2" charset="-122"/>
            </a:endParaRPr>
          </a:p>
        </p:txBody>
      </p:sp>
      <p:sp>
        <p:nvSpPr>
          <p:cNvPr id="152581" name="Text Box 2">
            <a:extLst>
              <a:ext uri="{FF2B5EF4-FFF2-40B4-BE49-F238E27FC236}">
                <a16:creationId xmlns:a16="http://schemas.microsoft.com/office/drawing/2014/main" id="{C5CEE2A7-EC3E-4766-9F68-35DFDEA285CD}"/>
              </a:ext>
            </a:extLst>
          </p:cNvPr>
          <p:cNvSpPr txBox="1">
            <a:spLocks noChangeArrowheads="1"/>
          </p:cNvSpPr>
          <p:nvPr/>
        </p:nvSpPr>
        <p:spPr bwMode="auto">
          <a:xfrm>
            <a:off x="1489075" y="800100"/>
            <a:ext cx="6016625" cy="769938"/>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4400" b="1">
                <a:solidFill>
                  <a:schemeClr val="bg1"/>
                </a:solidFill>
                <a:latin typeface="宋体" panose="02010600030101010101" pitchFamily="2" charset="-122"/>
                <a:ea typeface="宋体" panose="02010600030101010101" pitchFamily="2" charset="-122"/>
                <a:cs typeface="Arial" panose="020B0604020202020204" pitchFamily="34" charset="0"/>
              </a:rPr>
              <a:t> 等值演算的作用</a:t>
            </a:r>
          </a:p>
        </p:txBody>
      </p:sp>
      <p:pic>
        <p:nvPicPr>
          <p:cNvPr id="152582" name="Picture 6" descr="C:\Program Files\Microsoft Office\MEDIA\CAGCAT10\j0293844.wmf">
            <a:extLst>
              <a:ext uri="{FF2B5EF4-FFF2-40B4-BE49-F238E27FC236}">
                <a16:creationId xmlns:a16="http://schemas.microsoft.com/office/drawing/2014/main" id="{27496F2D-2E60-4286-9045-63FA5F5968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514350"/>
            <a:ext cx="1173163" cy="123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2583" name="Rectangle 4">
            <a:extLst>
              <a:ext uri="{FF2B5EF4-FFF2-40B4-BE49-F238E27FC236}">
                <a16:creationId xmlns:a16="http://schemas.microsoft.com/office/drawing/2014/main" id="{E33B82C9-FE93-45D3-8112-3E259D174410}"/>
              </a:ext>
            </a:extLst>
          </p:cNvPr>
          <p:cNvSpPr>
            <a:spLocks noChangeArrowheads="1"/>
          </p:cNvSpPr>
          <p:nvPr/>
        </p:nvSpPr>
        <p:spPr bwMode="auto">
          <a:xfrm>
            <a:off x="331788" y="1755775"/>
            <a:ext cx="8480425" cy="522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kumimoji="0" lang="zh-CN" altLang="en-US" sz="2800" b="1">
                <a:solidFill>
                  <a:srgbClr val="000000"/>
                </a:solidFill>
                <a:latin typeface="Times New Roman" panose="02020603050405020304" pitchFamily="18" charset="0"/>
                <a:ea typeface="黑体" panose="02010609060101010101" pitchFamily="49" charset="-122"/>
              </a:rPr>
              <a:t>利用公式的等值演算，可以实现以下三个基本目的：</a:t>
            </a:r>
          </a:p>
        </p:txBody>
      </p:sp>
      <p:sp>
        <p:nvSpPr>
          <p:cNvPr id="152584" name="矩形 1">
            <a:extLst>
              <a:ext uri="{FF2B5EF4-FFF2-40B4-BE49-F238E27FC236}">
                <a16:creationId xmlns:a16="http://schemas.microsoft.com/office/drawing/2014/main" id="{D7C502F7-BFC0-4705-9AD7-1230AFEE3000}"/>
              </a:ext>
            </a:extLst>
          </p:cNvPr>
          <p:cNvSpPr>
            <a:spLocks noChangeArrowheads="1"/>
          </p:cNvSpPr>
          <p:nvPr/>
        </p:nvSpPr>
        <p:spPr bwMode="auto">
          <a:xfrm>
            <a:off x="1187450" y="2719388"/>
            <a:ext cx="7472363" cy="310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2800" b="1">
                <a:solidFill>
                  <a:srgbClr val="000000"/>
                </a:solidFill>
                <a:latin typeface="宋体" panose="02010600030101010101" pitchFamily="2" charset="-122"/>
                <a:ea typeface="宋体" panose="02010600030101010101" pitchFamily="2" charset="-122"/>
              </a:rPr>
              <a:t>1</a:t>
            </a:r>
            <a:r>
              <a:rPr lang="zh-CN" altLang="en-US" sz="2800" b="1">
                <a:solidFill>
                  <a:srgbClr val="000000"/>
                </a:solidFill>
                <a:latin typeface="宋体" panose="02010600030101010101" pitchFamily="2" charset="-122"/>
                <a:ea typeface="宋体" panose="02010600030101010101" pitchFamily="2" charset="-122"/>
              </a:rPr>
              <a:t>）判定命题公式的基本类型，即判定或证明一个命题公式为永真或永假；</a:t>
            </a:r>
            <a:endParaRPr lang="en-US" altLang="zh-CN" sz="2800" b="1">
              <a:solidFill>
                <a:srgbClr val="000000"/>
              </a:solidFill>
              <a:latin typeface="宋体" panose="02010600030101010101" pitchFamily="2" charset="-122"/>
              <a:ea typeface="宋体" panose="02010600030101010101" pitchFamily="2" charset="-122"/>
            </a:endParaRPr>
          </a:p>
          <a:p>
            <a:pPr>
              <a:spcBef>
                <a:spcPct val="0"/>
              </a:spcBef>
              <a:buFontTx/>
              <a:buNone/>
            </a:pPr>
            <a:r>
              <a:rPr lang="zh-CN" altLang="en-US" sz="2800" b="1">
                <a:solidFill>
                  <a:srgbClr val="000000"/>
                </a:solidFill>
                <a:latin typeface="宋体" panose="02010600030101010101" pitchFamily="2" charset="-122"/>
                <a:ea typeface="宋体" panose="02010600030101010101" pitchFamily="2" charset="-122"/>
              </a:rPr>
              <a:t/>
            </a:r>
            <a:br>
              <a:rPr lang="zh-CN" altLang="en-US" sz="2800" b="1">
                <a:solidFill>
                  <a:srgbClr val="000000"/>
                </a:solidFill>
                <a:latin typeface="宋体" panose="02010600030101010101" pitchFamily="2" charset="-122"/>
                <a:ea typeface="宋体" panose="02010600030101010101" pitchFamily="2" charset="-122"/>
              </a:rPr>
            </a:br>
            <a:r>
              <a:rPr lang="en-US" altLang="zh-CN" sz="2800" b="1">
                <a:solidFill>
                  <a:srgbClr val="000000"/>
                </a:solidFill>
                <a:latin typeface="宋体" panose="02010600030101010101" pitchFamily="2" charset="-122"/>
                <a:ea typeface="宋体" panose="02010600030101010101" pitchFamily="2" charset="-122"/>
              </a:rPr>
              <a:t>2</a:t>
            </a:r>
            <a:r>
              <a:rPr lang="zh-CN" altLang="en-US" sz="2800" b="1">
                <a:solidFill>
                  <a:srgbClr val="000000"/>
                </a:solidFill>
                <a:latin typeface="宋体" panose="02010600030101010101" pitchFamily="2" charset="-122"/>
                <a:ea typeface="宋体" panose="02010600030101010101" pitchFamily="2" charset="-122"/>
              </a:rPr>
              <a:t>）证明两个命题公式之间具有等值关系；</a:t>
            </a:r>
            <a:endParaRPr lang="en-US" altLang="zh-CN" sz="2800" b="1">
              <a:solidFill>
                <a:srgbClr val="000000"/>
              </a:solidFill>
              <a:latin typeface="宋体" panose="02010600030101010101" pitchFamily="2" charset="-122"/>
              <a:ea typeface="宋体" panose="02010600030101010101" pitchFamily="2" charset="-122"/>
            </a:endParaRPr>
          </a:p>
          <a:p>
            <a:pPr>
              <a:spcBef>
                <a:spcPct val="0"/>
              </a:spcBef>
              <a:buFontTx/>
              <a:buNone/>
            </a:pPr>
            <a:r>
              <a:rPr lang="zh-CN" altLang="en-US" sz="2800" b="1">
                <a:solidFill>
                  <a:srgbClr val="000000"/>
                </a:solidFill>
                <a:latin typeface="宋体" panose="02010600030101010101" pitchFamily="2" charset="-122"/>
                <a:ea typeface="宋体" panose="02010600030101010101" pitchFamily="2" charset="-122"/>
              </a:rPr>
              <a:t/>
            </a:r>
            <a:br>
              <a:rPr lang="zh-CN" altLang="en-US" sz="2800" b="1">
                <a:solidFill>
                  <a:srgbClr val="000000"/>
                </a:solidFill>
                <a:latin typeface="宋体" panose="02010600030101010101" pitchFamily="2" charset="-122"/>
                <a:ea typeface="宋体" panose="02010600030101010101" pitchFamily="2" charset="-122"/>
              </a:rPr>
            </a:br>
            <a:r>
              <a:rPr lang="en-US" altLang="zh-CN" sz="2800" b="1">
                <a:solidFill>
                  <a:srgbClr val="000000"/>
                </a:solidFill>
                <a:latin typeface="宋体" panose="02010600030101010101" pitchFamily="2" charset="-122"/>
                <a:ea typeface="宋体" panose="02010600030101010101" pitchFamily="2" charset="-122"/>
              </a:rPr>
              <a:t>3</a:t>
            </a:r>
            <a:r>
              <a:rPr lang="zh-CN" altLang="en-US" sz="2800" b="1">
                <a:solidFill>
                  <a:srgbClr val="000000"/>
                </a:solidFill>
                <a:latin typeface="宋体" panose="02010600030101010101" pitchFamily="2" charset="-122"/>
                <a:ea typeface="宋体" panose="02010600030101010101" pitchFamily="2" charset="-122"/>
              </a:rPr>
              <a:t>）对复杂的命题公式进行化简。</a:t>
            </a:r>
            <a:r>
              <a:rPr lang="zh-CN" altLang="en-US" sz="2800" b="1">
                <a:latin typeface="Times New Roman" panose="02020603050405020304" pitchFamily="18" charset="0"/>
                <a:ea typeface="宋体" panose="02010600030101010101" pitchFamily="2" charset="-122"/>
              </a:rPr>
              <a:t> </a:t>
            </a:r>
            <a:r>
              <a:rPr lang="zh-CN" altLang="en-US" sz="2800">
                <a:latin typeface="Times New Roman" panose="02020603050405020304" pitchFamily="18" charset="0"/>
                <a:ea typeface="宋体" panose="02010600030101010101" pitchFamily="2" charset="-122"/>
              </a:rPr>
              <a:t/>
            </a:r>
            <a:br>
              <a:rPr lang="zh-CN" altLang="en-US" sz="2800">
                <a:latin typeface="Times New Roman" panose="02020603050405020304" pitchFamily="18" charset="0"/>
                <a:ea typeface="宋体" panose="02010600030101010101" pitchFamily="2" charset="-122"/>
              </a:rPr>
            </a:br>
            <a:endParaRPr lang="zh-CN" altLang="en-US" sz="2800">
              <a:latin typeface="Times New Roman" panose="02020603050405020304" pitchFamily="18" charset="0"/>
              <a:ea typeface="宋体" panose="02010600030101010101" pitchFamily="2" charset="-122"/>
            </a:endParaRPr>
          </a:p>
        </p:txBody>
      </p:sp>
    </p:spTree>
  </p:cSld>
  <p:clrMapOvr>
    <a:masterClrMapping/>
  </p:clrMapOvr>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日期占位符 3">
            <a:extLst>
              <a:ext uri="{FF2B5EF4-FFF2-40B4-BE49-F238E27FC236}">
                <a16:creationId xmlns:a16="http://schemas.microsoft.com/office/drawing/2014/main" id="{43178CFD-896B-4CFA-B13C-ECF9662A024B}"/>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3F960B59-9CE2-439A-B962-928EE6289221}"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53603" name="页脚占位符 4">
            <a:extLst>
              <a:ext uri="{FF2B5EF4-FFF2-40B4-BE49-F238E27FC236}">
                <a16:creationId xmlns:a16="http://schemas.microsoft.com/office/drawing/2014/main" id="{6E937F03-2464-496D-8364-E75A6FAE10D1}"/>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53604" name="灯片编号占位符 5">
            <a:extLst>
              <a:ext uri="{FF2B5EF4-FFF2-40B4-BE49-F238E27FC236}">
                <a16:creationId xmlns:a16="http://schemas.microsoft.com/office/drawing/2014/main" id="{195E5172-8768-4492-8CEC-42FA53AD707C}"/>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386702C5-C74D-4F01-AF13-F760C81D47D2}" type="slidenum">
              <a:rPr lang="en-US" altLang="zh-CN" sz="1400" smtClean="0">
                <a:latin typeface="Times New Roman" panose="02020603050405020304" pitchFamily="18" charset="0"/>
                <a:ea typeface="宋体" panose="02010600030101010101" pitchFamily="2" charset="-122"/>
              </a:rPr>
              <a:pPr>
                <a:spcBef>
                  <a:spcPct val="0"/>
                </a:spcBef>
                <a:buFontTx/>
                <a:buNone/>
              </a:pPr>
              <a:t>126</a:t>
            </a:fld>
            <a:endParaRPr lang="en-US" altLang="zh-CN" sz="1400">
              <a:latin typeface="Times New Roman" panose="02020603050405020304" pitchFamily="18" charset="0"/>
              <a:ea typeface="宋体" panose="02010600030101010101" pitchFamily="2" charset="-122"/>
            </a:endParaRPr>
          </a:p>
        </p:txBody>
      </p:sp>
      <p:sp>
        <p:nvSpPr>
          <p:cNvPr id="153605" name="Text Box 2">
            <a:extLst>
              <a:ext uri="{FF2B5EF4-FFF2-40B4-BE49-F238E27FC236}">
                <a16:creationId xmlns:a16="http://schemas.microsoft.com/office/drawing/2014/main" id="{B14EA8F8-7021-4F15-A6E9-B0B86BEC9E3B}"/>
              </a:ext>
            </a:extLst>
          </p:cNvPr>
          <p:cNvSpPr txBox="1">
            <a:spLocks noChangeArrowheads="1"/>
          </p:cNvSpPr>
          <p:nvPr/>
        </p:nvSpPr>
        <p:spPr bwMode="auto">
          <a:xfrm>
            <a:off x="1508125" y="620713"/>
            <a:ext cx="6088063" cy="769937"/>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4400" b="1">
                <a:solidFill>
                  <a:schemeClr val="bg1"/>
                </a:solidFill>
                <a:latin typeface="宋体" panose="02010600030101010101" pitchFamily="2" charset="-122"/>
                <a:ea typeface="宋体" panose="02010600030101010101" pitchFamily="2" charset="-122"/>
                <a:cs typeface="Arial" panose="020B0604020202020204" pitchFamily="34" charset="0"/>
              </a:rPr>
              <a:t> 等值演算的作用</a:t>
            </a:r>
          </a:p>
        </p:txBody>
      </p:sp>
      <p:pic>
        <p:nvPicPr>
          <p:cNvPr id="153606" name="Picture 6" descr="C:\Program Files\Microsoft Office\MEDIA\CAGCAT10\j0293844.wmf">
            <a:extLst>
              <a:ext uri="{FF2B5EF4-FFF2-40B4-BE49-F238E27FC236}">
                <a16:creationId xmlns:a16="http://schemas.microsoft.com/office/drawing/2014/main" id="{FDB6334A-D0A0-4B5F-B9F0-D0C5535051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514350"/>
            <a:ext cx="1114425" cy="117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07" name="矩形 1">
            <a:extLst>
              <a:ext uri="{FF2B5EF4-FFF2-40B4-BE49-F238E27FC236}">
                <a16:creationId xmlns:a16="http://schemas.microsoft.com/office/drawing/2014/main" id="{F4E5763E-BBB2-424B-A5F6-3BDD27C6AE32}"/>
              </a:ext>
            </a:extLst>
          </p:cNvPr>
          <p:cNvSpPr>
            <a:spLocks noChangeArrowheads="1"/>
          </p:cNvSpPr>
          <p:nvPr/>
        </p:nvSpPr>
        <p:spPr bwMode="auto">
          <a:xfrm>
            <a:off x="717550" y="1989138"/>
            <a:ext cx="7850188"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zh-CN" sz="2800">
                <a:latin typeface="Calibri" panose="020F0502020204030204" pitchFamily="34" charset="0"/>
                <a:ea typeface="宋体" panose="02010600030101010101" pitchFamily="2" charset="-122"/>
                <a:cs typeface="Times New Roman" panose="02020603050405020304" pitchFamily="18" charset="0"/>
              </a:rPr>
              <a:t>【例题】利用命题公式的基本等值关系化简如图所示的电路图：</a:t>
            </a:r>
            <a:endParaRPr lang="zh-CN" altLang="en-US" sz="2800">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153608" name="图片 2">
            <a:extLst>
              <a:ext uri="{FF2B5EF4-FFF2-40B4-BE49-F238E27FC236}">
                <a16:creationId xmlns:a16="http://schemas.microsoft.com/office/drawing/2014/main" id="{6B5FFC20-220F-4C2D-A698-503849A1D612}"/>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39750" y="3248025"/>
            <a:ext cx="8216900" cy="169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日期占位符 3">
            <a:extLst>
              <a:ext uri="{FF2B5EF4-FFF2-40B4-BE49-F238E27FC236}">
                <a16:creationId xmlns:a16="http://schemas.microsoft.com/office/drawing/2014/main" id="{E48255B7-E7B8-4872-9E63-D96BD23B8E84}"/>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925B191F-7C1B-4AFC-BAEF-E412D6EC6A85}"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54627" name="页脚占位符 4">
            <a:extLst>
              <a:ext uri="{FF2B5EF4-FFF2-40B4-BE49-F238E27FC236}">
                <a16:creationId xmlns:a16="http://schemas.microsoft.com/office/drawing/2014/main" id="{0D99EAFC-AC5B-4FFD-92CB-D95D2F7BE420}"/>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54628" name="灯片编号占位符 5">
            <a:extLst>
              <a:ext uri="{FF2B5EF4-FFF2-40B4-BE49-F238E27FC236}">
                <a16:creationId xmlns:a16="http://schemas.microsoft.com/office/drawing/2014/main" id="{CB3768C4-5BF3-4282-868B-90CADFCBFD3D}"/>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0B1C0053-62D8-412E-8E04-A569F0A368D2}" type="slidenum">
              <a:rPr lang="en-US" altLang="zh-CN" sz="1400" smtClean="0">
                <a:latin typeface="Times New Roman" panose="02020603050405020304" pitchFamily="18" charset="0"/>
                <a:ea typeface="宋体" panose="02010600030101010101" pitchFamily="2" charset="-122"/>
              </a:rPr>
              <a:pPr>
                <a:spcBef>
                  <a:spcPct val="0"/>
                </a:spcBef>
                <a:buFontTx/>
                <a:buNone/>
              </a:pPr>
              <a:t>127</a:t>
            </a:fld>
            <a:endParaRPr lang="en-US" altLang="zh-CN" sz="1400">
              <a:latin typeface="Times New Roman" panose="02020603050405020304" pitchFamily="18" charset="0"/>
              <a:ea typeface="宋体" panose="02010600030101010101" pitchFamily="2" charset="-122"/>
            </a:endParaRPr>
          </a:p>
        </p:txBody>
      </p:sp>
      <p:sp>
        <p:nvSpPr>
          <p:cNvPr id="154629" name="Text Box 2">
            <a:extLst>
              <a:ext uri="{FF2B5EF4-FFF2-40B4-BE49-F238E27FC236}">
                <a16:creationId xmlns:a16="http://schemas.microsoft.com/office/drawing/2014/main" id="{CEECCBC0-541C-4B6C-A1E7-8DCF36C7627B}"/>
              </a:ext>
            </a:extLst>
          </p:cNvPr>
          <p:cNvSpPr txBox="1">
            <a:spLocks noChangeArrowheads="1"/>
          </p:cNvSpPr>
          <p:nvPr/>
        </p:nvSpPr>
        <p:spPr bwMode="auto">
          <a:xfrm>
            <a:off x="1508125" y="620713"/>
            <a:ext cx="6016625" cy="769937"/>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4400" b="1">
                <a:solidFill>
                  <a:schemeClr val="bg1"/>
                </a:solidFill>
                <a:latin typeface="宋体" panose="02010600030101010101" pitchFamily="2" charset="-122"/>
                <a:ea typeface="宋体" panose="02010600030101010101" pitchFamily="2" charset="-122"/>
                <a:cs typeface="Arial" panose="020B0604020202020204" pitchFamily="34" charset="0"/>
              </a:rPr>
              <a:t> 等值演算的作用</a:t>
            </a:r>
          </a:p>
        </p:txBody>
      </p:sp>
      <p:pic>
        <p:nvPicPr>
          <p:cNvPr id="154630" name="Picture 6" descr="C:\Program Files\Microsoft Office\MEDIA\CAGCAT10\j0293844.wmf">
            <a:extLst>
              <a:ext uri="{FF2B5EF4-FFF2-40B4-BE49-F238E27FC236}">
                <a16:creationId xmlns:a16="http://schemas.microsoft.com/office/drawing/2014/main" id="{8CA61430-A285-43DD-811D-21B660703F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514350"/>
            <a:ext cx="1127125" cy="1185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4F9774D7-C992-4EFB-A4A9-687F311000F3}"/>
              </a:ext>
            </a:extLst>
          </p:cNvPr>
          <p:cNvSpPr>
            <a:spLocks noRot="1" noChangeAspect="1" noMove="1" noResize="1" noEditPoints="1" noAdjustHandles="1" noChangeArrowheads="1" noChangeShapeType="1" noTextEdit="1"/>
          </p:cNvSpPr>
          <p:nvPr/>
        </p:nvSpPr>
        <p:spPr>
          <a:xfrm>
            <a:off x="827585" y="1682368"/>
            <a:ext cx="8078290" cy="3650358"/>
          </a:xfrm>
          <a:prstGeom prst="rect">
            <a:avLst/>
          </a:prstGeom>
          <a:blipFill>
            <a:blip r:embed="rId4"/>
            <a:stretch>
              <a:fillRect l="-1585" t="-2504" b="-3172"/>
            </a:stretch>
          </a:blipFill>
        </p:spPr>
        <p:txBody>
          <a:bodyPr/>
          <a:lstStyle/>
          <a:p>
            <a:pPr>
              <a:defRPr/>
            </a:pPr>
            <a:r>
              <a:rPr lang="zh-CN" altLang="en-US">
                <a:noFill/>
              </a:rPr>
              <a:t> </a:t>
            </a:r>
          </a:p>
        </p:txBody>
      </p:sp>
    </p:spTree>
  </p:cSld>
  <p:clrMapOvr>
    <a:masterClrMapping/>
  </p:clrMapOvr>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日期占位符 3">
            <a:extLst>
              <a:ext uri="{FF2B5EF4-FFF2-40B4-BE49-F238E27FC236}">
                <a16:creationId xmlns:a16="http://schemas.microsoft.com/office/drawing/2014/main" id="{5423AA04-6198-4E47-8002-74F9D63F6A97}"/>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9E42FB38-6F73-4DF8-858B-E8A8024727DB}"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55651" name="页脚占位符 4">
            <a:extLst>
              <a:ext uri="{FF2B5EF4-FFF2-40B4-BE49-F238E27FC236}">
                <a16:creationId xmlns:a16="http://schemas.microsoft.com/office/drawing/2014/main" id="{0DA3886D-33B1-4AF6-B1D4-B99C059F5856}"/>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55652" name="灯片编号占位符 5">
            <a:extLst>
              <a:ext uri="{FF2B5EF4-FFF2-40B4-BE49-F238E27FC236}">
                <a16:creationId xmlns:a16="http://schemas.microsoft.com/office/drawing/2014/main" id="{6F12FE54-D05A-41EE-8DFB-9FA4532B7B40}"/>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E43912C3-4DC2-46A8-9C5A-061AACE51539}" type="slidenum">
              <a:rPr lang="en-US" altLang="zh-CN" sz="1400" smtClean="0">
                <a:latin typeface="Times New Roman" panose="02020603050405020304" pitchFamily="18" charset="0"/>
                <a:ea typeface="宋体" panose="02010600030101010101" pitchFamily="2" charset="-122"/>
              </a:rPr>
              <a:pPr>
                <a:spcBef>
                  <a:spcPct val="0"/>
                </a:spcBef>
                <a:buFontTx/>
                <a:buNone/>
              </a:pPr>
              <a:t>128</a:t>
            </a:fld>
            <a:endParaRPr lang="en-US" altLang="zh-CN" sz="1400">
              <a:latin typeface="Times New Roman" panose="02020603050405020304" pitchFamily="18" charset="0"/>
              <a:ea typeface="宋体" panose="02010600030101010101" pitchFamily="2" charset="-122"/>
            </a:endParaRPr>
          </a:p>
        </p:txBody>
      </p:sp>
      <p:sp>
        <p:nvSpPr>
          <p:cNvPr id="155653" name="Text Box 2">
            <a:extLst>
              <a:ext uri="{FF2B5EF4-FFF2-40B4-BE49-F238E27FC236}">
                <a16:creationId xmlns:a16="http://schemas.microsoft.com/office/drawing/2014/main" id="{5A11D0C3-8748-428B-8637-564A290C10F0}"/>
              </a:ext>
            </a:extLst>
          </p:cNvPr>
          <p:cNvSpPr txBox="1">
            <a:spLocks noChangeArrowheads="1"/>
          </p:cNvSpPr>
          <p:nvPr/>
        </p:nvSpPr>
        <p:spPr bwMode="auto">
          <a:xfrm>
            <a:off x="1508125" y="620713"/>
            <a:ext cx="6016625" cy="769937"/>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4400" b="1">
                <a:solidFill>
                  <a:schemeClr val="bg1"/>
                </a:solidFill>
                <a:latin typeface="宋体" panose="02010600030101010101" pitchFamily="2" charset="-122"/>
                <a:ea typeface="宋体" panose="02010600030101010101" pitchFamily="2" charset="-122"/>
                <a:cs typeface="Arial" panose="020B0604020202020204" pitchFamily="34" charset="0"/>
              </a:rPr>
              <a:t> 等值演算的作用</a:t>
            </a:r>
          </a:p>
        </p:txBody>
      </p:sp>
      <p:pic>
        <p:nvPicPr>
          <p:cNvPr id="155654" name="Picture 6" descr="C:\Program Files\Microsoft Office\MEDIA\CAGCAT10\j0293844.wmf">
            <a:extLst>
              <a:ext uri="{FF2B5EF4-FFF2-40B4-BE49-F238E27FC236}">
                <a16:creationId xmlns:a16="http://schemas.microsoft.com/office/drawing/2014/main" id="{495789A5-4FD9-4D8B-ADB2-00DB8E7DA8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514350"/>
            <a:ext cx="1127125" cy="1185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a:extLst>
              <a:ext uri="{FF2B5EF4-FFF2-40B4-BE49-F238E27FC236}">
                <a16:creationId xmlns:a16="http://schemas.microsoft.com/office/drawing/2014/main" id="{C2CB8D30-3B34-4C7C-AAAE-5578BA5DCEFB}"/>
              </a:ext>
            </a:extLst>
          </p:cNvPr>
          <p:cNvSpPr>
            <a:spLocks noRot="1" noChangeAspect="1" noMove="1" noResize="1" noEditPoints="1" noAdjustHandles="1" noChangeArrowheads="1" noChangeShapeType="1" noTextEdit="1"/>
          </p:cNvSpPr>
          <p:nvPr/>
        </p:nvSpPr>
        <p:spPr>
          <a:xfrm>
            <a:off x="827584" y="1566952"/>
            <a:ext cx="7776864" cy="3970318"/>
          </a:xfrm>
          <a:prstGeom prst="rect">
            <a:avLst/>
          </a:prstGeom>
          <a:blipFill>
            <a:blip r:embed="rId4"/>
            <a:stretch>
              <a:fillRect l="-1647" t="-1536" r="-1647" b="-2919"/>
            </a:stretch>
          </a:blipFill>
        </p:spPr>
        <p:txBody>
          <a:bodyPr/>
          <a:lstStyle/>
          <a:p>
            <a:pPr>
              <a:defRPr/>
            </a:pPr>
            <a:r>
              <a:rPr lang="zh-CN" altLang="en-US">
                <a:noFill/>
              </a:rPr>
              <a:t> </a:t>
            </a:r>
          </a:p>
        </p:txBody>
      </p:sp>
    </p:spTree>
  </p:cSld>
  <p:clrMapOvr>
    <a:masterClrMapping/>
  </p:clrMapOvr>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日期占位符 3">
            <a:extLst>
              <a:ext uri="{FF2B5EF4-FFF2-40B4-BE49-F238E27FC236}">
                <a16:creationId xmlns:a16="http://schemas.microsoft.com/office/drawing/2014/main" id="{3281F248-3503-4CD4-873C-E631C75691FE}"/>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8E4207AD-A41B-4F7E-B646-0596890781EF}"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56675" name="页脚占位符 4">
            <a:extLst>
              <a:ext uri="{FF2B5EF4-FFF2-40B4-BE49-F238E27FC236}">
                <a16:creationId xmlns:a16="http://schemas.microsoft.com/office/drawing/2014/main" id="{41F8CD28-BAF9-49E1-B995-9471D811226E}"/>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56676" name="灯片编号占位符 5">
            <a:extLst>
              <a:ext uri="{FF2B5EF4-FFF2-40B4-BE49-F238E27FC236}">
                <a16:creationId xmlns:a16="http://schemas.microsoft.com/office/drawing/2014/main" id="{EF433427-EE4C-4453-B28D-D467252C1464}"/>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C50F2573-5407-4669-8A1D-4C35475C661B}" type="slidenum">
              <a:rPr lang="en-US" altLang="zh-CN" sz="1400" smtClean="0">
                <a:latin typeface="Times New Roman" panose="02020603050405020304" pitchFamily="18" charset="0"/>
                <a:ea typeface="宋体" panose="02010600030101010101" pitchFamily="2" charset="-122"/>
              </a:rPr>
              <a:pPr>
                <a:spcBef>
                  <a:spcPct val="0"/>
                </a:spcBef>
                <a:buFontTx/>
                <a:buNone/>
              </a:pPr>
              <a:t>129</a:t>
            </a:fld>
            <a:endParaRPr lang="en-US" altLang="zh-CN" sz="1400">
              <a:latin typeface="Times New Roman" panose="02020603050405020304" pitchFamily="18" charset="0"/>
              <a:ea typeface="宋体" panose="02010600030101010101" pitchFamily="2" charset="-122"/>
            </a:endParaRPr>
          </a:p>
        </p:txBody>
      </p:sp>
      <p:sp>
        <p:nvSpPr>
          <p:cNvPr id="156677" name="Text Box 2">
            <a:extLst>
              <a:ext uri="{FF2B5EF4-FFF2-40B4-BE49-F238E27FC236}">
                <a16:creationId xmlns:a16="http://schemas.microsoft.com/office/drawing/2014/main" id="{1CF235DF-BF72-4CB1-B430-0185F66E39F9}"/>
              </a:ext>
            </a:extLst>
          </p:cNvPr>
          <p:cNvSpPr txBox="1">
            <a:spLocks noChangeArrowheads="1"/>
          </p:cNvSpPr>
          <p:nvPr/>
        </p:nvSpPr>
        <p:spPr bwMode="auto">
          <a:xfrm>
            <a:off x="1508125" y="620713"/>
            <a:ext cx="6016625" cy="769937"/>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4400" b="1">
                <a:solidFill>
                  <a:schemeClr val="bg1"/>
                </a:solidFill>
                <a:latin typeface="宋体" panose="02010600030101010101" pitchFamily="2" charset="-122"/>
                <a:ea typeface="宋体" panose="02010600030101010101" pitchFamily="2" charset="-122"/>
                <a:cs typeface="Arial" panose="020B0604020202020204" pitchFamily="34" charset="0"/>
              </a:rPr>
              <a:t> 等值演算的作用</a:t>
            </a:r>
          </a:p>
        </p:txBody>
      </p:sp>
      <p:pic>
        <p:nvPicPr>
          <p:cNvPr id="156678" name="Picture 6" descr="C:\Program Files\Microsoft Office\MEDIA\CAGCAT10\j0293844.wmf">
            <a:extLst>
              <a:ext uri="{FF2B5EF4-FFF2-40B4-BE49-F238E27FC236}">
                <a16:creationId xmlns:a16="http://schemas.microsoft.com/office/drawing/2014/main" id="{D864987F-76CD-4488-B037-2662542F78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514350"/>
            <a:ext cx="1127125" cy="1185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6679" name="图片 1">
            <a:extLst>
              <a:ext uri="{FF2B5EF4-FFF2-40B4-BE49-F238E27FC236}">
                <a16:creationId xmlns:a16="http://schemas.microsoft.com/office/drawing/2014/main" id="{5F5E7089-DB6C-443C-ACF3-FB6A3B8F54EC}"/>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763713" y="1544638"/>
            <a:ext cx="5303837" cy="302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a:extLst>
              <a:ext uri="{FF2B5EF4-FFF2-40B4-BE49-F238E27FC236}">
                <a16:creationId xmlns:a16="http://schemas.microsoft.com/office/drawing/2014/main" id="{9E063AE7-BBB3-4925-A60E-3F4CB2AD6A40}"/>
              </a:ext>
            </a:extLst>
          </p:cNvPr>
          <p:cNvSpPr>
            <a:spLocks noRot="1" noChangeAspect="1" noMove="1" noResize="1" noEditPoints="1" noAdjustHandles="1" noChangeArrowheads="1" noChangeShapeType="1" noTextEdit="1"/>
          </p:cNvSpPr>
          <p:nvPr/>
        </p:nvSpPr>
        <p:spPr>
          <a:xfrm>
            <a:off x="540668" y="4681353"/>
            <a:ext cx="8062664" cy="1569660"/>
          </a:xfrm>
          <a:prstGeom prst="rect">
            <a:avLst/>
          </a:prstGeom>
          <a:blipFill>
            <a:blip r:embed="rId5"/>
            <a:stretch>
              <a:fillRect l="-1210" t="-4669" r="-1135" b="-8560"/>
            </a:stretch>
          </a:blipFill>
        </p:spPr>
        <p:txBody>
          <a:bodyPr/>
          <a:lstStyle/>
          <a:p>
            <a:pPr>
              <a:defRPr/>
            </a:pPr>
            <a:r>
              <a:rPr lang="zh-CN" altLang="en-US">
                <a:noFill/>
              </a:rPr>
              <a:t> </a:t>
            </a:r>
          </a:p>
        </p:txBody>
      </p:sp>
    </p:spTree>
  </p:cSld>
  <p:clrMapOvr>
    <a:masterClrMapping/>
  </p:clrMapOvr>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Text Box 2">
            <a:extLst>
              <a:ext uri="{FF2B5EF4-FFF2-40B4-BE49-F238E27FC236}">
                <a16:creationId xmlns:a16="http://schemas.microsoft.com/office/drawing/2014/main" id="{916E2A0B-6D0A-4EAC-8495-21049D64B5E8}"/>
              </a:ext>
            </a:extLst>
          </p:cNvPr>
          <p:cNvSpPr txBox="1">
            <a:spLocks noChangeArrowheads="1"/>
          </p:cNvSpPr>
          <p:nvPr/>
        </p:nvSpPr>
        <p:spPr bwMode="auto">
          <a:xfrm>
            <a:off x="1258888" y="931863"/>
            <a:ext cx="6337300" cy="76835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800">
                <a:solidFill>
                  <a:schemeClr val="tx1"/>
                </a:solidFill>
                <a:latin typeface="Times New Roman" panose="02020603050405020304" pitchFamily="18" charset="0"/>
                <a:ea typeface="宋体" panose="02010600030101010101" pitchFamily="2" charset="-122"/>
              </a:defRPr>
            </a:lvl1pPr>
            <a:lvl2pPr marL="838200" indent="-381000">
              <a:defRPr kumimoji="1" sz="2800">
                <a:solidFill>
                  <a:schemeClr val="tx1"/>
                </a:solidFill>
                <a:latin typeface="Times New Roman" panose="02020603050405020304" pitchFamily="18" charset="0"/>
                <a:ea typeface="宋体" panose="02010600030101010101" pitchFamily="2" charset="-122"/>
              </a:defRPr>
            </a:lvl2pPr>
            <a:lvl3pPr marL="1295400" indent="-381000">
              <a:defRPr kumimoji="1" sz="2800">
                <a:solidFill>
                  <a:schemeClr val="tx1"/>
                </a:solidFill>
                <a:latin typeface="Times New Roman" panose="02020603050405020304" pitchFamily="18" charset="0"/>
                <a:ea typeface="宋体" panose="02010600030101010101" pitchFamily="2" charset="-122"/>
              </a:defRPr>
            </a:lvl3pPr>
            <a:lvl4pPr marL="1752600" indent="-381000">
              <a:defRPr kumimoji="1" sz="2800">
                <a:solidFill>
                  <a:schemeClr val="tx1"/>
                </a:solidFill>
                <a:latin typeface="Times New Roman" panose="02020603050405020304" pitchFamily="18" charset="0"/>
                <a:ea typeface="宋体" panose="02010600030101010101" pitchFamily="2" charset="-122"/>
              </a:defRPr>
            </a:lvl4pPr>
            <a:lvl5pPr marL="2209800" indent="-381000">
              <a:defRPr kumimoji="1" sz="28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4400" b="1">
                <a:solidFill>
                  <a:schemeClr val="bg1"/>
                </a:solidFill>
                <a:latin typeface="宋体" panose="02010600030101010101" pitchFamily="2" charset="-122"/>
              </a:rPr>
              <a:t> 命题公式与等值演算</a:t>
            </a:r>
          </a:p>
        </p:txBody>
      </p:sp>
      <p:sp>
        <p:nvSpPr>
          <p:cNvPr id="157699" name="Rectangle 3">
            <a:extLst>
              <a:ext uri="{FF2B5EF4-FFF2-40B4-BE49-F238E27FC236}">
                <a16:creationId xmlns:a16="http://schemas.microsoft.com/office/drawing/2014/main" id="{7F5FEC54-55D2-430C-9BCC-E43917BAA909}"/>
              </a:ext>
            </a:extLst>
          </p:cNvPr>
          <p:cNvSpPr>
            <a:spLocks noGrp="1" noChangeArrowheads="1"/>
          </p:cNvSpPr>
          <p:nvPr>
            <p:ph type="body" sz="half" idx="1"/>
          </p:nvPr>
        </p:nvSpPr>
        <p:spPr>
          <a:xfrm>
            <a:off x="1763713" y="2636838"/>
            <a:ext cx="5472112" cy="2592387"/>
          </a:xfrm>
          <a:noFill/>
          <a:extLst>
            <a:ext uri="{909E8E84-426E-40DD-AFC4-6F175D3DCCD1}">
              <a14:hiddenFill xmlns:a14="http://schemas.microsoft.com/office/drawing/2010/main">
                <a:solidFill>
                  <a:schemeClr val="accent1"/>
                </a:solidFill>
              </a14:hiddenFill>
            </a:ext>
          </a:extLst>
        </p:spPr>
        <p:txBody>
          <a:bodyPr lIns="92075" tIns="46038" rIns="92075" bIns="46038"/>
          <a:lstStyle/>
          <a:p>
            <a:pPr>
              <a:lnSpc>
                <a:spcPct val="150000"/>
              </a:lnSpc>
              <a:buFont typeface="Wingdings" panose="05000000000000000000" pitchFamily="2" charset="2"/>
              <a:buChar char="4"/>
            </a:pPr>
            <a:r>
              <a:rPr lang="zh-CN" altLang="en-US" sz="3600" b="1">
                <a:effectLst/>
                <a:latin typeface="黑体" panose="02010609060101010101" pitchFamily="49" charset="-122"/>
                <a:ea typeface="黑体" panose="02010609060101010101" pitchFamily="49" charset="-122"/>
              </a:rPr>
              <a:t> 命题公式的基本知识</a:t>
            </a:r>
            <a:endParaRPr lang="en-US" altLang="zh-CN" sz="3600" b="1">
              <a:effectLst/>
              <a:latin typeface="黑体" panose="02010609060101010101" pitchFamily="49" charset="-122"/>
              <a:ea typeface="黑体" panose="02010609060101010101" pitchFamily="49" charset="-122"/>
            </a:endParaRPr>
          </a:p>
          <a:p>
            <a:pPr>
              <a:lnSpc>
                <a:spcPct val="150000"/>
              </a:lnSpc>
              <a:buFont typeface="Wingdings" panose="05000000000000000000" pitchFamily="2" charset="2"/>
              <a:buChar char="4"/>
            </a:pPr>
            <a:r>
              <a:rPr lang="zh-CN" altLang="en-US" sz="3600" b="1">
                <a:effectLst/>
                <a:latin typeface="黑体" panose="02010609060101010101" pitchFamily="49" charset="-122"/>
                <a:ea typeface="黑体" panose="02010609060101010101" pitchFamily="49" charset="-122"/>
              </a:rPr>
              <a:t> 等值关系与等值演算</a:t>
            </a:r>
          </a:p>
          <a:p>
            <a:pPr>
              <a:lnSpc>
                <a:spcPct val="150000"/>
              </a:lnSpc>
              <a:buFont typeface="Wingdings" panose="05000000000000000000" pitchFamily="2" charset="2"/>
              <a:buChar char="J"/>
            </a:pPr>
            <a:r>
              <a:rPr lang="zh-CN" altLang="en-US" sz="3600" b="1">
                <a:solidFill>
                  <a:schemeClr val="accent2"/>
                </a:solidFill>
                <a:effectLst/>
                <a:latin typeface="黑体" panose="02010609060101010101" pitchFamily="49" charset="-122"/>
                <a:ea typeface="黑体" panose="02010609060101010101" pitchFamily="49" charset="-122"/>
              </a:rPr>
              <a:t> 公式的内否与对偶</a:t>
            </a:r>
          </a:p>
        </p:txBody>
      </p:sp>
      <p:pic>
        <p:nvPicPr>
          <p:cNvPr id="157700" name="Picture 6" descr="C:\Program Files\Microsoft Office\MEDIA\CAGCAT10\j0293844.wmf">
            <a:extLst>
              <a:ext uri="{FF2B5EF4-FFF2-40B4-BE49-F238E27FC236}">
                <a16:creationId xmlns:a16="http://schemas.microsoft.com/office/drawing/2014/main" id="{1DAA0F41-95FE-468C-8D77-E2995C211B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45425" y="54927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Text Box 2">
            <a:extLst>
              <a:ext uri="{FF2B5EF4-FFF2-40B4-BE49-F238E27FC236}">
                <a16:creationId xmlns:a16="http://schemas.microsoft.com/office/drawing/2014/main" id="{09998673-5B68-4460-84A8-DBAB04298D6D}"/>
              </a:ext>
            </a:extLst>
          </p:cNvPr>
          <p:cNvSpPr txBox="1">
            <a:spLocks noChangeArrowheads="1"/>
          </p:cNvSpPr>
          <p:nvPr/>
        </p:nvSpPr>
        <p:spPr bwMode="auto">
          <a:xfrm>
            <a:off x="1258888" y="931863"/>
            <a:ext cx="6337300" cy="76835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800">
                <a:solidFill>
                  <a:schemeClr val="tx1"/>
                </a:solidFill>
                <a:latin typeface="Times New Roman" panose="02020603050405020304" pitchFamily="18" charset="0"/>
                <a:ea typeface="宋体" panose="02010600030101010101" pitchFamily="2" charset="-122"/>
              </a:defRPr>
            </a:lvl1pPr>
            <a:lvl2pPr marL="838200" indent="-381000">
              <a:defRPr kumimoji="1" sz="2800">
                <a:solidFill>
                  <a:schemeClr val="tx1"/>
                </a:solidFill>
                <a:latin typeface="Times New Roman" panose="02020603050405020304" pitchFamily="18" charset="0"/>
                <a:ea typeface="宋体" panose="02010600030101010101" pitchFamily="2" charset="-122"/>
              </a:defRPr>
            </a:lvl2pPr>
            <a:lvl3pPr marL="1295400" indent="-381000">
              <a:defRPr kumimoji="1" sz="2800">
                <a:solidFill>
                  <a:schemeClr val="tx1"/>
                </a:solidFill>
                <a:latin typeface="Times New Roman" panose="02020603050405020304" pitchFamily="18" charset="0"/>
                <a:ea typeface="宋体" panose="02010600030101010101" pitchFamily="2" charset="-122"/>
              </a:defRPr>
            </a:lvl3pPr>
            <a:lvl4pPr marL="1752600" indent="-381000">
              <a:defRPr kumimoji="1" sz="2800">
                <a:solidFill>
                  <a:schemeClr val="tx1"/>
                </a:solidFill>
                <a:latin typeface="Times New Roman" panose="02020603050405020304" pitchFamily="18" charset="0"/>
                <a:ea typeface="宋体" panose="02010600030101010101" pitchFamily="2" charset="-122"/>
              </a:defRPr>
            </a:lvl4pPr>
            <a:lvl5pPr marL="2209800" indent="-381000">
              <a:defRPr kumimoji="1" sz="28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4400" b="1">
                <a:solidFill>
                  <a:schemeClr val="bg1"/>
                </a:solidFill>
                <a:latin typeface="宋体" panose="02010600030101010101" pitchFamily="2" charset="-122"/>
              </a:rPr>
              <a:t> 限制性命题公式</a:t>
            </a:r>
          </a:p>
        </p:txBody>
      </p:sp>
      <p:pic>
        <p:nvPicPr>
          <p:cNvPr id="158723" name="Picture 6" descr="C:\Program Files\Microsoft Office\MEDIA\CAGCAT10\j0293844.wmf">
            <a:extLst>
              <a:ext uri="{FF2B5EF4-FFF2-40B4-BE49-F238E27FC236}">
                <a16:creationId xmlns:a16="http://schemas.microsoft.com/office/drawing/2014/main" id="{EBD1A597-26DC-4F2A-9601-64C5F0311D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45425" y="54927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8724" name="矩形 2">
            <a:extLst>
              <a:ext uri="{FF2B5EF4-FFF2-40B4-BE49-F238E27FC236}">
                <a16:creationId xmlns:a16="http://schemas.microsoft.com/office/drawing/2014/main" id="{811F14B4-A4F9-4B5C-8EAD-0B4301126336}"/>
              </a:ext>
            </a:extLst>
          </p:cNvPr>
          <p:cNvSpPr>
            <a:spLocks noChangeArrowheads="1"/>
          </p:cNvSpPr>
          <p:nvPr/>
        </p:nvSpPr>
        <p:spPr bwMode="auto">
          <a:xfrm>
            <a:off x="250825" y="1916113"/>
            <a:ext cx="8748713"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a:solidFill>
                  <a:srgbClr val="000000"/>
                </a:solidFill>
                <a:latin typeface="Calibri" panose="020F0502020204030204" pitchFamily="34" charset="0"/>
                <a:ea typeface="宋体" panose="02010600030101010101" pitchFamily="2" charset="-122"/>
              </a:rPr>
              <a:t>    事实证明，只使用“</a:t>
            </a:r>
            <a:r>
              <a:rPr lang="zh-CN" altLang="en-US" sz="2800" b="1">
                <a:solidFill>
                  <a:srgbClr val="000000"/>
                </a:solidFill>
                <a:latin typeface="宋体" panose="02010600030101010101" pitchFamily="2" charset="-122"/>
                <a:ea typeface="宋体" panose="02010600030101010101" pitchFamily="2" charset="-122"/>
              </a:rPr>
              <a:t>否定</a:t>
            </a:r>
            <a:r>
              <a:rPr lang="zh-CN" altLang="en-US" sz="2800" b="1">
                <a:solidFill>
                  <a:srgbClr val="000000"/>
                </a:solidFill>
                <a:latin typeface="Calibri" panose="020F0502020204030204" pitchFamily="34" charset="0"/>
                <a:ea typeface="宋体" panose="02010600030101010101" pitchFamily="2" charset="-122"/>
              </a:rPr>
              <a:t>”</a:t>
            </a:r>
            <a:r>
              <a:rPr lang="zh-CN" altLang="en-US" sz="2800" b="1">
                <a:solidFill>
                  <a:srgbClr val="000000"/>
                </a:solidFill>
                <a:latin typeface="宋体" panose="02010600030101010101" pitchFamily="2" charset="-122"/>
                <a:ea typeface="宋体" panose="02010600030101010101" pitchFamily="2" charset="-122"/>
              </a:rPr>
              <a:t>、 </a:t>
            </a:r>
            <a:r>
              <a:rPr lang="zh-CN" altLang="en-US" sz="2800" b="1">
                <a:solidFill>
                  <a:srgbClr val="000000"/>
                </a:solidFill>
                <a:latin typeface="Calibri" panose="020F0502020204030204" pitchFamily="34" charset="0"/>
                <a:ea typeface="宋体" panose="02010600030101010101" pitchFamily="2" charset="-122"/>
              </a:rPr>
              <a:t>“</a:t>
            </a:r>
            <a:r>
              <a:rPr lang="zh-CN" altLang="en-US" sz="2800" b="1">
                <a:solidFill>
                  <a:srgbClr val="000000"/>
                </a:solidFill>
                <a:latin typeface="宋体" panose="02010600030101010101" pitchFamily="2" charset="-122"/>
                <a:ea typeface="宋体" panose="02010600030101010101" pitchFamily="2" charset="-122"/>
              </a:rPr>
              <a:t>合取</a:t>
            </a:r>
            <a:r>
              <a:rPr lang="zh-CN" altLang="en-US" sz="2800" b="1">
                <a:solidFill>
                  <a:srgbClr val="000000"/>
                </a:solidFill>
                <a:latin typeface="Calibri" panose="020F0502020204030204" pitchFamily="34" charset="0"/>
                <a:ea typeface="宋体" panose="02010600030101010101" pitchFamily="2" charset="-122"/>
              </a:rPr>
              <a:t>”</a:t>
            </a:r>
            <a:r>
              <a:rPr lang="zh-CN" altLang="en-US" sz="2800" b="1">
                <a:solidFill>
                  <a:srgbClr val="000000"/>
                </a:solidFill>
                <a:latin typeface="宋体" panose="02010600030101010101" pitchFamily="2" charset="-122"/>
                <a:ea typeface="宋体" panose="02010600030101010101" pitchFamily="2" charset="-122"/>
              </a:rPr>
              <a:t>、 </a:t>
            </a:r>
            <a:r>
              <a:rPr lang="zh-CN" altLang="en-US" sz="2800" b="1">
                <a:solidFill>
                  <a:srgbClr val="000000"/>
                </a:solidFill>
                <a:latin typeface="Calibri" panose="020F0502020204030204" pitchFamily="34" charset="0"/>
                <a:ea typeface="宋体" panose="02010600030101010101" pitchFamily="2" charset="-122"/>
              </a:rPr>
              <a:t>“</a:t>
            </a:r>
            <a:r>
              <a:rPr lang="zh-CN" altLang="en-US" sz="2800" b="1">
                <a:solidFill>
                  <a:srgbClr val="000000"/>
                </a:solidFill>
                <a:latin typeface="宋体" panose="02010600030101010101" pitchFamily="2" charset="-122"/>
                <a:ea typeface="宋体" panose="02010600030101010101" pitchFamily="2" charset="-122"/>
              </a:rPr>
              <a:t>析取</a:t>
            </a:r>
            <a:r>
              <a:rPr lang="zh-CN" altLang="en-US" sz="2800" b="1">
                <a:solidFill>
                  <a:srgbClr val="000000"/>
                </a:solidFill>
                <a:latin typeface="Calibri" panose="020F0502020204030204" pitchFamily="34" charset="0"/>
                <a:ea typeface="宋体" panose="02010600030101010101" pitchFamily="2" charset="-122"/>
              </a:rPr>
              <a:t>”</a:t>
            </a:r>
            <a:r>
              <a:rPr lang="zh-CN" altLang="en-US" sz="2800" b="1">
                <a:solidFill>
                  <a:srgbClr val="000000"/>
                </a:solidFill>
                <a:latin typeface="宋体" panose="02010600030101010101" pitchFamily="2" charset="-122"/>
                <a:ea typeface="宋体" panose="02010600030101010101" pitchFamily="2" charset="-122"/>
              </a:rPr>
              <a:t>这三个联结词</a:t>
            </a:r>
            <a:r>
              <a:rPr lang="zh-CN" altLang="en-US" sz="2800" b="1">
                <a:latin typeface="Times New Roman" panose="02020603050405020304" pitchFamily="18" charset="0"/>
                <a:ea typeface="宋体" panose="02010600030101010101" pitchFamily="2" charset="-122"/>
              </a:rPr>
              <a:t>就可以任意的命题公式。 </a:t>
            </a:r>
            <a:r>
              <a:rPr lang="zh-CN" altLang="en-US" sz="2800">
                <a:latin typeface="Times New Roman" panose="02020603050405020304" pitchFamily="18" charset="0"/>
                <a:ea typeface="宋体" panose="02010600030101010101" pitchFamily="2" charset="-122"/>
              </a:rPr>
              <a:t/>
            </a:r>
            <a:br>
              <a:rPr lang="zh-CN" altLang="en-US" sz="2800">
                <a:latin typeface="Times New Roman" panose="02020603050405020304" pitchFamily="18" charset="0"/>
                <a:ea typeface="宋体" panose="02010600030101010101" pitchFamily="2" charset="-122"/>
              </a:rPr>
            </a:br>
            <a:r>
              <a:rPr lang="zh-CN" altLang="en-US" sz="2800">
                <a:latin typeface="Times New Roman" panose="02020603050405020304" pitchFamily="18" charset="0"/>
                <a:ea typeface="宋体" panose="02010600030101010101" pitchFamily="2" charset="-122"/>
              </a:rPr>
              <a:t/>
            </a:r>
            <a:br>
              <a:rPr lang="zh-CN" altLang="en-US" sz="2800">
                <a:latin typeface="Times New Roman" panose="02020603050405020304" pitchFamily="18" charset="0"/>
                <a:ea typeface="宋体" panose="02010600030101010101" pitchFamily="2" charset="-122"/>
              </a:rPr>
            </a:br>
            <a:endParaRPr lang="zh-CN" altLang="en-US" sz="2800">
              <a:latin typeface="Times New Roman" panose="02020603050405020304" pitchFamily="18" charset="0"/>
              <a:ea typeface="宋体" panose="02010600030101010101" pitchFamily="2" charset="-122"/>
            </a:endParaRPr>
          </a:p>
        </p:txBody>
      </p:sp>
      <p:sp>
        <p:nvSpPr>
          <p:cNvPr id="158725" name="矩形 3">
            <a:extLst>
              <a:ext uri="{FF2B5EF4-FFF2-40B4-BE49-F238E27FC236}">
                <a16:creationId xmlns:a16="http://schemas.microsoft.com/office/drawing/2014/main" id="{19DF4128-223C-4186-A7FE-759F93C81939}"/>
              </a:ext>
            </a:extLst>
          </p:cNvPr>
          <p:cNvSpPr>
            <a:spLocks noChangeArrowheads="1"/>
          </p:cNvSpPr>
          <p:nvPr/>
        </p:nvSpPr>
        <p:spPr bwMode="auto">
          <a:xfrm>
            <a:off x="684213" y="2994025"/>
            <a:ext cx="45720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a:solidFill>
                  <a:srgbClr val="000000"/>
                </a:solidFill>
                <a:latin typeface="宋体" panose="02010600030101010101" pitchFamily="2" charset="-122"/>
                <a:ea typeface="宋体" panose="02010600030101010101" pitchFamily="2" charset="-122"/>
              </a:rPr>
              <a:t>限制性命题公式的定义：</a:t>
            </a:r>
            <a:r>
              <a:rPr lang="zh-CN" altLang="en-US" sz="2800" b="1">
                <a:latin typeface="Times New Roman" panose="02020603050405020304" pitchFamily="18" charset="0"/>
                <a:ea typeface="宋体" panose="02010600030101010101" pitchFamily="2" charset="-122"/>
              </a:rPr>
              <a:t> </a:t>
            </a:r>
            <a:br>
              <a:rPr lang="zh-CN" altLang="en-US" sz="2800" b="1">
                <a:latin typeface="Times New Roman" panose="02020603050405020304" pitchFamily="18" charset="0"/>
                <a:ea typeface="宋体" panose="02010600030101010101" pitchFamily="2" charset="-122"/>
              </a:rPr>
            </a:br>
            <a:endParaRPr lang="zh-CN" altLang="en-US" sz="2800" b="1">
              <a:latin typeface="Times New Roman" panose="02020603050405020304" pitchFamily="18" charset="0"/>
              <a:ea typeface="宋体" panose="02010600030101010101" pitchFamily="2" charset="-122"/>
            </a:endParaRPr>
          </a:p>
        </p:txBody>
      </p:sp>
      <p:sp>
        <p:nvSpPr>
          <p:cNvPr id="7" name="矩形 6">
            <a:extLst>
              <a:ext uri="{FF2B5EF4-FFF2-40B4-BE49-F238E27FC236}">
                <a16:creationId xmlns:a16="http://schemas.microsoft.com/office/drawing/2014/main" id="{E138E56F-2954-4A70-BA0B-DC2BAD8495C7}"/>
              </a:ext>
            </a:extLst>
          </p:cNvPr>
          <p:cNvSpPr>
            <a:spLocks noRot="1" noChangeAspect="1" noMove="1" noResize="1" noEditPoints="1" noAdjustHandles="1" noChangeArrowheads="1" noChangeShapeType="1" noTextEdit="1"/>
          </p:cNvSpPr>
          <p:nvPr/>
        </p:nvSpPr>
        <p:spPr>
          <a:xfrm>
            <a:off x="827584" y="3731995"/>
            <a:ext cx="8316416" cy="2246769"/>
          </a:xfrm>
          <a:prstGeom prst="rect">
            <a:avLst/>
          </a:prstGeom>
          <a:blipFill>
            <a:blip r:embed="rId4"/>
            <a:stretch>
              <a:fillRect l="-1540" t="-2710" r="-587"/>
            </a:stretch>
          </a:blipFill>
        </p:spPr>
        <p:txBody>
          <a:bodyPr/>
          <a:lstStyle/>
          <a:p>
            <a:pPr>
              <a:defRPr/>
            </a:pPr>
            <a:r>
              <a:rPr lang="zh-CN" altLang="en-US">
                <a:noFill/>
              </a:rPr>
              <a:t> </a:t>
            </a: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Text Box 2">
            <a:extLst>
              <a:ext uri="{FF2B5EF4-FFF2-40B4-BE49-F238E27FC236}">
                <a16:creationId xmlns:a16="http://schemas.microsoft.com/office/drawing/2014/main" id="{628D628C-E141-4C51-8F83-D28DF06B3C14}"/>
              </a:ext>
            </a:extLst>
          </p:cNvPr>
          <p:cNvSpPr txBox="1">
            <a:spLocks noChangeArrowheads="1"/>
          </p:cNvSpPr>
          <p:nvPr/>
        </p:nvSpPr>
        <p:spPr bwMode="auto">
          <a:xfrm>
            <a:off x="1258888" y="931863"/>
            <a:ext cx="6337300" cy="76835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800">
                <a:solidFill>
                  <a:schemeClr val="tx1"/>
                </a:solidFill>
                <a:latin typeface="Times New Roman" panose="02020603050405020304" pitchFamily="18" charset="0"/>
                <a:ea typeface="宋体" panose="02010600030101010101" pitchFamily="2" charset="-122"/>
              </a:defRPr>
            </a:lvl1pPr>
            <a:lvl2pPr marL="838200" indent="-381000">
              <a:defRPr kumimoji="1" sz="2800">
                <a:solidFill>
                  <a:schemeClr val="tx1"/>
                </a:solidFill>
                <a:latin typeface="Times New Roman" panose="02020603050405020304" pitchFamily="18" charset="0"/>
                <a:ea typeface="宋体" panose="02010600030101010101" pitchFamily="2" charset="-122"/>
              </a:defRPr>
            </a:lvl2pPr>
            <a:lvl3pPr marL="1295400" indent="-381000">
              <a:defRPr kumimoji="1" sz="2800">
                <a:solidFill>
                  <a:schemeClr val="tx1"/>
                </a:solidFill>
                <a:latin typeface="Times New Roman" panose="02020603050405020304" pitchFamily="18" charset="0"/>
                <a:ea typeface="宋体" panose="02010600030101010101" pitchFamily="2" charset="-122"/>
              </a:defRPr>
            </a:lvl3pPr>
            <a:lvl4pPr marL="1752600" indent="-381000">
              <a:defRPr kumimoji="1" sz="2800">
                <a:solidFill>
                  <a:schemeClr val="tx1"/>
                </a:solidFill>
                <a:latin typeface="Times New Roman" panose="02020603050405020304" pitchFamily="18" charset="0"/>
                <a:ea typeface="宋体" panose="02010600030101010101" pitchFamily="2" charset="-122"/>
              </a:defRPr>
            </a:lvl4pPr>
            <a:lvl5pPr marL="2209800" indent="-381000">
              <a:defRPr kumimoji="1" sz="28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4400" b="1">
                <a:solidFill>
                  <a:schemeClr val="bg1"/>
                </a:solidFill>
                <a:latin typeface="宋体" panose="02010600030101010101" pitchFamily="2" charset="-122"/>
              </a:rPr>
              <a:t> 命题公式的内否</a:t>
            </a:r>
          </a:p>
        </p:txBody>
      </p:sp>
      <p:pic>
        <p:nvPicPr>
          <p:cNvPr id="159747" name="Picture 6" descr="C:\Program Files\Microsoft Office\MEDIA\CAGCAT10\j0293844.wmf">
            <a:extLst>
              <a:ext uri="{FF2B5EF4-FFF2-40B4-BE49-F238E27FC236}">
                <a16:creationId xmlns:a16="http://schemas.microsoft.com/office/drawing/2014/main" id="{E47D8652-FE05-41A8-933F-1C0CE4CF18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45425" y="54927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93FE8EA8-49AD-4B3E-855F-D2167A234887}"/>
              </a:ext>
            </a:extLst>
          </p:cNvPr>
          <p:cNvSpPr>
            <a:spLocks noRot="1" noChangeAspect="1" noMove="1" noResize="1" noEditPoints="1" noAdjustHandles="1" noChangeArrowheads="1" noChangeShapeType="1" noTextEdit="1"/>
          </p:cNvSpPr>
          <p:nvPr/>
        </p:nvSpPr>
        <p:spPr>
          <a:xfrm>
            <a:off x="323528" y="2348880"/>
            <a:ext cx="8640960" cy="2677656"/>
          </a:xfrm>
          <a:prstGeom prst="rect">
            <a:avLst/>
          </a:prstGeom>
          <a:blipFill>
            <a:blip r:embed="rId3"/>
            <a:stretch>
              <a:fillRect l="-1410" t="-2955" r="-71" b="-5455"/>
            </a:stretch>
          </a:blipFill>
        </p:spPr>
        <p:txBody>
          <a:bodyPr/>
          <a:lstStyle/>
          <a:p>
            <a:pPr>
              <a:defRPr/>
            </a:pPr>
            <a:r>
              <a:rPr lang="zh-CN" altLang="en-US">
                <a:noFill/>
              </a:rPr>
              <a:t> </a:t>
            </a: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Text Box 2">
            <a:extLst>
              <a:ext uri="{FF2B5EF4-FFF2-40B4-BE49-F238E27FC236}">
                <a16:creationId xmlns:a16="http://schemas.microsoft.com/office/drawing/2014/main" id="{F655B654-F22C-4D75-98C3-BBFE441BF691}"/>
              </a:ext>
            </a:extLst>
          </p:cNvPr>
          <p:cNvSpPr txBox="1">
            <a:spLocks noChangeArrowheads="1"/>
          </p:cNvSpPr>
          <p:nvPr/>
        </p:nvSpPr>
        <p:spPr bwMode="auto">
          <a:xfrm>
            <a:off x="1258888" y="931863"/>
            <a:ext cx="6337300" cy="76835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800">
                <a:solidFill>
                  <a:schemeClr val="tx1"/>
                </a:solidFill>
                <a:latin typeface="Times New Roman" panose="02020603050405020304" pitchFamily="18" charset="0"/>
                <a:ea typeface="宋体" panose="02010600030101010101" pitchFamily="2" charset="-122"/>
              </a:defRPr>
            </a:lvl1pPr>
            <a:lvl2pPr marL="838200" indent="-381000">
              <a:defRPr kumimoji="1" sz="2800">
                <a:solidFill>
                  <a:schemeClr val="tx1"/>
                </a:solidFill>
                <a:latin typeface="Times New Roman" panose="02020603050405020304" pitchFamily="18" charset="0"/>
                <a:ea typeface="宋体" panose="02010600030101010101" pitchFamily="2" charset="-122"/>
              </a:defRPr>
            </a:lvl2pPr>
            <a:lvl3pPr marL="1295400" indent="-381000">
              <a:defRPr kumimoji="1" sz="2800">
                <a:solidFill>
                  <a:schemeClr val="tx1"/>
                </a:solidFill>
                <a:latin typeface="Times New Roman" panose="02020603050405020304" pitchFamily="18" charset="0"/>
                <a:ea typeface="宋体" panose="02010600030101010101" pitchFamily="2" charset="-122"/>
              </a:defRPr>
            </a:lvl3pPr>
            <a:lvl4pPr marL="1752600" indent="-381000">
              <a:defRPr kumimoji="1" sz="2800">
                <a:solidFill>
                  <a:schemeClr val="tx1"/>
                </a:solidFill>
                <a:latin typeface="Times New Roman" panose="02020603050405020304" pitchFamily="18" charset="0"/>
                <a:ea typeface="宋体" panose="02010600030101010101" pitchFamily="2" charset="-122"/>
              </a:defRPr>
            </a:lvl4pPr>
            <a:lvl5pPr marL="2209800" indent="-381000">
              <a:defRPr kumimoji="1" sz="28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4400" b="1">
                <a:solidFill>
                  <a:schemeClr val="bg1"/>
                </a:solidFill>
                <a:latin typeface="宋体" panose="02010600030101010101" pitchFamily="2" charset="-122"/>
              </a:rPr>
              <a:t> 命题公式的对偶</a:t>
            </a:r>
          </a:p>
        </p:txBody>
      </p:sp>
      <p:pic>
        <p:nvPicPr>
          <p:cNvPr id="160771" name="Picture 6" descr="C:\Program Files\Microsoft Office\MEDIA\CAGCAT10\j0293844.wmf">
            <a:extLst>
              <a:ext uri="{FF2B5EF4-FFF2-40B4-BE49-F238E27FC236}">
                <a16:creationId xmlns:a16="http://schemas.microsoft.com/office/drawing/2014/main" id="{055F529F-9CC1-471D-B717-D8A0C4C13A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45425" y="54927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0125B49A-4816-4C4A-8025-C7E53254AF57}"/>
              </a:ext>
            </a:extLst>
          </p:cNvPr>
          <p:cNvSpPr>
            <a:spLocks noRot="1" noChangeAspect="1" noMove="1" noResize="1" noEditPoints="1" noAdjustHandles="1" noChangeArrowheads="1" noChangeShapeType="1" noTextEdit="1"/>
          </p:cNvSpPr>
          <p:nvPr/>
        </p:nvSpPr>
        <p:spPr>
          <a:xfrm>
            <a:off x="683568" y="2132856"/>
            <a:ext cx="8154292" cy="3124638"/>
          </a:xfrm>
          <a:prstGeom prst="rect">
            <a:avLst/>
          </a:prstGeom>
          <a:blipFill>
            <a:blip r:embed="rId3"/>
            <a:stretch>
              <a:fillRect l="-1495" t="-2734" b="-4883"/>
            </a:stretch>
          </a:blipFill>
        </p:spPr>
        <p:txBody>
          <a:bodyPr/>
          <a:lstStyle/>
          <a:p>
            <a:pPr>
              <a:defRPr/>
            </a:pPr>
            <a:r>
              <a:rPr lang="zh-CN" altLang="en-US">
                <a:noFill/>
              </a:rPr>
              <a:t> </a:t>
            </a: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Text Box 2">
            <a:extLst>
              <a:ext uri="{FF2B5EF4-FFF2-40B4-BE49-F238E27FC236}">
                <a16:creationId xmlns:a16="http://schemas.microsoft.com/office/drawing/2014/main" id="{075095EC-6F8C-459E-A465-B908BFF27302}"/>
              </a:ext>
            </a:extLst>
          </p:cNvPr>
          <p:cNvSpPr txBox="1">
            <a:spLocks noChangeArrowheads="1"/>
          </p:cNvSpPr>
          <p:nvPr/>
        </p:nvSpPr>
        <p:spPr bwMode="auto">
          <a:xfrm>
            <a:off x="1258888" y="931863"/>
            <a:ext cx="6337300" cy="76835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800">
                <a:solidFill>
                  <a:schemeClr val="tx1"/>
                </a:solidFill>
                <a:latin typeface="Times New Roman" panose="02020603050405020304" pitchFamily="18" charset="0"/>
                <a:ea typeface="宋体" panose="02010600030101010101" pitchFamily="2" charset="-122"/>
              </a:defRPr>
            </a:lvl1pPr>
            <a:lvl2pPr marL="838200" indent="-381000">
              <a:defRPr kumimoji="1" sz="2800">
                <a:solidFill>
                  <a:schemeClr val="tx1"/>
                </a:solidFill>
                <a:latin typeface="Times New Roman" panose="02020603050405020304" pitchFamily="18" charset="0"/>
                <a:ea typeface="宋体" panose="02010600030101010101" pitchFamily="2" charset="-122"/>
              </a:defRPr>
            </a:lvl2pPr>
            <a:lvl3pPr marL="1295400" indent="-381000">
              <a:defRPr kumimoji="1" sz="2800">
                <a:solidFill>
                  <a:schemeClr val="tx1"/>
                </a:solidFill>
                <a:latin typeface="Times New Roman" panose="02020603050405020304" pitchFamily="18" charset="0"/>
                <a:ea typeface="宋体" panose="02010600030101010101" pitchFamily="2" charset="-122"/>
              </a:defRPr>
            </a:lvl3pPr>
            <a:lvl4pPr marL="1752600" indent="-381000">
              <a:defRPr kumimoji="1" sz="2800">
                <a:solidFill>
                  <a:schemeClr val="tx1"/>
                </a:solidFill>
                <a:latin typeface="Times New Roman" panose="02020603050405020304" pitchFamily="18" charset="0"/>
                <a:ea typeface="宋体" panose="02010600030101010101" pitchFamily="2" charset="-122"/>
              </a:defRPr>
            </a:lvl4pPr>
            <a:lvl5pPr marL="2209800" indent="-381000">
              <a:defRPr kumimoji="1" sz="28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4400" b="1">
                <a:solidFill>
                  <a:schemeClr val="bg1"/>
                </a:solidFill>
                <a:latin typeface="宋体" panose="02010600030101010101" pitchFamily="2" charset="-122"/>
              </a:rPr>
              <a:t> 例 题</a:t>
            </a:r>
          </a:p>
        </p:txBody>
      </p:sp>
      <p:pic>
        <p:nvPicPr>
          <p:cNvPr id="161795" name="Picture 6" descr="C:\Program Files\Microsoft Office\MEDIA\CAGCAT10\j0293844.wmf">
            <a:extLst>
              <a:ext uri="{FF2B5EF4-FFF2-40B4-BE49-F238E27FC236}">
                <a16:creationId xmlns:a16="http://schemas.microsoft.com/office/drawing/2014/main" id="{36A9B853-16AA-494F-9DE9-FD95DFAD18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45425" y="54927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1796" name="图片 2">
            <a:extLst>
              <a:ext uri="{FF2B5EF4-FFF2-40B4-BE49-F238E27FC236}">
                <a16:creationId xmlns:a16="http://schemas.microsoft.com/office/drawing/2014/main" id="{B057ECEC-9E32-4514-ADA8-CB7929E83B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1989138"/>
            <a:ext cx="8597900" cy="2592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1797" name="图片 3">
            <a:extLst>
              <a:ext uri="{FF2B5EF4-FFF2-40B4-BE49-F238E27FC236}">
                <a16:creationId xmlns:a16="http://schemas.microsoft.com/office/drawing/2014/main" id="{CFEABDB4-B06A-4786-B827-2743A486DE3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850" y="4581525"/>
            <a:ext cx="8597900" cy="168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Text Box 2">
            <a:extLst>
              <a:ext uri="{FF2B5EF4-FFF2-40B4-BE49-F238E27FC236}">
                <a16:creationId xmlns:a16="http://schemas.microsoft.com/office/drawing/2014/main" id="{B8084D5D-7541-4A25-A1CB-516C3ECAAEC2}"/>
              </a:ext>
            </a:extLst>
          </p:cNvPr>
          <p:cNvSpPr txBox="1">
            <a:spLocks noChangeArrowheads="1"/>
          </p:cNvSpPr>
          <p:nvPr/>
        </p:nvSpPr>
        <p:spPr bwMode="auto">
          <a:xfrm>
            <a:off x="1258888" y="931863"/>
            <a:ext cx="6337300" cy="769937"/>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800">
                <a:solidFill>
                  <a:schemeClr val="tx1"/>
                </a:solidFill>
                <a:latin typeface="Times New Roman" panose="02020603050405020304" pitchFamily="18" charset="0"/>
                <a:ea typeface="宋体" panose="02010600030101010101" pitchFamily="2" charset="-122"/>
              </a:defRPr>
            </a:lvl1pPr>
            <a:lvl2pPr marL="838200" indent="-381000">
              <a:defRPr kumimoji="1" sz="2800">
                <a:solidFill>
                  <a:schemeClr val="tx1"/>
                </a:solidFill>
                <a:latin typeface="Times New Roman" panose="02020603050405020304" pitchFamily="18" charset="0"/>
                <a:ea typeface="宋体" panose="02010600030101010101" pitchFamily="2" charset="-122"/>
              </a:defRPr>
            </a:lvl2pPr>
            <a:lvl3pPr marL="1295400" indent="-381000">
              <a:defRPr kumimoji="1" sz="2800">
                <a:solidFill>
                  <a:schemeClr val="tx1"/>
                </a:solidFill>
                <a:latin typeface="Times New Roman" panose="02020603050405020304" pitchFamily="18" charset="0"/>
                <a:ea typeface="宋体" panose="02010600030101010101" pitchFamily="2" charset="-122"/>
              </a:defRPr>
            </a:lvl3pPr>
            <a:lvl4pPr marL="1752600" indent="-381000">
              <a:defRPr kumimoji="1" sz="2800">
                <a:solidFill>
                  <a:schemeClr val="tx1"/>
                </a:solidFill>
                <a:latin typeface="Times New Roman" panose="02020603050405020304" pitchFamily="18" charset="0"/>
                <a:ea typeface="宋体" panose="02010600030101010101" pitchFamily="2" charset="-122"/>
              </a:defRPr>
            </a:lvl4pPr>
            <a:lvl5pPr marL="2209800" indent="-381000">
              <a:defRPr kumimoji="1" sz="28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4400" b="1">
                <a:solidFill>
                  <a:schemeClr val="bg1"/>
                </a:solidFill>
                <a:latin typeface="宋体" panose="02010600030101010101" pitchFamily="2" charset="-122"/>
              </a:rPr>
              <a:t> 内否与对偶的性质</a:t>
            </a:r>
          </a:p>
        </p:txBody>
      </p:sp>
      <p:pic>
        <p:nvPicPr>
          <p:cNvPr id="162819" name="Picture 6" descr="C:\Program Files\Microsoft Office\MEDIA\CAGCAT10\j0293844.wmf">
            <a:extLst>
              <a:ext uri="{FF2B5EF4-FFF2-40B4-BE49-F238E27FC236}">
                <a16:creationId xmlns:a16="http://schemas.microsoft.com/office/drawing/2014/main" id="{A8638A5D-FF47-41FD-A499-93F45B86E6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45425" y="54927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DF87639D-354D-4861-AFF4-0ABEA12C7C9B}"/>
              </a:ext>
            </a:extLst>
          </p:cNvPr>
          <p:cNvSpPr>
            <a:spLocks noRot="1" noChangeAspect="1" noMove="1" noResize="1" noEditPoints="1" noAdjustHandles="1" noChangeArrowheads="1" noChangeShapeType="1" noTextEdit="1"/>
          </p:cNvSpPr>
          <p:nvPr/>
        </p:nvSpPr>
        <p:spPr>
          <a:xfrm>
            <a:off x="467544" y="1988840"/>
            <a:ext cx="8424936" cy="2714526"/>
          </a:xfrm>
          <a:prstGeom prst="rect">
            <a:avLst/>
          </a:prstGeom>
          <a:blipFill>
            <a:blip r:embed="rId3"/>
            <a:stretch>
              <a:fillRect l="-1520" t="-2915" r="-651" b="-4036"/>
            </a:stretch>
          </a:blipFill>
        </p:spPr>
        <p:txBody>
          <a:bodyPr/>
          <a:lstStyle/>
          <a:p>
            <a:pPr>
              <a:defRPr/>
            </a:pPr>
            <a:r>
              <a:rPr lang="zh-CN" altLang="en-US">
                <a:noFill/>
              </a:rPr>
              <a:t> </a:t>
            </a: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Text Box 2">
            <a:extLst>
              <a:ext uri="{FF2B5EF4-FFF2-40B4-BE49-F238E27FC236}">
                <a16:creationId xmlns:a16="http://schemas.microsoft.com/office/drawing/2014/main" id="{96107551-BEF7-48EE-A14C-829E74A9D33F}"/>
              </a:ext>
            </a:extLst>
          </p:cNvPr>
          <p:cNvSpPr txBox="1">
            <a:spLocks noChangeArrowheads="1"/>
          </p:cNvSpPr>
          <p:nvPr/>
        </p:nvSpPr>
        <p:spPr bwMode="auto">
          <a:xfrm>
            <a:off x="1258888" y="931863"/>
            <a:ext cx="6337300" cy="76835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800">
                <a:solidFill>
                  <a:schemeClr val="tx1"/>
                </a:solidFill>
                <a:latin typeface="Times New Roman" panose="02020603050405020304" pitchFamily="18" charset="0"/>
                <a:ea typeface="宋体" panose="02010600030101010101" pitchFamily="2" charset="-122"/>
              </a:defRPr>
            </a:lvl1pPr>
            <a:lvl2pPr marL="838200" indent="-381000">
              <a:defRPr kumimoji="1" sz="2800">
                <a:solidFill>
                  <a:schemeClr val="tx1"/>
                </a:solidFill>
                <a:latin typeface="Times New Roman" panose="02020603050405020304" pitchFamily="18" charset="0"/>
                <a:ea typeface="宋体" panose="02010600030101010101" pitchFamily="2" charset="-122"/>
              </a:defRPr>
            </a:lvl2pPr>
            <a:lvl3pPr marL="1295400" indent="-381000">
              <a:defRPr kumimoji="1" sz="2800">
                <a:solidFill>
                  <a:schemeClr val="tx1"/>
                </a:solidFill>
                <a:latin typeface="Times New Roman" panose="02020603050405020304" pitchFamily="18" charset="0"/>
                <a:ea typeface="宋体" panose="02010600030101010101" pitchFamily="2" charset="-122"/>
              </a:defRPr>
            </a:lvl3pPr>
            <a:lvl4pPr marL="1752600" indent="-381000">
              <a:defRPr kumimoji="1" sz="2800">
                <a:solidFill>
                  <a:schemeClr val="tx1"/>
                </a:solidFill>
                <a:latin typeface="Times New Roman" panose="02020603050405020304" pitchFamily="18" charset="0"/>
                <a:ea typeface="宋体" panose="02010600030101010101" pitchFamily="2" charset="-122"/>
              </a:defRPr>
            </a:lvl4pPr>
            <a:lvl5pPr marL="2209800" indent="-381000">
              <a:defRPr kumimoji="1" sz="28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4400" b="1">
                <a:solidFill>
                  <a:schemeClr val="bg1"/>
                </a:solidFill>
                <a:latin typeface="宋体" panose="02010600030101010101" pitchFamily="2" charset="-122"/>
              </a:rPr>
              <a:t> 内否与对偶的性质</a:t>
            </a:r>
          </a:p>
        </p:txBody>
      </p:sp>
      <p:pic>
        <p:nvPicPr>
          <p:cNvPr id="163843" name="Picture 6" descr="C:\Program Files\Microsoft Office\MEDIA\CAGCAT10\j0293844.wmf">
            <a:extLst>
              <a:ext uri="{FF2B5EF4-FFF2-40B4-BE49-F238E27FC236}">
                <a16:creationId xmlns:a16="http://schemas.microsoft.com/office/drawing/2014/main" id="{9F942199-4BB3-4D3E-833C-865C580419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45425" y="54927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844" name="图片 2">
            <a:extLst>
              <a:ext uri="{FF2B5EF4-FFF2-40B4-BE49-F238E27FC236}">
                <a16:creationId xmlns:a16="http://schemas.microsoft.com/office/drawing/2014/main" id="{F78FAD2D-D254-4549-873E-E97A1B53FD7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2575" y="1916113"/>
            <a:ext cx="8789988" cy="302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845" name="图片 4">
            <a:extLst>
              <a:ext uri="{FF2B5EF4-FFF2-40B4-BE49-F238E27FC236}">
                <a16:creationId xmlns:a16="http://schemas.microsoft.com/office/drawing/2014/main" id="{9A1A0FA7-6183-478C-AD8E-BEB2C361810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2575" y="4910138"/>
            <a:ext cx="8789988" cy="1255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Text Box 2">
            <a:extLst>
              <a:ext uri="{FF2B5EF4-FFF2-40B4-BE49-F238E27FC236}">
                <a16:creationId xmlns:a16="http://schemas.microsoft.com/office/drawing/2014/main" id="{7379CA00-6F6C-4BD8-A924-3E80DEDE42A3}"/>
              </a:ext>
            </a:extLst>
          </p:cNvPr>
          <p:cNvSpPr txBox="1">
            <a:spLocks noChangeArrowheads="1"/>
          </p:cNvSpPr>
          <p:nvPr/>
        </p:nvSpPr>
        <p:spPr bwMode="auto">
          <a:xfrm>
            <a:off x="1258888" y="668338"/>
            <a:ext cx="6337300" cy="76835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800">
                <a:solidFill>
                  <a:schemeClr val="tx1"/>
                </a:solidFill>
                <a:latin typeface="Times New Roman" panose="02020603050405020304" pitchFamily="18" charset="0"/>
                <a:ea typeface="宋体" panose="02010600030101010101" pitchFamily="2" charset="-122"/>
              </a:defRPr>
            </a:lvl1pPr>
            <a:lvl2pPr marL="838200" indent="-381000">
              <a:defRPr kumimoji="1" sz="2800">
                <a:solidFill>
                  <a:schemeClr val="tx1"/>
                </a:solidFill>
                <a:latin typeface="Times New Roman" panose="02020603050405020304" pitchFamily="18" charset="0"/>
                <a:ea typeface="宋体" panose="02010600030101010101" pitchFamily="2" charset="-122"/>
              </a:defRPr>
            </a:lvl2pPr>
            <a:lvl3pPr marL="1295400" indent="-381000">
              <a:defRPr kumimoji="1" sz="2800">
                <a:solidFill>
                  <a:schemeClr val="tx1"/>
                </a:solidFill>
                <a:latin typeface="Times New Roman" panose="02020603050405020304" pitchFamily="18" charset="0"/>
                <a:ea typeface="宋体" panose="02010600030101010101" pitchFamily="2" charset="-122"/>
              </a:defRPr>
            </a:lvl3pPr>
            <a:lvl4pPr marL="1752600" indent="-381000">
              <a:defRPr kumimoji="1" sz="2800">
                <a:solidFill>
                  <a:schemeClr val="tx1"/>
                </a:solidFill>
                <a:latin typeface="Times New Roman" panose="02020603050405020304" pitchFamily="18" charset="0"/>
                <a:ea typeface="宋体" panose="02010600030101010101" pitchFamily="2" charset="-122"/>
              </a:defRPr>
            </a:lvl4pPr>
            <a:lvl5pPr marL="2209800" indent="-381000">
              <a:defRPr kumimoji="1" sz="28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4400" b="1">
                <a:solidFill>
                  <a:schemeClr val="bg1"/>
                </a:solidFill>
                <a:latin typeface="宋体" panose="02010600030101010101" pitchFamily="2" charset="-122"/>
              </a:rPr>
              <a:t> 内否与对偶的性质</a:t>
            </a:r>
          </a:p>
        </p:txBody>
      </p:sp>
      <p:pic>
        <p:nvPicPr>
          <p:cNvPr id="165891" name="Picture 6" descr="C:\Program Files\Microsoft Office\MEDIA\CAGCAT10\j0293844.wmf">
            <a:extLst>
              <a:ext uri="{FF2B5EF4-FFF2-40B4-BE49-F238E27FC236}">
                <a16:creationId xmlns:a16="http://schemas.microsoft.com/office/drawing/2014/main" id="{C39FBC25-6118-46CE-BDF7-FBEA1AEB3C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45425" y="54927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5892" name="图片 1">
            <a:extLst>
              <a:ext uri="{FF2B5EF4-FFF2-40B4-BE49-F238E27FC236}">
                <a16:creationId xmlns:a16="http://schemas.microsoft.com/office/drawing/2014/main" id="{9B7896E3-496D-4CF2-BC39-9E86F1688A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313" y="1628775"/>
            <a:ext cx="8088312" cy="5211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日期占位符 3">
            <a:extLst>
              <a:ext uri="{FF2B5EF4-FFF2-40B4-BE49-F238E27FC236}">
                <a16:creationId xmlns:a16="http://schemas.microsoft.com/office/drawing/2014/main" id="{67AA3066-98B3-4DBA-9478-D38657842C78}"/>
              </a:ext>
            </a:extLst>
          </p:cNvPr>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fld id="{188C55B9-6D9B-4EA9-80F4-231875719116}" type="datetime1">
              <a:rPr lang="zh-CN" altLang="en-US" sz="1400" b="1">
                <a:latin typeface="Times New Roman" panose="02020603050405020304" pitchFamily="18" charset="0"/>
                <a:ea typeface="宋体" panose="02010600030101010101" pitchFamily="2" charset="-122"/>
              </a:rPr>
              <a:pPr eaLnBrk="1" hangingPunct="1">
                <a:spcBef>
                  <a:spcPct val="0"/>
                </a:spcBef>
                <a:buFontTx/>
                <a:buNone/>
              </a:pPr>
              <a:t>2020/9/7</a:t>
            </a:fld>
            <a:endParaRPr lang="en-US" altLang="zh-CN" sz="1400" b="1">
              <a:latin typeface="Times New Roman" panose="02020603050405020304" pitchFamily="18" charset="0"/>
              <a:ea typeface="宋体" panose="02010600030101010101" pitchFamily="2" charset="-122"/>
            </a:endParaRPr>
          </a:p>
        </p:txBody>
      </p:sp>
      <p:sp>
        <p:nvSpPr>
          <p:cNvPr id="166915" name="页脚占位符 4">
            <a:extLst>
              <a:ext uri="{FF2B5EF4-FFF2-40B4-BE49-F238E27FC236}">
                <a16:creationId xmlns:a16="http://schemas.microsoft.com/office/drawing/2014/main" id="{BDA69AE4-DCDE-4EE2-B822-5C3AED6E8243}"/>
              </a:ext>
            </a:extLst>
          </p:cNvPr>
          <p:cNvSpPr txBox="1">
            <a:spLocks noGrp="1"/>
          </p:cNvSpPr>
          <p:nvPr/>
        </p:nvSpPr>
        <p:spPr bwMode="auto">
          <a:xfrm>
            <a:off x="3124200" y="6356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400" b="1">
                <a:latin typeface="Times New Roman" panose="02020603050405020304" pitchFamily="18" charset="0"/>
                <a:ea typeface="宋体" panose="02010600030101010101" pitchFamily="2" charset="-122"/>
              </a:rPr>
              <a:t>计算机应用技术研究所</a:t>
            </a:r>
          </a:p>
        </p:txBody>
      </p:sp>
      <p:sp>
        <p:nvSpPr>
          <p:cNvPr id="166916" name="灯片编号占位符 5">
            <a:extLst>
              <a:ext uri="{FF2B5EF4-FFF2-40B4-BE49-F238E27FC236}">
                <a16:creationId xmlns:a16="http://schemas.microsoft.com/office/drawing/2014/main" id="{CD62B693-1B21-4016-89E3-ADB6F334AC09}"/>
              </a:ext>
            </a:extLst>
          </p:cNvPr>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FontTx/>
              <a:buNone/>
            </a:pPr>
            <a:fld id="{F24DEDD4-CA06-49BE-95BE-664C6B342F1A}" type="slidenum">
              <a:rPr lang="en-US" altLang="zh-CN" sz="1400" b="1">
                <a:latin typeface="Times New Roman" panose="02020603050405020304" pitchFamily="18" charset="0"/>
                <a:ea typeface="宋体" panose="02010600030101010101" pitchFamily="2" charset="-122"/>
              </a:rPr>
              <a:pPr algn="r" eaLnBrk="1" hangingPunct="1">
                <a:spcBef>
                  <a:spcPct val="0"/>
                </a:spcBef>
                <a:buFontTx/>
                <a:buNone/>
              </a:pPr>
              <a:t>138</a:t>
            </a:fld>
            <a:endParaRPr lang="en-US" altLang="zh-CN" sz="1400" b="1">
              <a:latin typeface="Times New Roman" panose="02020603050405020304" pitchFamily="18" charset="0"/>
              <a:ea typeface="宋体" panose="02010600030101010101" pitchFamily="2" charset="-122"/>
            </a:endParaRPr>
          </a:p>
        </p:txBody>
      </p:sp>
      <p:sp>
        <p:nvSpPr>
          <p:cNvPr id="166917" name="Text Box 2">
            <a:extLst>
              <a:ext uri="{FF2B5EF4-FFF2-40B4-BE49-F238E27FC236}">
                <a16:creationId xmlns:a16="http://schemas.microsoft.com/office/drawing/2014/main" id="{F76213F2-69AE-4ADA-8C44-9275AF6FD6C7}"/>
              </a:ext>
            </a:extLst>
          </p:cNvPr>
          <p:cNvSpPr txBox="1">
            <a:spLocks noChangeArrowheads="1"/>
          </p:cNvSpPr>
          <p:nvPr/>
        </p:nvSpPr>
        <p:spPr bwMode="auto">
          <a:xfrm>
            <a:off x="1435100" y="569913"/>
            <a:ext cx="5945188"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对偶原理</a:t>
            </a:r>
          </a:p>
        </p:txBody>
      </p:sp>
      <p:pic>
        <p:nvPicPr>
          <p:cNvPr id="166918" name="Picture 6" descr="C:\Program Files\Microsoft Office\MEDIA\CAGCAT10\j0293844.wmf">
            <a:extLst>
              <a:ext uri="{FF2B5EF4-FFF2-40B4-BE49-F238E27FC236}">
                <a16:creationId xmlns:a16="http://schemas.microsoft.com/office/drawing/2014/main" id="{7900EC37-7BA1-4AB1-8253-06C1FF9804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4762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6919" name="Picture 14" descr="QQ截图20140126204209">
            <a:extLst>
              <a:ext uri="{FF2B5EF4-FFF2-40B4-BE49-F238E27FC236}">
                <a16:creationId xmlns:a16="http://schemas.microsoft.com/office/drawing/2014/main" id="{48F271F2-CBBE-4C46-B831-B60DF70915F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5038" y="1647825"/>
            <a:ext cx="7273925" cy="1296988"/>
          </a:xfrm>
          <a:prstGeom prst="rect">
            <a:avLst/>
          </a:prstGeom>
          <a:noFill/>
          <a:ln w="28575">
            <a:solidFill>
              <a:schemeClr val="accent2"/>
            </a:solidFill>
            <a:miter lim="800000"/>
            <a:headEnd/>
            <a:tailEnd/>
          </a:ln>
          <a:extLst>
            <a:ext uri="{909E8E84-426E-40DD-AFC4-6F175D3DCCD1}">
              <a14:hiddenFill xmlns:a14="http://schemas.microsoft.com/office/drawing/2010/main">
                <a:solidFill>
                  <a:srgbClr val="FFFFFF"/>
                </a:solidFill>
              </a14:hiddenFill>
            </a:ext>
          </a:extLst>
        </p:spPr>
      </p:pic>
      <p:sp>
        <p:nvSpPr>
          <p:cNvPr id="166920" name="Text Box 16">
            <a:extLst>
              <a:ext uri="{FF2B5EF4-FFF2-40B4-BE49-F238E27FC236}">
                <a16:creationId xmlns:a16="http://schemas.microsoft.com/office/drawing/2014/main" id="{58442011-D626-44B5-B263-05896374193D}"/>
              </a:ext>
            </a:extLst>
          </p:cNvPr>
          <p:cNvSpPr txBox="1">
            <a:spLocks noChangeArrowheads="1"/>
          </p:cNvSpPr>
          <p:nvPr/>
        </p:nvSpPr>
        <p:spPr bwMode="auto">
          <a:xfrm>
            <a:off x="827088" y="3122613"/>
            <a:ext cx="838200" cy="458787"/>
          </a:xfrm>
          <a:prstGeom prst="rect">
            <a:avLst/>
          </a:prstGeom>
          <a:solidFill>
            <a:srgbClr val="FFCCFF">
              <a:alpha val="50195"/>
            </a:srgbClr>
          </a:solidFill>
          <a:ln w="9525">
            <a:solidFill>
              <a:srgbClr val="FF99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10800" rIns="18000" bIns="10800">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b="1">
                <a:solidFill>
                  <a:srgbClr val="660066"/>
                </a:solidFill>
                <a:latin typeface="Monotype Corsiva" panose="03010101010201010101" pitchFamily="66" charset="0"/>
                <a:ea typeface="隶书" panose="02010509060101010101" pitchFamily="49" charset="-122"/>
              </a:rPr>
              <a:t>证明</a:t>
            </a:r>
          </a:p>
        </p:txBody>
      </p:sp>
      <p:pic>
        <p:nvPicPr>
          <p:cNvPr id="166921" name="Picture 17" descr="QQ截图20140126204551">
            <a:extLst>
              <a:ext uri="{FF2B5EF4-FFF2-40B4-BE49-F238E27FC236}">
                <a16:creationId xmlns:a16="http://schemas.microsoft.com/office/drawing/2014/main" id="{29C799F4-9981-4B09-A892-20AA0AA8CDB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87538" y="3171825"/>
            <a:ext cx="6310312" cy="3116263"/>
          </a:xfrm>
          <a:prstGeom prst="rect">
            <a:avLst/>
          </a:prstGeom>
          <a:solidFill>
            <a:srgbClr val="FF9900"/>
          </a:solidFill>
          <a:ln w="28575">
            <a:solidFill>
              <a:schemeClr val="accent2"/>
            </a:solidFill>
            <a:miter lim="800000"/>
            <a:headEnd/>
            <a:tailEnd/>
          </a:ln>
        </p:spPr>
      </p:pic>
    </p:spTree>
  </p:cSld>
  <p:clrMapOvr>
    <a:masterClrMapping/>
  </p:clrMapOvr>
  <p:transition/>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日期占位符 3">
            <a:extLst>
              <a:ext uri="{FF2B5EF4-FFF2-40B4-BE49-F238E27FC236}">
                <a16:creationId xmlns:a16="http://schemas.microsoft.com/office/drawing/2014/main" id="{B4D9FFB0-7B8D-485D-A098-8C3BE8F26B68}"/>
              </a:ext>
            </a:extLst>
          </p:cNvPr>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fld id="{929512E1-0528-40C0-8C2F-BEA0CD7C3B14}" type="datetime1">
              <a:rPr kumimoji="0" lang="zh-CN" altLang="en-US" sz="1400" b="1">
                <a:solidFill>
                  <a:srgbClr val="FF0000"/>
                </a:solidFill>
                <a:latin typeface="黑体" panose="02010609060101010101" pitchFamily="49" charset="-122"/>
              </a:rPr>
              <a:pPr eaLnBrk="1" hangingPunct="1">
                <a:spcBef>
                  <a:spcPct val="0"/>
                </a:spcBef>
                <a:buFontTx/>
                <a:buNone/>
              </a:pPr>
              <a:t>2020/9/7</a:t>
            </a:fld>
            <a:endParaRPr kumimoji="0" lang="en-US" altLang="zh-CN" sz="1400" b="1">
              <a:solidFill>
                <a:srgbClr val="FF0000"/>
              </a:solidFill>
              <a:latin typeface="黑体" panose="02010609060101010101" pitchFamily="49" charset="-122"/>
            </a:endParaRPr>
          </a:p>
        </p:txBody>
      </p:sp>
      <p:sp>
        <p:nvSpPr>
          <p:cNvPr id="167939" name="Text Box 2">
            <a:extLst>
              <a:ext uri="{FF2B5EF4-FFF2-40B4-BE49-F238E27FC236}">
                <a16:creationId xmlns:a16="http://schemas.microsoft.com/office/drawing/2014/main" id="{98F100D2-1A54-4BA3-BE1D-37F4E01231B0}"/>
              </a:ext>
            </a:extLst>
          </p:cNvPr>
          <p:cNvSpPr txBox="1">
            <a:spLocks noChangeArrowheads="1"/>
          </p:cNvSpPr>
          <p:nvPr/>
        </p:nvSpPr>
        <p:spPr bwMode="auto">
          <a:xfrm>
            <a:off x="1403350" y="836613"/>
            <a:ext cx="7086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Clr>
                <a:schemeClr val="bg1"/>
              </a:buClr>
              <a:buSzPts val="5400"/>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本章学习内容</a:t>
            </a:r>
            <a:r>
              <a:rPr lang="en-US" altLang="zh-CN" sz="5400" b="1">
                <a:solidFill>
                  <a:schemeClr val="bg1"/>
                </a:solidFill>
                <a:latin typeface="宋体" panose="02010600030101010101" pitchFamily="2" charset="-122"/>
                <a:ea typeface="宋体" panose="02010600030101010101" pitchFamily="2" charset="-122"/>
              </a:rPr>
              <a:t>(</a:t>
            </a:r>
            <a:r>
              <a:rPr lang="zh-CN" altLang="en-US" sz="5400" b="1">
                <a:solidFill>
                  <a:schemeClr val="bg1"/>
                </a:solidFill>
                <a:latin typeface="宋体" panose="02010600030101010101" pitchFamily="2" charset="-122"/>
                <a:ea typeface="宋体" panose="02010600030101010101" pitchFamily="2" charset="-122"/>
              </a:rPr>
              <a:t>上</a:t>
            </a:r>
            <a:r>
              <a:rPr lang="en-US" altLang="zh-CN" sz="5400" b="1">
                <a:solidFill>
                  <a:schemeClr val="bg1"/>
                </a:solidFill>
                <a:latin typeface="宋体" panose="02010600030101010101" pitchFamily="2" charset="-122"/>
                <a:ea typeface="宋体" panose="02010600030101010101" pitchFamily="2" charset="-122"/>
              </a:rPr>
              <a:t>)</a:t>
            </a:r>
            <a:endParaRPr lang="en-US" altLang="zh-CN" sz="2800">
              <a:latin typeface="Times New Roman" panose="02020603050405020304" pitchFamily="18" charset="0"/>
              <a:ea typeface="宋体" panose="02010600030101010101" pitchFamily="2" charset="-122"/>
            </a:endParaRPr>
          </a:p>
        </p:txBody>
      </p:sp>
      <p:grpSp>
        <p:nvGrpSpPr>
          <p:cNvPr id="167940" name="组合 3">
            <a:extLst>
              <a:ext uri="{FF2B5EF4-FFF2-40B4-BE49-F238E27FC236}">
                <a16:creationId xmlns:a16="http://schemas.microsoft.com/office/drawing/2014/main" id="{5128FF32-E980-4F99-A019-4390D8AC430C}"/>
              </a:ext>
            </a:extLst>
          </p:cNvPr>
          <p:cNvGrpSpPr>
            <a:grpSpLocks/>
          </p:cNvGrpSpPr>
          <p:nvPr/>
        </p:nvGrpSpPr>
        <p:grpSpPr bwMode="auto">
          <a:xfrm>
            <a:off x="2339975" y="2495550"/>
            <a:ext cx="4681538" cy="3160713"/>
            <a:chOff x="2411760" y="2636912"/>
            <a:chExt cx="4681537" cy="3160713"/>
          </a:xfrm>
        </p:grpSpPr>
        <p:sp>
          <p:nvSpPr>
            <p:cNvPr id="13" name="AutoShape 14">
              <a:extLst>
                <a:ext uri="{FF2B5EF4-FFF2-40B4-BE49-F238E27FC236}">
                  <a16:creationId xmlns:a16="http://schemas.microsoft.com/office/drawing/2014/main" id="{8E56318A-7615-44D7-9F4A-708EE0E9AB60}"/>
                </a:ext>
              </a:extLst>
            </p:cNvPr>
            <p:cNvSpPr>
              <a:spLocks noChangeArrowheads="1"/>
            </p:cNvSpPr>
            <p:nvPr/>
          </p:nvSpPr>
          <p:spPr bwMode="gray">
            <a:xfrm>
              <a:off x="2745135" y="3933900"/>
              <a:ext cx="4343399" cy="590550"/>
            </a:xfrm>
            <a:prstGeom prst="roundRect">
              <a:avLst>
                <a:gd name="adj" fmla="val 16667"/>
              </a:avLst>
            </a:prstGeom>
            <a:gradFill rotWithShape="1">
              <a:gsLst>
                <a:gs pos="0">
                  <a:schemeClr val="folHlink"/>
                </a:gs>
                <a:gs pos="50000">
                  <a:schemeClr val="folHlink">
                    <a:gamma/>
                    <a:tint val="21176"/>
                    <a:invGamma/>
                  </a:schemeClr>
                </a:gs>
                <a:gs pos="100000">
                  <a:schemeClr val="folHlink"/>
                </a:gs>
              </a:gsLst>
              <a:lin ang="5400000" scaled="1"/>
            </a:gradFill>
            <a:ln w="12700" algn="ctr">
              <a:solidFill>
                <a:schemeClr val="bg1"/>
              </a:solidFill>
              <a:round/>
              <a:headEnd/>
              <a:tailEnd/>
            </a:ln>
            <a:effectLst/>
          </p:spPr>
          <p:txBody>
            <a:bodyPr wrap="none" anchor="ctr"/>
            <a:lstStyle/>
            <a:p>
              <a:pPr eaLnBrk="1" hangingPunct="1">
                <a:defRPr/>
              </a:pPr>
              <a:endParaRPr kumimoji="0" lang="zh-CN" altLang="en-US" sz="3200">
                <a:solidFill>
                  <a:srgbClr val="FF0000"/>
                </a:solidFill>
                <a:latin typeface="黑体" pitchFamily="2" charset="-122"/>
                <a:ea typeface="黑体" pitchFamily="2" charset="-122"/>
              </a:endParaRPr>
            </a:p>
          </p:txBody>
        </p:sp>
        <p:sp>
          <p:nvSpPr>
            <p:cNvPr id="167942" name="AutoShape 15">
              <a:extLst>
                <a:ext uri="{FF2B5EF4-FFF2-40B4-BE49-F238E27FC236}">
                  <a16:creationId xmlns:a16="http://schemas.microsoft.com/office/drawing/2014/main" id="{D95DA386-66AD-423B-AA10-457CDD8D11D8}"/>
                </a:ext>
              </a:extLst>
            </p:cNvPr>
            <p:cNvSpPr>
              <a:spLocks noChangeArrowheads="1"/>
            </p:cNvSpPr>
            <p:nvPr/>
          </p:nvSpPr>
          <p:spPr bwMode="gray">
            <a:xfrm>
              <a:off x="2411760" y="3789040"/>
              <a:ext cx="685800" cy="881063"/>
            </a:xfrm>
            <a:prstGeom prst="diamond">
              <a:avLst/>
            </a:prstGeom>
            <a:solidFill>
              <a:schemeClr val="folHlink"/>
            </a:solidFill>
            <a:ln w="25400" algn="ctr">
              <a:solidFill>
                <a:schemeClr val="bg1"/>
              </a:solidFill>
              <a:miter lim="800000"/>
              <a:headEnd/>
              <a:tailEnd/>
            </a:ln>
            <a:effectLst/>
            <a:extLst>
              <a:ext uri="{AF507438-7753-43E0-B8FC-AC1667EBCBE1}">
                <a14:hiddenEffects xmlns:a14="http://schemas.microsoft.com/office/drawing/2010/main">
                  <a:effectLst>
                    <a:outerShdw dist="63500" dir="2212194" algn="ctr" rotWithShape="0">
                      <a:srgbClr val="333333">
                        <a:alpha val="50000"/>
                      </a:srgbClr>
                    </a:outerShdw>
                  </a:effectLst>
                </a14:hiddenEffects>
              </a:ext>
            </a:extLst>
          </p:spPr>
          <p:txBody>
            <a:bodyPr wrap="none"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1170441" name="AutoShape 9">
              <a:extLst>
                <a:ext uri="{FF2B5EF4-FFF2-40B4-BE49-F238E27FC236}">
                  <a16:creationId xmlns:a16="http://schemas.microsoft.com/office/drawing/2014/main" id="{A31D88C7-FDB0-47E6-A5FB-BDE294423E86}"/>
                </a:ext>
              </a:extLst>
            </p:cNvPr>
            <p:cNvSpPr>
              <a:spLocks noChangeArrowheads="1"/>
            </p:cNvSpPr>
            <p:nvPr/>
          </p:nvSpPr>
          <p:spPr bwMode="gray">
            <a:xfrm>
              <a:off x="2789585" y="2794075"/>
              <a:ext cx="4303712" cy="606425"/>
            </a:xfrm>
            <a:prstGeom prst="roundRect">
              <a:avLst>
                <a:gd name="adj" fmla="val 16667"/>
              </a:avLst>
            </a:prstGeom>
            <a:gradFill rotWithShape="1">
              <a:gsLst>
                <a:gs pos="0">
                  <a:schemeClr val="hlink"/>
                </a:gs>
                <a:gs pos="50000">
                  <a:schemeClr val="hlink">
                    <a:gamma/>
                    <a:tint val="21176"/>
                    <a:invGamma/>
                  </a:schemeClr>
                </a:gs>
                <a:gs pos="100000">
                  <a:schemeClr val="hlink"/>
                </a:gs>
              </a:gsLst>
              <a:lin ang="5400000" scaled="1"/>
            </a:gradFill>
            <a:ln w="12700" algn="ctr">
              <a:solidFill>
                <a:schemeClr val="bg1"/>
              </a:solidFill>
              <a:round/>
              <a:headEnd/>
              <a:tailEnd/>
            </a:ln>
            <a:effectLst/>
          </p:spPr>
          <p:txBody>
            <a:bodyPr wrap="none" anchor="ctr"/>
            <a:lstStyle/>
            <a:p>
              <a:pPr eaLnBrk="1" hangingPunct="1">
                <a:defRPr/>
              </a:pPr>
              <a:endParaRPr kumimoji="0" lang="zh-CN" altLang="en-US" sz="3200">
                <a:solidFill>
                  <a:srgbClr val="FF0000"/>
                </a:solidFill>
                <a:latin typeface="黑体" pitchFamily="2" charset="-122"/>
                <a:ea typeface="黑体" pitchFamily="2" charset="-122"/>
              </a:endParaRPr>
            </a:p>
          </p:txBody>
        </p:sp>
        <p:sp>
          <p:nvSpPr>
            <p:cNvPr id="167944" name="AutoShape 10">
              <a:extLst>
                <a:ext uri="{FF2B5EF4-FFF2-40B4-BE49-F238E27FC236}">
                  <a16:creationId xmlns:a16="http://schemas.microsoft.com/office/drawing/2014/main" id="{1844FC10-46F0-4F96-8AC8-AAB1E5E6F992}"/>
                </a:ext>
              </a:extLst>
            </p:cNvPr>
            <p:cNvSpPr>
              <a:spLocks noChangeArrowheads="1"/>
            </p:cNvSpPr>
            <p:nvPr/>
          </p:nvSpPr>
          <p:spPr bwMode="gray">
            <a:xfrm>
              <a:off x="2411760" y="2636912"/>
              <a:ext cx="679450" cy="909638"/>
            </a:xfrm>
            <a:prstGeom prst="diamond">
              <a:avLst/>
            </a:prstGeom>
            <a:solidFill>
              <a:schemeClr val="hlink"/>
            </a:solidFill>
            <a:ln w="25400" algn="ctr">
              <a:solidFill>
                <a:schemeClr val="bg1"/>
              </a:solidFill>
              <a:miter lim="800000"/>
              <a:headEnd/>
              <a:tailEnd/>
            </a:ln>
            <a:effectLst/>
            <a:extLst>
              <a:ext uri="{AF507438-7753-43E0-B8FC-AC1667EBCBE1}">
                <a14:hiddenEffects xmlns:a14="http://schemas.microsoft.com/office/drawing/2010/main">
                  <a:effectLst>
                    <a:outerShdw dist="63500" dir="2212194" algn="ctr" rotWithShape="0">
                      <a:srgbClr val="333333">
                        <a:alpha val="50000"/>
                      </a:srgbClr>
                    </a:outerShdw>
                  </a:effectLst>
                </a14:hiddenEffects>
              </a:ext>
            </a:extLst>
          </p:spPr>
          <p:txBody>
            <a:bodyPr wrap="none"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167945" name="Text Box 11">
              <a:extLst>
                <a:ext uri="{FF2B5EF4-FFF2-40B4-BE49-F238E27FC236}">
                  <a16:creationId xmlns:a16="http://schemas.microsoft.com/office/drawing/2014/main" id="{196A1677-42EE-459B-A432-4682BF119505}"/>
                </a:ext>
              </a:extLst>
            </p:cNvPr>
            <p:cNvSpPr txBox="1">
              <a:spLocks noChangeArrowheads="1"/>
            </p:cNvSpPr>
            <p:nvPr/>
          </p:nvSpPr>
          <p:spPr bwMode="gray">
            <a:xfrm>
              <a:off x="3161060" y="2868687"/>
              <a:ext cx="363855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zh-CN" altLang="en-US" sz="2800" b="1">
                  <a:latin typeface="黑体" panose="02010609060101010101" pitchFamily="49" charset="-122"/>
                  <a:ea typeface="黑体" panose="02010609060101010101" pitchFamily="49" charset="-122"/>
                </a:rPr>
                <a:t>命题的概念与运算</a:t>
              </a:r>
            </a:p>
          </p:txBody>
        </p:sp>
        <p:sp>
          <p:nvSpPr>
            <p:cNvPr id="167946" name="Text Box 12">
              <a:extLst>
                <a:ext uri="{FF2B5EF4-FFF2-40B4-BE49-F238E27FC236}">
                  <a16:creationId xmlns:a16="http://schemas.microsoft.com/office/drawing/2014/main" id="{F181BED2-9490-4122-979F-DE9F46DD33A2}"/>
                </a:ext>
              </a:extLst>
            </p:cNvPr>
            <p:cNvSpPr txBox="1">
              <a:spLocks noChangeArrowheads="1"/>
            </p:cNvSpPr>
            <p:nvPr/>
          </p:nvSpPr>
          <p:spPr bwMode="gray">
            <a:xfrm>
              <a:off x="2556222" y="2829000"/>
              <a:ext cx="358775"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92457" dir="9843276" algn="ctr" rotWithShape="0">
                      <a:schemeClr val="bg2"/>
                    </a:outerShdw>
                  </a:effectLst>
                </a14:hiddenEffects>
              </a:ext>
            </a:extLst>
          </p:spPr>
          <p:txBody>
            <a:bodyPr wrap="none">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en-US" altLang="zh-CN" sz="2800" b="1">
                  <a:solidFill>
                    <a:schemeClr val="bg1"/>
                  </a:solidFill>
                  <a:latin typeface="黑体" panose="02010609060101010101" pitchFamily="49" charset="-122"/>
                </a:rPr>
                <a:t>1</a:t>
              </a:r>
            </a:p>
          </p:txBody>
        </p:sp>
        <p:sp>
          <p:nvSpPr>
            <p:cNvPr id="167947" name="AutoShape 19">
              <a:extLst>
                <a:ext uri="{FF2B5EF4-FFF2-40B4-BE49-F238E27FC236}">
                  <a16:creationId xmlns:a16="http://schemas.microsoft.com/office/drawing/2014/main" id="{4063B015-01A5-4D3D-87C2-AF660BA9C1C6}"/>
                </a:ext>
              </a:extLst>
            </p:cNvPr>
            <p:cNvSpPr>
              <a:spLocks noChangeArrowheads="1"/>
            </p:cNvSpPr>
            <p:nvPr/>
          </p:nvSpPr>
          <p:spPr bwMode="gray">
            <a:xfrm>
              <a:off x="2663501" y="5030862"/>
              <a:ext cx="4425033" cy="593725"/>
            </a:xfrm>
            <a:prstGeom prst="roundRect">
              <a:avLst>
                <a:gd name="adj" fmla="val 16667"/>
              </a:avLst>
            </a:prstGeom>
            <a:gradFill rotWithShape="1">
              <a:gsLst>
                <a:gs pos="0">
                  <a:srgbClr val="765E00"/>
                </a:gs>
                <a:gs pos="50000">
                  <a:srgbClr val="FFCC00"/>
                </a:gs>
                <a:gs pos="100000">
                  <a:srgbClr val="765E00"/>
                </a:gs>
              </a:gsLst>
              <a:lin ang="5400000" scaled="1"/>
            </a:gradFill>
            <a:ln w="12700" algn="ctr">
              <a:solidFill>
                <a:schemeClr val="bg1"/>
              </a:solidFill>
              <a:round/>
              <a:headEnd/>
              <a:tailEnd/>
            </a:ln>
            <a:effectLst/>
            <a:extLst>
              <a:ext uri="{AF507438-7753-43E0-B8FC-AC1667EBCBE1}">
                <a14:hiddenEffects xmlns:a14="http://schemas.microsoft.com/office/drawing/2010/main">
                  <a:effectLst>
                    <a:outerShdw dist="99190" dir="2388334" algn="ctr" rotWithShape="0">
                      <a:srgbClr val="333333">
                        <a:alpha val="50000"/>
                      </a:srgbClr>
                    </a:outerShdw>
                  </a:effectLst>
                </a14:hiddenEffects>
              </a:ext>
            </a:extLst>
          </p:spPr>
          <p:txBody>
            <a:bodyPr wrap="none"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167948" name="AutoShape 20">
              <a:extLst>
                <a:ext uri="{FF2B5EF4-FFF2-40B4-BE49-F238E27FC236}">
                  <a16:creationId xmlns:a16="http://schemas.microsoft.com/office/drawing/2014/main" id="{48C2D790-7550-4D7E-BF0B-DBC89FEE572A}"/>
                </a:ext>
              </a:extLst>
            </p:cNvPr>
            <p:cNvSpPr>
              <a:spLocks noChangeArrowheads="1"/>
            </p:cNvSpPr>
            <p:nvPr/>
          </p:nvSpPr>
          <p:spPr bwMode="gray">
            <a:xfrm>
              <a:off x="2420615" y="4907037"/>
              <a:ext cx="685800" cy="890588"/>
            </a:xfrm>
            <a:prstGeom prst="diamond">
              <a:avLst/>
            </a:prstGeom>
            <a:solidFill>
              <a:srgbClr val="CC9900"/>
            </a:solidFill>
            <a:ln w="25400" algn="ctr">
              <a:solidFill>
                <a:schemeClr val="bg1"/>
              </a:solidFill>
              <a:miter lim="800000"/>
              <a:headEnd/>
              <a:tailEnd/>
            </a:ln>
            <a:effectLst/>
            <a:extLst>
              <a:ext uri="{AF507438-7753-43E0-B8FC-AC1667EBCBE1}">
                <a14:hiddenEffects xmlns:a14="http://schemas.microsoft.com/office/drawing/2010/main">
                  <a:effectLst>
                    <a:outerShdw dist="63500" dir="2212194" algn="ctr" rotWithShape="0">
                      <a:srgbClr val="333333">
                        <a:alpha val="50000"/>
                      </a:srgbClr>
                    </a:outerShdw>
                  </a:effectLst>
                </a14:hiddenEffects>
              </a:ext>
            </a:extLst>
          </p:spPr>
          <p:txBody>
            <a:bodyPr wrap="none"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167949" name="Text Box 21">
              <a:extLst>
                <a:ext uri="{FF2B5EF4-FFF2-40B4-BE49-F238E27FC236}">
                  <a16:creationId xmlns:a16="http://schemas.microsoft.com/office/drawing/2014/main" id="{6D99D08C-71AC-45A7-AF90-A2DF73A02C30}"/>
                </a:ext>
              </a:extLst>
            </p:cNvPr>
            <p:cNvSpPr txBox="1">
              <a:spLocks noChangeArrowheads="1"/>
            </p:cNvSpPr>
            <p:nvPr/>
          </p:nvSpPr>
          <p:spPr bwMode="gray">
            <a:xfrm>
              <a:off x="3380482" y="3950122"/>
              <a:ext cx="3429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zh-CN" altLang="en-US" sz="2800" b="1">
                  <a:latin typeface="黑体" panose="02010609060101010101" pitchFamily="49" charset="-122"/>
                  <a:ea typeface="黑体" panose="02010609060101010101" pitchFamily="49" charset="-122"/>
                </a:rPr>
                <a:t>命题公式与等值演算</a:t>
              </a:r>
            </a:p>
          </p:txBody>
        </p:sp>
        <p:sp>
          <p:nvSpPr>
            <p:cNvPr id="167950" name="Text Box 22">
              <a:extLst>
                <a:ext uri="{FF2B5EF4-FFF2-40B4-BE49-F238E27FC236}">
                  <a16:creationId xmlns:a16="http://schemas.microsoft.com/office/drawing/2014/main" id="{ABF2AD7A-3366-43BF-8571-D925E486CB34}"/>
                </a:ext>
              </a:extLst>
            </p:cNvPr>
            <p:cNvSpPr txBox="1">
              <a:spLocks noChangeArrowheads="1"/>
            </p:cNvSpPr>
            <p:nvPr/>
          </p:nvSpPr>
          <p:spPr bwMode="gray">
            <a:xfrm>
              <a:off x="2558407" y="3930265"/>
              <a:ext cx="358775" cy="522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92457" dir="9843276"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en-US" altLang="zh-CN" sz="2800" b="1">
                  <a:solidFill>
                    <a:schemeClr val="bg1"/>
                  </a:solidFill>
                  <a:latin typeface="黑体" panose="02010609060101010101" pitchFamily="49" charset="-122"/>
                </a:rPr>
                <a:t>2</a:t>
              </a:r>
            </a:p>
          </p:txBody>
        </p:sp>
        <p:sp>
          <p:nvSpPr>
            <p:cNvPr id="167951" name="Text Box 17">
              <a:extLst>
                <a:ext uri="{FF2B5EF4-FFF2-40B4-BE49-F238E27FC236}">
                  <a16:creationId xmlns:a16="http://schemas.microsoft.com/office/drawing/2014/main" id="{FCFACA4F-6D9F-4F07-8BFA-B38754C63E0D}"/>
                </a:ext>
              </a:extLst>
            </p:cNvPr>
            <p:cNvSpPr txBox="1">
              <a:spLocks noChangeArrowheads="1"/>
            </p:cNvSpPr>
            <p:nvPr/>
          </p:nvSpPr>
          <p:spPr bwMode="gray">
            <a:xfrm>
              <a:off x="2576276" y="5085184"/>
              <a:ext cx="361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92457" dir="9843276" algn="ctr" rotWithShape="0">
                      <a:schemeClr val="bg2"/>
                    </a:outerShdw>
                  </a:effectLst>
                </a14:hiddenEffects>
              </a:ext>
            </a:extLst>
          </p:spPr>
          <p:txBody>
            <a:bodyPr wrap="none">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en-US" altLang="zh-CN" sz="2800" b="1">
                  <a:solidFill>
                    <a:schemeClr val="bg1"/>
                  </a:solidFill>
                  <a:latin typeface="黑体" panose="02010609060101010101" pitchFamily="49" charset="-122"/>
                </a:rPr>
                <a:t>3</a:t>
              </a:r>
            </a:p>
          </p:txBody>
        </p:sp>
        <p:sp>
          <p:nvSpPr>
            <p:cNvPr id="167952" name="Text Box 21">
              <a:extLst>
                <a:ext uri="{FF2B5EF4-FFF2-40B4-BE49-F238E27FC236}">
                  <a16:creationId xmlns:a16="http://schemas.microsoft.com/office/drawing/2014/main" id="{3E7DD07A-9D0C-4B0C-93DE-2BE43364BAE5}"/>
                </a:ext>
              </a:extLst>
            </p:cNvPr>
            <p:cNvSpPr txBox="1">
              <a:spLocks noChangeArrowheads="1"/>
            </p:cNvSpPr>
            <p:nvPr/>
          </p:nvSpPr>
          <p:spPr bwMode="gray">
            <a:xfrm>
              <a:off x="3156868" y="5093763"/>
              <a:ext cx="3429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zh-CN" altLang="en-US" sz="2800" b="1">
                  <a:latin typeface="黑体" panose="02010609060101010101" pitchFamily="49" charset="-122"/>
                  <a:ea typeface="黑体" panose="02010609060101010101" pitchFamily="49" charset="-122"/>
                </a:rPr>
                <a:t> 联结词的完备集</a:t>
              </a:r>
            </a:p>
          </p:txBody>
        </p:sp>
      </p:grpSp>
    </p:spTree>
  </p:cSld>
  <p:clrMapOvr>
    <a:masterClrMapping/>
  </p:clrMapOvr>
  <p:transition/>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日期占位符 3">
            <a:extLst>
              <a:ext uri="{FF2B5EF4-FFF2-40B4-BE49-F238E27FC236}">
                <a16:creationId xmlns:a16="http://schemas.microsoft.com/office/drawing/2014/main" id="{C4F3F156-A0E2-4BB4-BD96-FCE1B1D2B1DB}"/>
              </a:ext>
            </a:extLst>
          </p:cNvPr>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F2269E83-E891-4044-9BB0-8A47101232C9}"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68963" name="页脚占位符 4">
            <a:extLst>
              <a:ext uri="{FF2B5EF4-FFF2-40B4-BE49-F238E27FC236}">
                <a16:creationId xmlns:a16="http://schemas.microsoft.com/office/drawing/2014/main" id="{58190E0A-5F75-4502-A942-8E13D46CA44A}"/>
              </a:ext>
            </a:extLst>
          </p:cNvPr>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68964" name="灯片编号占位符 5">
            <a:extLst>
              <a:ext uri="{FF2B5EF4-FFF2-40B4-BE49-F238E27FC236}">
                <a16:creationId xmlns:a16="http://schemas.microsoft.com/office/drawing/2014/main" id="{EC49A95A-FAAE-4A8E-8793-DE725FE616A6}"/>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AF48FE3D-4070-4BF7-91FA-5107A36B1108}" type="slidenum">
              <a:rPr lang="en-US" altLang="zh-CN" sz="1400" smtClean="0">
                <a:latin typeface="Times New Roman" panose="02020603050405020304" pitchFamily="18" charset="0"/>
                <a:ea typeface="宋体" panose="02010600030101010101" pitchFamily="2" charset="-122"/>
              </a:rPr>
              <a:pPr>
                <a:spcBef>
                  <a:spcPct val="0"/>
                </a:spcBef>
                <a:buFontTx/>
                <a:buNone/>
              </a:pPr>
              <a:t>140</a:t>
            </a:fld>
            <a:endParaRPr lang="en-US" altLang="zh-CN" sz="1400">
              <a:latin typeface="Times New Roman" panose="02020603050405020304" pitchFamily="18" charset="0"/>
              <a:ea typeface="宋体" panose="02010600030101010101" pitchFamily="2" charset="-122"/>
            </a:endParaRPr>
          </a:p>
        </p:txBody>
      </p:sp>
      <p:sp>
        <p:nvSpPr>
          <p:cNvPr id="168965" name="Rectangle 2">
            <a:extLst>
              <a:ext uri="{FF2B5EF4-FFF2-40B4-BE49-F238E27FC236}">
                <a16:creationId xmlns:a16="http://schemas.microsoft.com/office/drawing/2014/main" id="{7497A7E5-3A42-4029-996C-ED3B9016001E}"/>
              </a:ext>
            </a:extLst>
          </p:cNvPr>
          <p:cNvSpPr>
            <a:spLocks noGrp="1" noChangeArrowheads="1"/>
          </p:cNvSpPr>
          <p:nvPr>
            <p:ph type="ctrTitle"/>
          </p:nvPr>
        </p:nvSpPr>
        <p:spPr>
          <a:xfrm>
            <a:off x="1190625" y="2565400"/>
            <a:ext cx="7197725" cy="1439863"/>
          </a:xfrm>
          <a:solidFill>
            <a:srgbClr val="0000FF"/>
          </a:solidFill>
        </p:spPr>
        <p:txBody>
          <a:bodyPr anchor="ctr"/>
          <a:lstStyle/>
          <a:p>
            <a:pPr eaLnBrk="1" hangingPunct="1"/>
            <a:r>
              <a:rPr lang="zh-CN" altLang="en-US" sz="6600" b="1">
                <a:solidFill>
                  <a:schemeClr val="bg1"/>
                </a:solidFill>
              </a:rPr>
              <a:t>联结词的完备集</a:t>
            </a:r>
          </a:p>
        </p:txBody>
      </p:sp>
      <p:pic>
        <p:nvPicPr>
          <p:cNvPr id="168966" name="Picture 7" descr="C:\Program Files\Microsoft Office\MEDIA\CAGCAT10\j0292982.wmf">
            <a:extLst>
              <a:ext uri="{FF2B5EF4-FFF2-40B4-BE49-F238E27FC236}">
                <a16:creationId xmlns:a16="http://schemas.microsoft.com/office/drawing/2014/main" id="{16B6E49D-88CC-4CF1-BFB2-DCF0FDF2ED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21575" y="4738688"/>
            <a:ext cx="1371600" cy="135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Text Box 2">
            <a:extLst>
              <a:ext uri="{FF2B5EF4-FFF2-40B4-BE49-F238E27FC236}">
                <a16:creationId xmlns:a16="http://schemas.microsoft.com/office/drawing/2014/main" id="{F967896B-971A-4CD7-B31B-60F578AB7C3C}"/>
              </a:ext>
            </a:extLst>
          </p:cNvPr>
          <p:cNvSpPr txBox="1">
            <a:spLocks noChangeArrowheads="1"/>
          </p:cNvSpPr>
          <p:nvPr/>
        </p:nvSpPr>
        <p:spPr bwMode="auto">
          <a:xfrm>
            <a:off x="1436688" y="765175"/>
            <a:ext cx="62706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联结词的完备集</a:t>
            </a:r>
          </a:p>
        </p:txBody>
      </p:sp>
      <p:sp>
        <p:nvSpPr>
          <p:cNvPr id="169987" name="Rectangle 3">
            <a:extLst>
              <a:ext uri="{FF2B5EF4-FFF2-40B4-BE49-F238E27FC236}">
                <a16:creationId xmlns:a16="http://schemas.microsoft.com/office/drawing/2014/main" id="{6CB7A3B7-AFC0-43AD-9009-CB82EB753633}"/>
              </a:ext>
            </a:extLst>
          </p:cNvPr>
          <p:cNvSpPr>
            <a:spLocks noGrp="1" noChangeArrowheads="1"/>
          </p:cNvSpPr>
          <p:nvPr>
            <p:ph type="body" sz="half" idx="1"/>
          </p:nvPr>
        </p:nvSpPr>
        <p:spPr>
          <a:xfrm>
            <a:off x="2411413" y="2420938"/>
            <a:ext cx="4248150" cy="3024187"/>
          </a:xfrm>
        </p:spPr>
        <p:txBody>
          <a:bodyPr lIns="92075" tIns="46038" rIns="92075" bIns="46038"/>
          <a:lstStyle/>
          <a:p>
            <a:pPr>
              <a:lnSpc>
                <a:spcPct val="150000"/>
              </a:lnSpc>
              <a:spcBef>
                <a:spcPct val="30000"/>
              </a:spcBef>
              <a:buFont typeface="Wingdings" panose="05000000000000000000" pitchFamily="2" charset="2"/>
              <a:buChar char="J"/>
            </a:pPr>
            <a:r>
              <a:rPr lang="zh-CN" altLang="en-US" sz="3600" b="1">
                <a:solidFill>
                  <a:schemeClr val="accent2"/>
                </a:solidFill>
                <a:effectLst/>
                <a:latin typeface="黑体" panose="02010609060101010101" pitchFamily="49" charset="-122"/>
                <a:ea typeface="黑体" panose="02010609060101010101" pitchFamily="49" charset="-122"/>
              </a:rPr>
              <a:t> 联结词的枚举</a:t>
            </a:r>
          </a:p>
          <a:p>
            <a:pPr>
              <a:lnSpc>
                <a:spcPct val="150000"/>
              </a:lnSpc>
              <a:spcBef>
                <a:spcPct val="30000"/>
              </a:spcBef>
              <a:buFont typeface="Wingdings" panose="05000000000000000000" pitchFamily="2" charset="2"/>
              <a:buChar char="4"/>
            </a:pPr>
            <a:r>
              <a:rPr lang="zh-CN" altLang="en-US" sz="3600" b="1">
                <a:effectLst/>
                <a:latin typeface="黑体" panose="02010609060101010101" pitchFamily="49" charset="-122"/>
                <a:ea typeface="黑体" panose="02010609060101010101" pitchFamily="49" charset="-122"/>
              </a:rPr>
              <a:t> 联结词的完备性</a:t>
            </a:r>
          </a:p>
          <a:p>
            <a:pPr>
              <a:lnSpc>
                <a:spcPct val="150000"/>
              </a:lnSpc>
              <a:spcBef>
                <a:spcPct val="30000"/>
              </a:spcBef>
              <a:buFont typeface="Wingdings" panose="05000000000000000000" pitchFamily="2" charset="2"/>
              <a:buChar char="4"/>
            </a:pPr>
            <a:r>
              <a:rPr lang="zh-CN" altLang="en-US" sz="3600" b="1">
                <a:effectLst/>
                <a:latin typeface="黑体" panose="02010609060101010101" pitchFamily="49" charset="-122"/>
                <a:ea typeface="黑体" panose="02010609060101010101" pitchFamily="49" charset="-122"/>
              </a:rPr>
              <a:t> 联结词的应用</a:t>
            </a:r>
          </a:p>
        </p:txBody>
      </p:sp>
      <p:pic>
        <p:nvPicPr>
          <p:cNvPr id="169988" name="Picture 6" descr="C:\Program Files\Microsoft Office\MEDIA\CAGCAT10\j0293844.wmf">
            <a:extLst>
              <a:ext uri="{FF2B5EF4-FFF2-40B4-BE49-F238E27FC236}">
                <a16:creationId xmlns:a16="http://schemas.microsoft.com/office/drawing/2014/main" id="{2250858A-E614-40A3-A479-77FF4E6DD4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81950" y="549275"/>
            <a:ext cx="1162050"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日期占位符 3">
            <a:extLst>
              <a:ext uri="{FF2B5EF4-FFF2-40B4-BE49-F238E27FC236}">
                <a16:creationId xmlns:a16="http://schemas.microsoft.com/office/drawing/2014/main" id="{1F002694-D1C7-4477-B8B8-50FCE1D4DC92}"/>
              </a:ext>
            </a:extLst>
          </p:cNvPr>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E5CA4CEC-D087-4F2B-86CD-7ACDD7505390}"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71011" name="页脚占位符 4">
            <a:extLst>
              <a:ext uri="{FF2B5EF4-FFF2-40B4-BE49-F238E27FC236}">
                <a16:creationId xmlns:a16="http://schemas.microsoft.com/office/drawing/2014/main" id="{646F5B37-A266-4B79-8526-1D9FA98F2592}"/>
              </a:ext>
            </a:extLst>
          </p:cNvPr>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71012" name="灯片编号占位符 5">
            <a:extLst>
              <a:ext uri="{FF2B5EF4-FFF2-40B4-BE49-F238E27FC236}">
                <a16:creationId xmlns:a16="http://schemas.microsoft.com/office/drawing/2014/main" id="{9D672EF5-876B-4A7D-B842-56F934A5BFA6}"/>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A4CEBEC6-30A4-49D1-AED8-169C2D8108CE}" type="slidenum">
              <a:rPr lang="en-US" altLang="zh-CN" sz="1400" smtClean="0">
                <a:latin typeface="Times New Roman" panose="02020603050405020304" pitchFamily="18" charset="0"/>
                <a:ea typeface="宋体" panose="02010600030101010101" pitchFamily="2" charset="-122"/>
              </a:rPr>
              <a:pPr>
                <a:spcBef>
                  <a:spcPct val="0"/>
                </a:spcBef>
                <a:buFontTx/>
                <a:buNone/>
              </a:pPr>
              <a:t>142</a:t>
            </a:fld>
            <a:endParaRPr lang="en-US" altLang="zh-CN" sz="1400">
              <a:latin typeface="Times New Roman" panose="02020603050405020304" pitchFamily="18" charset="0"/>
              <a:ea typeface="宋体" panose="02010600030101010101" pitchFamily="2" charset="-122"/>
            </a:endParaRPr>
          </a:p>
        </p:txBody>
      </p:sp>
      <p:sp>
        <p:nvSpPr>
          <p:cNvPr id="171013" name="Text Box 2">
            <a:extLst>
              <a:ext uri="{FF2B5EF4-FFF2-40B4-BE49-F238E27FC236}">
                <a16:creationId xmlns:a16="http://schemas.microsoft.com/office/drawing/2014/main" id="{39764E9D-E4C0-43E8-9121-91422254FE56}"/>
              </a:ext>
            </a:extLst>
          </p:cNvPr>
          <p:cNvSpPr txBox="1">
            <a:spLocks noChangeArrowheads="1"/>
          </p:cNvSpPr>
          <p:nvPr/>
        </p:nvSpPr>
        <p:spPr bwMode="auto">
          <a:xfrm>
            <a:off x="1371600" y="838200"/>
            <a:ext cx="5943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一元真值函数</a:t>
            </a:r>
          </a:p>
        </p:txBody>
      </p:sp>
      <p:pic>
        <p:nvPicPr>
          <p:cNvPr id="171014" name="Picture 6" descr="C:\Program Files\Microsoft Office\MEDIA\CAGCAT10\j0293844.wmf">
            <a:extLst>
              <a:ext uri="{FF2B5EF4-FFF2-40B4-BE49-F238E27FC236}">
                <a16:creationId xmlns:a16="http://schemas.microsoft.com/office/drawing/2014/main" id="{7C59318D-A0CF-4148-ACB4-DFDBD9F13D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43800" y="53340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1015" name="Text Box 4">
            <a:extLst>
              <a:ext uri="{FF2B5EF4-FFF2-40B4-BE49-F238E27FC236}">
                <a16:creationId xmlns:a16="http://schemas.microsoft.com/office/drawing/2014/main" id="{7E673EB7-A0CF-43E7-AEB5-6E25C8BA9ADE}"/>
              </a:ext>
            </a:extLst>
          </p:cNvPr>
          <p:cNvSpPr txBox="1">
            <a:spLocks noChangeArrowheads="1"/>
          </p:cNvSpPr>
          <p:nvPr/>
        </p:nvSpPr>
        <p:spPr bwMode="auto">
          <a:xfrm>
            <a:off x="1042988" y="4724400"/>
            <a:ext cx="7345362" cy="946150"/>
          </a:xfrm>
          <a:prstGeom prst="rect">
            <a:avLst/>
          </a:prstGeom>
          <a:solidFill>
            <a:srgbClr val="FF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b="1">
                <a:latin typeface="黑体" panose="02010609060101010101" pitchFamily="49" charset="-122"/>
                <a:ea typeface="黑体" panose="02010609060101010101" pitchFamily="49" charset="-122"/>
              </a:rPr>
              <a:t>    因此，一共有</a:t>
            </a:r>
            <a:r>
              <a:rPr lang="en-US" altLang="zh-CN" sz="2800" b="1">
                <a:latin typeface="黑体" panose="02010609060101010101" pitchFamily="49" charset="-122"/>
                <a:ea typeface="黑体" panose="02010609060101010101" pitchFamily="49" charset="-122"/>
              </a:rPr>
              <a:t>4</a:t>
            </a:r>
            <a:r>
              <a:rPr lang="zh-CN" altLang="en-US" sz="2800" b="1">
                <a:latin typeface="黑体" panose="02010609060101010101" pitchFamily="49" charset="-122"/>
                <a:ea typeface="黑体" panose="02010609060101010101" pitchFamily="49" charset="-122"/>
              </a:rPr>
              <a:t>种不同的一元命题公式，可以建立</a:t>
            </a:r>
            <a:r>
              <a:rPr lang="en-US" altLang="zh-CN" sz="2800" b="1">
                <a:latin typeface="黑体" panose="02010609060101010101" pitchFamily="49" charset="-122"/>
                <a:ea typeface="黑体" panose="02010609060101010101" pitchFamily="49" charset="-122"/>
              </a:rPr>
              <a:t>4</a:t>
            </a:r>
            <a:r>
              <a:rPr lang="zh-CN" altLang="en-US" sz="2800" b="1">
                <a:latin typeface="黑体" panose="02010609060101010101" pitchFamily="49" charset="-122"/>
                <a:ea typeface="黑体" panose="02010609060101010101" pitchFamily="49" charset="-122"/>
              </a:rPr>
              <a:t>种不同的</a:t>
            </a:r>
            <a:r>
              <a:rPr lang="zh-CN" altLang="en-US" sz="2800" b="1">
                <a:solidFill>
                  <a:srgbClr val="006600"/>
                </a:solidFill>
                <a:latin typeface="黑体" panose="02010609060101010101" pitchFamily="49" charset="-122"/>
                <a:ea typeface="黑体" panose="02010609060101010101" pitchFamily="49" charset="-122"/>
              </a:rPr>
              <a:t>一元真值函数</a:t>
            </a:r>
            <a:r>
              <a:rPr lang="zh-CN" altLang="en-US" sz="2800" b="1">
                <a:latin typeface="黑体" panose="02010609060101010101" pitchFamily="49" charset="-122"/>
                <a:ea typeface="黑体" panose="02010609060101010101" pitchFamily="49" charset="-122"/>
              </a:rPr>
              <a:t>。</a:t>
            </a:r>
          </a:p>
        </p:txBody>
      </p:sp>
      <p:sp>
        <p:nvSpPr>
          <p:cNvPr id="171016" name="Text Box 5">
            <a:extLst>
              <a:ext uri="{FF2B5EF4-FFF2-40B4-BE49-F238E27FC236}">
                <a16:creationId xmlns:a16="http://schemas.microsoft.com/office/drawing/2014/main" id="{BCCC525F-DD8D-4DBD-85EC-FD9022ACABE3}"/>
              </a:ext>
            </a:extLst>
          </p:cNvPr>
          <p:cNvSpPr txBox="1">
            <a:spLocks noChangeArrowheads="1"/>
          </p:cNvSpPr>
          <p:nvPr/>
        </p:nvSpPr>
        <p:spPr bwMode="auto">
          <a:xfrm>
            <a:off x="1187450" y="3284538"/>
            <a:ext cx="7345363" cy="100171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50000"/>
              </a:spcBef>
              <a:buFontTx/>
              <a:buNone/>
            </a:pPr>
            <a:r>
              <a:rPr lang="zh-CN" altLang="en-US" b="1">
                <a:solidFill>
                  <a:schemeClr val="accent2"/>
                </a:solidFill>
                <a:latin typeface="Times New Roman" panose="02020603050405020304" pitchFamily="18" charset="0"/>
                <a:ea typeface="宋体" panose="02010600030101010101" pitchFamily="2" charset="-122"/>
              </a:rPr>
              <a:t>单个有两种可能的取值，对于</a:t>
            </a:r>
            <a:r>
              <a:rPr lang="en-US" altLang="zh-CN" b="1">
                <a:solidFill>
                  <a:schemeClr val="accent2"/>
                </a:solidFill>
                <a:latin typeface="Times New Roman" panose="02020603050405020304" pitchFamily="18" charset="0"/>
                <a:ea typeface="宋体" panose="02010600030101010101" pitchFamily="2" charset="-122"/>
              </a:rPr>
              <a:t>P</a:t>
            </a:r>
            <a:r>
              <a:rPr lang="zh-CN" altLang="en-US" b="1">
                <a:solidFill>
                  <a:schemeClr val="accent2"/>
                </a:solidFill>
                <a:latin typeface="Times New Roman" panose="02020603050405020304" pitchFamily="18" charset="0"/>
                <a:ea typeface="宋体" panose="02010600030101010101" pitchFamily="2" charset="-122"/>
              </a:rPr>
              <a:t>的每种取值，由</a:t>
            </a:r>
            <a:r>
              <a:rPr lang="en-US" altLang="zh-CN" b="1">
                <a:solidFill>
                  <a:schemeClr val="accent2"/>
                </a:solidFill>
                <a:latin typeface="Times New Roman" panose="02020603050405020304" pitchFamily="18" charset="0"/>
                <a:ea typeface="宋体" panose="02010600030101010101" pitchFamily="2" charset="-122"/>
              </a:rPr>
              <a:t>P</a:t>
            </a:r>
            <a:r>
              <a:rPr lang="zh-CN" altLang="en-US" b="1">
                <a:solidFill>
                  <a:schemeClr val="accent2"/>
                </a:solidFill>
                <a:latin typeface="Times New Roman" panose="02020603050405020304" pitchFamily="18" charset="0"/>
                <a:ea typeface="宋体" panose="02010600030101010101" pitchFamily="2" charset="-122"/>
              </a:rPr>
              <a:t>构成的一元命题变元</a:t>
            </a:r>
            <a:r>
              <a:rPr lang="en-US" altLang="zh-CN" b="1">
                <a:solidFill>
                  <a:schemeClr val="accent2"/>
                </a:solidFill>
                <a:latin typeface="Times New Roman" panose="02020603050405020304" pitchFamily="18" charset="0"/>
                <a:ea typeface="宋体" panose="02010600030101010101" pitchFamily="2" charset="-122"/>
              </a:rPr>
              <a:t>P</a:t>
            </a:r>
            <a:r>
              <a:rPr lang="zh-CN" altLang="en-US" b="1">
                <a:solidFill>
                  <a:schemeClr val="accent2"/>
                </a:solidFill>
                <a:latin typeface="Times New Roman" panose="02020603050405020304" pitchFamily="18" charset="0"/>
                <a:ea typeface="宋体" panose="02010600030101010101" pitchFamily="2" charset="-122"/>
              </a:rPr>
              <a:t>命题公式又有两种可能的取值。</a:t>
            </a:r>
          </a:p>
        </p:txBody>
      </p:sp>
      <p:sp>
        <p:nvSpPr>
          <p:cNvPr id="171017" name="Text Box 6">
            <a:extLst>
              <a:ext uri="{FF2B5EF4-FFF2-40B4-BE49-F238E27FC236}">
                <a16:creationId xmlns:a16="http://schemas.microsoft.com/office/drawing/2014/main" id="{2738B4C2-50E7-46E9-A5F9-7BBF9B0B8A61}"/>
              </a:ext>
            </a:extLst>
          </p:cNvPr>
          <p:cNvSpPr txBox="1">
            <a:spLocks noChangeArrowheads="1"/>
          </p:cNvSpPr>
          <p:nvPr/>
        </p:nvSpPr>
        <p:spPr bwMode="auto">
          <a:xfrm>
            <a:off x="1403350" y="2420938"/>
            <a:ext cx="6480175" cy="547687"/>
          </a:xfrm>
          <a:prstGeom prst="rect">
            <a:avLst/>
          </a:prstGeom>
          <a:solidFill>
            <a:schemeClr val="bg1"/>
          </a:solidFill>
          <a:ln w="28575">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b="1">
                <a:solidFill>
                  <a:srgbClr val="006600"/>
                </a:solidFill>
                <a:latin typeface="Times New Roman" panose="02020603050405020304" pitchFamily="18" charset="0"/>
                <a:ea typeface="宋体" panose="02010600030101010101" pitchFamily="2" charset="-122"/>
              </a:rPr>
              <a:t>一元联结词用于联结一个命题变元</a:t>
            </a:r>
            <a:r>
              <a:rPr lang="en-US" altLang="zh-CN" sz="2800" b="1">
                <a:solidFill>
                  <a:srgbClr val="006600"/>
                </a:solidFill>
                <a:latin typeface="Times New Roman" panose="02020603050405020304" pitchFamily="18" charset="0"/>
                <a:ea typeface="宋体" panose="02010600030101010101" pitchFamily="2" charset="-122"/>
              </a:rPr>
              <a:t>P</a:t>
            </a:r>
            <a:r>
              <a:rPr lang="zh-CN" altLang="en-US" sz="2800" b="1">
                <a:solidFill>
                  <a:srgbClr val="006600"/>
                </a:solidFill>
                <a:latin typeface="Times New Roman" panose="02020603050405020304" pitchFamily="18" charset="0"/>
                <a:ea typeface="宋体" panose="02010600030101010101" pitchFamily="2" charset="-122"/>
              </a:rPr>
              <a:t>。</a:t>
            </a:r>
          </a:p>
        </p:txBody>
      </p:sp>
    </p:spTree>
  </p:cSld>
  <p:clrMapOvr>
    <a:masterClrMapping/>
  </p:clrMapOvr>
  <p:transition/>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日期占位符 2">
            <a:extLst>
              <a:ext uri="{FF2B5EF4-FFF2-40B4-BE49-F238E27FC236}">
                <a16:creationId xmlns:a16="http://schemas.microsoft.com/office/drawing/2014/main" id="{F2AD18FF-B1BE-485E-8B20-4E170F77BAAE}"/>
              </a:ext>
            </a:extLst>
          </p:cNvPr>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A9B51F14-073E-48D0-B473-7689C1F85A1A}"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72035" name="页脚占位符 3">
            <a:extLst>
              <a:ext uri="{FF2B5EF4-FFF2-40B4-BE49-F238E27FC236}">
                <a16:creationId xmlns:a16="http://schemas.microsoft.com/office/drawing/2014/main" id="{F19A4635-0B14-4EDF-BF3C-5F8CE2160BE0}"/>
              </a:ext>
            </a:extLst>
          </p:cNvPr>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72036" name="灯片编号占位符 4">
            <a:extLst>
              <a:ext uri="{FF2B5EF4-FFF2-40B4-BE49-F238E27FC236}">
                <a16:creationId xmlns:a16="http://schemas.microsoft.com/office/drawing/2014/main" id="{72E53D8F-57B0-4ADC-9CF6-B31CB08D2188}"/>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EB31E022-69A4-48A6-A127-2ACC36FD64C8}" type="slidenum">
              <a:rPr lang="en-US" altLang="zh-CN" sz="1400" smtClean="0">
                <a:latin typeface="Times New Roman" panose="02020603050405020304" pitchFamily="18" charset="0"/>
                <a:ea typeface="宋体" panose="02010600030101010101" pitchFamily="2" charset="-122"/>
              </a:rPr>
              <a:pPr>
                <a:spcBef>
                  <a:spcPct val="0"/>
                </a:spcBef>
                <a:buFontTx/>
                <a:buNone/>
              </a:pPr>
              <a:t>143</a:t>
            </a:fld>
            <a:endParaRPr lang="en-US" altLang="zh-CN" sz="1400">
              <a:latin typeface="Times New Roman" panose="02020603050405020304" pitchFamily="18" charset="0"/>
              <a:ea typeface="宋体" panose="02010600030101010101" pitchFamily="2" charset="-122"/>
            </a:endParaRPr>
          </a:p>
        </p:txBody>
      </p:sp>
      <p:sp>
        <p:nvSpPr>
          <p:cNvPr id="172037" name="Text Box 2">
            <a:extLst>
              <a:ext uri="{FF2B5EF4-FFF2-40B4-BE49-F238E27FC236}">
                <a16:creationId xmlns:a16="http://schemas.microsoft.com/office/drawing/2014/main" id="{990AD525-C944-409E-952B-18B99BCF21D1}"/>
              </a:ext>
            </a:extLst>
          </p:cNvPr>
          <p:cNvSpPr txBox="1">
            <a:spLocks noChangeArrowheads="1"/>
          </p:cNvSpPr>
          <p:nvPr/>
        </p:nvSpPr>
        <p:spPr bwMode="auto">
          <a:xfrm>
            <a:off x="1371600" y="838200"/>
            <a:ext cx="5943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一元联结词枚举</a:t>
            </a:r>
            <a:endParaRPr lang="en-US" altLang="zh-CN" sz="5400" b="1">
              <a:solidFill>
                <a:schemeClr val="bg1"/>
              </a:solidFill>
              <a:latin typeface="宋体" panose="02010600030101010101" pitchFamily="2" charset="-122"/>
              <a:ea typeface="宋体" panose="02010600030101010101" pitchFamily="2" charset="-122"/>
              <a:cs typeface="Arial" panose="020B0604020202020204" pitchFamily="34" charset="0"/>
            </a:endParaRPr>
          </a:p>
        </p:txBody>
      </p:sp>
      <p:pic>
        <p:nvPicPr>
          <p:cNvPr id="172038" name="Picture 6" descr="C:\Program Files\Microsoft Office\MEDIA\CAGCAT10\j0293844.wmf">
            <a:extLst>
              <a:ext uri="{FF2B5EF4-FFF2-40B4-BE49-F238E27FC236}">
                <a16:creationId xmlns:a16="http://schemas.microsoft.com/office/drawing/2014/main" id="{AACC9876-8008-46CC-8054-1A71A3B2E8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34288" y="549275"/>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091588" name="Group 4">
            <a:extLst>
              <a:ext uri="{FF2B5EF4-FFF2-40B4-BE49-F238E27FC236}">
                <a16:creationId xmlns:a16="http://schemas.microsoft.com/office/drawing/2014/main" id="{A464602D-8965-4D1A-A4AE-E34B05A1601F}"/>
              </a:ext>
            </a:extLst>
          </p:cNvPr>
          <p:cNvGraphicFramePr>
            <a:graphicFrameLocks noGrp="1"/>
          </p:cNvGraphicFramePr>
          <p:nvPr>
            <p:ph/>
          </p:nvPr>
        </p:nvGraphicFramePr>
        <p:xfrm>
          <a:off x="1187450" y="2492375"/>
          <a:ext cx="6696075" cy="1371600"/>
        </p:xfrm>
        <a:graphic>
          <a:graphicData uri="http://schemas.openxmlformats.org/drawingml/2006/table">
            <a:tbl>
              <a:tblPr/>
              <a:tblGrid>
                <a:gridCol w="1152525">
                  <a:extLst>
                    <a:ext uri="{9D8B030D-6E8A-4147-A177-3AD203B41FA5}">
                      <a16:colId xmlns:a16="http://schemas.microsoft.com/office/drawing/2014/main" val="20000"/>
                    </a:ext>
                  </a:extLst>
                </a:gridCol>
                <a:gridCol w="1223963">
                  <a:extLst>
                    <a:ext uri="{9D8B030D-6E8A-4147-A177-3AD203B41FA5}">
                      <a16:colId xmlns:a16="http://schemas.microsoft.com/office/drawing/2014/main" val="20001"/>
                    </a:ext>
                  </a:extLst>
                </a:gridCol>
                <a:gridCol w="1439862">
                  <a:extLst>
                    <a:ext uri="{9D8B030D-6E8A-4147-A177-3AD203B41FA5}">
                      <a16:colId xmlns:a16="http://schemas.microsoft.com/office/drawing/2014/main" val="20002"/>
                    </a:ext>
                  </a:extLst>
                </a:gridCol>
                <a:gridCol w="1439863">
                  <a:extLst>
                    <a:ext uri="{9D8B030D-6E8A-4147-A177-3AD203B41FA5}">
                      <a16:colId xmlns:a16="http://schemas.microsoft.com/office/drawing/2014/main" val="20003"/>
                    </a:ext>
                  </a:extLst>
                </a:gridCol>
                <a:gridCol w="1439862">
                  <a:extLst>
                    <a:ext uri="{9D8B030D-6E8A-4147-A177-3AD203B41FA5}">
                      <a16:colId xmlns:a16="http://schemas.microsoft.com/office/drawing/2014/main" val="20004"/>
                    </a:ext>
                  </a:extLst>
                </a:gridCol>
              </a:tblGrid>
              <a:tr h="428625">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2" panose="05020102010507070707" pitchFamily="18" charset="2"/>
                        <a:buNone/>
                        <a:tabLst/>
                      </a:pPr>
                      <a:r>
                        <a:rPr kumimoji="1" lang="en-US" altLang="zh-CN" sz="2400" b="1" i="0" u="none" strike="noStrike" cap="none" normalizeH="0" baseline="0" dirty="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P</a:t>
                      </a:r>
                      <a:endParaRPr kumimoji="1" lang="en-CA" altLang="zh-CN" sz="2400" b="1" i="0" u="none" strike="noStrike" cap="none" normalizeH="0" baseline="0" dirty="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2" panose="05020102010507070707" pitchFamily="18" charset="2"/>
                        <a:buNone/>
                        <a:tabLst/>
                      </a:pPr>
                      <a:r>
                        <a:rPr kumimoji="1" lang="zh-CN" altLang="en-US" sz="24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公式一</a:t>
                      </a:r>
                      <a:endParaRPr kumimoji="1" lang="en-CA" altLang="zh-CN" sz="24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2" panose="05020102010507070707" pitchFamily="18" charset="2"/>
                        <a:buNone/>
                        <a:tabLst/>
                      </a:pPr>
                      <a:r>
                        <a:rPr kumimoji="1" lang="zh-CN" altLang="en-CA" sz="24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sym typeface="Symbol" panose="05050102010706020507" pitchFamily="18" charset="2"/>
                        </a:rPr>
                        <a:t>公式二</a:t>
                      </a:r>
                      <a:endParaRPr kumimoji="1" lang="en-CA" altLang="zh-CN" sz="24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sym typeface="Symbol" panose="05050102010706020507" pitchFamily="18" charset="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2" panose="05020102010507070707" pitchFamily="18" charset="2"/>
                        <a:buNone/>
                        <a:tabLst/>
                      </a:pPr>
                      <a:r>
                        <a:rPr kumimoji="1" lang="zh-CN" altLang="en-CA" sz="24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sym typeface="Symbol" panose="05050102010706020507" pitchFamily="18" charset="2"/>
                        </a:rPr>
                        <a:t>公式三</a:t>
                      </a:r>
                      <a:endParaRPr kumimoji="1" lang="en-CA" altLang="zh-CN" sz="24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sym typeface="Symbol" panose="05050102010706020507" pitchFamily="18" charset="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2" panose="05020102010507070707" pitchFamily="18" charset="2"/>
                        <a:buNone/>
                        <a:tabLst/>
                      </a:pPr>
                      <a:r>
                        <a:rPr kumimoji="1" lang="zh-CN" altLang="en-CA" sz="24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sym typeface="Symbol" panose="05050102010706020507" pitchFamily="18" charset="2"/>
                        </a:rPr>
                        <a:t>公式四</a:t>
                      </a:r>
                      <a:endParaRPr kumimoji="1" lang="en-CA" altLang="zh-CN" sz="2400" b="1"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sym typeface="Symbol" panose="05050102010706020507" pitchFamily="18" charset="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extLst>
                  <a:ext uri="{0D108BD9-81ED-4DB2-BD59-A6C34878D82A}">
                    <a16:rowId xmlns:a16="http://schemas.microsoft.com/office/drawing/2014/main" val="10000"/>
                  </a:ext>
                </a:extLst>
              </a:tr>
              <a:tr h="428625">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2" panose="05020102010507070707" pitchFamily="18" charset="2"/>
                        <a:buNone/>
                        <a:tabLst/>
                      </a:pPr>
                      <a:r>
                        <a:rPr kumimoji="1" lang="en-US" altLang="zh-CN" sz="2400" b="1" i="0" u="none" strike="noStrike" cap="none" normalizeH="0" baseline="0" dirty="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T</a:t>
                      </a:r>
                      <a:endParaRPr kumimoji="1" lang="en-CA" altLang="zh-CN" sz="2400" b="1" i="0" u="none" strike="noStrike" cap="none" normalizeH="0" baseline="0" dirty="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2" panose="05020102010507070707" pitchFamily="18" charset="2"/>
                        <a:buNone/>
                        <a:tabLst/>
                      </a:pPr>
                      <a:r>
                        <a:rPr kumimoji="1" lang="en-US" altLang="zh-CN" sz="2400" b="1" i="0" u="none" strike="noStrike" cap="none" normalizeH="0" baseline="0" dirty="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T</a:t>
                      </a:r>
                      <a:endParaRPr kumimoji="1" lang="en-CA" altLang="zh-CN" sz="2400" b="1" i="0" u="none" strike="noStrike" cap="none" normalizeH="0" baseline="0" dirty="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2" panose="05020102010507070707" pitchFamily="18" charset="2"/>
                        <a:buNone/>
                        <a:tabLst/>
                      </a:pPr>
                      <a:r>
                        <a:rPr kumimoji="1" lang="en-US" altLang="zh-CN" sz="2400" b="1" i="0" u="none" strike="noStrike" cap="none" normalizeH="0" baseline="0" dirty="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T</a:t>
                      </a:r>
                      <a:endParaRPr kumimoji="1" lang="en-CA" altLang="zh-CN" sz="2400" b="1" i="0" u="none" strike="noStrike" cap="none" normalizeH="0" baseline="0" dirty="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2" panose="05020102010507070707" pitchFamily="18" charset="2"/>
                        <a:buNone/>
                        <a:tabLst/>
                      </a:pPr>
                      <a:r>
                        <a:rPr kumimoji="1" lang="en-US" altLang="zh-CN" sz="2400" b="1" i="0" u="none" strike="noStrike" cap="none" normalizeH="0" baseline="0" dirty="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F</a:t>
                      </a:r>
                      <a:endParaRPr kumimoji="1" lang="en-CA" altLang="zh-CN" sz="2400" b="1" i="0" u="none" strike="noStrike" cap="none" normalizeH="0" baseline="0" dirty="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2" panose="05020102010507070707" pitchFamily="18" charset="2"/>
                        <a:buNone/>
                        <a:tabLst/>
                      </a:pPr>
                      <a:r>
                        <a:rPr kumimoji="1" lang="en-US" altLang="zh-CN" sz="2400" b="1" i="0" u="none" strike="noStrike" cap="none" normalizeH="0" baseline="0" dirty="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F</a:t>
                      </a:r>
                      <a:endParaRPr kumimoji="1" lang="en-CA" altLang="zh-CN" sz="2400" b="1" i="0" u="none" strike="noStrike" cap="none" normalizeH="0" baseline="0" dirty="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extLst>
                  <a:ext uri="{0D108BD9-81ED-4DB2-BD59-A6C34878D82A}">
                    <a16:rowId xmlns:a16="http://schemas.microsoft.com/office/drawing/2014/main" val="10001"/>
                  </a:ext>
                </a:extLst>
              </a:tr>
              <a:tr h="430213">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2" panose="05020102010507070707" pitchFamily="18" charset="2"/>
                        <a:buNone/>
                        <a:tabLst/>
                      </a:pPr>
                      <a:r>
                        <a:rPr kumimoji="1" lang="en-US" altLang="zh-CN" sz="2400" b="1" i="0" u="none" strike="noStrike" cap="none" normalizeH="0" baseline="0" dirty="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F</a:t>
                      </a:r>
                      <a:endParaRPr kumimoji="1" lang="en-CA" altLang="zh-CN" sz="2400" b="1" i="0" u="none" strike="noStrike" cap="none" normalizeH="0" baseline="0" dirty="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2" panose="05020102010507070707" pitchFamily="18" charset="2"/>
                        <a:buNone/>
                        <a:tabLst/>
                      </a:pPr>
                      <a:r>
                        <a:rPr kumimoji="1" lang="en-US" altLang="zh-CN" sz="2400" b="1" i="0" u="none" strike="noStrike" cap="none" normalizeH="0" baseline="0" dirty="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T</a:t>
                      </a:r>
                      <a:endParaRPr kumimoji="1" lang="en-CA" altLang="zh-CN" sz="2400" b="1" i="0" u="none" strike="noStrike" cap="none" normalizeH="0" baseline="0" dirty="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2" panose="05020102010507070707" pitchFamily="18" charset="2"/>
                        <a:buNone/>
                        <a:tabLst/>
                      </a:pPr>
                      <a:r>
                        <a:rPr kumimoji="1" lang="en-CA" altLang="zh-CN" sz="2400" b="1" i="0" u="none" strike="noStrike" cap="none" normalizeH="0" baseline="0" dirty="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F</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2" panose="05020102010507070707" pitchFamily="18" charset="2"/>
                        <a:buNone/>
                        <a:tabLst/>
                      </a:pPr>
                      <a:r>
                        <a:rPr kumimoji="1" lang="en-US" altLang="zh-CN" sz="2400" b="1" i="0" u="none" strike="noStrike" cap="none" normalizeH="0" baseline="0" dirty="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T</a:t>
                      </a:r>
                      <a:endParaRPr kumimoji="1" lang="en-CA" altLang="zh-CN" sz="2400" b="1" i="0" u="none" strike="noStrike" cap="none" normalizeH="0" baseline="0" dirty="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lvl1pPr>
                        <a:defRPr kumimoji="1" sz="2000">
                          <a:solidFill>
                            <a:schemeClr val="tx1"/>
                          </a:solidFill>
                          <a:effectLst>
                            <a:outerShdw blurRad="38100" dist="38100" dir="2700000" algn="tl">
                              <a:srgbClr val="FFFFFF"/>
                            </a:outerShdw>
                          </a:effectLst>
                          <a:latin typeface="楷体_GB2312" pitchFamily="49" charset="-122"/>
                          <a:ea typeface="楷体_GB2312" pitchFamily="49" charset="-122"/>
                        </a:defRPr>
                      </a:lvl1pPr>
                      <a:lvl2pPr marL="742950" indent="-285750">
                        <a:defRPr kumimoji="1">
                          <a:solidFill>
                            <a:schemeClr val="tx1"/>
                          </a:solidFill>
                          <a:latin typeface="Times New Roman" panose="02020603050405020304" pitchFamily="18" charset="0"/>
                          <a:ea typeface="宋体" panose="02010600030101010101" pitchFamily="2" charset="-122"/>
                        </a:defRPr>
                      </a:lvl2pPr>
                      <a:lvl3pPr marL="1143000" indent="-228600">
                        <a:defRPr kumimoji="1" sz="1600">
                          <a:solidFill>
                            <a:schemeClr val="tx1"/>
                          </a:solidFill>
                          <a:latin typeface="Times New Roman" panose="02020603050405020304" pitchFamily="18" charset="0"/>
                          <a:ea typeface="宋体" panose="02010600030101010101" pitchFamily="2" charset="-122"/>
                        </a:defRPr>
                      </a:lvl3pPr>
                      <a:lvl4pPr marL="1600200" indent="-228600">
                        <a:defRPr kumimoji="1" sz="1400">
                          <a:solidFill>
                            <a:schemeClr val="tx1"/>
                          </a:solidFill>
                          <a:latin typeface="Times New Roman" panose="02020603050405020304" pitchFamily="18" charset="0"/>
                          <a:ea typeface="宋体" panose="02010600030101010101" pitchFamily="2" charset="-122"/>
                        </a:defRPr>
                      </a:lvl4pPr>
                      <a:lvl5pPr marL="2057400" indent="-228600">
                        <a:defRPr kumimoji="1" sz="14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sz="1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2" panose="05020102010507070707" pitchFamily="18" charset="2"/>
                        <a:buNone/>
                        <a:tabLst/>
                      </a:pPr>
                      <a:r>
                        <a:rPr kumimoji="1" lang="en-US" altLang="zh-CN" sz="2400" b="1" i="0" u="none" strike="noStrike" cap="none" normalizeH="0" baseline="0" dirty="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rPr>
                        <a:t>F</a:t>
                      </a:r>
                      <a:endParaRPr kumimoji="1" lang="en-CA" altLang="zh-CN" sz="2400" b="1" i="0" u="none" strike="noStrike" cap="none" normalizeH="0" baseline="0" dirty="0">
                        <a:ln>
                          <a:noFill/>
                        </a:ln>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extLst>
                  <a:ext uri="{0D108BD9-81ED-4DB2-BD59-A6C34878D82A}">
                    <a16:rowId xmlns:a16="http://schemas.microsoft.com/office/drawing/2014/main" val="10002"/>
                  </a:ext>
                </a:extLst>
              </a:tr>
            </a:tbl>
          </a:graphicData>
        </a:graphic>
      </p:graphicFrame>
      <p:sp>
        <p:nvSpPr>
          <p:cNvPr id="172065" name="Text Box 30">
            <a:extLst>
              <a:ext uri="{FF2B5EF4-FFF2-40B4-BE49-F238E27FC236}">
                <a16:creationId xmlns:a16="http://schemas.microsoft.com/office/drawing/2014/main" id="{CF580D37-278E-4CAE-82D9-C51DBEC3EE22}"/>
              </a:ext>
            </a:extLst>
          </p:cNvPr>
          <p:cNvSpPr txBox="1">
            <a:spLocks noChangeArrowheads="1"/>
          </p:cNvSpPr>
          <p:nvPr/>
        </p:nvSpPr>
        <p:spPr bwMode="auto">
          <a:xfrm>
            <a:off x="1258888" y="4508500"/>
            <a:ext cx="3024187" cy="519113"/>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b="1">
                <a:latin typeface="Times New Roman" panose="02020603050405020304" pitchFamily="18" charset="0"/>
                <a:ea typeface="宋体" panose="02010600030101010101" pitchFamily="2" charset="-122"/>
              </a:rPr>
              <a:t>公式一</a:t>
            </a:r>
            <a:r>
              <a:rPr lang="en-US" altLang="zh-CN" sz="2800" b="1">
                <a:latin typeface="Times New Roman" panose="02020603050405020304" pitchFamily="18" charset="0"/>
                <a:ea typeface="宋体" panose="02010600030101010101" pitchFamily="2" charset="-122"/>
              </a:rPr>
              <a:t>=</a:t>
            </a:r>
            <a:r>
              <a:rPr lang="zh-CN" altLang="en-US" sz="2800" b="1">
                <a:solidFill>
                  <a:srgbClr val="006600"/>
                </a:solidFill>
                <a:latin typeface="Times New Roman" panose="02020603050405020304" pitchFamily="18" charset="0"/>
                <a:ea typeface="黑体" panose="02010609060101010101" pitchFamily="49" charset="-122"/>
              </a:rPr>
              <a:t>永真公式</a:t>
            </a:r>
          </a:p>
        </p:txBody>
      </p:sp>
      <p:sp>
        <p:nvSpPr>
          <p:cNvPr id="172066" name="Text Box 31">
            <a:extLst>
              <a:ext uri="{FF2B5EF4-FFF2-40B4-BE49-F238E27FC236}">
                <a16:creationId xmlns:a16="http://schemas.microsoft.com/office/drawing/2014/main" id="{531F8E58-E674-47D5-8B41-A84E4CBF1691}"/>
              </a:ext>
            </a:extLst>
          </p:cNvPr>
          <p:cNvSpPr txBox="1">
            <a:spLocks noChangeArrowheads="1"/>
          </p:cNvSpPr>
          <p:nvPr/>
        </p:nvSpPr>
        <p:spPr bwMode="auto">
          <a:xfrm>
            <a:off x="4859338" y="4508500"/>
            <a:ext cx="2952750" cy="519113"/>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FontTx/>
              <a:buNone/>
            </a:pPr>
            <a:r>
              <a:rPr lang="zh-CN" altLang="en-US" sz="2800" b="1">
                <a:latin typeface="Times New Roman" panose="02020603050405020304" pitchFamily="18" charset="0"/>
                <a:ea typeface="宋体" panose="02010600030101010101" pitchFamily="2" charset="-122"/>
              </a:rPr>
              <a:t>公式二</a:t>
            </a:r>
            <a:r>
              <a:rPr lang="en-US" altLang="zh-CN" sz="2800" b="1">
                <a:latin typeface="Times New Roman" panose="02020603050405020304" pitchFamily="18" charset="0"/>
                <a:ea typeface="宋体" panose="02010600030101010101" pitchFamily="2" charset="-122"/>
              </a:rPr>
              <a:t>=</a:t>
            </a:r>
            <a:r>
              <a:rPr lang="en-US" altLang="zh-CN" sz="2800" b="1">
                <a:solidFill>
                  <a:srgbClr val="006600"/>
                </a:solidFill>
                <a:latin typeface="Times New Roman" panose="02020603050405020304" pitchFamily="18" charset="0"/>
                <a:ea typeface="宋体" panose="02010600030101010101" pitchFamily="2" charset="-122"/>
              </a:rPr>
              <a:t>P</a:t>
            </a:r>
          </a:p>
        </p:txBody>
      </p:sp>
      <p:sp>
        <p:nvSpPr>
          <p:cNvPr id="1091616" name="Text Box 32">
            <a:extLst>
              <a:ext uri="{FF2B5EF4-FFF2-40B4-BE49-F238E27FC236}">
                <a16:creationId xmlns:a16="http://schemas.microsoft.com/office/drawing/2014/main" id="{C31970CD-A728-4FAF-9AD7-C0964C3F6D18}"/>
              </a:ext>
            </a:extLst>
          </p:cNvPr>
          <p:cNvSpPr txBox="1">
            <a:spLocks noChangeArrowheads="1"/>
          </p:cNvSpPr>
          <p:nvPr/>
        </p:nvSpPr>
        <p:spPr bwMode="auto">
          <a:xfrm>
            <a:off x="1258888" y="5227638"/>
            <a:ext cx="2952750" cy="519112"/>
          </a:xfrm>
          <a:prstGeom prst="rect">
            <a:avLst/>
          </a:prstGeom>
          <a:solidFill>
            <a:srgbClr val="FFFF00"/>
          </a:solidFill>
          <a:ln>
            <a:noFill/>
          </a:ln>
          <a:effectLst/>
        </p:spPr>
        <p:txBody>
          <a:bodyPr>
            <a:spAutoFit/>
          </a:bodyPr>
          <a:lstStyle/>
          <a:p>
            <a:pPr algn="ctr" eaLnBrk="1" hangingPunct="1">
              <a:spcBef>
                <a:spcPct val="50000"/>
              </a:spcBef>
              <a:defRPr/>
            </a:pPr>
            <a:r>
              <a:rPr lang="zh-CN" altLang="en-US" b="1" dirty="0"/>
              <a:t>公式三</a:t>
            </a:r>
            <a:r>
              <a:rPr lang="en-US" altLang="zh-CN" b="1" dirty="0"/>
              <a:t>=</a:t>
            </a:r>
            <a:r>
              <a:rPr lang="en-US" altLang="zh-CN" b="1" dirty="0">
                <a:solidFill>
                  <a:srgbClr val="006600"/>
                </a:solidFill>
              </a:rPr>
              <a:t> </a:t>
            </a:r>
            <a:r>
              <a:rPr lang="en-US" altLang="zh-CN" b="1" dirty="0">
                <a:effectLst>
                  <a:outerShdw blurRad="38100" dist="38100" dir="2700000" algn="tl">
                    <a:srgbClr val="FFFFFF"/>
                  </a:outerShdw>
                </a:effectLst>
              </a:rPr>
              <a:t>¬</a:t>
            </a:r>
            <a:r>
              <a:rPr lang="en-US" altLang="zh-CN" b="1" dirty="0">
                <a:solidFill>
                  <a:srgbClr val="006600"/>
                </a:solidFill>
              </a:rPr>
              <a:t>P</a:t>
            </a:r>
          </a:p>
        </p:txBody>
      </p:sp>
      <p:sp>
        <p:nvSpPr>
          <p:cNvPr id="172068" name="Text Box 33">
            <a:extLst>
              <a:ext uri="{FF2B5EF4-FFF2-40B4-BE49-F238E27FC236}">
                <a16:creationId xmlns:a16="http://schemas.microsoft.com/office/drawing/2014/main" id="{62C67AC0-7934-4115-AA2B-00F41BB85DF4}"/>
              </a:ext>
            </a:extLst>
          </p:cNvPr>
          <p:cNvSpPr txBox="1">
            <a:spLocks noChangeArrowheads="1"/>
          </p:cNvSpPr>
          <p:nvPr/>
        </p:nvSpPr>
        <p:spPr bwMode="auto">
          <a:xfrm>
            <a:off x="4859338" y="5227638"/>
            <a:ext cx="2952750" cy="519112"/>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b="1">
                <a:latin typeface="Times New Roman" panose="02020603050405020304" pitchFamily="18" charset="0"/>
                <a:ea typeface="宋体" panose="02010600030101010101" pitchFamily="2" charset="-122"/>
              </a:rPr>
              <a:t>公式四</a:t>
            </a:r>
            <a:r>
              <a:rPr lang="en-US" altLang="zh-CN" sz="2800" b="1">
                <a:latin typeface="Times New Roman" panose="02020603050405020304" pitchFamily="18" charset="0"/>
                <a:ea typeface="宋体" panose="02010600030101010101" pitchFamily="2" charset="-122"/>
              </a:rPr>
              <a:t>=</a:t>
            </a:r>
            <a:r>
              <a:rPr lang="zh-CN" altLang="en-US" sz="2800" b="1">
                <a:solidFill>
                  <a:srgbClr val="006600"/>
                </a:solidFill>
                <a:latin typeface="Times New Roman" panose="02020603050405020304" pitchFamily="18" charset="0"/>
                <a:ea typeface="黑体" panose="02010609060101010101" pitchFamily="49" charset="-122"/>
              </a:rPr>
              <a:t>永假公式</a:t>
            </a:r>
          </a:p>
        </p:txBody>
      </p:sp>
    </p:spTree>
  </p:cSld>
  <p:clrMapOvr>
    <a:masterClrMapping/>
  </p:clrMapOvr>
  <p:transition/>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日期占位符 3">
            <a:extLst>
              <a:ext uri="{FF2B5EF4-FFF2-40B4-BE49-F238E27FC236}">
                <a16:creationId xmlns:a16="http://schemas.microsoft.com/office/drawing/2014/main" id="{ED6DEB35-FD01-4F33-901A-842935E608A3}"/>
              </a:ext>
            </a:extLst>
          </p:cNvPr>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89484903-8156-4462-82EC-6DB4099A9886}"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73059" name="页脚占位符 4">
            <a:extLst>
              <a:ext uri="{FF2B5EF4-FFF2-40B4-BE49-F238E27FC236}">
                <a16:creationId xmlns:a16="http://schemas.microsoft.com/office/drawing/2014/main" id="{39130CA8-BE87-4617-AA49-976E603AC043}"/>
              </a:ext>
            </a:extLst>
          </p:cNvPr>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73060" name="灯片编号占位符 5">
            <a:extLst>
              <a:ext uri="{FF2B5EF4-FFF2-40B4-BE49-F238E27FC236}">
                <a16:creationId xmlns:a16="http://schemas.microsoft.com/office/drawing/2014/main" id="{C6F129A4-E135-427B-91E7-0C702C3804A2}"/>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CAAECA80-3B53-43D9-AD22-392E8519F77F}" type="slidenum">
              <a:rPr lang="en-US" altLang="zh-CN" sz="1400" smtClean="0">
                <a:latin typeface="Times New Roman" panose="02020603050405020304" pitchFamily="18" charset="0"/>
                <a:ea typeface="宋体" panose="02010600030101010101" pitchFamily="2" charset="-122"/>
              </a:rPr>
              <a:pPr>
                <a:spcBef>
                  <a:spcPct val="0"/>
                </a:spcBef>
                <a:buFontTx/>
                <a:buNone/>
              </a:pPr>
              <a:t>144</a:t>
            </a:fld>
            <a:endParaRPr lang="en-US" altLang="zh-CN" sz="1400">
              <a:latin typeface="Times New Roman" panose="02020603050405020304" pitchFamily="18" charset="0"/>
              <a:ea typeface="宋体" panose="02010600030101010101" pitchFamily="2" charset="-122"/>
            </a:endParaRPr>
          </a:p>
        </p:txBody>
      </p:sp>
      <p:sp>
        <p:nvSpPr>
          <p:cNvPr id="173061" name="Text Box 2">
            <a:extLst>
              <a:ext uri="{FF2B5EF4-FFF2-40B4-BE49-F238E27FC236}">
                <a16:creationId xmlns:a16="http://schemas.microsoft.com/office/drawing/2014/main" id="{EDD5814D-0202-4865-B3F7-20A115B87177}"/>
              </a:ext>
            </a:extLst>
          </p:cNvPr>
          <p:cNvSpPr txBox="1">
            <a:spLocks noChangeArrowheads="1"/>
          </p:cNvSpPr>
          <p:nvPr/>
        </p:nvSpPr>
        <p:spPr bwMode="auto">
          <a:xfrm>
            <a:off x="1371600" y="838200"/>
            <a:ext cx="5943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二元真值函数</a:t>
            </a:r>
          </a:p>
        </p:txBody>
      </p:sp>
      <p:pic>
        <p:nvPicPr>
          <p:cNvPr id="173062" name="Picture 6" descr="C:\Program Files\Microsoft Office\MEDIA\CAGCAT10\j0293844.wmf">
            <a:extLst>
              <a:ext uri="{FF2B5EF4-FFF2-40B4-BE49-F238E27FC236}">
                <a16:creationId xmlns:a16="http://schemas.microsoft.com/office/drawing/2014/main" id="{35917463-9BAD-4CD1-B3C6-BAC0C76784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43800" y="53340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3063" name="Text Box 4">
            <a:extLst>
              <a:ext uri="{FF2B5EF4-FFF2-40B4-BE49-F238E27FC236}">
                <a16:creationId xmlns:a16="http://schemas.microsoft.com/office/drawing/2014/main" id="{BA7A8A42-8417-412F-A080-1481B5DE6B8D}"/>
              </a:ext>
            </a:extLst>
          </p:cNvPr>
          <p:cNvSpPr txBox="1">
            <a:spLocks noChangeArrowheads="1"/>
          </p:cNvSpPr>
          <p:nvPr/>
        </p:nvSpPr>
        <p:spPr bwMode="auto">
          <a:xfrm>
            <a:off x="1331913" y="4724400"/>
            <a:ext cx="6911975" cy="946150"/>
          </a:xfrm>
          <a:prstGeom prst="rect">
            <a:avLst/>
          </a:prstGeom>
          <a:solidFill>
            <a:srgbClr val="FF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b="1">
                <a:latin typeface="黑体" panose="02010609060101010101" pitchFamily="49" charset="-122"/>
                <a:ea typeface="黑体" panose="02010609060101010101" pitchFamily="49" charset="-122"/>
              </a:rPr>
              <a:t>因此，一共有</a:t>
            </a:r>
            <a:r>
              <a:rPr lang="en-US" altLang="zh-CN" sz="2800" b="1">
                <a:latin typeface="黑体" panose="02010609060101010101" pitchFamily="49" charset="-122"/>
                <a:ea typeface="黑体" panose="02010609060101010101" pitchFamily="49" charset="-122"/>
              </a:rPr>
              <a:t>2</a:t>
            </a:r>
            <a:r>
              <a:rPr lang="en-US" altLang="zh-CN" sz="2800" b="1" baseline="30000">
                <a:latin typeface="黑体" panose="02010609060101010101" pitchFamily="49" charset="-122"/>
                <a:ea typeface="黑体" panose="02010609060101010101" pitchFamily="49" charset="-122"/>
              </a:rPr>
              <a:t>4</a:t>
            </a:r>
            <a:r>
              <a:rPr lang="en-US" altLang="zh-CN" sz="2800" b="1">
                <a:latin typeface="黑体" panose="02010609060101010101" pitchFamily="49" charset="-122"/>
                <a:ea typeface="黑体" panose="02010609060101010101" pitchFamily="49" charset="-122"/>
              </a:rPr>
              <a:t>=16</a:t>
            </a:r>
            <a:r>
              <a:rPr lang="zh-CN" altLang="en-US" sz="2800" b="1">
                <a:latin typeface="黑体" panose="02010609060101010101" pitchFamily="49" charset="-122"/>
                <a:ea typeface="黑体" panose="02010609060101010101" pitchFamily="49" charset="-122"/>
              </a:rPr>
              <a:t>种不等值的二元命题公式，即</a:t>
            </a:r>
            <a:r>
              <a:rPr lang="en-US" altLang="zh-CN" sz="2800" b="1">
                <a:latin typeface="黑体" panose="02010609060101010101" pitchFamily="49" charset="-122"/>
                <a:ea typeface="黑体" panose="02010609060101010101" pitchFamily="49" charset="-122"/>
              </a:rPr>
              <a:t>16</a:t>
            </a:r>
            <a:r>
              <a:rPr lang="zh-CN" altLang="en-US" sz="2800" b="1">
                <a:latin typeface="黑体" panose="02010609060101010101" pitchFamily="49" charset="-122"/>
                <a:ea typeface="黑体" panose="02010609060101010101" pitchFamily="49" charset="-122"/>
              </a:rPr>
              <a:t>种不等值的</a:t>
            </a:r>
            <a:r>
              <a:rPr lang="zh-CN" altLang="en-US" sz="2800" b="1">
                <a:solidFill>
                  <a:srgbClr val="006600"/>
                </a:solidFill>
                <a:latin typeface="黑体" panose="02010609060101010101" pitchFamily="49" charset="-122"/>
                <a:ea typeface="黑体" panose="02010609060101010101" pitchFamily="49" charset="-122"/>
              </a:rPr>
              <a:t>二元真值函数</a:t>
            </a:r>
            <a:r>
              <a:rPr lang="zh-CN" altLang="en-US" sz="2800" b="1">
                <a:latin typeface="黑体" panose="02010609060101010101" pitchFamily="49" charset="-122"/>
                <a:ea typeface="黑体" panose="02010609060101010101" pitchFamily="49" charset="-122"/>
              </a:rPr>
              <a:t>。</a:t>
            </a:r>
          </a:p>
        </p:txBody>
      </p:sp>
      <p:sp>
        <p:nvSpPr>
          <p:cNvPr id="173064" name="Text Box 5">
            <a:extLst>
              <a:ext uri="{FF2B5EF4-FFF2-40B4-BE49-F238E27FC236}">
                <a16:creationId xmlns:a16="http://schemas.microsoft.com/office/drawing/2014/main" id="{C6EC2615-0889-46DE-BCDB-EE23A8C5B5C0}"/>
              </a:ext>
            </a:extLst>
          </p:cNvPr>
          <p:cNvSpPr txBox="1">
            <a:spLocks noChangeArrowheads="1"/>
          </p:cNvSpPr>
          <p:nvPr/>
        </p:nvSpPr>
        <p:spPr bwMode="auto">
          <a:xfrm>
            <a:off x="1187450" y="3284538"/>
            <a:ext cx="7345363" cy="10414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50000"/>
              </a:spcBef>
              <a:buFontTx/>
              <a:buNone/>
            </a:pPr>
            <a:r>
              <a:rPr lang="zh-CN" altLang="en-US" b="1">
                <a:solidFill>
                  <a:schemeClr val="accent2"/>
                </a:solidFill>
                <a:latin typeface="Times New Roman" panose="02020603050405020304" pitchFamily="18" charset="0"/>
                <a:ea typeface="宋体" panose="02010600030101010101" pitchFamily="2" charset="-122"/>
              </a:rPr>
              <a:t>两个命题变元有四种可能的取值组合，对于</a:t>
            </a:r>
            <a:r>
              <a:rPr lang="en-US" altLang="zh-CN" b="1">
                <a:solidFill>
                  <a:schemeClr val="accent2"/>
                </a:solidFill>
                <a:latin typeface="Times New Roman" panose="02020603050405020304" pitchFamily="18" charset="0"/>
                <a:ea typeface="宋体" panose="02010600030101010101" pitchFamily="2" charset="-122"/>
              </a:rPr>
              <a:t>P</a:t>
            </a:r>
            <a:r>
              <a:rPr lang="zh-CN" altLang="en-US" b="1">
                <a:solidFill>
                  <a:schemeClr val="accent2"/>
                </a:solidFill>
                <a:latin typeface="Times New Roman" panose="02020603050405020304" pitchFamily="18" charset="0"/>
                <a:ea typeface="宋体" panose="02010600030101010101" pitchFamily="2" charset="-122"/>
              </a:rPr>
              <a:t>的每种取值组合，二元命题公式又有两种可能的取值。</a:t>
            </a:r>
          </a:p>
        </p:txBody>
      </p:sp>
      <p:sp>
        <p:nvSpPr>
          <p:cNvPr id="173065" name="Text Box 6">
            <a:extLst>
              <a:ext uri="{FF2B5EF4-FFF2-40B4-BE49-F238E27FC236}">
                <a16:creationId xmlns:a16="http://schemas.microsoft.com/office/drawing/2014/main" id="{DDB39BEB-700F-4346-9E49-ABADCC64F037}"/>
              </a:ext>
            </a:extLst>
          </p:cNvPr>
          <p:cNvSpPr txBox="1">
            <a:spLocks noChangeArrowheads="1"/>
          </p:cNvSpPr>
          <p:nvPr/>
        </p:nvSpPr>
        <p:spPr bwMode="auto">
          <a:xfrm>
            <a:off x="1403350" y="2420938"/>
            <a:ext cx="6840538" cy="547687"/>
          </a:xfrm>
          <a:prstGeom prst="rect">
            <a:avLst/>
          </a:prstGeom>
          <a:solidFill>
            <a:schemeClr val="bg1"/>
          </a:solidFill>
          <a:ln w="28575">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b="1">
                <a:solidFill>
                  <a:srgbClr val="006600"/>
                </a:solidFill>
                <a:latin typeface="Times New Roman" panose="02020603050405020304" pitchFamily="18" charset="0"/>
                <a:ea typeface="宋体" panose="02010600030101010101" pitchFamily="2" charset="-122"/>
              </a:rPr>
              <a:t>二元联结词用于联结二个命题变元</a:t>
            </a:r>
            <a:r>
              <a:rPr lang="en-US" altLang="zh-CN" sz="2800" b="1">
                <a:solidFill>
                  <a:srgbClr val="006600"/>
                </a:solidFill>
                <a:latin typeface="Times New Roman" panose="02020603050405020304" pitchFamily="18" charset="0"/>
                <a:ea typeface="宋体" panose="02010600030101010101" pitchFamily="2" charset="-122"/>
              </a:rPr>
              <a:t>P</a:t>
            </a:r>
            <a:r>
              <a:rPr lang="zh-CN" altLang="en-US" sz="2800" b="1">
                <a:solidFill>
                  <a:srgbClr val="006600"/>
                </a:solidFill>
                <a:latin typeface="Times New Roman" panose="02020603050405020304" pitchFamily="18" charset="0"/>
                <a:ea typeface="宋体" panose="02010600030101010101" pitchFamily="2" charset="-122"/>
              </a:rPr>
              <a:t>和</a:t>
            </a:r>
            <a:r>
              <a:rPr lang="en-US" altLang="zh-CN" sz="2800" b="1">
                <a:solidFill>
                  <a:srgbClr val="006600"/>
                </a:solidFill>
                <a:latin typeface="Times New Roman" panose="02020603050405020304" pitchFamily="18" charset="0"/>
                <a:ea typeface="宋体" panose="02010600030101010101" pitchFamily="2" charset="-122"/>
              </a:rPr>
              <a:t>Q</a:t>
            </a:r>
            <a:r>
              <a:rPr lang="zh-CN" altLang="en-US" sz="2800" b="1">
                <a:solidFill>
                  <a:srgbClr val="006600"/>
                </a:solidFill>
                <a:latin typeface="Times New Roman" panose="02020603050405020304" pitchFamily="18" charset="0"/>
                <a:ea typeface="宋体" panose="02010600030101010101" pitchFamily="2" charset="-122"/>
              </a:rPr>
              <a:t>。</a:t>
            </a:r>
          </a:p>
        </p:txBody>
      </p:sp>
    </p:spTree>
  </p:cSld>
  <p:clrMapOvr>
    <a:masterClrMapping/>
  </p:clrMapOvr>
  <p:transition/>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日期占位符 2">
            <a:extLst>
              <a:ext uri="{FF2B5EF4-FFF2-40B4-BE49-F238E27FC236}">
                <a16:creationId xmlns:a16="http://schemas.microsoft.com/office/drawing/2014/main" id="{42110695-58C8-4999-816E-7FDB565B5A4D}"/>
              </a:ext>
            </a:extLst>
          </p:cNvPr>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FF6901B8-2515-4E82-AECA-15D3D332E26B}"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74083" name="页脚占位符 3">
            <a:extLst>
              <a:ext uri="{FF2B5EF4-FFF2-40B4-BE49-F238E27FC236}">
                <a16:creationId xmlns:a16="http://schemas.microsoft.com/office/drawing/2014/main" id="{6125D549-1BA3-4EE2-A4AF-77965E2F651B}"/>
              </a:ext>
            </a:extLst>
          </p:cNvPr>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74084" name="灯片编号占位符 4">
            <a:extLst>
              <a:ext uri="{FF2B5EF4-FFF2-40B4-BE49-F238E27FC236}">
                <a16:creationId xmlns:a16="http://schemas.microsoft.com/office/drawing/2014/main" id="{55ECFD7C-C1A7-4842-B598-F90A71E6EF29}"/>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8D823BA8-5069-42A6-8C83-04CB2D4AD322}" type="slidenum">
              <a:rPr lang="en-US" altLang="zh-CN" sz="1400" smtClean="0">
                <a:latin typeface="Times New Roman" panose="02020603050405020304" pitchFamily="18" charset="0"/>
                <a:ea typeface="宋体" panose="02010600030101010101" pitchFamily="2" charset="-122"/>
              </a:rPr>
              <a:pPr>
                <a:spcBef>
                  <a:spcPct val="0"/>
                </a:spcBef>
                <a:buFontTx/>
                <a:buNone/>
              </a:pPr>
              <a:t>145</a:t>
            </a:fld>
            <a:endParaRPr lang="en-US" altLang="zh-CN" sz="1400">
              <a:latin typeface="Times New Roman" panose="02020603050405020304" pitchFamily="18" charset="0"/>
              <a:ea typeface="宋体" panose="02010600030101010101" pitchFamily="2" charset="-122"/>
            </a:endParaRPr>
          </a:p>
        </p:txBody>
      </p:sp>
      <p:sp>
        <p:nvSpPr>
          <p:cNvPr id="174085" name="Text Box 2">
            <a:extLst>
              <a:ext uri="{FF2B5EF4-FFF2-40B4-BE49-F238E27FC236}">
                <a16:creationId xmlns:a16="http://schemas.microsoft.com/office/drawing/2014/main" id="{A3D24113-300C-4CE6-9BDC-A2F40DF94377}"/>
              </a:ext>
            </a:extLst>
          </p:cNvPr>
          <p:cNvSpPr txBox="1">
            <a:spLocks noChangeArrowheads="1"/>
          </p:cNvSpPr>
          <p:nvPr/>
        </p:nvSpPr>
        <p:spPr bwMode="auto">
          <a:xfrm>
            <a:off x="1403350" y="785813"/>
            <a:ext cx="62960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二元联结词枚举</a:t>
            </a:r>
          </a:p>
        </p:txBody>
      </p:sp>
      <p:pic>
        <p:nvPicPr>
          <p:cNvPr id="174086" name="Picture 6" descr="C:\Program Files\Microsoft Office\MEDIA\CAGCAT10\j0293844.wmf">
            <a:extLst>
              <a:ext uri="{FF2B5EF4-FFF2-40B4-BE49-F238E27FC236}">
                <a16:creationId xmlns:a16="http://schemas.microsoft.com/office/drawing/2014/main" id="{DD40708B-CD95-48F6-816C-3EE1D7740C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77175" y="549275"/>
            <a:ext cx="12319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087" name="Text Box 120">
            <a:extLst>
              <a:ext uri="{FF2B5EF4-FFF2-40B4-BE49-F238E27FC236}">
                <a16:creationId xmlns:a16="http://schemas.microsoft.com/office/drawing/2014/main" id="{86FC4F45-9E6C-4CEE-9268-163B1E59BC52}"/>
              </a:ext>
            </a:extLst>
          </p:cNvPr>
          <p:cNvSpPr txBox="1">
            <a:spLocks noChangeArrowheads="1"/>
          </p:cNvSpPr>
          <p:nvPr/>
        </p:nvSpPr>
        <p:spPr bwMode="auto">
          <a:xfrm>
            <a:off x="539750" y="1897063"/>
            <a:ext cx="7704138" cy="1385887"/>
          </a:xfrm>
          <a:prstGeom prst="rect">
            <a:avLst/>
          </a:prstGeom>
          <a:solidFill>
            <a:srgbClr val="FF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r>
              <a:rPr lang="zh-CN" altLang="en-US" sz="2800" b="1">
                <a:latin typeface="黑体" panose="02010609060101010101" pitchFamily="49" charset="-122"/>
                <a:ea typeface="黑体" panose="02010609060101010101" pitchFamily="49" charset="-122"/>
              </a:rPr>
              <a:t>假设</a:t>
            </a:r>
            <a:r>
              <a:rPr lang="en-US" altLang="zh-CN" sz="2800" b="1" i="1">
                <a:latin typeface="黑体" panose="02010609060101010101" pitchFamily="49" charset="-122"/>
                <a:ea typeface="黑体" panose="02010609060101010101" pitchFamily="49" charset="-122"/>
              </a:rPr>
              <a:t>G</a:t>
            </a:r>
            <a:r>
              <a:rPr lang="en-US" altLang="zh-CN" sz="2800" b="1" baseline="-25000">
                <a:latin typeface="黑体" panose="02010609060101010101" pitchFamily="49" charset="-122"/>
                <a:ea typeface="黑体" panose="02010609060101010101" pitchFamily="49" charset="-122"/>
              </a:rPr>
              <a:t>1</a:t>
            </a:r>
            <a:r>
              <a:rPr lang="en-US" altLang="zh-CN" sz="2800" b="1">
                <a:latin typeface="黑体" panose="02010609060101010101" pitchFamily="49" charset="-122"/>
                <a:ea typeface="黑体" panose="02010609060101010101" pitchFamily="49" charset="-122"/>
              </a:rPr>
              <a:t>-</a:t>
            </a:r>
            <a:r>
              <a:rPr lang="en-US" altLang="zh-CN" sz="2800" b="1" i="1">
                <a:latin typeface="黑体" panose="02010609060101010101" pitchFamily="49" charset="-122"/>
                <a:ea typeface="黑体" panose="02010609060101010101" pitchFamily="49" charset="-122"/>
              </a:rPr>
              <a:t>G</a:t>
            </a:r>
            <a:r>
              <a:rPr lang="en-US" altLang="zh-CN" sz="2800" b="1" baseline="-25000">
                <a:latin typeface="黑体" panose="02010609060101010101" pitchFamily="49" charset="-122"/>
                <a:ea typeface="黑体" panose="02010609060101010101" pitchFamily="49" charset="-122"/>
              </a:rPr>
              <a:t>16</a:t>
            </a:r>
            <a:r>
              <a:rPr lang="zh-CN" altLang="en-US" sz="2800" b="1">
                <a:latin typeface="黑体" panose="02010609060101010101" pitchFamily="49" charset="-122"/>
                <a:ea typeface="黑体" panose="02010609060101010101" pitchFamily="49" charset="-122"/>
              </a:rPr>
              <a:t>表示</a:t>
            </a:r>
            <a:r>
              <a:rPr lang="en-US" altLang="zh-CN" sz="2800" b="1">
                <a:latin typeface="黑体" panose="02010609060101010101" pitchFamily="49" charset="-122"/>
                <a:ea typeface="黑体" panose="02010609060101010101" pitchFamily="49" charset="-122"/>
              </a:rPr>
              <a:t>16</a:t>
            </a:r>
            <a:r>
              <a:rPr lang="zh-CN" altLang="en-US" sz="2800" b="1">
                <a:latin typeface="黑体" panose="02010609060101010101" pitchFamily="49" charset="-122"/>
                <a:ea typeface="黑体" panose="02010609060101010101" pitchFamily="49" charset="-122"/>
              </a:rPr>
              <a:t>种不等值的</a:t>
            </a:r>
            <a:r>
              <a:rPr lang="zh-CN" altLang="en-US" sz="2800" b="1">
                <a:solidFill>
                  <a:srgbClr val="006600"/>
                </a:solidFill>
                <a:latin typeface="黑体" panose="02010609060101010101" pitchFamily="49" charset="-122"/>
                <a:ea typeface="黑体" panose="02010609060101010101" pitchFamily="49" charset="-122"/>
              </a:rPr>
              <a:t>二元真值函数</a:t>
            </a:r>
            <a:r>
              <a:rPr lang="zh-CN" altLang="en-US" sz="2800" b="1">
                <a:latin typeface="黑体" panose="02010609060101010101" pitchFamily="49" charset="-122"/>
                <a:ea typeface="黑体" panose="02010609060101010101" pitchFamily="49" charset="-122"/>
              </a:rPr>
              <a:t>，则有如下真值表：</a:t>
            </a:r>
          </a:p>
        </p:txBody>
      </p:sp>
      <p:pic>
        <p:nvPicPr>
          <p:cNvPr id="174088" name="图片 2">
            <a:extLst>
              <a:ext uri="{FF2B5EF4-FFF2-40B4-BE49-F238E27FC236}">
                <a16:creationId xmlns:a16="http://schemas.microsoft.com/office/drawing/2014/main" id="{77215208-F6A1-4D6C-87ED-634A81696E81}"/>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44475" y="3500438"/>
            <a:ext cx="8885238" cy="204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日期占位符 2">
            <a:extLst>
              <a:ext uri="{FF2B5EF4-FFF2-40B4-BE49-F238E27FC236}">
                <a16:creationId xmlns:a16="http://schemas.microsoft.com/office/drawing/2014/main" id="{EDE57301-F519-4E48-A818-80C2DE01AC04}"/>
              </a:ext>
            </a:extLst>
          </p:cNvPr>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4E2B6860-695F-43C7-8466-F9E87991BA75}"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75107" name="页脚占位符 3">
            <a:extLst>
              <a:ext uri="{FF2B5EF4-FFF2-40B4-BE49-F238E27FC236}">
                <a16:creationId xmlns:a16="http://schemas.microsoft.com/office/drawing/2014/main" id="{F6FDD24A-ABCA-4B12-8C5F-A38906667F4B}"/>
              </a:ext>
            </a:extLst>
          </p:cNvPr>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75108" name="灯片编号占位符 4">
            <a:extLst>
              <a:ext uri="{FF2B5EF4-FFF2-40B4-BE49-F238E27FC236}">
                <a16:creationId xmlns:a16="http://schemas.microsoft.com/office/drawing/2014/main" id="{153CC816-923B-4360-A30B-ABAD40D67F52}"/>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87D4269D-93F5-4463-87B4-13FAA3C0B4DF}" type="slidenum">
              <a:rPr lang="en-US" altLang="zh-CN" sz="1400" smtClean="0">
                <a:latin typeface="Times New Roman" panose="02020603050405020304" pitchFamily="18" charset="0"/>
                <a:ea typeface="宋体" panose="02010600030101010101" pitchFamily="2" charset="-122"/>
              </a:rPr>
              <a:pPr>
                <a:spcBef>
                  <a:spcPct val="0"/>
                </a:spcBef>
                <a:buFontTx/>
                <a:buNone/>
              </a:pPr>
              <a:t>146</a:t>
            </a:fld>
            <a:endParaRPr lang="en-US" altLang="zh-CN" sz="1400">
              <a:latin typeface="Times New Roman" panose="02020603050405020304" pitchFamily="18" charset="0"/>
              <a:ea typeface="宋体" panose="02010600030101010101" pitchFamily="2" charset="-122"/>
            </a:endParaRPr>
          </a:p>
        </p:txBody>
      </p:sp>
      <p:sp>
        <p:nvSpPr>
          <p:cNvPr id="175109" name="Text Box 2">
            <a:extLst>
              <a:ext uri="{FF2B5EF4-FFF2-40B4-BE49-F238E27FC236}">
                <a16:creationId xmlns:a16="http://schemas.microsoft.com/office/drawing/2014/main" id="{5F773DC8-9DA9-4860-BFDF-DD5991286570}"/>
              </a:ext>
            </a:extLst>
          </p:cNvPr>
          <p:cNvSpPr txBox="1">
            <a:spLocks noChangeArrowheads="1"/>
          </p:cNvSpPr>
          <p:nvPr/>
        </p:nvSpPr>
        <p:spPr bwMode="auto">
          <a:xfrm>
            <a:off x="1371600" y="838200"/>
            <a:ext cx="62960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二元联结词枚举</a:t>
            </a:r>
          </a:p>
        </p:txBody>
      </p:sp>
      <p:pic>
        <p:nvPicPr>
          <p:cNvPr id="175110" name="Picture 6" descr="C:\Program Files\Microsoft Office\MEDIA\CAGCAT10\j0293844.wmf">
            <a:extLst>
              <a:ext uri="{FF2B5EF4-FFF2-40B4-BE49-F238E27FC236}">
                <a16:creationId xmlns:a16="http://schemas.microsoft.com/office/drawing/2014/main" id="{D239E8D0-4677-4EC9-AD8F-B62E800542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77175" y="549275"/>
            <a:ext cx="12319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94660" name="Text Box 4">
            <a:extLst>
              <a:ext uri="{FF2B5EF4-FFF2-40B4-BE49-F238E27FC236}">
                <a16:creationId xmlns:a16="http://schemas.microsoft.com/office/drawing/2014/main" id="{2CA4EAF5-73CB-441A-80B8-73AADFDAF5C4}"/>
              </a:ext>
            </a:extLst>
          </p:cNvPr>
          <p:cNvSpPr txBox="1">
            <a:spLocks noChangeArrowheads="1"/>
          </p:cNvSpPr>
          <p:nvPr/>
        </p:nvSpPr>
        <p:spPr bwMode="auto">
          <a:xfrm>
            <a:off x="900113" y="2997200"/>
            <a:ext cx="1871662" cy="457200"/>
          </a:xfrm>
          <a:prstGeom prst="rect">
            <a:avLst/>
          </a:prstGeom>
          <a:solidFill>
            <a:srgbClr val="FFFF00"/>
          </a:solidFill>
          <a:ln>
            <a:noFill/>
          </a:ln>
          <a:effectLst/>
        </p:spPr>
        <p:txBody>
          <a:bodyPr>
            <a:spAutoFit/>
          </a:bodyPr>
          <a:lstStyle/>
          <a:p>
            <a:pPr eaLnBrk="1" hangingPunct="1">
              <a:spcBef>
                <a:spcPct val="50000"/>
              </a:spcBef>
              <a:defRPr/>
            </a:pPr>
            <a:r>
              <a:rPr lang="en-CA" altLang="zh-CN" sz="2400" b="1" i="1" dirty="0">
                <a:effectLst>
                  <a:outerShdw blurRad="38100" dist="38100" dir="2700000" algn="tl">
                    <a:srgbClr val="FFFFFF"/>
                  </a:outerShdw>
                </a:effectLst>
                <a:sym typeface="Symbol" panose="05050102010706020507" pitchFamily="18" charset="2"/>
              </a:rPr>
              <a:t>f</a:t>
            </a:r>
            <a:r>
              <a:rPr lang="en-CA" altLang="zh-CN" sz="2400" b="1" baseline="-25000" dirty="0">
                <a:effectLst>
                  <a:outerShdw blurRad="38100" dist="38100" dir="2700000" algn="tl">
                    <a:srgbClr val="FFFFFF"/>
                  </a:outerShdw>
                </a:effectLst>
                <a:sym typeface="Symbol" panose="05050102010706020507" pitchFamily="18" charset="2"/>
              </a:rPr>
              <a:t>1</a:t>
            </a:r>
            <a:r>
              <a:rPr lang="en-US" altLang="zh-CN" sz="2400" dirty="0"/>
              <a:t> </a:t>
            </a:r>
            <a:r>
              <a:rPr lang="en-US" altLang="zh-CN" sz="2400" b="1" dirty="0"/>
              <a:t>=P</a:t>
            </a:r>
            <a:r>
              <a:rPr lang="en-US" altLang="zh-CN" sz="2400" b="1" dirty="0">
                <a:effectLst>
                  <a:outerShdw blurRad="38100" dist="38100" dir="2700000" algn="tl">
                    <a:srgbClr val="FFFFFF"/>
                  </a:outerShdw>
                </a:effectLst>
                <a:sym typeface="Kingsoft Phonetic Plain" pitchFamily="2" charset="2"/>
              </a:rPr>
              <a:t>∧</a:t>
            </a:r>
            <a:r>
              <a:rPr lang="en-US" altLang="zh-CN" sz="2400" b="1" dirty="0">
                <a:effectLst>
                  <a:outerShdw blurRad="38100" dist="38100" dir="2700000" algn="tl">
                    <a:srgbClr val="FFFFFF"/>
                  </a:outerShdw>
                </a:effectLst>
              </a:rPr>
              <a:t>¬</a:t>
            </a:r>
            <a:r>
              <a:rPr lang="en-US" altLang="zh-CN" sz="2400" b="1" dirty="0"/>
              <a:t>P</a:t>
            </a:r>
          </a:p>
        </p:txBody>
      </p:sp>
      <p:sp>
        <p:nvSpPr>
          <p:cNvPr id="1094661" name="Text Box 5">
            <a:extLst>
              <a:ext uri="{FF2B5EF4-FFF2-40B4-BE49-F238E27FC236}">
                <a16:creationId xmlns:a16="http://schemas.microsoft.com/office/drawing/2014/main" id="{FAFEDBA6-39C1-4E1A-B502-22A335D4E64E}"/>
              </a:ext>
            </a:extLst>
          </p:cNvPr>
          <p:cNvSpPr txBox="1">
            <a:spLocks noChangeArrowheads="1"/>
          </p:cNvSpPr>
          <p:nvPr/>
        </p:nvSpPr>
        <p:spPr bwMode="auto">
          <a:xfrm>
            <a:off x="2987675" y="2997200"/>
            <a:ext cx="1728788" cy="457200"/>
          </a:xfrm>
          <a:prstGeom prst="rect">
            <a:avLst/>
          </a:prstGeom>
          <a:solidFill>
            <a:srgbClr val="FFFF00"/>
          </a:solidFill>
          <a:ln>
            <a:noFill/>
          </a:ln>
          <a:effectLst/>
        </p:spPr>
        <p:txBody>
          <a:bodyPr>
            <a:spAutoFit/>
          </a:bodyPr>
          <a:lstStyle/>
          <a:p>
            <a:pPr eaLnBrk="1" hangingPunct="1">
              <a:spcBef>
                <a:spcPct val="50000"/>
              </a:spcBef>
              <a:defRPr/>
            </a:pPr>
            <a:r>
              <a:rPr lang="en-CA" altLang="zh-CN" sz="2400" b="1" i="1">
                <a:effectLst>
                  <a:outerShdw blurRad="38100" dist="38100" dir="2700000" algn="tl">
                    <a:srgbClr val="FFFFFF"/>
                  </a:outerShdw>
                </a:effectLst>
                <a:sym typeface="Symbol" panose="05050102010706020507" pitchFamily="18" charset="2"/>
              </a:rPr>
              <a:t>f</a:t>
            </a:r>
            <a:r>
              <a:rPr lang="en-CA" altLang="zh-CN" sz="2400" b="1" baseline="-25000">
                <a:effectLst>
                  <a:outerShdw blurRad="38100" dist="38100" dir="2700000" algn="tl">
                    <a:srgbClr val="FFFFFF"/>
                  </a:outerShdw>
                </a:effectLst>
                <a:sym typeface="Symbol" panose="05050102010706020507" pitchFamily="18" charset="2"/>
              </a:rPr>
              <a:t>2</a:t>
            </a:r>
            <a:r>
              <a:rPr lang="en-US" altLang="zh-CN" sz="2400"/>
              <a:t> </a:t>
            </a:r>
            <a:r>
              <a:rPr lang="en-US" altLang="zh-CN" sz="2400" b="1"/>
              <a:t>=P</a:t>
            </a:r>
            <a:r>
              <a:rPr lang="en-US" altLang="zh-CN" sz="2400" b="1">
                <a:effectLst>
                  <a:outerShdw blurRad="38100" dist="38100" dir="2700000" algn="tl">
                    <a:srgbClr val="FFFFFF"/>
                  </a:outerShdw>
                </a:effectLst>
                <a:sym typeface="Kingsoft Phonetic Plain" pitchFamily="2" charset="2"/>
              </a:rPr>
              <a:t>∧</a:t>
            </a:r>
            <a:r>
              <a:rPr lang="en-US" altLang="zh-CN" sz="2400" b="1">
                <a:effectLst>
                  <a:outerShdw blurRad="38100" dist="38100" dir="2700000" algn="tl">
                    <a:srgbClr val="FFFFFF"/>
                  </a:outerShdw>
                </a:effectLst>
              </a:rPr>
              <a:t>Q</a:t>
            </a:r>
            <a:endParaRPr lang="en-US" altLang="zh-CN" sz="2400" b="1"/>
          </a:p>
        </p:txBody>
      </p:sp>
      <p:sp>
        <p:nvSpPr>
          <p:cNvPr id="1094662" name="Text Box 6">
            <a:extLst>
              <a:ext uri="{FF2B5EF4-FFF2-40B4-BE49-F238E27FC236}">
                <a16:creationId xmlns:a16="http://schemas.microsoft.com/office/drawing/2014/main" id="{A9C519EE-F2C1-4095-A8FF-66A3F67D72BD}"/>
              </a:ext>
            </a:extLst>
          </p:cNvPr>
          <p:cNvSpPr txBox="1">
            <a:spLocks noChangeArrowheads="1"/>
          </p:cNvSpPr>
          <p:nvPr/>
        </p:nvSpPr>
        <p:spPr bwMode="auto">
          <a:xfrm>
            <a:off x="4932363" y="2997200"/>
            <a:ext cx="1944687" cy="519113"/>
          </a:xfrm>
          <a:prstGeom prst="rect">
            <a:avLst/>
          </a:prstGeom>
          <a:solidFill>
            <a:srgbClr val="FFFF00"/>
          </a:solidFill>
          <a:ln>
            <a:noFill/>
          </a:ln>
          <a:effectLst/>
        </p:spPr>
        <p:txBody>
          <a:bodyPr>
            <a:spAutoFit/>
          </a:bodyPr>
          <a:lstStyle/>
          <a:p>
            <a:pPr eaLnBrk="1" hangingPunct="1">
              <a:spcBef>
                <a:spcPct val="50000"/>
              </a:spcBef>
              <a:defRPr/>
            </a:pPr>
            <a:r>
              <a:rPr lang="en-CA" altLang="zh-CN" sz="2400" b="1" i="1" dirty="0">
                <a:effectLst>
                  <a:outerShdw blurRad="38100" dist="38100" dir="2700000" algn="tl">
                    <a:srgbClr val="FFFFFF"/>
                  </a:outerShdw>
                </a:effectLst>
                <a:sym typeface="Symbol" panose="05050102010706020507" pitchFamily="18" charset="2"/>
              </a:rPr>
              <a:t>f</a:t>
            </a:r>
            <a:r>
              <a:rPr lang="en-CA" altLang="zh-CN" sz="2400" b="1" baseline="-25000" dirty="0">
                <a:effectLst>
                  <a:outerShdw blurRad="38100" dist="38100" dir="2700000" algn="tl">
                    <a:srgbClr val="FFFFFF"/>
                  </a:outerShdw>
                </a:effectLst>
                <a:sym typeface="Symbol" panose="05050102010706020507" pitchFamily="18" charset="2"/>
              </a:rPr>
              <a:t>3</a:t>
            </a:r>
            <a:r>
              <a:rPr lang="en-US" altLang="zh-CN" sz="2400" dirty="0"/>
              <a:t> </a:t>
            </a:r>
            <a:r>
              <a:rPr lang="en-US" altLang="zh-CN" sz="2400" b="1" dirty="0"/>
              <a:t>= </a:t>
            </a:r>
            <a:r>
              <a:rPr lang="en-US" altLang="zh-CN" b="1" dirty="0">
                <a:effectLst>
                  <a:outerShdw blurRad="38100" dist="38100" dir="2700000" algn="tl">
                    <a:srgbClr val="FFFFFF"/>
                  </a:outerShdw>
                </a:effectLst>
              </a:rPr>
              <a:t>¬</a:t>
            </a:r>
            <a:r>
              <a:rPr lang="en-US" altLang="zh-CN" dirty="0"/>
              <a:t>(</a:t>
            </a:r>
            <a:r>
              <a:rPr lang="en-US" altLang="zh-CN" sz="2400" b="1" dirty="0"/>
              <a:t>P</a:t>
            </a:r>
            <a:r>
              <a:rPr lang="en-US" altLang="zh-CN" sz="2400" b="1" dirty="0">
                <a:sym typeface="Symbol" panose="05050102010706020507" pitchFamily="18" charset="2"/>
              </a:rPr>
              <a:t>→</a:t>
            </a:r>
            <a:r>
              <a:rPr lang="en-US" altLang="zh-CN" sz="2400" b="1" dirty="0"/>
              <a:t>Q)</a:t>
            </a:r>
          </a:p>
        </p:txBody>
      </p:sp>
      <p:sp>
        <p:nvSpPr>
          <p:cNvPr id="1094663" name="Text Box 7">
            <a:extLst>
              <a:ext uri="{FF2B5EF4-FFF2-40B4-BE49-F238E27FC236}">
                <a16:creationId xmlns:a16="http://schemas.microsoft.com/office/drawing/2014/main" id="{30D431E5-631B-411F-A360-C0F022B0B367}"/>
              </a:ext>
            </a:extLst>
          </p:cNvPr>
          <p:cNvSpPr txBox="1">
            <a:spLocks noChangeArrowheads="1"/>
          </p:cNvSpPr>
          <p:nvPr/>
        </p:nvSpPr>
        <p:spPr bwMode="auto">
          <a:xfrm>
            <a:off x="7164388" y="2997200"/>
            <a:ext cx="1728787" cy="457200"/>
          </a:xfrm>
          <a:prstGeom prst="rect">
            <a:avLst/>
          </a:prstGeom>
          <a:solidFill>
            <a:srgbClr val="FFFF00"/>
          </a:solidFill>
          <a:ln>
            <a:noFill/>
          </a:ln>
          <a:effectLst/>
        </p:spPr>
        <p:txBody>
          <a:bodyPr>
            <a:spAutoFit/>
          </a:bodyPr>
          <a:lstStyle/>
          <a:p>
            <a:pPr eaLnBrk="1" hangingPunct="1">
              <a:spcBef>
                <a:spcPct val="50000"/>
              </a:spcBef>
              <a:defRPr/>
            </a:pPr>
            <a:r>
              <a:rPr lang="en-CA" altLang="zh-CN" sz="2400" b="1" i="1" dirty="0">
                <a:effectLst>
                  <a:outerShdw blurRad="38100" dist="38100" dir="2700000" algn="tl">
                    <a:srgbClr val="FFFFFF"/>
                  </a:outerShdw>
                </a:effectLst>
                <a:sym typeface="Symbol" panose="05050102010706020507" pitchFamily="18" charset="2"/>
              </a:rPr>
              <a:t>f</a:t>
            </a:r>
            <a:r>
              <a:rPr lang="en-CA" altLang="zh-CN" sz="2400" b="1" baseline="-25000" dirty="0">
                <a:effectLst>
                  <a:outerShdw blurRad="38100" dist="38100" dir="2700000" algn="tl">
                    <a:srgbClr val="FFFFFF"/>
                  </a:outerShdw>
                </a:effectLst>
                <a:sym typeface="Symbol" panose="05050102010706020507" pitchFamily="18" charset="2"/>
              </a:rPr>
              <a:t>4</a:t>
            </a:r>
            <a:r>
              <a:rPr lang="en-US" altLang="zh-CN" sz="2400" dirty="0"/>
              <a:t> </a:t>
            </a:r>
            <a:r>
              <a:rPr lang="en-US" altLang="zh-CN" sz="2400" b="1" dirty="0"/>
              <a:t>=P</a:t>
            </a:r>
          </a:p>
        </p:txBody>
      </p:sp>
      <p:sp>
        <p:nvSpPr>
          <p:cNvPr id="1094664" name="Text Box 8">
            <a:extLst>
              <a:ext uri="{FF2B5EF4-FFF2-40B4-BE49-F238E27FC236}">
                <a16:creationId xmlns:a16="http://schemas.microsoft.com/office/drawing/2014/main" id="{8BBD2777-5C4A-45D2-83C9-50DEDD607726}"/>
              </a:ext>
            </a:extLst>
          </p:cNvPr>
          <p:cNvSpPr txBox="1">
            <a:spLocks noChangeArrowheads="1"/>
          </p:cNvSpPr>
          <p:nvPr/>
        </p:nvSpPr>
        <p:spPr bwMode="auto">
          <a:xfrm>
            <a:off x="900113" y="3789363"/>
            <a:ext cx="1871662" cy="457200"/>
          </a:xfrm>
          <a:prstGeom prst="rect">
            <a:avLst/>
          </a:prstGeom>
          <a:solidFill>
            <a:srgbClr val="FFFF00"/>
          </a:solidFill>
          <a:ln>
            <a:noFill/>
          </a:ln>
          <a:effectLst/>
        </p:spPr>
        <p:txBody>
          <a:bodyPr>
            <a:spAutoFit/>
          </a:bodyPr>
          <a:lstStyle/>
          <a:p>
            <a:pPr eaLnBrk="1" hangingPunct="1">
              <a:spcBef>
                <a:spcPct val="50000"/>
              </a:spcBef>
              <a:defRPr/>
            </a:pPr>
            <a:r>
              <a:rPr lang="en-CA" altLang="zh-CN" sz="2400" b="1" i="1">
                <a:effectLst>
                  <a:outerShdw blurRad="38100" dist="38100" dir="2700000" algn="tl">
                    <a:srgbClr val="FFFFFF"/>
                  </a:outerShdw>
                </a:effectLst>
                <a:sym typeface="Symbol" panose="05050102010706020507" pitchFamily="18" charset="2"/>
              </a:rPr>
              <a:t>f</a:t>
            </a:r>
            <a:r>
              <a:rPr lang="en-CA" altLang="zh-CN" sz="2400" b="1" baseline="-25000">
                <a:effectLst>
                  <a:outerShdw blurRad="38100" dist="38100" dir="2700000" algn="tl">
                    <a:srgbClr val="FFFFFF"/>
                  </a:outerShdw>
                </a:effectLst>
                <a:sym typeface="Symbol" panose="05050102010706020507" pitchFamily="18" charset="2"/>
              </a:rPr>
              <a:t>5</a:t>
            </a:r>
            <a:r>
              <a:rPr lang="en-US" altLang="zh-CN" sz="2400"/>
              <a:t> </a:t>
            </a:r>
            <a:r>
              <a:rPr lang="en-US" altLang="zh-CN" sz="2400" b="1"/>
              <a:t>= </a:t>
            </a:r>
            <a:r>
              <a:rPr lang="en-US" altLang="zh-CN" sz="2400" b="1">
                <a:effectLst>
                  <a:outerShdw blurRad="38100" dist="38100" dir="2700000" algn="tl">
                    <a:srgbClr val="FFFFFF"/>
                  </a:outerShdw>
                </a:effectLst>
              </a:rPr>
              <a:t>¬</a:t>
            </a:r>
            <a:r>
              <a:rPr lang="en-US" altLang="zh-CN" sz="2400"/>
              <a:t>(</a:t>
            </a:r>
            <a:r>
              <a:rPr lang="en-US" altLang="zh-CN" sz="2400" b="1"/>
              <a:t>Q</a:t>
            </a:r>
            <a:r>
              <a:rPr lang="en-US" altLang="zh-CN" sz="2400" b="1">
                <a:sym typeface="Symbol" panose="05050102010706020507" pitchFamily="18" charset="2"/>
              </a:rPr>
              <a:t>→</a:t>
            </a:r>
            <a:r>
              <a:rPr lang="en-US" altLang="zh-CN" sz="2400" b="1"/>
              <a:t>P)</a:t>
            </a:r>
          </a:p>
        </p:txBody>
      </p:sp>
      <p:sp>
        <p:nvSpPr>
          <p:cNvPr id="1094665" name="Text Box 9">
            <a:extLst>
              <a:ext uri="{FF2B5EF4-FFF2-40B4-BE49-F238E27FC236}">
                <a16:creationId xmlns:a16="http://schemas.microsoft.com/office/drawing/2014/main" id="{093236F9-8AD6-46E7-A6FD-511ADB5B106C}"/>
              </a:ext>
            </a:extLst>
          </p:cNvPr>
          <p:cNvSpPr txBox="1">
            <a:spLocks noChangeArrowheads="1"/>
          </p:cNvSpPr>
          <p:nvPr/>
        </p:nvSpPr>
        <p:spPr bwMode="auto">
          <a:xfrm>
            <a:off x="2987675" y="3798888"/>
            <a:ext cx="1728788" cy="457200"/>
          </a:xfrm>
          <a:prstGeom prst="rect">
            <a:avLst/>
          </a:prstGeom>
          <a:solidFill>
            <a:srgbClr val="FFFF00"/>
          </a:solidFill>
          <a:ln>
            <a:noFill/>
          </a:ln>
          <a:effectLst/>
        </p:spPr>
        <p:txBody>
          <a:bodyPr>
            <a:spAutoFit/>
          </a:bodyPr>
          <a:lstStyle/>
          <a:p>
            <a:pPr eaLnBrk="1" hangingPunct="1">
              <a:spcBef>
                <a:spcPct val="50000"/>
              </a:spcBef>
              <a:defRPr/>
            </a:pPr>
            <a:r>
              <a:rPr lang="en-CA" altLang="zh-CN" sz="2400" b="1" i="1">
                <a:effectLst>
                  <a:outerShdw blurRad="38100" dist="38100" dir="2700000" algn="tl">
                    <a:srgbClr val="FFFFFF"/>
                  </a:outerShdw>
                </a:effectLst>
                <a:sym typeface="Symbol" panose="05050102010706020507" pitchFamily="18" charset="2"/>
              </a:rPr>
              <a:t>f</a:t>
            </a:r>
            <a:r>
              <a:rPr lang="en-CA" altLang="zh-CN" sz="2400" b="1" baseline="-25000">
                <a:effectLst>
                  <a:outerShdw blurRad="38100" dist="38100" dir="2700000" algn="tl">
                    <a:srgbClr val="FFFFFF"/>
                  </a:outerShdw>
                </a:effectLst>
                <a:sym typeface="Symbol" panose="05050102010706020507" pitchFamily="18" charset="2"/>
              </a:rPr>
              <a:t>6</a:t>
            </a:r>
            <a:r>
              <a:rPr lang="en-US" altLang="zh-CN" sz="2400"/>
              <a:t> </a:t>
            </a:r>
            <a:r>
              <a:rPr lang="en-US" altLang="zh-CN" sz="2400" b="1"/>
              <a:t>=Q</a:t>
            </a:r>
          </a:p>
        </p:txBody>
      </p:sp>
      <p:sp>
        <p:nvSpPr>
          <p:cNvPr id="1094666" name="Text Box 10">
            <a:extLst>
              <a:ext uri="{FF2B5EF4-FFF2-40B4-BE49-F238E27FC236}">
                <a16:creationId xmlns:a16="http://schemas.microsoft.com/office/drawing/2014/main" id="{7BE29D2C-1453-4371-9096-9FE1BCBAC58D}"/>
              </a:ext>
            </a:extLst>
          </p:cNvPr>
          <p:cNvSpPr txBox="1">
            <a:spLocks noChangeArrowheads="1"/>
          </p:cNvSpPr>
          <p:nvPr/>
        </p:nvSpPr>
        <p:spPr bwMode="auto">
          <a:xfrm>
            <a:off x="5003800" y="3789363"/>
            <a:ext cx="1873250" cy="457200"/>
          </a:xfrm>
          <a:prstGeom prst="rect">
            <a:avLst/>
          </a:prstGeom>
          <a:solidFill>
            <a:srgbClr val="FFFF00"/>
          </a:solidFill>
          <a:ln>
            <a:noFill/>
          </a:ln>
          <a:effectLst/>
        </p:spPr>
        <p:txBody>
          <a:bodyPr>
            <a:spAutoFit/>
          </a:bodyPr>
          <a:lstStyle/>
          <a:p>
            <a:pPr eaLnBrk="1" hangingPunct="1">
              <a:spcBef>
                <a:spcPct val="50000"/>
              </a:spcBef>
              <a:defRPr/>
            </a:pPr>
            <a:r>
              <a:rPr lang="en-CA" altLang="zh-CN" sz="2400" b="1" i="1">
                <a:effectLst>
                  <a:outerShdw blurRad="38100" dist="38100" dir="2700000" algn="tl">
                    <a:srgbClr val="FFFFFF"/>
                  </a:outerShdw>
                </a:effectLst>
                <a:sym typeface="Symbol" panose="05050102010706020507" pitchFamily="18" charset="2"/>
              </a:rPr>
              <a:t>f</a:t>
            </a:r>
            <a:r>
              <a:rPr lang="en-CA" altLang="zh-CN" sz="2400" b="1" baseline="-25000">
                <a:effectLst>
                  <a:outerShdw blurRad="38100" dist="38100" dir="2700000" algn="tl">
                    <a:srgbClr val="FFFFFF"/>
                  </a:outerShdw>
                </a:effectLst>
                <a:sym typeface="Symbol" panose="05050102010706020507" pitchFamily="18" charset="2"/>
              </a:rPr>
              <a:t>7</a:t>
            </a:r>
            <a:r>
              <a:rPr lang="en-US" altLang="zh-CN" sz="2400"/>
              <a:t> </a:t>
            </a:r>
            <a:r>
              <a:rPr lang="en-US" altLang="zh-CN" sz="2400" b="1"/>
              <a:t>= </a:t>
            </a:r>
            <a:r>
              <a:rPr lang="en-US" altLang="zh-CN" sz="2400" b="1">
                <a:effectLst>
                  <a:outerShdw blurRad="38100" dist="38100" dir="2700000" algn="tl">
                    <a:srgbClr val="FFFFFF"/>
                  </a:outerShdw>
                </a:effectLst>
              </a:rPr>
              <a:t>¬</a:t>
            </a:r>
            <a:r>
              <a:rPr lang="en-US" altLang="zh-CN" sz="2400"/>
              <a:t>(</a:t>
            </a:r>
            <a:r>
              <a:rPr lang="en-US" altLang="zh-CN" sz="2400" b="1"/>
              <a:t>P</a:t>
            </a:r>
            <a:r>
              <a:rPr lang="en-US" altLang="zh-CN" sz="2400" b="1">
                <a:sym typeface="Symbol" panose="05050102010706020507" pitchFamily="18" charset="2"/>
              </a:rPr>
              <a:t>↔</a:t>
            </a:r>
            <a:r>
              <a:rPr lang="en-US" altLang="zh-CN" sz="2400" b="1"/>
              <a:t>Q)</a:t>
            </a:r>
          </a:p>
        </p:txBody>
      </p:sp>
      <p:sp>
        <p:nvSpPr>
          <p:cNvPr id="1094667" name="Text Box 11">
            <a:extLst>
              <a:ext uri="{FF2B5EF4-FFF2-40B4-BE49-F238E27FC236}">
                <a16:creationId xmlns:a16="http://schemas.microsoft.com/office/drawing/2014/main" id="{07283AF8-E679-420D-9949-052A01771912}"/>
              </a:ext>
            </a:extLst>
          </p:cNvPr>
          <p:cNvSpPr txBox="1">
            <a:spLocks noChangeArrowheads="1"/>
          </p:cNvSpPr>
          <p:nvPr/>
        </p:nvSpPr>
        <p:spPr bwMode="auto">
          <a:xfrm>
            <a:off x="7164388" y="3789363"/>
            <a:ext cx="1728787" cy="457200"/>
          </a:xfrm>
          <a:prstGeom prst="rect">
            <a:avLst/>
          </a:prstGeom>
          <a:solidFill>
            <a:srgbClr val="FFFF00"/>
          </a:solidFill>
          <a:ln>
            <a:noFill/>
          </a:ln>
          <a:effectLst/>
        </p:spPr>
        <p:txBody>
          <a:bodyPr>
            <a:spAutoFit/>
          </a:bodyPr>
          <a:lstStyle/>
          <a:p>
            <a:pPr eaLnBrk="1" hangingPunct="1">
              <a:spcBef>
                <a:spcPct val="50000"/>
              </a:spcBef>
              <a:defRPr/>
            </a:pPr>
            <a:r>
              <a:rPr lang="en-CA" altLang="zh-CN" sz="2400" b="1" i="1">
                <a:effectLst>
                  <a:outerShdw blurRad="38100" dist="38100" dir="2700000" algn="tl">
                    <a:srgbClr val="FFFFFF"/>
                  </a:outerShdw>
                </a:effectLst>
                <a:sym typeface="Symbol" panose="05050102010706020507" pitchFamily="18" charset="2"/>
              </a:rPr>
              <a:t>f</a:t>
            </a:r>
            <a:r>
              <a:rPr lang="en-CA" altLang="zh-CN" sz="2400" b="1" baseline="-25000">
                <a:effectLst>
                  <a:outerShdw blurRad="38100" dist="38100" dir="2700000" algn="tl">
                    <a:srgbClr val="FFFFFF"/>
                  </a:outerShdw>
                </a:effectLst>
                <a:sym typeface="Symbol" panose="05050102010706020507" pitchFamily="18" charset="2"/>
              </a:rPr>
              <a:t>8</a:t>
            </a:r>
            <a:r>
              <a:rPr lang="en-US" altLang="zh-CN" sz="2400"/>
              <a:t> </a:t>
            </a:r>
            <a:r>
              <a:rPr lang="en-US" altLang="zh-CN" sz="2400" b="1"/>
              <a:t>=P</a:t>
            </a:r>
            <a:r>
              <a:rPr lang="en-US" altLang="zh-CN" sz="2400" b="1">
                <a:effectLst>
                  <a:outerShdw blurRad="38100" dist="38100" dir="2700000" algn="tl">
                    <a:srgbClr val="FFFFFF"/>
                  </a:outerShdw>
                </a:effectLst>
              </a:rPr>
              <a:t>∨Q</a:t>
            </a:r>
            <a:endParaRPr lang="en-US" altLang="zh-CN" sz="2400" b="1"/>
          </a:p>
        </p:txBody>
      </p:sp>
      <p:sp>
        <p:nvSpPr>
          <p:cNvPr id="1094668" name="Text Box 12">
            <a:extLst>
              <a:ext uri="{FF2B5EF4-FFF2-40B4-BE49-F238E27FC236}">
                <a16:creationId xmlns:a16="http://schemas.microsoft.com/office/drawing/2014/main" id="{3186E4AB-48B8-454D-9EB5-2E69C73FC109}"/>
              </a:ext>
            </a:extLst>
          </p:cNvPr>
          <p:cNvSpPr txBox="1">
            <a:spLocks noChangeArrowheads="1"/>
          </p:cNvSpPr>
          <p:nvPr/>
        </p:nvSpPr>
        <p:spPr bwMode="auto">
          <a:xfrm>
            <a:off x="898525" y="4638675"/>
            <a:ext cx="1873250" cy="457200"/>
          </a:xfrm>
          <a:prstGeom prst="rect">
            <a:avLst/>
          </a:prstGeom>
          <a:solidFill>
            <a:srgbClr val="FFFF00"/>
          </a:solidFill>
          <a:ln>
            <a:noFill/>
          </a:ln>
          <a:effectLst/>
        </p:spPr>
        <p:txBody>
          <a:bodyPr>
            <a:spAutoFit/>
          </a:bodyPr>
          <a:lstStyle/>
          <a:p>
            <a:pPr eaLnBrk="1" hangingPunct="1">
              <a:spcBef>
                <a:spcPct val="50000"/>
              </a:spcBef>
              <a:defRPr/>
            </a:pPr>
            <a:r>
              <a:rPr lang="en-CA" altLang="zh-CN" sz="2400" b="1" i="1">
                <a:effectLst>
                  <a:outerShdw blurRad="38100" dist="38100" dir="2700000" algn="tl">
                    <a:srgbClr val="FFFFFF"/>
                  </a:outerShdw>
                </a:effectLst>
                <a:sym typeface="Symbol" panose="05050102010706020507" pitchFamily="18" charset="2"/>
              </a:rPr>
              <a:t>f</a:t>
            </a:r>
            <a:r>
              <a:rPr lang="en-CA" altLang="zh-CN" sz="2400" b="1" baseline="-25000">
                <a:effectLst>
                  <a:outerShdw blurRad="38100" dist="38100" dir="2700000" algn="tl">
                    <a:srgbClr val="FFFFFF"/>
                  </a:outerShdw>
                </a:effectLst>
                <a:sym typeface="Symbol" panose="05050102010706020507" pitchFamily="18" charset="2"/>
              </a:rPr>
              <a:t>9</a:t>
            </a:r>
            <a:r>
              <a:rPr lang="en-US" altLang="zh-CN" sz="2400"/>
              <a:t> </a:t>
            </a:r>
            <a:r>
              <a:rPr lang="en-US" altLang="zh-CN" sz="2400" b="1"/>
              <a:t>=</a:t>
            </a:r>
            <a:r>
              <a:rPr lang="en-US" altLang="zh-CN" sz="2400" b="1">
                <a:effectLst>
                  <a:outerShdw blurRad="38100" dist="38100" dir="2700000" algn="tl">
                    <a:srgbClr val="FFFFFF"/>
                  </a:outerShdw>
                </a:effectLst>
              </a:rPr>
              <a:t>¬ (</a:t>
            </a:r>
            <a:r>
              <a:rPr lang="en-US" altLang="zh-CN" sz="2400" b="1"/>
              <a:t>P∨Q)</a:t>
            </a:r>
          </a:p>
        </p:txBody>
      </p:sp>
      <p:sp>
        <p:nvSpPr>
          <p:cNvPr id="1094669" name="Text Box 13">
            <a:extLst>
              <a:ext uri="{FF2B5EF4-FFF2-40B4-BE49-F238E27FC236}">
                <a16:creationId xmlns:a16="http://schemas.microsoft.com/office/drawing/2014/main" id="{67452817-5D2D-462C-B2A2-8501153D54A5}"/>
              </a:ext>
            </a:extLst>
          </p:cNvPr>
          <p:cNvSpPr txBox="1">
            <a:spLocks noChangeArrowheads="1"/>
          </p:cNvSpPr>
          <p:nvPr/>
        </p:nvSpPr>
        <p:spPr bwMode="auto">
          <a:xfrm>
            <a:off x="2987675" y="4638675"/>
            <a:ext cx="1728788" cy="519113"/>
          </a:xfrm>
          <a:prstGeom prst="rect">
            <a:avLst/>
          </a:prstGeom>
          <a:solidFill>
            <a:srgbClr val="FFFF00"/>
          </a:solidFill>
          <a:ln>
            <a:noFill/>
          </a:ln>
          <a:effectLst/>
        </p:spPr>
        <p:txBody>
          <a:bodyPr>
            <a:spAutoFit/>
          </a:bodyPr>
          <a:lstStyle/>
          <a:p>
            <a:pPr eaLnBrk="1" hangingPunct="1">
              <a:spcBef>
                <a:spcPct val="50000"/>
              </a:spcBef>
              <a:defRPr/>
            </a:pPr>
            <a:r>
              <a:rPr lang="en-CA" altLang="zh-CN" sz="2400" b="1" i="1">
                <a:effectLst>
                  <a:outerShdw blurRad="38100" dist="38100" dir="2700000" algn="tl">
                    <a:srgbClr val="FFFFFF"/>
                  </a:outerShdw>
                </a:effectLst>
                <a:sym typeface="Symbol" panose="05050102010706020507" pitchFamily="18" charset="2"/>
              </a:rPr>
              <a:t>f</a:t>
            </a:r>
            <a:r>
              <a:rPr lang="en-CA" altLang="zh-CN" sz="2400" b="1" baseline="-25000">
                <a:effectLst>
                  <a:outerShdw blurRad="38100" dist="38100" dir="2700000" algn="tl">
                    <a:srgbClr val="FFFFFF"/>
                  </a:outerShdw>
                </a:effectLst>
                <a:sym typeface="Symbol" panose="05050102010706020507" pitchFamily="18" charset="2"/>
              </a:rPr>
              <a:t>10</a:t>
            </a:r>
            <a:r>
              <a:rPr lang="en-US" altLang="zh-CN" sz="2400"/>
              <a:t> </a:t>
            </a:r>
            <a:r>
              <a:rPr lang="en-US" altLang="zh-CN" sz="2400" b="1"/>
              <a:t>=P</a:t>
            </a:r>
            <a:r>
              <a:rPr lang="en-US" altLang="zh-CN" b="1">
                <a:sym typeface="Symbol" panose="05050102010706020507" pitchFamily="18" charset="2"/>
              </a:rPr>
              <a:t>↔</a:t>
            </a:r>
            <a:r>
              <a:rPr lang="en-US" altLang="zh-CN" sz="2400" b="1"/>
              <a:t>Q</a:t>
            </a:r>
          </a:p>
        </p:txBody>
      </p:sp>
      <p:sp>
        <p:nvSpPr>
          <p:cNvPr id="1094670" name="Text Box 14">
            <a:extLst>
              <a:ext uri="{FF2B5EF4-FFF2-40B4-BE49-F238E27FC236}">
                <a16:creationId xmlns:a16="http://schemas.microsoft.com/office/drawing/2014/main" id="{01F115A2-F95D-489A-9A1B-82802D96A79F}"/>
              </a:ext>
            </a:extLst>
          </p:cNvPr>
          <p:cNvSpPr txBox="1">
            <a:spLocks noChangeArrowheads="1"/>
          </p:cNvSpPr>
          <p:nvPr/>
        </p:nvSpPr>
        <p:spPr bwMode="auto">
          <a:xfrm>
            <a:off x="5002213" y="4638675"/>
            <a:ext cx="1801812" cy="457200"/>
          </a:xfrm>
          <a:prstGeom prst="rect">
            <a:avLst/>
          </a:prstGeom>
          <a:solidFill>
            <a:srgbClr val="FFFF00"/>
          </a:solidFill>
          <a:ln>
            <a:noFill/>
          </a:ln>
          <a:effectLst/>
        </p:spPr>
        <p:txBody>
          <a:bodyPr>
            <a:spAutoFit/>
          </a:bodyPr>
          <a:lstStyle/>
          <a:p>
            <a:pPr eaLnBrk="1" hangingPunct="1">
              <a:spcBef>
                <a:spcPct val="50000"/>
              </a:spcBef>
              <a:defRPr/>
            </a:pPr>
            <a:r>
              <a:rPr lang="en-CA" altLang="zh-CN" sz="2400" b="1" i="1">
                <a:effectLst>
                  <a:outerShdw blurRad="38100" dist="38100" dir="2700000" algn="tl">
                    <a:srgbClr val="FFFFFF"/>
                  </a:outerShdw>
                </a:effectLst>
                <a:sym typeface="Symbol" panose="05050102010706020507" pitchFamily="18" charset="2"/>
              </a:rPr>
              <a:t>f</a:t>
            </a:r>
            <a:r>
              <a:rPr lang="en-CA" altLang="zh-CN" sz="2400" b="1" baseline="-25000">
                <a:effectLst>
                  <a:outerShdw blurRad="38100" dist="38100" dir="2700000" algn="tl">
                    <a:srgbClr val="FFFFFF"/>
                  </a:outerShdw>
                </a:effectLst>
                <a:sym typeface="Symbol" panose="05050102010706020507" pitchFamily="18" charset="2"/>
              </a:rPr>
              <a:t>11</a:t>
            </a:r>
            <a:r>
              <a:rPr lang="en-US" altLang="zh-CN" sz="2400"/>
              <a:t> </a:t>
            </a:r>
            <a:r>
              <a:rPr lang="en-US" altLang="zh-CN" sz="2400" b="1"/>
              <a:t>= </a:t>
            </a:r>
            <a:r>
              <a:rPr lang="en-US" altLang="zh-CN" sz="2400" b="1">
                <a:effectLst>
                  <a:outerShdw blurRad="38100" dist="38100" dir="2700000" algn="tl">
                    <a:srgbClr val="FFFFFF"/>
                  </a:outerShdw>
                </a:effectLst>
              </a:rPr>
              <a:t>¬</a:t>
            </a:r>
            <a:r>
              <a:rPr lang="en-US" altLang="zh-CN" sz="2400" b="1"/>
              <a:t>Q</a:t>
            </a:r>
          </a:p>
        </p:txBody>
      </p:sp>
      <p:sp>
        <p:nvSpPr>
          <p:cNvPr id="1094671" name="Text Box 15">
            <a:extLst>
              <a:ext uri="{FF2B5EF4-FFF2-40B4-BE49-F238E27FC236}">
                <a16:creationId xmlns:a16="http://schemas.microsoft.com/office/drawing/2014/main" id="{B7432A80-3527-4E40-8F46-097FA3EC61CB}"/>
              </a:ext>
            </a:extLst>
          </p:cNvPr>
          <p:cNvSpPr txBox="1">
            <a:spLocks noChangeArrowheads="1"/>
          </p:cNvSpPr>
          <p:nvPr/>
        </p:nvSpPr>
        <p:spPr bwMode="auto">
          <a:xfrm>
            <a:off x="7091363" y="4638675"/>
            <a:ext cx="1728787" cy="457200"/>
          </a:xfrm>
          <a:prstGeom prst="rect">
            <a:avLst/>
          </a:prstGeom>
          <a:solidFill>
            <a:srgbClr val="FFFF00"/>
          </a:solidFill>
          <a:ln>
            <a:noFill/>
          </a:ln>
          <a:effectLst/>
        </p:spPr>
        <p:txBody>
          <a:bodyPr>
            <a:spAutoFit/>
          </a:bodyPr>
          <a:lstStyle/>
          <a:p>
            <a:pPr eaLnBrk="1" hangingPunct="1">
              <a:spcBef>
                <a:spcPct val="50000"/>
              </a:spcBef>
              <a:defRPr/>
            </a:pPr>
            <a:r>
              <a:rPr lang="en-CA" altLang="zh-CN" sz="2400" b="1" i="1">
                <a:effectLst>
                  <a:outerShdw blurRad="38100" dist="38100" dir="2700000" algn="tl">
                    <a:srgbClr val="FFFFFF"/>
                  </a:outerShdw>
                </a:effectLst>
                <a:sym typeface="Symbol" panose="05050102010706020507" pitchFamily="18" charset="2"/>
              </a:rPr>
              <a:t>f</a:t>
            </a:r>
            <a:r>
              <a:rPr lang="en-CA" altLang="zh-CN" sz="2400" b="1" baseline="-25000">
                <a:effectLst>
                  <a:outerShdw blurRad="38100" dist="38100" dir="2700000" algn="tl">
                    <a:srgbClr val="FFFFFF"/>
                  </a:outerShdw>
                </a:effectLst>
                <a:sym typeface="Symbol" panose="05050102010706020507" pitchFamily="18" charset="2"/>
              </a:rPr>
              <a:t>12</a:t>
            </a:r>
            <a:r>
              <a:rPr lang="en-US" altLang="zh-CN" sz="2400"/>
              <a:t> </a:t>
            </a:r>
            <a:r>
              <a:rPr lang="en-US" altLang="zh-CN" sz="2400" b="1"/>
              <a:t>= Q</a:t>
            </a:r>
            <a:r>
              <a:rPr lang="en-US" altLang="zh-CN" sz="2400" b="1">
                <a:sym typeface="Symbol" panose="05050102010706020507" pitchFamily="18" charset="2"/>
              </a:rPr>
              <a:t>→</a:t>
            </a:r>
            <a:r>
              <a:rPr lang="en-US" altLang="zh-CN" sz="2400" b="1"/>
              <a:t>P</a:t>
            </a:r>
          </a:p>
        </p:txBody>
      </p:sp>
      <p:sp>
        <p:nvSpPr>
          <p:cNvPr id="175123" name="Text Box 16">
            <a:extLst>
              <a:ext uri="{FF2B5EF4-FFF2-40B4-BE49-F238E27FC236}">
                <a16:creationId xmlns:a16="http://schemas.microsoft.com/office/drawing/2014/main" id="{1F25A823-1359-4672-BCB6-A6EE7C727B08}"/>
              </a:ext>
            </a:extLst>
          </p:cNvPr>
          <p:cNvSpPr txBox="1">
            <a:spLocks noChangeArrowheads="1"/>
          </p:cNvSpPr>
          <p:nvPr/>
        </p:nvSpPr>
        <p:spPr bwMode="auto">
          <a:xfrm>
            <a:off x="539750" y="2122488"/>
            <a:ext cx="7704138" cy="457200"/>
          </a:xfrm>
          <a:prstGeom prst="rect">
            <a:avLst/>
          </a:prstGeom>
          <a:solidFill>
            <a:srgbClr val="FF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b="1">
                <a:latin typeface="黑体" panose="02010609060101010101" pitchFamily="49" charset="-122"/>
                <a:ea typeface="黑体" panose="02010609060101010101" pitchFamily="49" charset="-122"/>
              </a:rPr>
              <a:t>16</a:t>
            </a:r>
            <a:r>
              <a:rPr lang="zh-CN" altLang="en-US" b="1">
                <a:latin typeface="黑体" panose="02010609060101010101" pitchFamily="49" charset="-122"/>
                <a:ea typeface="黑体" panose="02010609060101010101" pitchFamily="49" charset="-122"/>
              </a:rPr>
              <a:t>种二元真值函数与</a:t>
            </a:r>
            <a:r>
              <a:rPr lang="en-US" altLang="zh-CN" b="1">
                <a:latin typeface="黑体" panose="02010609060101010101" pitchFamily="49" charset="-122"/>
                <a:ea typeface="黑体" panose="02010609060101010101" pitchFamily="49" charset="-122"/>
              </a:rPr>
              <a:t>5</a:t>
            </a:r>
            <a:r>
              <a:rPr lang="zh-CN" altLang="en-US" b="1">
                <a:latin typeface="黑体" panose="02010609060101010101" pitchFamily="49" charset="-122"/>
                <a:ea typeface="黑体" panose="02010609060101010101" pitchFamily="49" charset="-122"/>
              </a:rPr>
              <a:t>个常用联结词之间的关系如下：</a:t>
            </a:r>
          </a:p>
        </p:txBody>
      </p:sp>
      <p:sp>
        <p:nvSpPr>
          <p:cNvPr id="1094673" name="Text Box 17">
            <a:extLst>
              <a:ext uri="{FF2B5EF4-FFF2-40B4-BE49-F238E27FC236}">
                <a16:creationId xmlns:a16="http://schemas.microsoft.com/office/drawing/2014/main" id="{E2ACC38E-3ED9-43D7-82DA-86BE7D38B523}"/>
              </a:ext>
            </a:extLst>
          </p:cNvPr>
          <p:cNvSpPr txBox="1">
            <a:spLocks noChangeArrowheads="1"/>
          </p:cNvSpPr>
          <p:nvPr/>
        </p:nvSpPr>
        <p:spPr bwMode="auto">
          <a:xfrm>
            <a:off x="898525" y="5359400"/>
            <a:ext cx="1873250" cy="457200"/>
          </a:xfrm>
          <a:prstGeom prst="rect">
            <a:avLst/>
          </a:prstGeom>
          <a:solidFill>
            <a:srgbClr val="FFFF00"/>
          </a:solidFill>
          <a:ln>
            <a:noFill/>
          </a:ln>
          <a:effectLst/>
        </p:spPr>
        <p:txBody>
          <a:bodyPr>
            <a:spAutoFit/>
          </a:bodyPr>
          <a:lstStyle/>
          <a:p>
            <a:pPr eaLnBrk="1" hangingPunct="1">
              <a:spcBef>
                <a:spcPct val="50000"/>
              </a:spcBef>
              <a:defRPr/>
            </a:pPr>
            <a:r>
              <a:rPr lang="en-CA" altLang="zh-CN" sz="2400" b="1" i="1">
                <a:effectLst>
                  <a:outerShdw blurRad="38100" dist="38100" dir="2700000" algn="tl">
                    <a:srgbClr val="FFFFFF"/>
                  </a:outerShdw>
                </a:effectLst>
                <a:sym typeface="Symbol" panose="05050102010706020507" pitchFamily="18" charset="2"/>
              </a:rPr>
              <a:t>f</a:t>
            </a:r>
            <a:r>
              <a:rPr lang="en-CA" altLang="zh-CN" sz="2400" b="1" baseline="-25000">
                <a:effectLst>
                  <a:outerShdw blurRad="38100" dist="38100" dir="2700000" algn="tl">
                    <a:srgbClr val="FFFFFF"/>
                  </a:outerShdw>
                </a:effectLst>
                <a:sym typeface="Symbol" panose="05050102010706020507" pitchFamily="18" charset="2"/>
              </a:rPr>
              <a:t>13</a:t>
            </a:r>
            <a:r>
              <a:rPr lang="en-US" altLang="zh-CN" sz="2400"/>
              <a:t> </a:t>
            </a:r>
            <a:r>
              <a:rPr lang="en-US" altLang="zh-CN" sz="2400" b="1"/>
              <a:t>= </a:t>
            </a:r>
            <a:r>
              <a:rPr lang="en-US" altLang="zh-CN" sz="2400" b="1">
                <a:effectLst>
                  <a:outerShdw blurRad="38100" dist="38100" dir="2700000" algn="tl">
                    <a:srgbClr val="FFFFFF"/>
                  </a:outerShdw>
                </a:effectLst>
              </a:rPr>
              <a:t>¬</a:t>
            </a:r>
            <a:r>
              <a:rPr lang="en-US" altLang="zh-CN" sz="2400" b="1"/>
              <a:t>P</a:t>
            </a:r>
          </a:p>
        </p:txBody>
      </p:sp>
      <p:sp>
        <p:nvSpPr>
          <p:cNvPr id="1094674" name="Text Box 18">
            <a:extLst>
              <a:ext uri="{FF2B5EF4-FFF2-40B4-BE49-F238E27FC236}">
                <a16:creationId xmlns:a16="http://schemas.microsoft.com/office/drawing/2014/main" id="{5E403B35-F1CB-45BB-80E9-CF9AFDA121FF}"/>
              </a:ext>
            </a:extLst>
          </p:cNvPr>
          <p:cNvSpPr txBox="1">
            <a:spLocks noChangeArrowheads="1"/>
          </p:cNvSpPr>
          <p:nvPr/>
        </p:nvSpPr>
        <p:spPr bwMode="auto">
          <a:xfrm>
            <a:off x="2987675" y="5359400"/>
            <a:ext cx="1728788" cy="519113"/>
          </a:xfrm>
          <a:prstGeom prst="rect">
            <a:avLst/>
          </a:prstGeom>
          <a:solidFill>
            <a:srgbClr val="FFFF00"/>
          </a:solidFill>
          <a:ln>
            <a:noFill/>
          </a:ln>
          <a:effectLst/>
        </p:spPr>
        <p:txBody>
          <a:bodyPr>
            <a:spAutoFit/>
          </a:bodyPr>
          <a:lstStyle/>
          <a:p>
            <a:pPr eaLnBrk="1" hangingPunct="1">
              <a:spcBef>
                <a:spcPct val="50000"/>
              </a:spcBef>
              <a:defRPr/>
            </a:pPr>
            <a:r>
              <a:rPr lang="en-CA" altLang="zh-CN" sz="2400" b="1" i="1">
                <a:effectLst>
                  <a:outerShdw blurRad="38100" dist="38100" dir="2700000" algn="tl">
                    <a:srgbClr val="FFFFFF"/>
                  </a:outerShdw>
                </a:effectLst>
                <a:sym typeface="Symbol" panose="05050102010706020507" pitchFamily="18" charset="2"/>
              </a:rPr>
              <a:t>f</a:t>
            </a:r>
            <a:r>
              <a:rPr lang="en-CA" altLang="zh-CN" sz="2400" b="1" baseline="-25000">
                <a:effectLst>
                  <a:outerShdw blurRad="38100" dist="38100" dir="2700000" algn="tl">
                    <a:srgbClr val="FFFFFF"/>
                  </a:outerShdw>
                </a:effectLst>
                <a:sym typeface="Symbol" panose="05050102010706020507" pitchFamily="18" charset="2"/>
              </a:rPr>
              <a:t>14</a:t>
            </a:r>
            <a:r>
              <a:rPr lang="en-US" altLang="zh-CN" sz="2400"/>
              <a:t> </a:t>
            </a:r>
            <a:r>
              <a:rPr lang="en-US" altLang="zh-CN" sz="2400" b="1"/>
              <a:t>=P</a:t>
            </a:r>
            <a:r>
              <a:rPr lang="en-US" altLang="zh-CN" b="1">
                <a:sym typeface="Symbol" panose="05050102010706020507" pitchFamily="18" charset="2"/>
              </a:rPr>
              <a:t>→</a:t>
            </a:r>
            <a:r>
              <a:rPr lang="en-US" altLang="zh-CN" sz="2400" b="1"/>
              <a:t>Q</a:t>
            </a:r>
          </a:p>
        </p:txBody>
      </p:sp>
      <p:sp>
        <p:nvSpPr>
          <p:cNvPr id="1094675" name="Text Box 19">
            <a:extLst>
              <a:ext uri="{FF2B5EF4-FFF2-40B4-BE49-F238E27FC236}">
                <a16:creationId xmlns:a16="http://schemas.microsoft.com/office/drawing/2014/main" id="{1D4D7470-3AE3-4101-864D-13EF3F018984}"/>
              </a:ext>
            </a:extLst>
          </p:cNvPr>
          <p:cNvSpPr txBox="1">
            <a:spLocks noChangeArrowheads="1"/>
          </p:cNvSpPr>
          <p:nvPr/>
        </p:nvSpPr>
        <p:spPr bwMode="auto">
          <a:xfrm>
            <a:off x="5002213" y="5359400"/>
            <a:ext cx="1874837" cy="457200"/>
          </a:xfrm>
          <a:prstGeom prst="rect">
            <a:avLst/>
          </a:prstGeom>
          <a:solidFill>
            <a:srgbClr val="FFFF00"/>
          </a:solidFill>
          <a:ln>
            <a:noFill/>
          </a:ln>
          <a:effectLst/>
        </p:spPr>
        <p:txBody>
          <a:bodyPr>
            <a:spAutoFit/>
          </a:bodyPr>
          <a:lstStyle/>
          <a:p>
            <a:pPr eaLnBrk="1" hangingPunct="1">
              <a:spcBef>
                <a:spcPct val="50000"/>
              </a:spcBef>
              <a:defRPr/>
            </a:pPr>
            <a:r>
              <a:rPr lang="en-CA" altLang="zh-CN" sz="2400" b="1" i="1">
                <a:effectLst>
                  <a:outerShdw blurRad="38100" dist="38100" dir="2700000" algn="tl">
                    <a:srgbClr val="FFFFFF"/>
                  </a:outerShdw>
                </a:effectLst>
                <a:sym typeface="Symbol" panose="05050102010706020507" pitchFamily="18" charset="2"/>
              </a:rPr>
              <a:t>f</a:t>
            </a:r>
            <a:r>
              <a:rPr lang="en-CA" altLang="zh-CN" sz="2400" b="1" baseline="-25000">
                <a:effectLst>
                  <a:outerShdw blurRad="38100" dist="38100" dir="2700000" algn="tl">
                    <a:srgbClr val="FFFFFF"/>
                  </a:outerShdw>
                </a:effectLst>
                <a:sym typeface="Symbol" panose="05050102010706020507" pitchFamily="18" charset="2"/>
              </a:rPr>
              <a:t>15</a:t>
            </a:r>
            <a:r>
              <a:rPr lang="en-US" altLang="zh-CN" sz="2400" b="1"/>
              <a:t>=</a:t>
            </a:r>
            <a:r>
              <a:rPr lang="en-US" altLang="zh-CN" sz="2400" b="1">
                <a:effectLst>
                  <a:outerShdw blurRad="38100" dist="38100" dir="2700000" algn="tl">
                    <a:srgbClr val="FFFFFF"/>
                  </a:outerShdw>
                </a:effectLst>
              </a:rPr>
              <a:t>¬(</a:t>
            </a:r>
            <a:r>
              <a:rPr lang="en-US" altLang="zh-CN" sz="2400" b="1"/>
              <a:t> P</a:t>
            </a:r>
            <a:r>
              <a:rPr lang="en-US" altLang="zh-CN" sz="2400" b="1">
                <a:effectLst>
                  <a:outerShdw blurRad="38100" dist="38100" dir="2700000" algn="tl">
                    <a:srgbClr val="FFFFFF"/>
                  </a:outerShdw>
                </a:effectLst>
                <a:sym typeface="Kingsoft Phonetic Plain" pitchFamily="2" charset="2"/>
              </a:rPr>
              <a:t>∧</a:t>
            </a:r>
            <a:r>
              <a:rPr lang="en-US" altLang="zh-CN" sz="2400" b="1"/>
              <a:t>Q)</a:t>
            </a:r>
          </a:p>
        </p:txBody>
      </p:sp>
      <p:sp>
        <p:nvSpPr>
          <p:cNvPr id="1094676" name="Text Box 20">
            <a:extLst>
              <a:ext uri="{FF2B5EF4-FFF2-40B4-BE49-F238E27FC236}">
                <a16:creationId xmlns:a16="http://schemas.microsoft.com/office/drawing/2014/main" id="{6813F230-D289-4F95-BDBA-7152989721B2}"/>
              </a:ext>
            </a:extLst>
          </p:cNvPr>
          <p:cNvSpPr txBox="1">
            <a:spLocks noChangeArrowheads="1"/>
          </p:cNvSpPr>
          <p:nvPr/>
        </p:nvSpPr>
        <p:spPr bwMode="auto">
          <a:xfrm>
            <a:off x="7091363" y="5359400"/>
            <a:ext cx="1728787" cy="457200"/>
          </a:xfrm>
          <a:prstGeom prst="rect">
            <a:avLst/>
          </a:prstGeom>
          <a:solidFill>
            <a:srgbClr val="FFFF00"/>
          </a:solidFill>
          <a:ln>
            <a:noFill/>
          </a:ln>
          <a:effectLst/>
        </p:spPr>
        <p:txBody>
          <a:bodyPr>
            <a:spAutoFit/>
          </a:bodyPr>
          <a:lstStyle/>
          <a:p>
            <a:pPr eaLnBrk="1" hangingPunct="1">
              <a:spcBef>
                <a:spcPct val="50000"/>
              </a:spcBef>
              <a:defRPr/>
            </a:pPr>
            <a:r>
              <a:rPr lang="en-CA" altLang="zh-CN" sz="2400" b="1" i="1" dirty="0">
                <a:effectLst>
                  <a:outerShdw blurRad="38100" dist="38100" dir="2700000" algn="tl">
                    <a:srgbClr val="FFFFFF"/>
                  </a:outerShdw>
                </a:effectLst>
                <a:sym typeface="Symbol" panose="05050102010706020507" pitchFamily="18" charset="2"/>
              </a:rPr>
              <a:t>f</a:t>
            </a:r>
            <a:r>
              <a:rPr lang="en-CA" altLang="zh-CN" sz="2400" b="1" baseline="-25000" dirty="0">
                <a:effectLst>
                  <a:outerShdw blurRad="38100" dist="38100" dir="2700000" algn="tl">
                    <a:srgbClr val="FFFFFF"/>
                  </a:outerShdw>
                </a:effectLst>
                <a:sym typeface="Symbol" panose="05050102010706020507" pitchFamily="18" charset="2"/>
              </a:rPr>
              <a:t>16</a:t>
            </a:r>
            <a:r>
              <a:rPr lang="en-US" altLang="zh-CN" sz="2400" dirty="0"/>
              <a:t> </a:t>
            </a:r>
            <a:r>
              <a:rPr lang="en-US" altLang="zh-CN" sz="2400" b="1" dirty="0"/>
              <a:t>=P∨</a:t>
            </a:r>
            <a:r>
              <a:rPr lang="en-US" altLang="zh-CN" sz="2400" b="1" dirty="0">
                <a:effectLst>
                  <a:outerShdw blurRad="38100" dist="38100" dir="2700000" algn="tl">
                    <a:srgbClr val="FFFFFF"/>
                  </a:outerShdw>
                </a:effectLst>
              </a:rPr>
              <a:t>¬</a:t>
            </a:r>
            <a:r>
              <a:rPr lang="en-US" altLang="zh-CN" sz="2400" b="1" dirty="0"/>
              <a:t>P</a:t>
            </a:r>
          </a:p>
        </p:txBody>
      </p:sp>
    </p:spTree>
  </p:cSld>
  <p:clrMapOvr>
    <a:masterClrMapping/>
  </p:clrMapOvr>
  <p:transition/>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日期占位符 2">
            <a:extLst>
              <a:ext uri="{FF2B5EF4-FFF2-40B4-BE49-F238E27FC236}">
                <a16:creationId xmlns:a16="http://schemas.microsoft.com/office/drawing/2014/main" id="{02D6B99B-0990-439F-98A8-3BC13405F40B}"/>
              </a:ext>
            </a:extLst>
          </p:cNvPr>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C4E4F1CD-6D2F-460F-B6C2-EF38C2ED8FAE}"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76131" name="页脚占位符 3">
            <a:extLst>
              <a:ext uri="{FF2B5EF4-FFF2-40B4-BE49-F238E27FC236}">
                <a16:creationId xmlns:a16="http://schemas.microsoft.com/office/drawing/2014/main" id="{678F6A17-21A6-488A-96EE-9D9635509CD6}"/>
              </a:ext>
            </a:extLst>
          </p:cNvPr>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76132" name="灯片编号占位符 4">
            <a:extLst>
              <a:ext uri="{FF2B5EF4-FFF2-40B4-BE49-F238E27FC236}">
                <a16:creationId xmlns:a16="http://schemas.microsoft.com/office/drawing/2014/main" id="{A314B017-CBDF-48CF-B473-2AC8ED415E8D}"/>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57DB49A0-0A38-4013-B7E2-C2EF5B3731C0}" type="slidenum">
              <a:rPr lang="en-US" altLang="zh-CN" sz="1400" smtClean="0">
                <a:latin typeface="Times New Roman" panose="02020603050405020304" pitchFamily="18" charset="0"/>
                <a:ea typeface="宋体" panose="02010600030101010101" pitchFamily="2" charset="-122"/>
              </a:rPr>
              <a:pPr>
                <a:spcBef>
                  <a:spcPct val="0"/>
                </a:spcBef>
                <a:buFontTx/>
                <a:buNone/>
              </a:pPr>
              <a:t>147</a:t>
            </a:fld>
            <a:endParaRPr lang="en-US" altLang="zh-CN" sz="1400">
              <a:latin typeface="Times New Roman" panose="02020603050405020304" pitchFamily="18" charset="0"/>
              <a:ea typeface="宋体" panose="02010600030101010101" pitchFamily="2" charset="-122"/>
            </a:endParaRPr>
          </a:p>
        </p:txBody>
      </p:sp>
      <p:sp>
        <p:nvSpPr>
          <p:cNvPr id="176133" name="Text Box 2">
            <a:extLst>
              <a:ext uri="{FF2B5EF4-FFF2-40B4-BE49-F238E27FC236}">
                <a16:creationId xmlns:a16="http://schemas.microsoft.com/office/drawing/2014/main" id="{894C1950-9E56-4A3D-9D21-BD4C505A34F8}"/>
              </a:ext>
            </a:extLst>
          </p:cNvPr>
          <p:cNvSpPr txBox="1">
            <a:spLocks noChangeArrowheads="1"/>
          </p:cNvSpPr>
          <p:nvPr/>
        </p:nvSpPr>
        <p:spPr bwMode="auto">
          <a:xfrm>
            <a:off x="1371600" y="838200"/>
            <a:ext cx="5943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二元联结词</a:t>
            </a:r>
          </a:p>
        </p:txBody>
      </p:sp>
      <p:pic>
        <p:nvPicPr>
          <p:cNvPr id="176134" name="Picture 6" descr="C:\Program Files\Microsoft Office\MEDIA\CAGCAT10\j0293844.wmf">
            <a:extLst>
              <a:ext uri="{FF2B5EF4-FFF2-40B4-BE49-F238E27FC236}">
                <a16:creationId xmlns:a16="http://schemas.microsoft.com/office/drawing/2014/main" id="{E009DE43-B0DA-4CCA-9B14-1BA6228697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43800" y="53340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6135" name="Text Box 5">
            <a:extLst>
              <a:ext uri="{FF2B5EF4-FFF2-40B4-BE49-F238E27FC236}">
                <a16:creationId xmlns:a16="http://schemas.microsoft.com/office/drawing/2014/main" id="{4F4FAF2E-0976-4853-9F6E-A6A89F69AB7B}"/>
              </a:ext>
            </a:extLst>
          </p:cNvPr>
          <p:cNvSpPr txBox="1">
            <a:spLocks noChangeArrowheads="1"/>
          </p:cNvSpPr>
          <p:nvPr/>
        </p:nvSpPr>
        <p:spPr bwMode="auto">
          <a:xfrm>
            <a:off x="539750" y="1989138"/>
            <a:ext cx="3816350" cy="579437"/>
          </a:xfrm>
          <a:prstGeom prst="rect">
            <a:avLst/>
          </a:prstGeom>
          <a:solidFill>
            <a:srgbClr val="FF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3200" b="1">
                <a:latin typeface="黑体" panose="02010609060101010101" pitchFamily="49" charset="-122"/>
                <a:ea typeface="黑体" panose="02010609060101010101" pitchFamily="49" charset="-122"/>
              </a:rPr>
              <a:t>4</a:t>
            </a:r>
            <a:r>
              <a:rPr lang="zh-CN" altLang="en-US" sz="3200" b="1">
                <a:latin typeface="黑体" panose="02010609060101010101" pitchFamily="49" charset="-122"/>
                <a:ea typeface="黑体" panose="02010609060101010101" pitchFamily="49" charset="-122"/>
              </a:rPr>
              <a:t>个新的联结词：</a:t>
            </a:r>
          </a:p>
        </p:txBody>
      </p:sp>
      <p:pic>
        <p:nvPicPr>
          <p:cNvPr id="176136" name="图片 1">
            <a:extLst>
              <a:ext uri="{FF2B5EF4-FFF2-40B4-BE49-F238E27FC236}">
                <a16:creationId xmlns:a16="http://schemas.microsoft.com/office/drawing/2014/main" id="{9C1C7A43-93FC-43F0-8FDC-FB7B405AB65F}"/>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47638" y="2997200"/>
            <a:ext cx="8961437" cy="254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日期占位符 2">
            <a:extLst>
              <a:ext uri="{FF2B5EF4-FFF2-40B4-BE49-F238E27FC236}">
                <a16:creationId xmlns:a16="http://schemas.microsoft.com/office/drawing/2014/main" id="{C14FC455-0009-484F-8D6B-3A9E3970A396}"/>
              </a:ext>
            </a:extLst>
          </p:cNvPr>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4AAD42E7-A86B-489B-A88F-C4A175E23C56}"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77155" name="页脚占位符 3">
            <a:extLst>
              <a:ext uri="{FF2B5EF4-FFF2-40B4-BE49-F238E27FC236}">
                <a16:creationId xmlns:a16="http://schemas.microsoft.com/office/drawing/2014/main" id="{5AC9B9FD-188C-445F-88AD-79F65C39326F}"/>
              </a:ext>
            </a:extLst>
          </p:cNvPr>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77156" name="灯片编号占位符 4">
            <a:extLst>
              <a:ext uri="{FF2B5EF4-FFF2-40B4-BE49-F238E27FC236}">
                <a16:creationId xmlns:a16="http://schemas.microsoft.com/office/drawing/2014/main" id="{6D994DD9-70F7-4DDC-9962-1E7781A910B6}"/>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42D1E502-E10B-4208-938E-1D63393CEB1B}" type="slidenum">
              <a:rPr lang="en-US" altLang="zh-CN" sz="1400" smtClean="0">
                <a:latin typeface="Times New Roman" panose="02020603050405020304" pitchFamily="18" charset="0"/>
                <a:ea typeface="宋体" panose="02010600030101010101" pitchFamily="2" charset="-122"/>
              </a:rPr>
              <a:pPr>
                <a:spcBef>
                  <a:spcPct val="0"/>
                </a:spcBef>
                <a:buFontTx/>
                <a:buNone/>
              </a:pPr>
              <a:t>148</a:t>
            </a:fld>
            <a:endParaRPr lang="en-US" altLang="zh-CN" sz="1400">
              <a:latin typeface="Times New Roman" panose="02020603050405020304" pitchFamily="18" charset="0"/>
              <a:ea typeface="宋体" panose="02010600030101010101" pitchFamily="2" charset="-122"/>
            </a:endParaRPr>
          </a:p>
        </p:txBody>
      </p:sp>
      <p:sp>
        <p:nvSpPr>
          <p:cNvPr id="177157" name="Text Box 2">
            <a:extLst>
              <a:ext uri="{FF2B5EF4-FFF2-40B4-BE49-F238E27FC236}">
                <a16:creationId xmlns:a16="http://schemas.microsoft.com/office/drawing/2014/main" id="{B4F0F467-2E60-47A4-9032-EB0CA0D267C6}"/>
              </a:ext>
            </a:extLst>
          </p:cNvPr>
          <p:cNvSpPr txBox="1">
            <a:spLocks noChangeArrowheads="1"/>
          </p:cNvSpPr>
          <p:nvPr/>
        </p:nvSpPr>
        <p:spPr bwMode="auto">
          <a:xfrm>
            <a:off x="1371600" y="838200"/>
            <a:ext cx="5943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二元联结词</a:t>
            </a:r>
          </a:p>
        </p:txBody>
      </p:sp>
      <p:pic>
        <p:nvPicPr>
          <p:cNvPr id="177158" name="Picture 6" descr="C:\Program Files\Microsoft Office\MEDIA\CAGCAT10\j0293844.wmf">
            <a:extLst>
              <a:ext uri="{FF2B5EF4-FFF2-40B4-BE49-F238E27FC236}">
                <a16:creationId xmlns:a16="http://schemas.microsoft.com/office/drawing/2014/main" id="{FF7C7D21-9808-4F13-A475-0A9931E202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43800" y="53340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7159" name="Text Box 4">
            <a:extLst>
              <a:ext uri="{FF2B5EF4-FFF2-40B4-BE49-F238E27FC236}">
                <a16:creationId xmlns:a16="http://schemas.microsoft.com/office/drawing/2014/main" id="{C1E4155B-DF4B-418B-97DF-0318CB052363}"/>
              </a:ext>
            </a:extLst>
          </p:cNvPr>
          <p:cNvSpPr txBox="1">
            <a:spLocks noChangeArrowheads="1"/>
          </p:cNvSpPr>
          <p:nvPr/>
        </p:nvSpPr>
        <p:spPr bwMode="auto">
          <a:xfrm>
            <a:off x="539750" y="2201863"/>
            <a:ext cx="5184775" cy="579437"/>
          </a:xfrm>
          <a:prstGeom prst="rect">
            <a:avLst/>
          </a:prstGeom>
          <a:solidFill>
            <a:srgbClr val="FF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3200" b="1">
                <a:latin typeface="黑体" panose="02010609060101010101" pitchFamily="49" charset="-122"/>
                <a:ea typeface="黑体" panose="02010609060101010101" pitchFamily="49" charset="-122"/>
              </a:rPr>
              <a:t>4</a:t>
            </a:r>
            <a:r>
              <a:rPr lang="zh-CN" altLang="en-US" sz="3200" b="1">
                <a:latin typeface="黑体" panose="02010609060101010101" pitchFamily="49" charset="-122"/>
                <a:ea typeface="黑体" panose="02010609060101010101" pitchFamily="49" charset="-122"/>
              </a:rPr>
              <a:t>个新的联结词：</a:t>
            </a:r>
          </a:p>
        </p:txBody>
      </p:sp>
      <p:pic>
        <p:nvPicPr>
          <p:cNvPr id="177160" name="图片 1">
            <a:extLst>
              <a:ext uri="{FF2B5EF4-FFF2-40B4-BE49-F238E27FC236}">
                <a16:creationId xmlns:a16="http://schemas.microsoft.com/office/drawing/2014/main" id="{833F22C0-7848-42C9-A3B9-05C9579A86A3}"/>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50825" y="3040063"/>
            <a:ext cx="8694738" cy="2478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日期占位符 2">
            <a:extLst>
              <a:ext uri="{FF2B5EF4-FFF2-40B4-BE49-F238E27FC236}">
                <a16:creationId xmlns:a16="http://schemas.microsoft.com/office/drawing/2014/main" id="{DCFD983E-2C77-4513-9B84-CCB930A3C954}"/>
              </a:ext>
            </a:extLst>
          </p:cNvPr>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01329418-EAD9-48C7-9AEF-34CFC04FEE02}"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78179" name="页脚占位符 3">
            <a:extLst>
              <a:ext uri="{FF2B5EF4-FFF2-40B4-BE49-F238E27FC236}">
                <a16:creationId xmlns:a16="http://schemas.microsoft.com/office/drawing/2014/main" id="{CB642147-0F02-48DA-9A6B-C7A0427723FC}"/>
              </a:ext>
            </a:extLst>
          </p:cNvPr>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78180" name="灯片编号占位符 4">
            <a:extLst>
              <a:ext uri="{FF2B5EF4-FFF2-40B4-BE49-F238E27FC236}">
                <a16:creationId xmlns:a16="http://schemas.microsoft.com/office/drawing/2014/main" id="{E9F8786A-C01B-4132-9E7F-96F329AE95C9}"/>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227BC1BC-23DB-4402-9DBF-05BE1086E7F0}" type="slidenum">
              <a:rPr lang="en-US" altLang="zh-CN" sz="1400" smtClean="0">
                <a:latin typeface="Times New Roman" panose="02020603050405020304" pitchFamily="18" charset="0"/>
                <a:ea typeface="宋体" panose="02010600030101010101" pitchFamily="2" charset="-122"/>
              </a:rPr>
              <a:pPr>
                <a:spcBef>
                  <a:spcPct val="0"/>
                </a:spcBef>
                <a:buFontTx/>
                <a:buNone/>
              </a:pPr>
              <a:t>149</a:t>
            </a:fld>
            <a:endParaRPr lang="en-US" altLang="zh-CN" sz="1400">
              <a:latin typeface="Times New Roman" panose="02020603050405020304" pitchFamily="18" charset="0"/>
              <a:ea typeface="宋体" panose="02010600030101010101" pitchFamily="2" charset="-122"/>
            </a:endParaRPr>
          </a:p>
        </p:txBody>
      </p:sp>
      <p:sp>
        <p:nvSpPr>
          <p:cNvPr id="178181" name="Text Box 2">
            <a:extLst>
              <a:ext uri="{FF2B5EF4-FFF2-40B4-BE49-F238E27FC236}">
                <a16:creationId xmlns:a16="http://schemas.microsoft.com/office/drawing/2014/main" id="{D0A0EAEF-8B2B-4B0D-B693-D0904F615ADF}"/>
              </a:ext>
            </a:extLst>
          </p:cNvPr>
          <p:cNvSpPr txBox="1">
            <a:spLocks noChangeArrowheads="1"/>
          </p:cNvSpPr>
          <p:nvPr/>
        </p:nvSpPr>
        <p:spPr bwMode="auto">
          <a:xfrm>
            <a:off x="1371600" y="838200"/>
            <a:ext cx="5943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二元联结词</a:t>
            </a:r>
          </a:p>
        </p:txBody>
      </p:sp>
      <p:pic>
        <p:nvPicPr>
          <p:cNvPr id="178182" name="Picture 6" descr="C:\Program Files\Microsoft Office\MEDIA\CAGCAT10\j0293844.wmf">
            <a:extLst>
              <a:ext uri="{FF2B5EF4-FFF2-40B4-BE49-F238E27FC236}">
                <a16:creationId xmlns:a16="http://schemas.microsoft.com/office/drawing/2014/main" id="{F932056A-C9D2-47CF-9BF3-708369FE7C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43800" y="53340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8183" name="Text Box 4">
            <a:extLst>
              <a:ext uri="{FF2B5EF4-FFF2-40B4-BE49-F238E27FC236}">
                <a16:creationId xmlns:a16="http://schemas.microsoft.com/office/drawing/2014/main" id="{6B9E5AE3-FCA3-4DD3-9116-78A7EE4F3F74}"/>
              </a:ext>
            </a:extLst>
          </p:cNvPr>
          <p:cNvSpPr txBox="1">
            <a:spLocks noChangeArrowheads="1"/>
          </p:cNvSpPr>
          <p:nvPr/>
        </p:nvSpPr>
        <p:spPr bwMode="auto">
          <a:xfrm>
            <a:off x="539750" y="2060575"/>
            <a:ext cx="5545138" cy="579438"/>
          </a:xfrm>
          <a:prstGeom prst="rect">
            <a:avLst/>
          </a:prstGeom>
          <a:solidFill>
            <a:srgbClr val="FF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3200" b="1">
                <a:latin typeface="黑体" panose="02010609060101010101" pitchFamily="49" charset="-122"/>
                <a:ea typeface="黑体" panose="02010609060101010101" pitchFamily="49" charset="-122"/>
              </a:rPr>
              <a:t>命题逻辑中所有的</a:t>
            </a:r>
            <a:r>
              <a:rPr lang="en-US" altLang="zh-CN" sz="3200" b="1">
                <a:latin typeface="黑体" panose="02010609060101010101" pitchFamily="49" charset="-122"/>
                <a:ea typeface="黑体" panose="02010609060101010101" pitchFamily="49" charset="-122"/>
              </a:rPr>
              <a:t>9</a:t>
            </a:r>
            <a:r>
              <a:rPr lang="zh-CN" altLang="en-US" sz="3200" b="1">
                <a:latin typeface="黑体" panose="02010609060101010101" pitchFamily="49" charset="-122"/>
                <a:ea typeface="黑体" panose="02010609060101010101" pitchFamily="49" charset="-122"/>
              </a:rPr>
              <a:t>个联结词</a:t>
            </a:r>
          </a:p>
        </p:txBody>
      </p:sp>
      <p:pic>
        <p:nvPicPr>
          <p:cNvPr id="178184" name="Picture 5" descr="QQ截图20140126151249">
            <a:extLst>
              <a:ext uri="{FF2B5EF4-FFF2-40B4-BE49-F238E27FC236}">
                <a16:creationId xmlns:a16="http://schemas.microsoft.com/office/drawing/2014/main" id="{69143A06-E721-4844-B625-2D98297DB5D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2988" y="2852738"/>
            <a:ext cx="7885112" cy="3389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日期占位符 2">
            <a:extLst>
              <a:ext uri="{FF2B5EF4-FFF2-40B4-BE49-F238E27FC236}">
                <a16:creationId xmlns:a16="http://schemas.microsoft.com/office/drawing/2014/main" id="{DD1E0150-7EA9-49B2-B2FB-620E1129C37E}"/>
              </a:ext>
            </a:extLst>
          </p:cNvPr>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6FD379A9-88A4-450B-B4B9-A2165F832623}"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79203" name="页脚占位符 3">
            <a:extLst>
              <a:ext uri="{FF2B5EF4-FFF2-40B4-BE49-F238E27FC236}">
                <a16:creationId xmlns:a16="http://schemas.microsoft.com/office/drawing/2014/main" id="{D36853B1-F2E5-4930-B342-385BABF0650E}"/>
              </a:ext>
            </a:extLst>
          </p:cNvPr>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79204" name="灯片编号占位符 4">
            <a:extLst>
              <a:ext uri="{FF2B5EF4-FFF2-40B4-BE49-F238E27FC236}">
                <a16:creationId xmlns:a16="http://schemas.microsoft.com/office/drawing/2014/main" id="{52D87F3F-7B09-4CC3-91BF-EFEC534604A1}"/>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BEF79C5C-85FE-4FDC-A656-A73A71A263BC}" type="slidenum">
              <a:rPr lang="en-US" altLang="zh-CN" sz="1400" smtClean="0">
                <a:latin typeface="Times New Roman" panose="02020603050405020304" pitchFamily="18" charset="0"/>
                <a:ea typeface="宋体" panose="02010600030101010101" pitchFamily="2" charset="-122"/>
              </a:rPr>
              <a:pPr>
                <a:spcBef>
                  <a:spcPct val="0"/>
                </a:spcBef>
                <a:buFontTx/>
                <a:buNone/>
              </a:pPr>
              <a:t>150</a:t>
            </a:fld>
            <a:endParaRPr lang="en-US" altLang="zh-CN" sz="1400">
              <a:latin typeface="Times New Roman" panose="02020603050405020304" pitchFamily="18" charset="0"/>
              <a:ea typeface="宋体" panose="02010600030101010101" pitchFamily="2" charset="-122"/>
            </a:endParaRPr>
          </a:p>
        </p:txBody>
      </p:sp>
      <p:sp>
        <p:nvSpPr>
          <p:cNvPr id="179205" name="Text Box 2">
            <a:extLst>
              <a:ext uri="{FF2B5EF4-FFF2-40B4-BE49-F238E27FC236}">
                <a16:creationId xmlns:a16="http://schemas.microsoft.com/office/drawing/2014/main" id="{CE35C9A9-B2E0-4E48-B566-F09F1640D727}"/>
              </a:ext>
            </a:extLst>
          </p:cNvPr>
          <p:cNvSpPr txBox="1">
            <a:spLocks noChangeArrowheads="1"/>
          </p:cNvSpPr>
          <p:nvPr/>
        </p:nvSpPr>
        <p:spPr bwMode="auto">
          <a:xfrm>
            <a:off x="1371600" y="620713"/>
            <a:ext cx="5943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二元联结词</a:t>
            </a:r>
          </a:p>
        </p:txBody>
      </p:sp>
      <p:pic>
        <p:nvPicPr>
          <p:cNvPr id="179206" name="Picture 6" descr="C:\Program Files\Microsoft Office\MEDIA\CAGCAT10\j0293844.wmf">
            <a:extLst>
              <a:ext uri="{FF2B5EF4-FFF2-40B4-BE49-F238E27FC236}">
                <a16:creationId xmlns:a16="http://schemas.microsoft.com/office/drawing/2014/main" id="{4D7691F6-2400-40BF-82DE-6D496A2142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77175" y="476250"/>
            <a:ext cx="1231900" cy="129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9207" name="Picture 4" descr="QQ截图20140126150415">
            <a:extLst>
              <a:ext uri="{FF2B5EF4-FFF2-40B4-BE49-F238E27FC236}">
                <a16:creationId xmlns:a16="http://schemas.microsoft.com/office/drawing/2014/main" id="{F56D6F72-9C20-42A0-AC20-DFE268A7529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0938" y="1762125"/>
            <a:ext cx="6842125" cy="438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日期占位符 2">
            <a:extLst>
              <a:ext uri="{FF2B5EF4-FFF2-40B4-BE49-F238E27FC236}">
                <a16:creationId xmlns:a16="http://schemas.microsoft.com/office/drawing/2014/main" id="{A7574999-FC4B-431F-9D62-5ADF32D5EE6A}"/>
              </a:ext>
            </a:extLst>
          </p:cNvPr>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D262C14C-E09A-4EB2-93B3-E06ECD5003ED}"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80227" name="页脚占位符 3">
            <a:extLst>
              <a:ext uri="{FF2B5EF4-FFF2-40B4-BE49-F238E27FC236}">
                <a16:creationId xmlns:a16="http://schemas.microsoft.com/office/drawing/2014/main" id="{079AFC7B-0923-43C2-905C-86C6852F8E58}"/>
              </a:ext>
            </a:extLst>
          </p:cNvPr>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80228" name="灯片编号占位符 4">
            <a:extLst>
              <a:ext uri="{FF2B5EF4-FFF2-40B4-BE49-F238E27FC236}">
                <a16:creationId xmlns:a16="http://schemas.microsoft.com/office/drawing/2014/main" id="{0A627264-640B-4A47-8301-3B1C98D81FE3}"/>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AA81F567-10C7-4CA6-AEBA-4967E75C6581}" type="slidenum">
              <a:rPr lang="en-US" altLang="zh-CN" sz="1400" smtClean="0">
                <a:latin typeface="Times New Roman" panose="02020603050405020304" pitchFamily="18" charset="0"/>
                <a:ea typeface="宋体" panose="02010600030101010101" pitchFamily="2" charset="-122"/>
              </a:rPr>
              <a:pPr>
                <a:spcBef>
                  <a:spcPct val="0"/>
                </a:spcBef>
                <a:buFontTx/>
                <a:buNone/>
              </a:pPr>
              <a:t>151</a:t>
            </a:fld>
            <a:endParaRPr lang="en-US" altLang="zh-CN" sz="1400">
              <a:latin typeface="Times New Roman" panose="02020603050405020304" pitchFamily="18" charset="0"/>
              <a:ea typeface="宋体" panose="02010600030101010101" pitchFamily="2" charset="-122"/>
            </a:endParaRPr>
          </a:p>
        </p:txBody>
      </p:sp>
      <p:sp>
        <p:nvSpPr>
          <p:cNvPr id="180229" name="Text Box 2">
            <a:extLst>
              <a:ext uri="{FF2B5EF4-FFF2-40B4-BE49-F238E27FC236}">
                <a16:creationId xmlns:a16="http://schemas.microsoft.com/office/drawing/2014/main" id="{33CAB2CD-E498-4ADE-B7D5-925F392A3FD0}"/>
              </a:ext>
            </a:extLst>
          </p:cNvPr>
          <p:cNvSpPr txBox="1">
            <a:spLocks noChangeArrowheads="1"/>
          </p:cNvSpPr>
          <p:nvPr/>
        </p:nvSpPr>
        <p:spPr bwMode="auto">
          <a:xfrm>
            <a:off x="1371600" y="620713"/>
            <a:ext cx="5943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二元联结词</a:t>
            </a:r>
          </a:p>
        </p:txBody>
      </p:sp>
      <p:pic>
        <p:nvPicPr>
          <p:cNvPr id="180230" name="Picture 6" descr="C:\Program Files\Microsoft Office\MEDIA\CAGCAT10\j0293844.wmf">
            <a:extLst>
              <a:ext uri="{FF2B5EF4-FFF2-40B4-BE49-F238E27FC236}">
                <a16:creationId xmlns:a16="http://schemas.microsoft.com/office/drawing/2014/main" id="{C9917EEA-1C50-44D1-AC4A-ACE803E690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45438"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0231" name="Picture 4" descr="QQ截图20140126150557">
            <a:extLst>
              <a:ext uri="{FF2B5EF4-FFF2-40B4-BE49-F238E27FC236}">
                <a16:creationId xmlns:a16="http://schemas.microsoft.com/office/drawing/2014/main" id="{AE293D4D-80E9-4D02-BA46-F2153DF48F3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8063" y="1700213"/>
            <a:ext cx="7127875" cy="448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日期占位符 2">
            <a:extLst>
              <a:ext uri="{FF2B5EF4-FFF2-40B4-BE49-F238E27FC236}">
                <a16:creationId xmlns:a16="http://schemas.microsoft.com/office/drawing/2014/main" id="{0787D481-4F8D-4142-B085-8276EC2EE39F}"/>
              </a:ext>
            </a:extLst>
          </p:cNvPr>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166A033E-CBDA-4412-A928-98A385992972}"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81251" name="页脚占位符 3">
            <a:extLst>
              <a:ext uri="{FF2B5EF4-FFF2-40B4-BE49-F238E27FC236}">
                <a16:creationId xmlns:a16="http://schemas.microsoft.com/office/drawing/2014/main" id="{37794F81-D607-488D-977C-7C0F9D5B41A1}"/>
              </a:ext>
            </a:extLst>
          </p:cNvPr>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81252" name="灯片编号占位符 4">
            <a:extLst>
              <a:ext uri="{FF2B5EF4-FFF2-40B4-BE49-F238E27FC236}">
                <a16:creationId xmlns:a16="http://schemas.microsoft.com/office/drawing/2014/main" id="{A751381F-43E1-4DCA-AD02-4FD9A557C67C}"/>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6F7DAE25-92AA-404A-AC4A-DCF6EEAE7562}" type="slidenum">
              <a:rPr lang="en-US" altLang="zh-CN" sz="1400" smtClean="0">
                <a:latin typeface="Times New Roman" panose="02020603050405020304" pitchFamily="18" charset="0"/>
                <a:ea typeface="宋体" panose="02010600030101010101" pitchFamily="2" charset="-122"/>
              </a:rPr>
              <a:pPr>
                <a:spcBef>
                  <a:spcPct val="0"/>
                </a:spcBef>
                <a:buFontTx/>
                <a:buNone/>
              </a:pPr>
              <a:t>152</a:t>
            </a:fld>
            <a:endParaRPr lang="en-US" altLang="zh-CN" sz="1400">
              <a:latin typeface="Times New Roman" panose="02020603050405020304" pitchFamily="18" charset="0"/>
              <a:ea typeface="宋体" panose="02010600030101010101" pitchFamily="2" charset="-122"/>
            </a:endParaRPr>
          </a:p>
        </p:txBody>
      </p:sp>
      <p:sp>
        <p:nvSpPr>
          <p:cNvPr id="181253" name="Text Box 2">
            <a:extLst>
              <a:ext uri="{FF2B5EF4-FFF2-40B4-BE49-F238E27FC236}">
                <a16:creationId xmlns:a16="http://schemas.microsoft.com/office/drawing/2014/main" id="{EE3AA362-7D26-4F97-998C-2CF84BBE7469}"/>
              </a:ext>
            </a:extLst>
          </p:cNvPr>
          <p:cNvSpPr txBox="1">
            <a:spLocks noChangeArrowheads="1"/>
          </p:cNvSpPr>
          <p:nvPr/>
        </p:nvSpPr>
        <p:spPr bwMode="auto">
          <a:xfrm>
            <a:off x="1371600" y="620713"/>
            <a:ext cx="5943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二元联结词</a:t>
            </a:r>
          </a:p>
        </p:txBody>
      </p:sp>
      <p:pic>
        <p:nvPicPr>
          <p:cNvPr id="181254" name="Picture 6" descr="C:\Program Files\Microsoft Office\MEDIA\CAGCAT10\j0293844.wmf">
            <a:extLst>
              <a:ext uri="{FF2B5EF4-FFF2-40B4-BE49-F238E27FC236}">
                <a16:creationId xmlns:a16="http://schemas.microsoft.com/office/drawing/2014/main" id="{41CEC5DB-AED2-4989-B60E-393B3C67D3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13700" y="476250"/>
            <a:ext cx="10953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1255" name="Picture 4" descr="QQ截图20140126150623">
            <a:extLst>
              <a:ext uri="{FF2B5EF4-FFF2-40B4-BE49-F238E27FC236}">
                <a16:creationId xmlns:a16="http://schemas.microsoft.com/office/drawing/2014/main" id="{7EC1A79E-F028-4A21-BD8E-F245D017101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2988" y="1700213"/>
            <a:ext cx="6938962" cy="4446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日期占位符 2">
            <a:extLst>
              <a:ext uri="{FF2B5EF4-FFF2-40B4-BE49-F238E27FC236}">
                <a16:creationId xmlns:a16="http://schemas.microsoft.com/office/drawing/2014/main" id="{E32D6D1A-EF86-474F-A9B0-AE03DA2E84DC}"/>
              </a:ext>
            </a:extLst>
          </p:cNvPr>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6FF215C0-DC00-4B5B-9D86-036CA05E1324}"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82275" name="页脚占位符 3">
            <a:extLst>
              <a:ext uri="{FF2B5EF4-FFF2-40B4-BE49-F238E27FC236}">
                <a16:creationId xmlns:a16="http://schemas.microsoft.com/office/drawing/2014/main" id="{819A0086-F05C-4E44-9A4A-DAD624EBE6C8}"/>
              </a:ext>
            </a:extLst>
          </p:cNvPr>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82276" name="灯片编号占位符 4">
            <a:extLst>
              <a:ext uri="{FF2B5EF4-FFF2-40B4-BE49-F238E27FC236}">
                <a16:creationId xmlns:a16="http://schemas.microsoft.com/office/drawing/2014/main" id="{C23E934E-35AA-4320-919A-79CB30A94F30}"/>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10A53EB3-530E-47CA-A230-794411FF5296}" type="slidenum">
              <a:rPr lang="en-US" altLang="zh-CN" sz="1400" smtClean="0">
                <a:latin typeface="Times New Roman" panose="02020603050405020304" pitchFamily="18" charset="0"/>
                <a:ea typeface="宋体" panose="02010600030101010101" pitchFamily="2" charset="-122"/>
              </a:rPr>
              <a:pPr>
                <a:spcBef>
                  <a:spcPct val="0"/>
                </a:spcBef>
                <a:buFontTx/>
                <a:buNone/>
              </a:pPr>
              <a:t>153</a:t>
            </a:fld>
            <a:endParaRPr lang="en-US" altLang="zh-CN" sz="1400">
              <a:latin typeface="Times New Roman" panose="02020603050405020304" pitchFamily="18" charset="0"/>
              <a:ea typeface="宋体" panose="02010600030101010101" pitchFamily="2" charset="-122"/>
            </a:endParaRPr>
          </a:p>
        </p:txBody>
      </p:sp>
      <p:sp>
        <p:nvSpPr>
          <p:cNvPr id="182277" name="Text Box 2">
            <a:extLst>
              <a:ext uri="{FF2B5EF4-FFF2-40B4-BE49-F238E27FC236}">
                <a16:creationId xmlns:a16="http://schemas.microsoft.com/office/drawing/2014/main" id="{8F539F2C-779F-4B9D-A4A0-743C03505A14}"/>
              </a:ext>
            </a:extLst>
          </p:cNvPr>
          <p:cNvSpPr txBox="1">
            <a:spLocks noChangeArrowheads="1"/>
          </p:cNvSpPr>
          <p:nvPr/>
        </p:nvSpPr>
        <p:spPr bwMode="auto">
          <a:xfrm>
            <a:off x="1403350" y="549275"/>
            <a:ext cx="5943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二元联结词</a:t>
            </a:r>
          </a:p>
        </p:txBody>
      </p:sp>
      <p:pic>
        <p:nvPicPr>
          <p:cNvPr id="182278" name="Picture 6" descr="C:\Program Files\Microsoft Office\MEDIA\CAGCAT10\j0293844.wmf">
            <a:extLst>
              <a:ext uri="{FF2B5EF4-FFF2-40B4-BE49-F238E27FC236}">
                <a16:creationId xmlns:a16="http://schemas.microsoft.com/office/drawing/2014/main" id="{526ECA63-920C-4A31-9D8B-6438CBCB98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45438"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2279" name="Picture 4" descr="QQ截图20140126150640">
            <a:extLst>
              <a:ext uri="{FF2B5EF4-FFF2-40B4-BE49-F238E27FC236}">
                <a16:creationId xmlns:a16="http://schemas.microsoft.com/office/drawing/2014/main" id="{201D51D7-09C1-4D1F-A60D-C0925459DFF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550" y="1700213"/>
            <a:ext cx="7027863" cy="453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日期占位符 2">
            <a:extLst>
              <a:ext uri="{FF2B5EF4-FFF2-40B4-BE49-F238E27FC236}">
                <a16:creationId xmlns:a16="http://schemas.microsoft.com/office/drawing/2014/main" id="{DF994D56-AF79-4434-80ED-03B3D09675DB}"/>
              </a:ext>
            </a:extLst>
          </p:cNvPr>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FDEB32FA-1D62-4A44-9CAF-F180D6A09635}"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83299" name="页脚占位符 3">
            <a:extLst>
              <a:ext uri="{FF2B5EF4-FFF2-40B4-BE49-F238E27FC236}">
                <a16:creationId xmlns:a16="http://schemas.microsoft.com/office/drawing/2014/main" id="{3A751AC9-6B5D-439F-9916-8404CE874F2E}"/>
              </a:ext>
            </a:extLst>
          </p:cNvPr>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83300" name="灯片编号占位符 4">
            <a:extLst>
              <a:ext uri="{FF2B5EF4-FFF2-40B4-BE49-F238E27FC236}">
                <a16:creationId xmlns:a16="http://schemas.microsoft.com/office/drawing/2014/main" id="{3E640463-A56D-4CD1-8F02-9304BBE7940A}"/>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6F760713-F334-44B7-ADCB-FB7E65ACCD63}" type="slidenum">
              <a:rPr lang="en-US" altLang="zh-CN" sz="1400" smtClean="0">
                <a:latin typeface="Times New Roman" panose="02020603050405020304" pitchFamily="18" charset="0"/>
                <a:ea typeface="宋体" panose="02010600030101010101" pitchFamily="2" charset="-122"/>
              </a:rPr>
              <a:pPr>
                <a:spcBef>
                  <a:spcPct val="0"/>
                </a:spcBef>
                <a:buFontTx/>
                <a:buNone/>
              </a:pPr>
              <a:t>154</a:t>
            </a:fld>
            <a:endParaRPr lang="en-US" altLang="zh-CN" sz="1400">
              <a:latin typeface="Times New Roman" panose="02020603050405020304" pitchFamily="18" charset="0"/>
              <a:ea typeface="宋体" panose="02010600030101010101" pitchFamily="2" charset="-122"/>
            </a:endParaRPr>
          </a:p>
        </p:txBody>
      </p:sp>
      <p:sp>
        <p:nvSpPr>
          <p:cNvPr id="183301" name="Text Box 2">
            <a:extLst>
              <a:ext uri="{FF2B5EF4-FFF2-40B4-BE49-F238E27FC236}">
                <a16:creationId xmlns:a16="http://schemas.microsoft.com/office/drawing/2014/main" id="{80783FD2-A165-4B7C-9E0C-436E31A88726}"/>
              </a:ext>
            </a:extLst>
          </p:cNvPr>
          <p:cNvSpPr txBox="1">
            <a:spLocks noChangeArrowheads="1"/>
          </p:cNvSpPr>
          <p:nvPr/>
        </p:nvSpPr>
        <p:spPr bwMode="auto">
          <a:xfrm>
            <a:off x="1331913" y="560388"/>
            <a:ext cx="5943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二元联结词</a:t>
            </a:r>
          </a:p>
        </p:txBody>
      </p:sp>
      <p:pic>
        <p:nvPicPr>
          <p:cNvPr id="183302" name="Picture 6" descr="C:\Program Files\Microsoft Office\MEDIA\CAGCAT10\j0293844.wmf">
            <a:extLst>
              <a:ext uri="{FF2B5EF4-FFF2-40B4-BE49-F238E27FC236}">
                <a16:creationId xmlns:a16="http://schemas.microsoft.com/office/drawing/2014/main" id="{0BB1F8C3-9555-45A1-A5BA-65BC58C6D0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77175" y="476250"/>
            <a:ext cx="1231900" cy="129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3303" name="Picture 4" descr="QQ截图20140126150724">
            <a:extLst>
              <a:ext uri="{FF2B5EF4-FFF2-40B4-BE49-F238E27FC236}">
                <a16:creationId xmlns:a16="http://schemas.microsoft.com/office/drawing/2014/main" id="{32AA0B9C-EB2F-4310-856F-21F56470F02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550" y="1628775"/>
            <a:ext cx="7137400" cy="453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Text Box 2">
            <a:extLst>
              <a:ext uri="{FF2B5EF4-FFF2-40B4-BE49-F238E27FC236}">
                <a16:creationId xmlns:a16="http://schemas.microsoft.com/office/drawing/2014/main" id="{9FCF8E50-BC5F-4ACA-8D8A-4C5F7C7A8D70}"/>
              </a:ext>
            </a:extLst>
          </p:cNvPr>
          <p:cNvSpPr txBox="1">
            <a:spLocks noChangeArrowheads="1"/>
          </p:cNvSpPr>
          <p:nvPr/>
        </p:nvSpPr>
        <p:spPr bwMode="auto">
          <a:xfrm>
            <a:off x="1331913" y="765175"/>
            <a:ext cx="627221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联结词的完备集</a:t>
            </a:r>
          </a:p>
        </p:txBody>
      </p:sp>
      <p:sp>
        <p:nvSpPr>
          <p:cNvPr id="184323" name="Rectangle 3">
            <a:extLst>
              <a:ext uri="{FF2B5EF4-FFF2-40B4-BE49-F238E27FC236}">
                <a16:creationId xmlns:a16="http://schemas.microsoft.com/office/drawing/2014/main" id="{217CB7EE-61E9-421E-AFB3-DE5416D94EDB}"/>
              </a:ext>
            </a:extLst>
          </p:cNvPr>
          <p:cNvSpPr>
            <a:spLocks noGrp="1" noChangeArrowheads="1"/>
          </p:cNvSpPr>
          <p:nvPr>
            <p:ph type="body" sz="half" idx="1"/>
          </p:nvPr>
        </p:nvSpPr>
        <p:spPr>
          <a:xfrm>
            <a:off x="2411413" y="2565400"/>
            <a:ext cx="4392612" cy="2879725"/>
          </a:xfrm>
        </p:spPr>
        <p:txBody>
          <a:bodyPr lIns="92075" tIns="46038" rIns="92075" bIns="46038"/>
          <a:lstStyle/>
          <a:p>
            <a:pPr>
              <a:lnSpc>
                <a:spcPct val="150000"/>
              </a:lnSpc>
              <a:spcBef>
                <a:spcPct val="30000"/>
              </a:spcBef>
              <a:buFont typeface="Wingdings" panose="05000000000000000000" pitchFamily="2" charset="2"/>
              <a:buChar char="4"/>
            </a:pPr>
            <a:r>
              <a:rPr lang="zh-CN" altLang="en-US" sz="3600" b="1">
                <a:effectLst/>
                <a:latin typeface="黑体" panose="02010609060101010101" pitchFamily="49" charset="-122"/>
                <a:ea typeface="黑体" panose="02010609060101010101" pitchFamily="49" charset="-122"/>
              </a:rPr>
              <a:t> 联结词的枚举</a:t>
            </a:r>
          </a:p>
          <a:p>
            <a:pPr>
              <a:lnSpc>
                <a:spcPct val="150000"/>
              </a:lnSpc>
              <a:spcBef>
                <a:spcPct val="30000"/>
              </a:spcBef>
              <a:buFont typeface="Wingdings" panose="05000000000000000000" pitchFamily="2" charset="2"/>
              <a:buChar char="J"/>
            </a:pPr>
            <a:r>
              <a:rPr lang="zh-CN" altLang="en-US" sz="3600" b="1">
                <a:solidFill>
                  <a:schemeClr val="accent2"/>
                </a:solidFill>
                <a:effectLst/>
                <a:latin typeface="黑体" panose="02010609060101010101" pitchFamily="49" charset="-122"/>
                <a:ea typeface="黑体" panose="02010609060101010101" pitchFamily="49" charset="-122"/>
              </a:rPr>
              <a:t> 联结词的完备性</a:t>
            </a:r>
          </a:p>
          <a:p>
            <a:pPr>
              <a:lnSpc>
                <a:spcPct val="150000"/>
              </a:lnSpc>
              <a:spcBef>
                <a:spcPct val="30000"/>
              </a:spcBef>
              <a:buFont typeface="Wingdings" panose="05000000000000000000" pitchFamily="2" charset="2"/>
              <a:buChar char="4"/>
            </a:pPr>
            <a:r>
              <a:rPr lang="zh-CN" altLang="en-US" sz="3600" b="1">
                <a:effectLst/>
                <a:latin typeface="黑体" panose="02010609060101010101" pitchFamily="49" charset="-122"/>
                <a:ea typeface="黑体" panose="02010609060101010101" pitchFamily="49" charset="-122"/>
              </a:rPr>
              <a:t> 联结词的应用</a:t>
            </a:r>
          </a:p>
        </p:txBody>
      </p:sp>
      <p:pic>
        <p:nvPicPr>
          <p:cNvPr id="184324" name="Picture 6" descr="C:\Program Files\Microsoft Office\MEDIA\CAGCAT10\j0293844.wmf">
            <a:extLst>
              <a:ext uri="{FF2B5EF4-FFF2-40B4-BE49-F238E27FC236}">
                <a16:creationId xmlns:a16="http://schemas.microsoft.com/office/drawing/2014/main" id="{1B88433F-A65A-41F5-9299-1FC7D2C27F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45425" y="54927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日期占位符 2">
            <a:extLst>
              <a:ext uri="{FF2B5EF4-FFF2-40B4-BE49-F238E27FC236}">
                <a16:creationId xmlns:a16="http://schemas.microsoft.com/office/drawing/2014/main" id="{145DF47C-2DCD-4E3B-A397-38AAB77C8A7B}"/>
              </a:ext>
            </a:extLst>
          </p:cNvPr>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F898EA08-E539-4E56-AB0B-4E8DC1C0CEF4}"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85347" name="页脚占位符 3">
            <a:extLst>
              <a:ext uri="{FF2B5EF4-FFF2-40B4-BE49-F238E27FC236}">
                <a16:creationId xmlns:a16="http://schemas.microsoft.com/office/drawing/2014/main" id="{D65BD8E6-B49D-4DD1-8A50-616038CB6038}"/>
              </a:ext>
            </a:extLst>
          </p:cNvPr>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85348" name="灯片编号占位符 4">
            <a:extLst>
              <a:ext uri="{FF2B5EF4-FFF2-40B4-BE49-F238E27FC236}">
                <a16:creationId xmlns:a16="http://schemas.microsoft.com/office/drawing/2014/main" id="{33CFF3FE-39FC-4C95-B2DA-F38ACCBECA87}"/>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B0724652-CCF9-4CE9-87A8-D9187CB2D418}" type="slidenum">
              <a:rPr lang="en-US" altLang="zh-CN" sz="1400" smtClean="0">
                <a:latin typeface="Times New Roman" panose="02020603050405020304" pitchFamily="18" charset="0"/>
                <a:ea typeface="宋体" panose="02010600030101010101" pitchFamily="2" charset="-122"/>
              </a:rPr>
              <a:pPr>
                <a:spcBef>
                  <a:spcPct val="0"/>
                </a:spcBef>
                <a:buFontTx/>
                <a:buNone/>
              </a:pPr>
              <a:t>156</a:t>
            </a:fld>
            <a:endParaRPr lang="en-US" altLang="zh-CN" sz="1400">
              <a:latin typeface="Times New Roman" panose="02020603050405020304" pitchFamily="18" charset="0"/>
              <a:ea typeface="宋体" panose="02010600030101010101" pitchFamily="2" charset="-122"/>
            </a:endParaRPr>
          </a:p>
        </p:txBody>
      </p:sp>
      <p:sp>
        <p:nvSpPr>
          <p:cNvPr id="185349" name="Text Box 2">
            <a:extLst>
              <a:ext uri="{FF2B5EF4-FFF2-40B4-BE49-F238E27FC236}">
                <a16:creationId xmlns:a16="http://schemas.microsoft.com/office/drawing/2014/main" id="{9C0C0A87-11D8-499D-8182-76EF82A1A773}"/>
              </a:ext>
            </a:extLst>
          </p:cNvPr>
          <p:cNvSpPr txBox="1">
            <a:spLocks noChangeArrowheads="1"/>
          </p:cNvSpPr>
          <p:nvPr/>
        </p:nvSpPr>
        <p:spPr bwMode="auto">
          <a:xfrm>
            <a:off x="1371600" y="858838"/>
            <a:ext cx="5943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联结词的完备性</a:t>
            </a:r>
            <a:endPar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endParaRPr>
          </a:p>
        </p:txBody>
      </p:sp>
      <p:pic>
        <p:nvPicPr>
          <p:cNvPr id="185350" name="Picture 6" descr="C:\Program Files\Microsoft Office\MEDIA\CAGCAT10\j0293844.wmf">
            <a:extLst>
              <a:ext uri="{FF2B5EF4-FFF2-40B4-BE49-F238E27FC236}">
                <a16:creationId xmlns:a16="http://schemas.microsoft.com/office/drawing/2014/main" id="{5A739A5A-8F7E-4FB9-9A7E-8C62E8B004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12088" y="620713"/>
            <a:ext cx="1163637" cy="1223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6375" name="Text Box 4">
            <a:extLst>
              <a:ext uri="{FF2B5EF4-FFF2-40B4-BE49-F238E27FC236}">
                <a16:creationId xmlns:a16="http://schemas.microsoft.com/office/drawing/2014/main" id="{C1D07474-47FE-42AC-A3E1-FCB7DE30CEAE}"/>
              </a:ext>
            </a:extLst>
          </p:cNvPr>
          <p:cNvSpPr txBox="1">
            <a:spLocks noChangeArrowheads="1"/>
          </p:cNvSpPr>
          <p:nvPr/>
        </p:nvSpPr>
        <p:spPr bwMode="auto">
          <a:xfrm>
            <a:off x="323850" y="2190750"/>
            <a:ext cx="8569325" cy="3773488"/>
          </a:xfrm>
          <a:prstGeom prst="rect">
            <a:avLst/>
          </a:prstGeom>
          <a:solidFill>
            <a:schemeClr val="accent5"/>
          </a:solidFill>
          <a:ln>
            <a:noFill/>
          </a:ln>
          <a:effec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lnSpc>
                <a:spcPts val="4300"/>
              </a:lnSpc>
              <a:spcBef>
                <a:spcPct val="50000"/>
              </a:spcBef>
              <a:buFontTx/>
              <a:buNone/>
              <a:defRPr/>
            </a:pPr>
            <a:r>
              <a:rPr lang="en-US" altLang="zh-CN" sz="2800" b="1" dirty="0">
                <a:solidFill>
                  <a:srgbClr val="006600"/>
                </a:solidFill>
                <a:latin typeface="Times New Roman" panose="02020603050405020304" pitchFamily="18" charset="0"/>
                <a:ea typeface="宋体" panose="02010600030101010101" pitchFamily="2" charset="-122"/>
              </a:rPr>
              <a:t>      【</a:t>
            </a:r>
            <a:r>
              <a:rPr lang="zh-CN" altLang="en-US" sz="2800" b="1" dirty="0">
                <a:solidFill>
                  <a:srgbClr val="006600"/>
                </a:solidFill>
                <a:latin typeface="Times New Roman" panose="02020603050405020304" pitchFamily="18" charset="0"/>
                <a:ea typeface="宋体" panose="02010600030101010101" pitchFamily="2" charset="-122"/>
              </a:rPr>
              <a:t>定义</a:t>
            </a:r>
            <a:r>
              <a:rPr lang="en-US" altLang="zh-CN" sz="2800" b="1" dirty="0">
                <a:solidFill>
                  <a:srgbClr val="006600"/>
                </a:solidFill>
                <a:latin typeface="Times New Roman" panose="02020603050405020304" pitchFamily="18" charset="0"/>
                <a:ea typeface="宋体" panose="02010600030101010101" pitchFamily="2" charset="-122"/>
              </a:rPr>
              <a:t>】</a:t>
            </a:r>
            <a:r>
              <a:rPr lang="zh-CN" altLang="en-US" sz="2800" b="1" dirty="0">
                <a:latin typeface="Times New Roman" panose="02020603050405020304" pitchFamily="18" charset="0"/>
                <a:ea typeface="宋体" panose="02010600030101010101" pitchFamily="2" charset="-122"/>
              </a:rPr>
              <a:t>设</a:t>
            </a:r>
            <a:r>
              <a:rPr lang="en-US" altLang="zh-CN" sz="2800" b="1" dirty="0">
                <a:latin typeface="Times New Roman" panose="02020603050405020304" pitchFamily="18" charset="0"/>
                <a:ea typeface="宋体" panose="02010600030101010101" pitchFamily="2" charset="-122"/>
              </a:rPr>
              <a:t>S</a:t>
            </a:r>
            <a:r>
              <a:rPr lang="zh-CN" altLang="en-US" sz="2800" b="1" dirty="0">
                <a:latin typeface="Times New Roman" panose="02020603050405020304" pitchFamily="18" charset="0"/>
                <a:ea typeface="宋体" panose="02010600030101010101" pitchFamily="2" charset="-122"/>
              </a:rPr>
              <a:t>是由若干联结词组成的集合：</a:t>
            </a:r>
          </a:p>
          <a:p>
            <a:pPr eaLnBrk="1" hangingPunct="1">
              <a:lnSpc>
                <a:spcPts val="4300"/>
              </a:lnSpc>
              <a:spcBef>
                <a:spcPct val="50000"/>
              </a:spcBef>
              <a:buFontTx/>
              <a:buNone/>
              <a:defRPr/>
            </a:pPr>
            <a:r>
              <a:rPr lang="zh-CN" altLang="en-US" sz="2800" b="1" dirty="0">
                <a:latin typeface="Times New Roman" panose="02020603050405020304" pitchFamily="18" charset="0"/>
                <a:ea typeface="宋体" panose="02010600030101010101" pitchFamily="2" charset="-122"/>
              </a:rPr>
              <a:t>     （</a:t>
            </a:r>
            <a:r>
              <a:rPr lang="en-US" altLang="zh-CN" sz="2800" b="1" dirty="0">
                <a:latin typeface="Times New Roman" panose="02020603050405020304" pitchFamily="18" charset="0"/>
                <a:ea typeface="宋体" panose="02010600030101010101" pitchFamily="2" charset="-122"/>
              </a:rPr>
              <a:t>1</a:t>
            </a:r>
            <a:r>
              <a:rPr lang="zh-CN" altLang="en-US" sz="2800" b="1" dirty="0">
                <a:latin typeface="Times New Roman" panose="02020603050405020304" pitchFamily="18" charset="0"/>
                <a:ea typeface="宋体" panose="02010600030101010101" pitchFamily="2" charset="-122"/>
              </a:rPr>
              <a:t>）若对于任一命题公式，都可由</a:t>
            </a:r>
            <a:r>
              <a:rPr lang="en-US" altLang="zh-CN" sz="2800" b="1" dirty="0">
                <a:latin typeface="Times New Roman" panose="02020603050405020304" pitchFamily="18" charset="0"/>
                <a:ea typeface="宋体" panose="02010600030101010101" pitchFamily="2" charset="-122"/>
              </a:rPr>
              <a:t>S</a:t>
            </a:r>
            <a:r>
              <a:rPr lang="zh-CN" altLang="en-US" sz="2800" b="1" dirty="0">
                <a:latin typeface="Times New Roman" panose="02020603050405020304" pitchFamily="18" charset="0"/>
                <a:ea typeface="宋体" panose="02010600030101010101" pitchFamily="2" charset="-122"/>
              </a:rPr>
              <a:t>中联结词所表达的公式与之等值，则称</a:t>
            </a:r>
            <a:r>
              <a:rPr lang="en-US" altLang="zh-CN" sz="2800" b="1" dirty="0">
                <a:latin typeface="Times New Roman" panose="02020603050405020304" pitchFamily="18" charset="0"/>
                <a:ea typeface="宋体" panose="02010600030101010101" pitchFamily="2" charset="-122"/>
              </a:rPr>
              <a:t>S</a:t>
            </a:r>
            <a:r>
              <a:rPr lang="zh-CN" altLang="en-US" sz="2800" b="1" dirty="0">
                <a:latin typeface="Times New Roman" panose="02020603050405020304" pitchFamily="18" charset="0"/>
                <a:ea typeface="宋体" panose="02010600030101010101" pitchFamily="2" charset="-122"/>
              </a:rPr>
              <a:t>是</a:t>
            </a:r>
            <a:r>
              <a:rPr lang="zh-CN" altLang="en-US" sz="2800" b="1" u="sng" dirty="0">
                <a:solidFill>
                  <a:srgbClr val="006600"/>
                </a:solidFill>
                <a:latin typeface="Times New Roman" panose="02020603050405020304" pitchFamily="18" charset="0"/>
                <a:ea typeface="黑体" panose="02010609060101010101" pitchFamily="49" charset="-122"/>
              </a:rPr>
              <a:t>完备联结词集合</a:t>
            </a:r>
            <a:r>
              <a:rPr lang="zh-CN" altLang="en-US" sz="2800" b="1" dirty="0">
                <a:latin typeface="Times New Roman" panose="02020603050405020304" pitchFamily="18" charset="0"/>
                <a:ea typeface="宋体" panose="02010600030101010101" pitchFamily="2" charset="-122"/>
              </a:rPr>
              <a:t>；</a:t>
            </a:r>
          </a:p>
          <a:p>
            <a:pPr eaLnBrk="1" hangingPunct="1">
              <a:lnSpc>
                <a:spcPts val="4300"/>
              </a:lnSpc>
              <a:spcBef>
                <a:spcPct val="50000"/>
              </a:spcBef>
              <a:buFontTx/>
              <a:buNone/>
              <a:defRPr/>
            </a:pPr>
            <a:r>
              <a:rPr lang="zh-CN" altLang="en-US" sz="2800" b="1" dirty="0">
                <a:latin typeface="Times New Roman" panose="02020603050405020304" pitchFamily="18" charset="0"/>
                <a:ea typeface="宋体" panose="02010600030101010101" pitchFamily="2" charset="-122"/>
              </a:rPr>
              <a:t>     （</a:t>
            </a:r>
            <a:r>
              <a:rPr lang="en-US" altLang="zh-CN" sz="2800" b="1" dirty="0">
                <a:latin typeface="Times New Roman" panose="02020603050405020304" pitchFamily="18" charset="0"/>
                <a:ea typeface="宋体" panose="02010600030101010101" pitchFamily="2" charset="-122"/>
              </a:rPr>
              <a:t>2</a:t>
            </a:r>
            <a:r>
              <a:rPr lang="zh-CN" altLang="en-US" sz="2800" b="1" dirty="0">
                <a:latin typeface="Times New Roman" panose="02020603050405020304" pitchFamily="18" charset="0"/>
                <a:ea typeface="宋体" panose="02010600030101010101" pitchFamily="2" charset="-122"/>
              </a:rPr>
              <a:t>）对于完备联结词集合</a:t>
            </a:r>
            <a:r>
              <a:rPr lang="en-US" altLang="zh-CN" sz="2800" b="1" dirty="0">
                <a:latin typeface="Times New Roman" panose="02020603050405020304" pitchFamily="18" charset="0"/>
                <a:ea typeface="宋体" panose="02010600030101010101" pitchFamily="2" charset="-122"/>
              </a:rPr>
              <a:t>S</a:t>
            </a:r>
            <a:r>
              <a:rPr lang="zh-CN" altLang="en-US" sz="2800" b="1" dirty="0">
                <a:latin typeface="Times New Roman" panose="02020603050405020304" pitchFamily="18" charset="0"/>
                <a:ea typeface="宋体" panose="02010600030101010101" pitchFamily="2" charset="-122"/>
              </a:rPr>
              <a:t>，若从</a:t>
            </a:r>
            <a:r>
              <a:rPr lang="en-US" altLang="zh-CN" sz="2800" b="1" dirty="0">
                <a:latin typeface="Times New Roman" panose="02020603050405020304" pitchFamily="18" charset="0"/>
                <a:ea typeface="宋体" panose="02010600030101010101" pitchFamily="2" charset="-122"/>
              </a:rPr>
              <a:t>S</a:t>
            </a:r>
            <a:r>
              <a:rPr lang="zh-CN" altLang="en-US" sz="2800" b="1" dirty="0">
                <a:latin typeface="Times New Roman" panose="02020603050405020304" pitchFamily="18" charset="0"/>
                <a:ea typeface="宋体" panose="02010600030101010101" pitchFamily="2" charset="-122"/>
              </a:rPr>
              <a:t>中任意删去一种联结词后，得到联结词集合</a:t>
            </a:r>
            <a:r>
              <a:rPr lang="en-US" altLang="zh-CN" sz="2800" b="1" dirty="0">
                <a:latin typeface="Times New Roman" panose="02020603050405020304" pitchFamily="18" charset="0"/>
                <a:ea typeface="宋体" panose="02010600030101010101" pitchFamily="2" charset="-122"/>
              </a:rPr>
              <a:t>S</a:t>
            </a:r>
            <a:r>
              <a:rPr lang="en-US" altLang="zh-CN" sz="2800" b="1" baseline="-25000" dirty="0">
                <a:latin typeface="Times New Roman" panose="02020603050405020304" pitchFamily="18" charset="0"/>
                <a:ea typeface="宋体" panose="02010600030101010101" pitchFamily="2" charset="-122"/>
              </a:rPr>
              <a:t>1</a:t>
            </a:r>
            <a:r>
              <a:rPr lang="zh-CN" altLang="en-US" sz="2800" b="1" dirty="0">
                <a:latin typeface="Times New Roman" panose="02020603050405020304" pitchFamily="18" charset="0"/>
                <a:ea typeface="宋体" panose="02010600030101010101" pitchFamily="2" charset="-122"/>
              </a:rPr>
              <a:t>不能表达所有命题公式，则称</a:t>
            </a:r>
            <a:r>
              <a:rPr lang="en-US" altLang="zh-CN" sz="2800" b="1" dirty="0">
                <a:latin typeface="Times New Roman" panose="02020603050405020304" pitchFamily="18" charset="0"/>
                <a:ea typeface="宋体" panose="02010600030101010101" pitchFamily="2" charset="-122"/>
              </a:rPr>
              <a:t>S</a:t>
            </a:r>
            <a:r>
              <a:rPr lang="zh-CN" altLang="en-US" sz="2800" b="1" dirty="0">
                <a:latin typeface="Times New Roman" panose="02020603050405020304" pitchFamily="18" charset="0"/>
                <a:ea typeface="宋体" panose="02010600030101010101" pitchFamily="2" charset="-122"/>
              </a:rPr>
              <a:t>为</a:t>
            </a:r>
            <a:r>
              <a:rPr lang="zh-CN" altLang="en-US" sz="2800" b="1" dirty="0">
                <a:solidFill>
                  <a:srgbClr val="006600"/>
                </a:solidFill>
                <a:latin typeface="Times New Roman" panose="02020603050405020304" pitchFamily="18" charset="0"/>
                <a:ea typeface="黑体" panose="02010609060101010101" pitchFamily="49" charset="-122"/>
              </a:rPr>
              <a:t>极小完备联结词集合</a:t>
            </a:r>
            <a:r>
              <a:rPr lang="zh-CN" altLang="en-US" sz="2800" b="1" dirty="0">
                <a:latin typeface="Times New Roman" panose="02020603050405020304" pitchFamily="18" charset="0"/>
                <a:ea typeface="宋体" panose="02010600030101010101" pitchFamily="2" charset="-122"/>
              </a:rPr>
              <a:t>。</a:t>
            </a:r>
          </a:p>
        </p:txBody>
      </p:sp>
    </p:spTree>
  </p:cSld>
  <p:clrMapOvr>
    <a:masterClrMapping/>
  </p:clrMapOvr>
  <p:transition/>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日期占位符 2">
            <a:extLst>
              <a:ext uri="{FF2B5EF4-FFF2-40B4-BE49-F238E27FC236}">
                <a16:creationId xmlns:a16="http://schemas.microsoft.com/office/drawing/2014/main" id="{75A3F98E-DBBA-49CC-9C1E-CB33559BFDBF}"/>
              </a:ext>
            </a:extLst>
          </p:cNvPr>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4A4E9A62-00AB-4906-A387-C71F0E70F987}"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86371" name="页脚占位符 3">
            <a:extLst>
              <a:ext uri="{FF2B5EF4-FFF2-40B4-BE49-F238E27FC236}">
                <a16:creationId xmlns:a16="http://schemas.microsoft.com/office/drawing/2014/main" id="{01D43ECD-2539-4E1C-99C2-E17B33F65B2B}"/>
              </a:ext>
            </a:extLst>
          </p:cNvPr>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86372" name="灯片编号占位符 4">
            <a:extLst>
              <a:ext uri="{FF2B5EF4-FFF2-40B4-BE49-F238E27FC236}">
                <a16:creationId xmlns:a16="http://schemas.microsoft.com/office/drawing/2014/main" id="{5FD01D30-5725-47D6-8DE6-08E1F17E0AAD}"/>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09AE2449-A1F0-4C65-8B36-1CCF8CDDF80B}" type="slidenum">
              <a:rPr lang="en-US" altLang="zh-CN" sz="1400" smtClean="0">
                <a:latin typeface="Times New Roman" panose="02020603050405020304" pitchFamily="18" charset="0"/>
                <a:ea typeface="宋体" panose="02010600030101010101" pitchFamily="2" charset="-122"/>
              </a:rPr>
              <a:pPr>
                <a:spcBef>
                  <a:spcPct val="0"/>
                </a:spcBef>
                <a:buFontTx/>
                <a:buNone/>
              </a:pPr>
              <a:t>157</a:t>
            </a:fld>
            <a:endParaRPr lang="en-US" altLang="zh-CN" sz="1400">
              <a:latin typeface="Times New Roman" panose="02020603050405020304" pitchFamily="18" charset="0"/>
              <a:ea typeface="宋体" panose="02010600030101010101" pitchFamily="2" charset="-122"/>
            </a:endParaRPr>
          </a:p>
        </p:txBody>
      </p:sp>
      <p:sp>
        <p:nvSpPr>
          <p:cNvPr id="186373" name="Text Box 2">
            <a:extLst>
              <a:ext uri="{FF2B5EF4-FFF2-40B4-BE49-F238E27FC236}">
                <a16:creationId xmlns:a16="http://schemas.microsoft.com/office/drawing/2014/main" id="{8EEBD0CB-5577-44C2-B631-60BBC2F97DE9}"/>
              </a:ext>
            </a:extLst>
          </p:cNvPr>
          <p:cNvSpPr txBox="1">
            <a:spLocks noChangeArrowheads="1"/>
          </p:cNvSpPr>
          <p:nvPr/>
        </p:nvSpPr>
        <p:spPr bwMode="auto">
          <a:xfrm>
            <a:off x="1371600" y="692150"/>
            <a:ext cx="5943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联结词的完备性</a:t>
            </a:r>
            <a:endPar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endParaRPr>
          </a:p>
        </p:txBody>
      </p:sp>
      <p:pic>
        <p:nvPicPr>
          <p:cNvPr id="186374" name="Picture 6" descr="C:\Program Files\Microsoft Office\MEDIA\CAGCAT10\j0293844.wmf">
            <a:extLst>
              <a:ext uri="{FF2B5EF4-FFF2-40B4-BE49-F238E27FC236}">
                <a16:creationId xmlns:a16="http://schemas.microsoft.com/office/drawing/2014/main" id="{933BEA76-2251-426D-A11A-C6149D3BDB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21625" y="476250"/>
            <a:ext cx="1187450" cy="1249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6375" name="Picture 4" descr="QQ截图20140126155730">
            <a:extLst>
              <a:ext uri="{FF2B5EF4-FFF2-40B4-BE49-F238E27FC236}">
                <a16:creationId xmlns:a16="http://schemas.microsoft.com/office/drawing/2014/main" id="{BD0BA941-0043-42AF-931D-0FE75B03400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2938" y="1844675"/>
            <a:ext cx="7816850" cy="439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日期占位符 2">
            <a:extLst>
              <a:ext uri="{FF2B5EF4-FFF2-40B4-BE49-F238E27FC236}">
                <a16:creationId xmlns:a16="http://schemas.microsoft.com/office/drawing/2014/main" id="{CD66007A-FE3C-4128-8C01-4A8F44E73683}"/>
              </a:ext>
            </a:extLst>
          </p:cNvPr>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5A6B8611-0E5B-46B4-8A32-36B6F675AAD9}"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87395" name="页脚占位符 3">
            <a:extLst>
              <a:ext uri="{FF2B5EF4-FFF2-40B4-BE49-F238E27FC236}">
                <a16:creationId xmlns:a16="http://schemas.microsoft.com/office/drawing/2014/main" id="{C4FAFDBC-C1E3-4C66-8F19-2E18790D77AE}"/>
              </a:ext>
            </a:extLst>
          </p:cNvPr>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87396" name="灯片编号占位符 4">
            <a:extLst>
              <a:ext uri="{FF2B5EF4-FFF2-40B4-BE49-F238E27FC236}">
                <a16:creationId xmlns:a16="http://schemas.microsoft.com/office/drawing/2014/main" id="{3DBDFE9C-A472-4C1D-A67F-108F8F14B7D4}"/>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8FF6E1A1-35A2-4433-A53E-5575D226F278}" type="slidenum">
              <a:rPr lang="en-US" altLang="zh-CN" sz="1400" smtClean="0">
                <a:latin typeface="Times New Roman" panose="02020603050405020304" pitchFamily="18" charset="0"/>
                <a:ea typeface="宋体" panose="02010600030101010101" pitchFamily="2" charset="-122"/>
              </a:rPr>
              <a:pPr>
                <a:spcBef>
                  <a:spcPct val="0"/>
                </a:spcBef>
                <a:buFontTx/>
                <a:buNone/>
              </a:pPr>
              <a:t>158</a:t>
            </a:fld>
            <a:endParaRPr lang="en-US" altLang="zh-CN" sz="1400">
              <a:latin typeface="Times New Roman" panose="02020603050405020304" pitchFamily="18" charset="0"/>
              <a:ea typeface="宋体" panose="02010600030101010101" pitchFamily="2" charset="-122"/>
            </a:endParaRPr>
          </a:p>
        </p:txBody>
      </p:sp>
      <p:sp>
        <p:nvSpPr>
          <p:cNvPr id="187397" name="Text Box 2">
            <a:extLst>
              <a:ext uri="{FF2B5EF4-FFF2-40B4-BE49-F238E27FC236}">
                <a16:creationId xmlns:a16="http://schemas.microsoft.com/office/drawing/2014/main" id="{8B04A634-4FAB-4CF1-88AF-5C03E4F05C55}"/>
              </a:ext>
            </a:extLst>
          </p:cNvPr>
          <p:cNvSpPr txBox="1">
            <a:spLocks noChangeArrowheads="1"/>
          </p:cNvSpPr>
          <p:nvPr/>
        </p:nvSpPr>
        <p:spPr bwMode="auto">
          <a:xfrm>
            <a:off x="1371600" y="692150"/>
            <a:ext cx="5943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联结词的完备性</a:t>
            </a:r>
            <a:endPar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endParaRPr>
          </a:p>
        </p:txBody>
      </p:sp>
      <p:pic>
        <p:nvPicPr>
          <p:cNvPr id="187398" name="Picture 6" descr="C:\Program Files\Microsoft Office\MEDIA\CAGCAT10\j0293844.wmf">
            <a:extLst>
              <a:ext uri="{FF2B5EF4-FFF2-40B4-BE49-F238E27FC236}">
                <a16:creationId xmlns:a16="http://schemas.microsoft.com/office/drawing/2014/main" id="{CD45181F-C4DF-4D30-8E2C-40B688279E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07313" y="476250"/>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7399" name="Picture 4" descr="QQ截图20140126161725">
            <a:extLst>
              <a:ext uri="{FF2B5EF4-FFF2-40B4-BE49-F238E27FC236}">
                <a16:creationId xmlns:a16="http://schemas.microsoft.com/office/drawing/2014/main" id="{A149D74E-6BD2-4D84-B088-6E9822C2B4B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7688" y="2038350"/>
            <a:ext cx="8128000" cy="3973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日期占位符 2">
            <a:extLst>
              <a:ext uri="{FF2B5EF4-FFF2-40B4-BE49-F238E27FC236}">
                <a16:creationId xmlns:a16="http://schemas.microsoft.com/office/drawing/2014/main" id="{DA19B0E3-089E-4474-8279-218EF2188840}"/>
              </a:ext>
            </a:extLst>
          </p:cNvPr>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2B013B8A-1E3B-451F-80CF-DED59E912BA6}"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88419" name="页脚占位符 3">
            <a:extLst>
              <a:ext uri="{FF2B5EF4-FFF2-40B4-BE49-F238E27FC236}">
                <a16:creationId xmlns:a16="http://schemas.microsoft.com/office/drawing/2014/main" id="{C6CAF039-4523-4CB7-89C4-5E248444352E}"/>
              </a:ext>
            </a:extLst>
          </p:cNvPr>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88420" name="灯片编号占位符 4">
            <a:extLst>
              <a:ext uri="{FF2B5EF4-FFF2-40B4-BE49-F238E27FC236}">
                <a16:creationId xmlns:a16="http://schemas.microsoft.com/office/drawing/2014/main" id="{5497BB43-4026-46DC-BAD1-4AB53245291D}"/>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2158DC0B-BC93-4B61-8A3F-9D4307D46A82}" type="slidenum">
              <a:rPr lang="en-US" altLang="zh-CN" sz="1400" smtClean="0">
                <a:latin typeface="Times New Roman" panose="02020603050405020304" pitchFamily="18" charset="0"/>
                <a:ea typeface="宋体" panose="02010600030101010101" pitchFamily="2" charset="-122"/>
              </a:rPr>
              <a:pPr>
                <a:spcBef>
                  <a:spcPct val="0"/>
                </a:spcBef>
                <a:buFontTx/>
                <a:buNone/>
              </a:pPr>
              <a:t>159</a:t>
            </a:fld>
            <a:endParaRPr lang="en-US" altLang="zh-CN" sz="1400">
              <a:latin typeface="Times New Roman" panose="02020603050405020304" pitchFamily="18" charset="0"/>
              <a:ea typeface="宋体" panose="02010600030101010101" pitchFamily="2" charset="-122"/>
            </a:endParaRPr>
          </a:p>
        </p:txBody>
      </p:sp>
      <p:sp>
        <p:nvSpPr>
          <p:cNvPr id="188421" name="Text Box 2">
            <a:extLst>
              <a:ext uri="{FF2B5EF4-FFF2-40B4-BE49-F238E27FC236}">
                <a16:creationId xmlns:a16="http://schemas.microsoft.com/office/drawing/2014/main" id="{7CD7CF49-9F51-4BDF-884B-96B0EF0C7167}"/>
              </a:ext>
            </a:extLst>
          </p:cNvPr>
          <p:cNvSpPr txBox="1">
            <a:spLocks noChangeArrowheads="1"/>
          </p:cNvSpPr>
          <p:nvPr/>
        </p:nvSpPr>
        <p:spPr bwMode="auto">
          <a:xfrm>
            <a:off x="1371600" y="858838"/>
            <a:ext cx="5943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联结词的完备性</a:t>
            </a:r>
            <a:endPar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endParaRPr>
          </a:p>
        </p:txBody>
      </p:sp>
      <p:pic>
        <p:nvPicPr>
          <p:cNvPr id="188422" name="Picture 6" descr="C:\Program Files\Microsoft Office\MEDIA\CAGCAT10\j0293844.wmf">
            <a:extLst>
              <a:ext uri="{FF2B5EF4-FFF2-40B4-BE49-F238E27FC236}">
                <a16:creationId xmlns:a16="http://schemas.microsoft.com/office/drawing/2014/main" id="{FF4530C8-2EC6-4FA1-A5CB-87EA6D23BE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07313" y="476250"/>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8423" name="Picture 4" descr="QQ截图20140126161807">
            <a:extLst>
              <a:ext uri="{FF2B5EF4-FFF2-40B4-BE49-F238E27FC236}">
                <a16:creationId xmlns:a16="http://schemas.microsoft.com/office/drawing/2014/main" id="{0D64FDE0-1A2B-47FE-ACC4-A8484BE8825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79613" y="2060575"/>
            <a:ext cx="5472112" cy="392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日期占位符 2">
            <a:extLst>
              <a:ext uri="{FF2B5EF4-FFF2-40B4-BE49-F238E27FC236}">
                <a16:creationId xmlns:a16="http://schemas.microsoft.com/office/drawing/2014/main" id="{BB2A83D8-37FE-4BD2-9828-DC1A0985A352}"/>
              </a:ext>
            </a:extLst>
          </p:cNvPr>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CE2B250C-3852-49C1-92FC-08D4441C8FB7}"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89443" name="页脚占位符 3">
            <a:extLst>
              <a:ext uri="{FF2B5EF4-FFF2-40B4-BE49-F238E27FC236}">
                <a16:creationId xmlns:a16="http://schemas.microsoft.com/office/drawing/2014/main" id="{A40B2EBA-6B05-4CC5-B643-45FF58A04778}"/>
              </a:ext>
            </a:extLst>
          </p:cNvPr>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89444" name="灯片编号占位符 4">
            <a:extLst>
              <a:ext uri="{FF2B5EF4-FFF2-40B4-BE49-F238E27FC236}">
                <a16:creationId xmlns:a16="http://schemas.microsoft.com/office/drawing/2014/main" id="{C0BEA0D7-5F94-440D-A668-8782D65F3607}"/>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8157E498-6F5B-42E0-ADCE-D6CF443B9334}" type="slidenum">
              <a:rPr lang="en-US" altLang="zh-CN" sz="1400" smtClean="0">
                <a:latin typeface="Times New Roman" panose="02020603050405020304" pitchFamily="18" charset="0"/>
                <a:ea typeface="宋体" panose="02010600030101010101" pitchFamily="2" charset="-122"/>
              </a:rPr>
              <a:pPr>
                <a:spcBef>
                  <a:spcPct val="0"/>
                </a:spcBef>
                <a:buFontTx/>
                <a:buNone/>
              </a:pPr>
              <a:t>160</a:t>
            </a:fld>
            <a:endParaRPr lang="en-US" altLang="zh-CN" sz="1400">
              <a:latin typeface="Times New Roman" panose="02020603050405020304" pitchFamily="18" charset="0"/>
              <a:ea typeface="宋体" panose="02010600030101010101" pitchFamily="2" charset="-122"/>
            </a:endParaRPr>
          </a:p>
        </p:txBody>
      </p:sp>
      <p:sp>
        <p:nvSpPr>
          <p:cNvPr id="189445" name="Text Box 2">
            <a:extLst>
              <a:ext uri="{FF2B5EF4-FFF2-40B4-BE49-F238E27FC236}">
                <a16:creationId xmlns:a16="http://schemas.microsoft.com/office/drawing/2014/main" id="{4F455572-5F9F-4403-A1F8-1B16A6B4C2A8}"/>
              </a:ext>
            </a:extLst>
          </p:cNvPr>
          <p:cNvSpPr txBox="1">
            <a:spLocks noChangeArrowheads="1"/>
          </p:cNvSpPr>
          <p:nvPr/>
        </p:nvSpPr>
        <p:spPr bwMode="auto">
          <a:xfrm>
            <a:off x="1560513" y="784225"/>
            <a:ext cx="5943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联结词的完备性</a:t>
            </a:r>
            <a:endPar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endParaRPr>
          </a:p>
        </p:txBody>
      </p:sp>
      <p:pic>
        <p:nvPicPr>
          <p:cNvPr id="189446" name="Picture 6" descr="C:\Program Files\Microsoft Office\MEDIA\CAGCAT10\j0293844.wmf">
            <a:extLst>
              <a:ext uri="{FF2B5EF4-FFF2-40B4-BE49-F238E27FC236}">
                <a16:creationId xmlns:a16="http://schemas.microsoft.com/office/drawing/2014/main" id="{4EB79555-B35A-4E05-A514-8AE9F0FF04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07313" y="476250"/>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5DA32A4A-642B-4E4D-9C96-93CC6E765E04}"/>
              </a:ext>
            </a:extLst>
          </p:cNvPr>
          <p:cNvSpPr>
            <a:spLocks noRot="1" noChangeAspect="1" noMove="1" noResize="1" noEditPoints="1" noAdjustHandles="1" noChangeArrowheads="1" noChangeShapeType="1" noTextEdit="1"/>
          </p:cNvSpPr>
          <p:nvPr/>
        </p:nvSpPr>
        <p:spPr>
          <a:xfrm>
            <a:off x="0" y="3356992"/>
            <a:ext cx="9144000" cy="2417393"/>
          </a:xfrm>
          <a:prstGeom prst="rect">
            <a:avLst/>
          </a:prstGeom>
          <a:blipFill>
            <a:blip r:embed="rId4"/>
            <a:stretch>
              <a:fillRect t="-2020" b="-4545"/>
            </a:stretch>
          </a:blipFill>
        </p:spPr>
        <p:txBody>
          <a:bodyPr/>
          <a:lstStyle/>
          <a:p>
            <a:pPr>
              <a:defRPr/>
            </a:pPr>
            <a:r>
              <a:rPr lang="zh-CN" altLang="en-US">
                <a:noFill/>
              </a:rPr>
              <a:t> </a:t>
            </a:r>
          </a:p>
        </p:txBody>
      </p:sp>
      <p:sp>
        <p:nvSpPr>
          <p:cNvPr id="3" name="矩形 2">
            <a:extLst>
              <a:ext uri="{FF2B5EF4-FFF2-40B4-BE49-F238E27FC236}">
                <a16:creationId xmlns:a16="http://schemas.microsoft.com/office/drawing/2014/main" id="{A5EFF747-B3EA-4493-BA37-F9C757C46B8A}"/>
              </a:ext>
            </a:extLst>
          </p:cNvPr>
          <p:cNvSpPr>
            <a:spLocks noRot="1" noChangeAspect="1" noMove="1" noResize="1" noEditPoints="1" noAdjustHandles="1" noChangeArrowheads="1" noChangeShapeType="1" noTextEdit="1"/>
          </p:cNvSpPr>
          <p:nvPr/>
        </p:nvSpPr>
        <p:spPr>
          <a:xfrm>
            <a:off x="305780" y="2122100"/>
            <a:ext cx="8532440" cy="954107"/>
          </a:xfrm>
          <a:prstGeom prst="rect">
            <a:avLst/>
          </a:prstGeom>
          <a:blipFill>
            <a:blip r:embed="rId5"/>
            <a:stretch>
              <a:fillRect l="-1429" t="-7643" b="-17834"/>
            </a:stretch>
          </a:blipFill>
        </p:spPr>
        <p:txBody>
          <a:bodyPr/>
          <a:lstStyle/>
          <a:p>
            <a:pPr>
              <a:defRPr/>
            </a:pPr>
            <a:r>
              <a:rPr lang="zh-CN" altLang="en-US">
                <a:noFill/>
              </a:rPr>
              <a:t> </a:t>
            </a:r>
          </a:p>
        </p:txBody>
      </p:sp>
    </p:spTree>
  </p:cSld>
  <p:clrMapOvr>
    <a:masterClrMapping/>
  </p:clrMapOvr>
  <p:transition/>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日期占位符 2">
            <a:extLst>
              <a:ext uri="{FF2B5EF4-FFF2-40B4-BE49-F238E27FC236}">
                <a16:creationId xmlns:a16="http://schemas.microsoft.com/office/drawing/2014/main" id="{AB103D40-C5CD-4461-AE9E-0E2E971BDB32}"/>
              </a:ext>
            </a:extLst>
          </p:cNvPr>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C932430A-D5FB-4D92-9CE7-5FF48512DCE8}"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90467" name="页脚占位符 3">
            <a:extLst>
              <a:ext uri="{FF2B5EF4-FFF2-40B4-BE49-F238E27FC236}">
                <a16:creationId xmlns:a16="http://schemas.microsoft.com/office/drawing/2014/main" id="{C11FB868-5E3E-4B7C-941D-11D0819FBD9C}"/>
              </a:ext>
            </a:extLst>
          </p:cNvPr>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90468" name="灯片编号占位符 4">
            <a:extLst>
              <a:ext uri="{FF2B5EF4-FFF2-40B4-BE49-F238E27FC236}">
                <a16:creationId xmlns:a16="http://schemas.microsoft.com/office/drawing/2014/main" id="{19CA9800-3625-4C37-8E24-6F3618A54417}"/>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A83BC242-FF0D-4FFB-8F46-CD28159DF754}" type="slidenum">
              <a:rPr lang="en-US" altLang="zh-CN" sz="1400" smtClean="0">
                <a:latin typeface="Times New Roman" panose="02020603050405020304" pitchFamily="18" charset="0"/>
                <a:ea typeface="宋体" panose="02010600030101010101" pitchFamily="2" charset="-122"/>
              </a:rPr>
              <a:pPr>
                <a:spcBef>
                  <a:spcPct val="0"/>
                </a:spcBef>
                <a:buFontTx/>
                <a:buNone/>
              </a:pPr>
              <a:t>161</a:t>
            </a:fld>
            <a:endParaRPr lang="en-US" altLang="zh-CN" sz="1400">
              <a:latin typeface="Times New Roman" panose="02020603050405020304" pitchFamily="18" charset="0"/>
              <a:ea typeface="宋体" panose="02010600030101010101" pitchFamily="2" charset="-122"/>
            </a:endParaRPr>
          </a:p>
        </p:txBody>
      </p:sp>
      <p:sp>
        <p:nvSpPr>
          <p:cNvPr id="190469" name="Text Box 2">
            <a:extLst>
              <a:ext uri="{FF2B5EF4-FFF2-40B4-BE49-F238E27FC236}">
                <a16:creationId xmlns:a16="http://schemas.microsoft.com/office/drawing/2014/main" id="{D2E94FCA-9881-4A2B-8DCA-A9CECAD1CC68}"/>
              </a:ext>
            </a:extLst>
          </p:cNvPr>
          <p:cNvSpPr txBox="1">
            <a:spLocks noChangeArrowheads="1"/>
          </p:cNvSpPr>
          <p:nvPr/>
        </p:nvSpPr>
        <p:spPr bwMode="auto">
          <a:xfrm>
            <a:off x="1560513" y="784225"/>
            <a:ext cx="5943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联结词的完备性</a:t>
            </a:r>
            <a:endPar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endParaRPr>
          </a:p>
        </p:txBody>
      </p:sp>
      <p:pic>
        <p:nvPicPr>
          <p:cNvPr id="190470" name="Picture 6" descr="C:\Program Files\Microsoft Office\MEDIA\CAGCAT10\j0293844.wmf">
            <a:extLst>
              <a:ext uri="{FF2B5EF4-FFF2-40B4-BE49-F238E27FC236}">
                <a16:creationId xmlns:a16="http://schemas.microsoft.com/office/drawing/2014/main" id="{C1B22172-77DE-4683-84C7-734E8BAD56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07313" y="476250"/>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1495" name="矩形 3">
            <a:extLst>
              <a:ext uri="{FF2B5EF4-FFF2-40B4-BE49-F238E27FC236}">
                <a16:creationId xmlns:a16="http://schemas.microsoft.com/office/drawing/2014/main" id="{1530B171-46A5-4395-B0C0-3AEA43188B88}"/>
              </a:ext>
            </a:extLst>
          </p:cNvPr>
          <p:cNvSpPr>
            <a:spLocks noChangeArrowheads="1"/>
          </p:cNvSpPr>
          <p:nvPr/>
        </p:nvSpPr>
        <p:spPr bwMode="auto">
          <a:xfrm>
            <a:off x="330200" y="1905000"/>
            <a:ext cx="8483600" cy="1384300"/>
          </a:xfrm>
          <a:prstGeom prst="rect">
            <a:avLst/>
          </a:prstGeom>
          <a:solidFill>
            <a:schemeClr val="accent1">
              <a:lumMod val="20000"/>
              <a:lumOff val="80000"/>
            </a:schemeClr>
          </a:solidFill>
          <a:ln>
            <a:noFill/>
          </a:ln>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defRPr/>
            </a:pPr>
            <a:r>
              <a:rPr lang="en-US" altLang="zh-CN" sz="2800" b="1" dirty="0">
                <a:latin typeface="Times New Roman" panose="02020603050405020304" pitchFamily="18" charset="0"/>
                <a:ea typeface="宋体" panose="02010600030101010101" pitchFamily="2" charset="-122"/>
              </a:rPr>
              <a:t>【</a:t>
            </a:r>
            <a:r>
              <a:rPr lang="zh-CN" altLang="en-US" sz="2800" b="1" dirty="0">
                <a:latin typeface="Times New Roman" panose="02020603050405020304" pitchFamily="18" charset="0"/>
                <a:ea typeface="宋体" panose="02010600030101010101" pitchFamily="2" charset="-122"/>
              </a:rPr>
              <a:t>例题</a:t>
            </a:r>
            <a:r>
              <a:rPr lang="en-US" altLang="zh-CN" sz="2800" b="1" dirty="0">
                <a:latin typeface="Times New Roman" panose="02020603050405020304" pitchFamily="18" charset="0"/>
                <a:ea typeface="宋体" panose="02010600030101010101" pitchFamily="2" charset="-122"/>
              </a:rPr>
              <a:t>】</a:t>
            </a:r>
            <a:r>
              <a:rPr lang="zh-CN" altLang="en-US" sz="2800" b="1" dirty="0">
                <a:latin typeface="Times New Roman" panose="02020603050405020304" pitchFamily="18" charset="0"/>
                <a:ea typeface="宋体" panose="02010600030101010101" pitchFamily="2" charset="-122"/>
              </a:rPr>
              <a:t>分别使用下列极小完备联结词集合表示命题公式</a:t>
            </a:r>
            <a:r>
              <a:rPr lang="en-US" altLang="zh-CN" sz="2800" b="1" dirty="0">
                <a:latin typeface="Times New Roman" panose="02020603050405020304" pitchFamily="18" charset="0"/>
                <a:ea typeface="宋体" panose="02010600030101010101" pitchFamily="2" charset="-122"/>
              </a:rPr>
              <a:t>P∨Q→R</a:t>
            </a:r>
            <a:r>
              <a:rPr lang="zh-CN" altLang="en-US" sz="2800" b="1" dirty="0">
                <a:latin typeface="Times New Roman" panose="02020603050405020304" pitchFamily="18" charset="0"/>
                <a:ea typeface="宋体" panose="02010600030101010101" pitchFamily="2" charset="-122"/>
              </a:rPr>
              <a:t>。</a:t>
            </a:r>
          </a:p>
          <a:p>
            <a:pPr>
              <a:spcBef>
                <a:spcPct val="0"/>
              </a:spcBef>
              <a:buFontTx/>
              <a:buNone/>
              <a:defRPr/>
            </a:pPr>
            <a:r>
              <a:rPr lang="zh-CN" altLang="en-US" sz="2800" b="1" dirty="0">
                <a:latin typeface="Times New Roman" panose="02020603050405020304" pitchFamily="18" charset="0"/>
                <a:ea typeface="宋体" panose="02010600030101010101" pitchFamily="2" charset="-122"/>
              </a:rPr>
              <a:t>（</a:t>
            </a:r>
            <a:r>
              <a:rPr lang="en-US" altLang="zh-CN" sz="2800" b="1" dirty="0">
                <a:latin typeface="Times New Roman" panose="02020603050405020304" pitchFamily="18" charset="0"/>
                <a:ea typeface="宋体" panose="02010600030101010101" pitchFamily="2" charset="-122"/>
              </a:rPr>
              <a:t>1</a:t>
            </a:r>
            <a:r>
              <a:rPr lang="zh-CN" altLang="en-US" sz="2800" b="1" dirty="0">
                <a:latin typeface="Times New Roman" panose="02020603050405020304" pitchFamily="18" charset="0"/>
                <a:ea typeface="宋体" panose="02010600030101010101" pitchFamily="2" charset="-122"/>
              </a:rPr>
              <a:t>）</a:t>
            </a:r>
            <a:r>
              <a:rPr lang="en-US" altLang="zh-CN" sz="2800" b="1" dirty="0">
                <a:latin typeface="Times New Roman" panose="02020603050405020304" pitchFamily="18" charset="0"/>
                <a:ea typeface="宋体" panose="02010600030101010101" pitchFamily="2" charset="-122"/>
              </a:rPr>
              <a:t>{¬</a:t>
            </a:r>
            <a:r>
              <a:rPr lang="zh-CN" altLang="en-US" sz="2800" b="1" dirty="0">
                <a:latin typeface="Times New Roman" panose="02020603050405020304" pitchFamily="18" charset="0"/>
                <a:ea typeface="宋体" panose="02010600030101010101" pitchFamily="2" charset="-122"/>
              </a:rPr>
              <a:t>，→</a:t>
            </a:r>
            <a:r>
              <a:rPr lang="en-US" altLang="zh-CN" sz="2800" b="1" dirty="0">
                <a:latin typeface="Times New Roman" panose="02020603050405020304" pitchFamily="18" charset="0"/>
                <a:ea typeface="宋体" panose="02010600030101010101" pitchFamily="2" charset="-122"/>
              </a:rPr>
              <a:t>}</a:t>
            </a:r>
            <a:r>
              <a:rPr lang="zh-CN" altLang="en-US" sz="2800" b="1" dirty="0">
                <a:latin typeface="Times New Roman" panose="02020603050405020304" pitchFamily="18" charset="0"/>
                <a:ea typeface="宋体" panose="02010600030101010101" pitchFamily="2" charset="-122"/>
              </a:rPr>
              <a:t>；（</a:t>
            </a:r>
            <a:r>
              <a:rPr lang="en-US" altLang="zh-CN" sz="2800" b="1" dirty="0">
                <a:latin typeface="Times New Roman" panose="02020603050405020304" pitchFamily="18" charset="0"/>
                <a:ea typeface="宋体" panose="02010600030101010101" pitchFamily="2" charset="-122"/>
              </a:rPr>
              <a:t>2</a:t>
            </a:r>
            <a:r>
              <a:rPr lang="zh-CN" altLang="en-US" sz="2800" b="1" dirty="0">
                <a:latin typeface="Times New Roman" panose="02020603050405020304" pitchFamily="18" charset="0"/>
                <a:ea typeface="宋体" panose="02010600030101010101" pitchFamily="2" charset="-122"/>
              </a:rPr>
              <a:t>）</a:t>
            </a:r>
            <a:r>
              <a:rPr lang="en-US" altLang="zh-CN" sz="2800" b="1" dirty="0">
                <a:latin typeface="Times New Roman" panose="02020603050405020304" pitchFamily="18" charset="0"/>
                <a:ea typeface="宋体" panose="02010600030101010101" pitchFamily="2" charset="-122"/>
              </a:rPr>
              <a:t>{↑}</a:t>
            </a:r>
            <a:r>
              <a:rPr lang="zh-CN" altLang="en-US" sz="2800" b="1" dirty="0">
                <a:latin typeface="Times New Roman" panose="02020603050405020304" pitchFamily="18" charset="0"/>
                <a:ea typeface="宋体" panose="02010600030101010101" pitchFamily="2" charset="-122"/>
              </a:rPr>
              <a:t>；（</a:t>
            </a:r>
            <a:r>
              <a:rPr lang="en-US" altLang="zh-CN" sz="2800" b="1" dirty="0">
                <a:latin typeface="Times New Roman" panose="02020603050405020304" pitchFamily="18" charset="0"/>
                <a:ea typeface="宋体" panose="02010600030101010101" pitchFamily="2" charset="-122"/>
              </a:rPr>
              <a:t>3</a:t>
            </a:r>
            <a:r>
              <a:rPr lang="zh-CN" altLang="en-US" sz="2800" b="1" dirty="0">
                <a:latin typeface="Times New Roman" panose="02020603050405020304" pitchFamily="18" charset="0"/>
                <a:ea typeface="宋体" panose="02010600030101010101" pitchFamily="2" charset="-122"/>
              </a:rPr>
              <a:t>）</a:t>
            </a:r>
            <a:r>
              <a:rPr lang="en-US" altLang="zh-CN" sz="2800" b="1" dirty="0">
                <a:latin typeface="Times New Roman" panose="02020603050405020304" pitchFamily="18" charset="0"/>
                <a:ea typeface="宋体" panose="02010600030101010101" pitchFamily="2" charset="-122"/>
              </a:rPr>
              <a:t>{↓}</a:t>
            </a:r>
          </a:p>
        </p:txBody>
      </p:sp>
      <p:sp>
        <p:nvSpPr>
          <p:cNvPr id="191496" name="矩形 4">
            <a:extLst>
              <a:ext uri="{FF2B5EF4-FFF2-40B4-BE49-F238E27FC236}">
                <a16:creationId xmlns:a16="http://schemas.microsoft.com/office/drawing/2014/main" id="{4CE4984F-7546-420E-AC3D-F51159D48E6F}"/>
              </a:ext>
            </a:extLst>
          </p:cNvPr>
          <p:cNvSpPr>
            <a:spLocks noChangeArrowheads="1"/>
          </p:cNvSpPr>
          <p:nvPr/>
        </p:nvSpPr>
        <p:spPr bwMode="auto">
          <a:xfrm>
            <a:off x="330200" y="3495675"/>
            <a:ext cx="8483600" cy="2678113"/>
          </a:xfrm>
          <a:prstGeom prst="rect">
            <a:avLst/>
          </a:prstGeom>
          <a:solidFill>
            <a:schemeClr val="accent5"/>
          </a:solidFill>
          <a:ln>
            <a:noFill/>
          </a:ln>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defRPr/>
            </a:pPr>
            <a:r>
              <a:rPr lang="en-US" altLang="zh-CN" b="1" dirty="0">
                <a:latin typeface="Times New Roman" panose="02020603050405020304" pitchFamily="18" charset="0"/>
                <a:ea typeface="宋体" panose="02010600030101010101" pitchFamily="2" charset="-122"/>
              </a:rPr>
              <a:t>【</a:t>
            </a:r>
            <a:r>
              <a:rPr lang="zh-CN" altLang="en-US" b="1" dirty="0">
                <a:latin typeface="Times New Roman" panose="02020603050405020304" pitchFamily="18" charset="0"/>
                <a:ea typeface="宋体" panose="02010600030101010101" pitchFamily="2" charset="-122"/>
              </a:rPr>
              <a:t>解</a:t>
            </a:r>
            <a:r>
              <a:rPr lang="en-US" altLang="zh-CN" b="1" dirty="0">
                <a:latin typeface="Times New Roman" panose="02020603050405020304" pitchFamily="18" charset="0"/>
                <a:ea typeface="宋体" panose="02010600030101010101" pitchFamily="2" charset="-122"/>
              </a:rPr>
              <a:t>】</a:t>
            </a:r>
            <a:r>
              <a:rPr lang="zh-CN" altLang="en-US" b="1" dirty="0">
                <a:latin typeface="Times New Roman" panose="02020603050405020304" pitchFamily="18" charset="0"/>
                <a:ea typeface="宋体" panose="02010600030101010101" pitchFamily="2" charset="-122"/>
              </a:rPr>
              <a:t>（</a:t>
            </a:r>
            <a:r>
              <a:rPr lang="en-US" altLang="zh-CN" b="1" dirty="0">
                <a:latin typeface="Times New Roman" panose="02020603050405020304" pitchFamily="18" charset="0"/>
                <a:ea typeface="宋体" panose="02010600030101010101" pitchFamily="2" charset="-122"/>
              </a:rPr>
              <a:t>1</a:t>
            </a:r>
            <a:r>
              <a:rPr lang="zh-CN" altLang="en-US" b="1" dirty="0">
                <a:latin typeface="Times New Roman" panose="02020603050405020304" pitchFamily="18" charset="0"/>
                <a:ea typeface="宋体" panose="02010600030101010101" pitchFamily="2" charset="-122"/>
              </a:rPr>
              <a:t>）</a:t>
            </a:r>
            <a:r>
              <a:rPr lang="en-US" altLang="zh-CN" b="1" dirty="0">
                <a:latin typeface="Times New Roman" panose="02020603050405020304" pitchFamily="18" charset="0"/>
                <a:ea typeface="宋体" panose="02010600030101010101" pitchFamily="2" charset="-122"/>
              </a:rPr>
              <a:t>P∨Q→R⇔(¬P→Q)→R</a:t>
            </a:r>
            <a:r>
              <a:rPr lang="zh-CN" altLang="en-US" b="1" dirty="0">
                <a:latin typeface="Times New Roman" panose="02020603050405020304" pitchFamily="18" charset="0"/>
                <a:ea typeface="宋体" panose="02010600030101010101" pitchFamily="2" charset="-122"/>
              </a:rPr>
              <a:t>。</a:t>
            </a:r>
            <a:endParaRPr lang="en-US" altLang="zh-CN" b="1" dirty="0">
              <a:latin typeface="Times New Roman" panose="02020603050405020304" pitchFamily="18" charset="0"/>
              <a:ea typeface="宋体" panose="02010600030101010101" pitchFamily="2" charset="-122"/>
            </a:endParaRPr>
          </a:p>
          <a:p>
            <a:pPr>
              <a:spcBef>
                <a:spcPct val="0"/>
              </a:spcBef>
              <a:buFontTx/>
              <a:buNone/>
              <a:defRPr/>
            </a:pPr>
            <a:endParaRPr lang="zh-CN" altLang="en-US" b="1" dirty="0">
              <a:latin typeface="Times New Roman" panose="02020603050405020304" pitchFamily="18" charset="0"/>
              <a:ea typeface="宋体" panose="02010600030101010101" pitchFamily="2" charset="-122"/>
            </a:endParaRPr>
          </a:p>
          <a:p>
            <a:pPr>
              <a:spcBef>
                <a:spcPct val="0"/>
              </a:spcBef>
              <a:buFontTx/>
              <a:buNone/>
              <a:defRPr/>
            </a:pPr>
            <a:r>
              <a:rPr lang="zh-CN" altLang="en-US" b="1" dirty="0">
                <a:latin typeface="Times New Roman" panose="02020603050405020304" pitchFamily="18" charset="0"/>
                <a:ea typeface="宋体" panose="02010600030101010101" pitchFamily="2" charset="-122"/>
              </a:rPr>
              <a:t>（</a:t>
            </a:r>
            <a:r>
              <a:rPr lang="en-US" altLang="zh-CN" b="1" dirty="0">
                <a:latin typeface="Times New Roman" panose="02020603050405020304" pitchFamily="18" charset="0"/>
                <a:ea typeface="宋体" panose="02010600030101010101" pitchFamily="2" charset="-122"/>
              </a:rPr>
              <a:t>2</a:t>
            </a:r>
            <a:r>
              <a:rPr lang="zh-CN" altLang="en-US" b="1" dirty="0">
                <a:latin typeface="Times New Roman" panose="02020603050405020304" pitchFamily="18" charset="0"/>
                <a:ea typeface="宋体" panose="02010600030101010101" pitchFamily="2" charset="-122"/>
              </a:rPr>
              <a:t>）</a:t>
            </a:r>
            <a:r>
              <a:rPr lang="en-US" altLang="zh-CN" b="1" dirty="0">
                <a:latin typeface="Times New Roman" panose="02020603050405020304" pitchFamily="18" charset="0"/>
                <a:ea typeface="宋体" panose="02010600030101010101" pitchFamily="2" charset="-122"/>
              </a:rPr>
              <a:t>P∨Q→R⇔¬(P∨Q)∨R⇔¬((P∨Q)∧¬R)⇔(P∨Q)↑¬R</a:t>
            </a:r>
          </a:p>
          <a:p>
            <a:pPr>
              <a:spcBef>
                <a:spcPct val="0"/>
              </a:spcBef>
              <a:buFontTx/>
              <a:buNone/>
              <a:defRPr/>
            </a:pPr>
            <a:r>
              <a:rPr lang="en-US" altLang="zh-CN" b="1" dirty="0">
                <a:latin typeface="Times New Roman" panose="02020603050405020304" pitchFamily="18" charset="0"/>
                <a:ea typeface="宋体" panose="02010600030101010101" pitchFamily="2" charset="-122"/>
              </a:rPr>
              <a:t>                                          ⇔(¬P↑¬Q)↑¬R⇔(P↑P)↑(Q↑Q)↑(R↑R)</a:t>
            </a:r>
          </a:p>
          <a:p>
            <a:pPr>
              <a:spcBef>
                <a:spcPct val="0"/>
              </a:spcBef>
              <a:buFontTx/>
              <a:buNone/>
              <a:defRPr/>
            </a:pPr>
            <a:endParaRPr lang="en-US" altLang="zh-CN" b="1" dirty="0">
              <a:latin typeface="Times New Roman" panose="02020603050405020304" pitchFamily="18" charset="0"/>
              <a:ea typeface="宋体" panose="02010600030101010101" pitchFamily="2" charset="-122"/>
            </a:endParaRPr>
          </a:p>
          <a:p>
            <a:pPr>
              <a:spcBef>
                <a:spcPct val="0"/>
              </a:spcBef>
              <a:buFontTx/>
              <a:buNone/>
              <a:defRPr/>
            </a:pPr>
            <a:r>
              <a:rPr lang="zh-CN" altLang="en-US" b="1" dirty="0">
                <a:latin typeface="Times New Roman" panose="02020603050405020304" pitchFamily="18" charset="0"/>
                <a:ea typeface="宋体" panose="02010600030101010101" pitchFamily="2" charset="-122"/>
              </a:rPr>
              <a:t>（</a:t>
            </a:r>
            <a:r>
              <a:rPr lang="en-US" altLang="zh-CN" b="1" dirty="0">
                <a:latin typeface="Times New Roman" panose="02020603050405020304" pitchFamily="18" charset="0"/>
                <a:ea typeface="宋体" panose="02010600030101010101" pitchFamily="2" charset="-122"/>
              </a:rPr>
              <a:t>3</a:t>
            </a:r>
            <a:r>
              <a:rPr lang="zh-CN" altLang="en-US" b="1" dirty="0">
                <a:latin typeface="Times New Roman" panose="02020603050405020304" pitchFamily="18" charset="0"/>
                <a:ea typeface="宋体" panose="02010600030101010101" pitchFamily="2" charset="-122"/>
              </a:rPr>
              <a:t>）</a:t>
            </a:r>
            <a:r>
              <a:rPr lang="en-US" altLang="zh-CN" b="1" dirty="0">
                <a:latin typeface="Times New Roman" panose="02020603050405020304" pitchFamily="18" charset="0"/>
                <a:ea typeface="宋体" panose="02010600030101010101" pitchFamily="2" charset="-122"/>
              </a:rPr>
              <a:t>P∨Q→R⇔¬(P∨Q)∨R⇔(P↓Q)∨R⇔¬((P↓Q)↓R)</a:t>
            </a:r>
          </a:p>
          <a:p>
            <a:pPr>
              <a:spcBef>
                <a:spcPct val="0"/>
              </a:spcBef>
              <a:buFontTx/>
              <a:buNone/>
              <a:defRPr/>
            </a:pPr>
            <a:r>
              <a:rPr lang="en-US" altLang="zh-CN" b="1" dirty="0">
                <a:latin typeface="Times New Roman" panose="02020603050405020304" pitchFamily="18" charset="0"/>
                <a:ea typeface="宋体" panose="02010600030101010101" pitchFamily="2" charset="-122"/>
              </a:rPr>
              <a:t>                                         ⇔((P↓Q)↓R)↓((P↓Q)↓R)</a:t>
            </a:r>
          </a:p>
        </p:txBody>
      </p:sp>
    </p:spTree>
  </p:cSld>
  <p:clrMapOvr>
    <a:masterClrMapping/>
  </p:clrMapOvr>
  <p:transition/>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Text Box 2">
            <a:extLst>
              <a:ext uri="{FF2B5EF4-FFF2-40B4-BE49-F238E27FC236}">
                <a16:creationId xmlns:a16="http://schemas.microsoft.com/office/drawing/2014/main" id="{98E0D987-D2EB-4D66-B378-0DCB518D655D}"/>
              </a:ext>
            </a:extLst>
          </p:cNvPr>
          <p:cNvSpPr txBox="1">
            <a:spLocks noChangeArrowheads="1"/>
          </p:cNvSpPr>
          <p:nvPr/>
        </p:nvSpPr>
        <p:spPr bwMode="auto">
          <a:xfrm>
            <a:off x="1331913" y="765175"/>
            <a:ext cx="627221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联结词的完备集</a:t>
            </a:r>
          </a:p>
        </p:txBody>
      </p:sp>
      <p:sp>
        <p:nvSpPr>
          <p:cNvPr id="191491" name="Rectangle 3">
            <a:extLst>
              <a:ext uri="{FF2B5EF4-FFF2-40B4-BE49-F238E27FC236}">
                <a16:creationId xmlns:a16="http://schemas.microsoft.com/office/drawing/2014/main" id="{A6544807-0FCF-46F6-94BB-94A5D2216FF6}"/>
              </a:ext>
            </a:extLst>
          </p:cNvPr>
          <p:cNvSpPr>
            <a:spLocks noGrp="1" noChangeArrowheads="1"/>
          </p:cNvSpPr>
          <p:nvPr>
            <p:ph type="body" sz="half" idx="1"/>
          </p:nvPr>
        </p:nvSpPr>
        <p:spPr>
          <a:xfrm>
            <a:off x="2124075" y="2565400"/>
            <a:ext cx="6119813" cy="3527425"/>
          </a:xfrm>
        </p:spPr>
        <p:txBody>
          <a:bodyPr lIns="92075" tIns="46038" rIns="92075" bIns="46038"/>
          <a:lstStyle/>
          <a:p>
            <a:pPr>
              <a:lnSpc>
                <a:spcPct val="150000"/>
              </a:lnSpc>
              <a:spcBef>
                <a:spcPct val="30000"/>
              </a:spcBef>
              <a:buFont typeface="Wingdings" panose="05000000000000000000" pitchFamily="2" charset="2"/>
              <a:buChar char="4"/>
            </a:pPr>
            <a:r>
              <a:rPr lang="zh-CN" altLang="en-US" sz="3600" b="1">
                <a:effectLst/>
                <a:latin typeface="黑体" panose="02010609060101010101" pitchFamily="49" charset="-122"/>
                <a:ea typeface="黑体" panose="02010609060101010101" pitchFamily="49" charset="-122"/>
              </a:rPr>
              <a:t> 命题联结词的枚举</a:t>
            </a:r>
          </a:p>
          <a:p>
            <a:pPr>
              <a:lnSpc>
                <a:spcPct val="150000"/>
              </a:lnSpc>
              <a:spcBef>
                <a:spcPct val="30000"/>
              </a:spcBef>
              <a:buFont typeface="Wingdings" panose="05000000000000000000" pitchFamily="2" charset="2"/>
              <a:buChar char="4"/>
            </a:pPr>
            <a:r>
              <a:rPr lang="zh-CN" altLang="en-US" sz="3600" b="1">
                <a:effectLst/>
                <a:latin typeface="黑体" panose="02010609060101010101" pitchFamily="49" charset="-122"/>
                <a:ea typeface="黑体" panose="02010609060101010101" pitchFamily="49" charset="-122"/>
              </a:rPr>
              <a:t> 联结词的完备集</a:t>
            </a:r>
          </a:p>
          <a:p>
            <a:pPr>
              <a:lnSpc>
                <a:spcPct val="150000"/>
              </a:lnSpc>
              <a:spcBef>
                <a:spcPct val="30000"/>
              </a:spcBef>
              <a:buFont typeface="Wingdings" panose="05000000000000000000" pitchFamily="2" charset="2"/>
              <a:buChar char="J"/>
            </a:pPr>
            <a:r>
              <a:rPr lang="zh-CN" altLang="en-US" sz="3600" b="1">
                <a:solidFill>
                  <a:schemeClr val="accent2"/>
                </a:solidFill>
                <a:effectLst/>
                <a:latin typeface="黑体" panose="02010609060101010101" pitchFamily="49" charset="-122"/>
                <a:ea typeface="黑体" panose="02010609060101010101" pitchFamily="49" charset="-122"/>
              </a:rPr>
              <a:t> 命题联结词的应用</a:t>
            </a:r>
          </a:p>
        </p:txBody>
      </p:sp>
      <p:pic>
        <p:nvPicPr>
          <p:cNvPr id="191492" name="Picture 6" descr="C:\Program Files\Microsoft Office\MEDIA\CAGCAT10\j0293844.wmf">
            <a:extLst>
              <a:ext uri="{FF2B5EF4-FFF2-40B4-BE49-F238E27FC236}">
                <a16:creationId xmlns:a16="http://schemas.microsoft.com/office/drawing/2014/main" id="{D23A4B29-6A34-434D-A258-A5EE4B7636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45425" y="54927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日期占位符 2">
            <a:extLst>
              <a:ext uri="{FF2B5EF4-FFF2-40B4-BE49-F238E27FC236}">
                <a16:creationId xmlns:a16="http://schemas.microsoft.com/office/drawing/2014/main" id="{7CA2B452-44E8-492B-8DC6-B1F548753BC6}"/>
              </a:ext>
            </a:extLst>
          </p:cNvPr>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92463D20-1FDD-461B-A675-2E83C5E81D61}"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92515" name="页脚占位符 3">
            <a:extLst>
              <a:ext uri="{FF2B5EF4-FFF2-40B4-BE49-F238E27FC236}">
                <a16:creationId xmlns:a16="http://schemas.microsoft.com/office/drawing/2014/main" id="{CC8B6753-3CAB-452F-9EDF-F84EDF8930C0}"/>
              </a:ext>
            </a:extLst>
          </p:cNvPr>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92516" name="灯片编号占位符 4">
            <a:extLst>
              <a:ext uri="{FF2B5EF4-FFF2-40B4-BE49-F238E27FC236}">
                <a16:creationId xmlns:a16="http://schemas.microsoft.com/office/drawing/2014/main" id="{CA65FF78-6806-456D-AA4B-086635C1B462}"/>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2D25696E-FF50-475E-B387-12CCDE1A83A5}" type="slidenum">
              <a:rPr lang="en-US" altLang="zh-CN" sz="1400" smtClean="0">
                <a:latin typeface="Times New Roman" panose="02020603050405020304" pitchFamily="18" charset="0"/>
                <a:ea typeface="宋体" panose="02010600030101010101" pitchFamily="2" charset="-122"/>
              </a:rPr>
              <a:pPr>
                <a:spcBef>
                  <a:spcPct val="0"/>
                </a:spcBef>
                <a:buFontTx/>
                <a:buNone/>
              </a:pPr>
              <a:t>163</a:t>
            </a:fld>
            <a:endParaRPr lang="en-US" altLang="zh-CN" sz="1400">
              <a:latin typeface="Times New Roman" panose="02020603050405020304" pitchFamily="18" charset="0"/>
              <a:ea typeface="宋体" panose="02010600030101010101" pitchFamily="2" charset="-122"/>
            </a:endParaRPr>
          </a:p>
        </p:txBody>
      </p:sp>
      <p:sp>
        <p:nvSpPr>
          <p:cNvPr id="192517" name="Text Box 2">
            <a:extLst>
              <a:ext uri="{FF2B5EF4-FFF2-40B4-BE49-F238E27FC236}">
                <a16:creationId xmlns:a16="http://schemas.microsoft.com/office/drawing/2014/main" id="{FFE6EDC0-E821-4FD8-A2A1-CBA3A500A0DB}"/>
              </a:ext>
            </a:extLst>
          </p:cNvPr>
          <p:cNvSpPr txBox="1">
            <a:spLocks noChangeArrowheads="1"/>
          </p:cNvSpPr>
          <p:nvPr/>
        </p:nvSpPr>
        <p:spPr bwMode="auto">
          <a:xfrm>
            <a:off x="1371600" y="642938"/>
            <a:ext cx="5943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应用举例</a:t>
            </a:r>
          </a:p>
        </p:txBody>
      </p:sp>
      <p:pic>
        <p:nvPicPr>
          <p:cNvPr id="192518" name="Picture 6" descr="C:\Program Files\Microsoft Office\MEDIA\CAGCAT10\j0293844.wmf">
            <a:extLst>
              <a:ext uri="{FF2B5EF4-FFF2-40B4-BE49-F238E27FC236}">
                <a16:creationId xmlns:a16="http://schemas.microsoft.com/office/drawing/2014/main" id="{5F168866-ACAE-4AA4-ACE9-C268E30617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07313" y="476250"/>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3543" name="矩形 5">
            <a:extLst>
              <a:ext uri="{FF2B5EF4-FFF2-40B4-BE49-F238E27FC236}">
                <a16:creationId xmlns:a16="http://schemas.microsoft.com/office/drawing/2014/main" id="{325F87DF-6F64-46DC-A0EC-EEFA5F681938}"/>
              </a:ext>
            </a:extLst>
          </p:cNvPr>
          <p:cNvSpPr>
            <a:spLocks noChangeArrowheads="1"/>
          </p:cNvSpPr>
          <p:nvPr/>
        </p:nvSpPr>
        <p:spPr bwMode="auto">
          <a:xfrm>
            <a:off x="468313" y="1785938"/>
            <a:ext cx="8280400" cy="1571625"/>
          </a:xfrm>
          <a:prstGeom prst="rect">
            <a:avLst/>
          </a:prstGeom>
          <a:solidFill>
            <a:schemeClr val="accent5"/>
          </a:solidFill>
          <a:ln>
            <a:noFill/>
          </a:ln>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nSpc>
                <a:spcPts val="4000"/>
              </a:lnSpc>
              <a:defRPr/>
            </a:pPr>
            <a:r>
              <a:rPr lang="en-US" altLang="zh-CN" sz="2400" b="1" dirty="0">
                <a:solidFill>
                  <a:srgbClr val="000000"/>
                </a:solidFill>
                <a:latin typeface="宋体" panose="02010600030101010101" pitchFamily="2" charset="-122"/>
              </a:rPr>
              <a:t>   【</a:t>
            </a:r>
            <a:r>
              <a:rPr lang="zh-CN" altLang="en-US" sz="2400" b="1" dirty="0">
                <a:solidFill>
                  <a:srgbClr val="000000"/>
                </a:solidFill>
                <a:latin typeface="宋体" panose="02010600030101010101" pitchFamily="2" charset="-122"/>
              </a:rPr>
              <a:t>例题</a:t>
            </a:r>
            <a:r>
              <a:rPr lang="en-US" altLang="zh-CN" sz="2400" b="1" dirty="0">
                <a:solidFill>
                  <a:srgbClr val="000000"/>
                </a:solidFill>
                <a:latin typeface="宋体" panose="02010600030101010101" pitchFamily="2" charset="-122"/>
              </a:rPr>
              <a:t>】</a:t>
            </a:r>
            <a:r>
              <a:rPr lang="zh-CN" altLang="en-US" sz="2400" b="1" dirty="0">
                <a:solidFill>
                  <a:srgbClr val="000000"/>
                </a:solidFill>
                <a:latin typeface="宋体" panose="02010600030101010101" pitchFamily="2" charset="-122"/>
              </a:rPr>
              <a:t>设计一个控制楼梯照明的电路，使得分别装在楼梯上下两层的两只开关都能控制照明。 写出控制电路的逻辑表达式。</a:t>
            </a:r>
            <a:endParaRPr lang="zh-CN" altLang="en-US" sz="2400" b="1" dirty="0"/>
          </a:p>
        </p:txBody>
      </p:sp>
      <p:sp>
        <p:nvSpPr>
          <p:cNvPr id="7" name="矩形 6">
            <a:extLst>
              <a:ext uri="{FF2B5EF4-FFF2-40B4-BE49-F238E27FC236}">
                <a16:creationId xmlns:a16="http://schemas.microsoft.com/office/drawing/2014/main" id="{BF3DCF5B-7D1A-4AF5-BB86-1D3237DA8641}"/>
              </a:ext>
            </a:extLst>
          </p:cNvPr>
          <p:cNvSpPr/>
          <p:nvPr/>
        </p:nvSpPr>
        <p:spPr>
          <a:xfrm>
            <a:off x="323850" y="3389313"/>
            <a:ext cx="8640763" cy="2100262"/>
          </a:xfrm>
          <a:prstGeom prst="rect">
            <a:avLst/>
          </a:prstGeom>
          <a:solidFill>
            <a:schemeClr val="accent1">
              <a:lumMod val="20000"/>
              <a:lumOff val="80000"/>
            </a:schemeClr>
          </a:solidFill>
        </p:spPr>
        <p:txBody>
          <a:bodyPr>
            <a:spAutoFit/>
          </a:bodyPr>
          <a:lstStyle/>
          <a:p>
            <a:pPr>
              <a:lnSpc>
                <a:spcPts val="4000"/>
              </a:lnSpc>
              <a:defRPr/>
            </a:pPr>
            <a:r>
              <a:rPr lang="en-US" altLang="zh-CN" sz="2400" b="1" dirty="0">
                <a:solidFill>
                  <a:srgbClr val="000000"/>
                </a:solidFill>
                <a:latin typeface="宋体" panose="02010600030101010101" pitchFamily="2" charset="-122"/>
              </a:rPr>
              <a:t>   【</a:t>
            </a:r>
            <a:r>
              <a:rPr lang="zh-CN" altLang="en-US" sz="2400" b="1" dirty="0">
                <a:solidFill>
                  <a:srgbClr val="000000"/>
                </a:solidFill>
                <a:latin typeface="宋体" panose="02010600030101010101" pitchFamily="2" charset="-122"/>
              </a:rPr>
              <a:t>解</a:t>
            </a:r>
            <a:r>
              <a:rPr lang="en-US" altLang="zh-CN" sz="2400" b="1" dirty="0">
                <a:solidFill>
                  <a:srgbClr val="000000"/>
                </a:solidFill>
                <a:latin typeface="宋体" panose="02010600030101010101" pitchFamily="2" charset="-122"/>
              </a:rPr>
              <a:t>】</a:t>
            </a:r>
            <a:r>
              <a:rPr lang="zh-CN" altLang="en-US" sz="2400" b="1" dirty="0">
                <a:solidFill>
                  <a:srgbClr val="000000"/>
                </a:solidFill>
                <a:latin typeface="宋体" panose="02010600030101010101" pitchFamily="2" charset="-122"/>
              </a:rPr>
              <a:t>令两只开关的状态分别为</a:t>
            </a:r>
            <a:r>
              <a:rPr lang="en-US" altLang="zh-CN" sz="2400" b="1" i="1" dirty="0">
                <a:solidFill>
                  <a:srgbClr val="000000"/>
                </a:solidFill>
                <a:latin typeface="宋体" panose="02010600030101010101" pitchFamily="2" charset="-122"/>
              </a:rPr>
              <a:t>s</a:t>
            </a:r>
            <a:r>
              <a:rPr lang="en-US" altLang="zh-CN" sz="2400" b="1" baseline="-25000" dirty="0">
                <a:solidFill>
                  <a:srgbClr val="000000"/>
                </a:solidFill>
                <a:latin typeface="宋体" panose="02010600030101010101" pitchFamily="2" charset="-122"/>
              </a:rPr>
              <a:t>1</a:t>
            </a:r>
            <a:r>
              <a:rPr lang="zh-CN" altLang="en-US" sz="2400" b="1" dirty="0">
                <a:solidFill>
                  <a:srgbClr val="000000"/>
                </a:solidFill>
                <a:latin typeface="宋体" panose="02010600030101010101" pitchFamily="2" charset="-122"/>
              </a:rPr>
              <a:t>和</a:t>
            </a:r>
            <a:r>
              <a:rPr lang="en-US" altLang="zh-CN" sz="2400" b="1" i="1" dirty="0">
                <a:solidFill>
                  <a:srgbClr val="000000"/>
                </a:solidFill>
                <a:latin typeface="宋体" panose="02010600030101010101" pitchFamily="2" charset="-122"/>
              </a:rPr>
              <a:t>s</a:t>
            </a:r>
            <a:r>
              <a:rPr lang="en-US" altLang="zh-CN" sz="2400" b="1" baseline="-25000" dirty="0">
                <a:solidFill>
                  <a:srgbClr val="000000"/>
                </a:solidFill>
                <a:latin typeface="宋体" panose="02010600030101010101" pitchFamily="2" charset="-122"/>
              </a:rPr>
              <a:t>2 </a:t>
            </a:r>
            <a:r>
              <a:rPr lang="zh-CN" altLang="en-US" sz="2400" b="1" dirty="0">
                <a:solidFill>
                  <a:srgbClr val="000000"/>
                </a:solidFill>
                <a:latin typeface="宋体" panose="02010600030101010101" pitchFamily="2" charset="-122"/>
              </a:rPr>
              <a:t>，</a:t>
            </a:r>
            <a:r>
              <a:rPr lang="zh-CN" altLang="en-US" sz="2400" b="1" dirty="0"/>
              <a:t> </a:t>
            </a:r>
            <a:r>
              <a:rPr lang="en-US" altLang="zh-CN" sz="2400" b="1" dirty="0"/>
              <a:t>0</a:t>
            </a:r>
            <a:r>
              <a:rPr lang="zh-CN" altLang="en-US" sz="2400" b="1" dirty="0"/>
              <a:t> 表示断开，</a:t>
            </a:r>
            <a:r>
              <a:rPr lang="en-US" altLang="zh-CN" sz="2400" b="1" dirty="0"/>
              <a:t>1</a:t>
            </a:r>
            <a:r>
              <a:rPr lang="zh-CN" altLang="en-US" sz="2400" b="1" dirty="0"/>
              <a:t> 表示接通；</a:t>
            </a:r>
            <a:r>
              <a:rPr lang="en-US" altLang="zh-CN" sz="2400" b="1" i="1" dirty="0"/>
              <a:t>S</a:t>
            </a:r>
            <a:r>
              <a:rPr lang="zh-CN" altLang="en-US" sz="2400" b="1" dirty="0"/>
              <a:t>表示楼梯的照明状态，</a:t>
            </a:r>
            <a:r>
              <a:rPr lang="en-US" altLang="zh-CN" sz="2400" b="1" dirty="0"/>
              <a:t>1</a:t>
            </a:r>
            <a:r>
              <a:rPr lang="zh-CN" altLang="en-US" sz="2400" b="1" dirty="0"/>
              <a:t>表示灯亮，</a:t>
            </a:r>
            <a:r>
              <a:rPr lang="en-US" altLang="zh-CN" sz="2400" b="1" dirty="0"/>
              <a:t>0</a:t>
            </a:r>
            <a:r>
              <a:rPr lang="zh-CN" altLang="en-US" sz="2400" b="1" dirty="0"/>
              <a:t>表示灯灭。</a:t>
            </a:r>
            <a:endParaRPr lang="en-US" altLang="zh-CN" sz="2400" b="1" dirty="0"/>
          </a:p>
          <a:p>
            <a:pPr>
              <a:lnSpc>
                <a:spcPts val="4000"/>
              </a:lnSpc>
              <a:defRPr/>
            </a:pPr>
            <a:r>
              <a:rPr lang="en-US" altLang="zh-CN" sz="2400" b="1" dirty="0">
                <a:solidFill>
                  <a:srgbClr val="000000"/>
                </a:solidFill>
                <a:latin typeface="宋体" panose="02010600030101010101" pitchFamily="2" charset="-122"/>
              </a:rPr>
              <a:t>   </a:t>
            </a:r>
            <a:r>
              <a:rPr lang="zh-CN" altLang="en-US" sz="2400" b="1" dirty="0">
                <a:solidFill>
                  <a:srgbClr val="000000"/>
                </a:solidFill>
                <a:latin typeface="宋体" panose="02010600030101010101" pitchFamily="2" charset="-122"/>
              </a:rPr>
              <a:t>由于</a:t>
            </a:r>
            <a:r>
              <a:rPr lang="en-US" altLang="zh-CN" sz="2400" b="1" dirty="0">
                <a:solidFill>
                  <a:srgbClr val="000000"/>
                </a:solidFill>
                <a:latin typeface="宋体" panose="02010600030101010101" pitchFamily="2" charset="-122"/>
              </a:rPr>
              <a:t>s</a:t>
            </a:r>
            <a:r>
              <a:rPr lang="en-US" altLang="zh-CN" sz="2400" b="1" baseline="-25000" dirty="0">
                <a:solidFill>
                  <a:srgbClr val="000000"/>
                </a:solidFill>
                <a:latin typeface="宋体" panose="02010600030101010101" pitchFamily="2" charset="-122"/>
              </a:rPr>
              <a:t>1</a:t>
            </a:r>
            <a:r>
              <a:rPr lang="zh-CN" altLang="en-US" sz="2400" b="1" dirty="0">
                <a:solidFill>
                  <a:srgbClr val="000000"/>
                </a:solidFill>
                <a:latin typeface="宋体" panose="02010600030101010101" pitchFamily="2" charset="-122"/>
              </a:rPr>
              <a:t>和</a:t>
            </a:r>
            <a:r>
              <a:rPr lang="en-US" altLang="zh-CN" sz="2400" b="1" dirty="0">
                <a:solidFill>
                  <a:srgbClr val="000000"/>
                </a:solidFill>
                <a:latin typeface="宋体" panose="02010600030101010101" pitchFamily="2" charset="-122"/>
              </a:rPr>
              <a:t>s</a:t>
            </a:r>
            <a:r>
              <a:rPr lang="en-US" altLang="zh-CN" sz="2400" b="1" baseline="-25000" dirty="0">
                <a:solidFill>
                  <a:srgbClr val="000000"/>
                </a:solidFill>
                <a:latin typeface="宋体" panose="02010600030101010101" pitchFamily="2" charset="-122"/>
              </a:rPr>
              <a:t>2</a:t>
            </a:r>
            <a:r>
              <a:rPr lang="zh-CN" altLang="en-US" sz="2400" b="1" dirty="0"/>
              <a:t>的状态相同时灯亮；</a:t>
            </a:r>
            <a:r>
              <a:rPr lang="en-US" altLang="zh-CN" sz="2400" b="1" i="1" dirty="0">
                <a:solidFill>
                  <a:srgbClr val="000000"/>
                </a:solidFill>
                <a:latin typeface="宋体" panose="02010600030101010101" pitchFamily="2" charset="-122"/>
              </a:rPr>
              <a:t>s</a:t>
            </a:r>
            <a:r>
              <a:rPr lang="en-US" altLang="zh-CN" sz="2400" b="1" baseline="-25000" dirty="0">
                <a:solidFill>
                  <a:srgbClr val="000000"/>
                </a:solidFill>
                <a:latin typeface="宋体" panose="02010600030101010101" pitchFamily="2" charset="-122"/>
              </a:rPr>
              <a:t>1</a:t>
            </a:r>
            <a:r>
              <a:rPr lang="zh-CN" altLang="en-US" sz="2400" b="1" dirty="0">
                <a:solidFill>
                  <a:srgbClr val="000000"/>
                </a:solidFill>
                <a:latin typeface="宋体" panose="02010600030101010101" pitchFamily="2" charset="-122"/>
              </a:rPr>
              <a:t>和</a:t>
            </a:r>
            <a:r>
              <a:rPr lang="en-US" altLang="zh-CN" sz="2400" b="1" i="1" dirty="0">
                <a:solidFill>
                  <a:srgbClr val="000000"/>
                </a:solidFill>
                <a:latin typeface="宋体" panose="02010600030101010101" pitchFamily="2" charset="-122"/>
              </a:rPr>
              <a:t>s</a:t>
            </a:r>
            <a:r>
              <a:rPr lang="en-US" altLang="zh-CN" sz="2400" b="1" baseline="-25000" dirty="0">
                <a:solidFill>
                  <a:srgbClr val="000000"/>
                </a:solidFill>
                <a:latin typeface="宋体" panose="02010600030101010101" pitchFamily="2" charset="-122"/>
              </a:rPr>
              <a:t>2</a:t>
            </a:r>
            <a:r>
              <a:rPr lang="zh-CN" altLang="en-US" sz="2400" b="1" dirty="0"/>
              <a:t>的状态不同时灯灭。</a:t>
            </a:r>
            <a:endParaRPr lang="en-US" altLang="zh-CN" sz="2400" b="1" dirty="0"/>
          </a:p>
          <a:p>
            <a:pPr>
              <a:lnSpc>
                <a:spcPts val="4000"/>
              </a:lnSpc>
              <a:defRPr/>
            </a:pPr>
            <a:r>
              <a:rPr lang="zh-CN" altLang="en-US" dirty="0"/>
              <a:t>     </a:t>
            </a:r>
            <a:r>
              <a:rPr lang="zh-CN" altLang="en-US" sz="2400" b="1" dirty="0"/>
              <a:t>故可得控制电路的逻辑表达式为： </a:t>
            </a:r>
            <a:endParaRPr lang="zh-CN" altLang="en-US" sz="2400" dirty="0"/>
          </a:p>
        </p:txBody>
      </p:sp>
      <p:pic>
        <p:nvPicPr>
          <p:cNvPr id="192521" name="图片 7">
            <a:extLst>
              <a:ext uri="{FF2B5EF4-FFF2-40B4-BE49-F238E27FC236}">
                <a16:creationId xmlns:a16="http://schemas.microsoft.com/office/drawing/2014/main" id="{FC6E6AEC-F25F-4BB1-B900-14C24BED51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550" y="5599113"/>
            <a:ext cx="7140575" cy="563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日期占位符 2">
            <a:extLst>
              <a:ext uri="{FF2B5EF4-FFF2-40B4-BE49-F238E27FC236}">
                <a16:creationId xmlns:a16="http://schemas.microsoft.com/office/drawing/2014/main" id="{CF8C4C6F-4369-4F7C-A04C-D5BF10A2371D}"/>
              </a:ext>
            </a:extLst>
          </p:cNvPr>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0353FF2B-C290-47BA-8458-B48943057160}"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93539" name="页脚占位符 3">
            <a:extLst>
              <a:ext uri="{FF2B5EF4-FFF2-40B4-BE49-F238E27FC236}">
                <a16:creationId xmlns:a16="http://schemas.microsoft.com/office/drawing/2014/main" id="{C1BF5639-B93A-4848-B1E9-2E5441261AC0}"/>
              </a:ext>
            </a:extLst>
          </p:cNvPr>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93540" name="灯片编号占位符 4">
            <a:extLst>
              <a:ext uri="{FF2B5EF4-FFF2-40B4-BE49-F238E27FC236}">
                <a16:creationId xmlns:a16="http://schemas.microsoft.com/office/drawing/2014/main" id="{CC2E645E-87FA-4746-9A5B-C49884752A2D}"/>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1D84EBF6-172D-42B3-A090-867A7A3FB105}" type="slidenum">
              <a:rPr lang="en-US" altLang="zh-CN" sz="1400" smtClean="0">
                <a:latin typeface="Times New Roman" panose="02020603050405020304" pitchFamily="18" charset="0"/>
                <a:ea typeface="宋体" panose="02010600030101010101" pitchFamily="2" charset="-122"/>
              </a:rPr>
              <a:pPr>
                <a:spcBef>
                  <a:spcPct val="0"/>
                </a:spcBef>
                <a:buFontTx/>
                <a:buNone/>
              </a:pPr>
              <a:t>164</a:t>
            </a:fld>
            <a:endParaRPr lang="en-US" altLang="zh-CN" sz="1400">
              <a:latin typeface="Times New Roman" panose="02020603050405020304" pitchFamily="18" charset="0"/>
              <a:ea typeface="宋体" panose="02010600030101010101" pitchFamily="2" charset="-122"/>
            </a:endParaRPr>
          </a:p>
        </p:txBody>
      </p:sp>
      <p:sp>
        <p:nvSpPr>
          <p:cNvPr id="193541" name="Text Box 2">
            <a:extLst>
              <a:ext uri="{FF2B5EF4-FFF2-40B4-BE49-F238E27FC236}">
                <a16:creationId xmlns:a16="http://schemas.microsoft.com/office/drawing/2014/main" id="{EF7B768A-95FE-4528-90ED-5023976CCFA8}"/>
              </a:ext>
            </a:extLst>
          </p:cNvPr>
          <p:cNvSpPr txBox="1">
            <a:spLocks noChangeArrowheads="1"/>
          </p:cNvSpPr>
          <p:nvPr/>
        </p:nvSpPr>
        <p:spPr bwMode="auto">
          <a:xfrm>
            <a:off x="1371600" y="642938"/>
            <a:ext cx="5943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应用举例</a:t>
            </a:r>
          </a:p>
        </p:txBody>
      </p:sp>
      <p:pic>
        <p:nvPicPr>
          <p:cNvPr id="193542" name="Picture 6" descr="C:\Program Files\Microsoft Office\MEDIA\CAGCAT10\j0293844.wmf">
            <a:extLst>
              <a:ext uri="{FF2B5EF4-FFF2-40B4-BE49-F238E27FC236}">
                <a16:creationId xmlns:a16="http://schemas.microsoft.com/office/drawing/2014/main" id="{78172EE7-984F-429B-BF03-9090256F66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45438"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567" name="矩形 1">
            <a:extLst>
              <a:ext uri="{FF2B5EF4-FFF2-40B4-BE49-F238E27FC236}">
                <a16:creationId xmlns:a16="http://schemas.microsoft.com/office/drawing/2014/main" id="{257F02EE-48FB-4EB7-A464-DD9D4281B0BB}"/>
              </a:ext>
            </a:extLst>
          </p:cNvPr>
          <p:cNvSpPr>
            <a:spLocks noChangeArrowheads="1"/>
          </p:cNvSpPr>
          <p:nvPr/>
        </p:nvSpPr>
        <p:spPr bwMode="auto">
          <a:xfrm>
            <a:off x="468313" y="2003425"/>
            <a:ext cx="8421687" cy="1684338"/>
          </a:xfrm>
          <a:prstGeom prst="rect">
            <a:avLst/>
          </a:prstGeom>
          <a:solidFill>
            <a:schemeClr val="accent5"/>
          </a:solidFill>
          <a:ln w="9525">
            <a:solidFill>
              <a:srgbClr val="C00000"/>
            </a:solidFill>
            <a:miter lim="800000"/>
            <a:headEnd/>
            <a:tailEnd/>
          </a:ln>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nSpc>
                <a:spcPct val="150000"/>
              </a:lnSpc>
              <a:defRPr/>
            </a:pPr>
            <a:r>
              <a:rPr lang="en-US" altLang="zh-CN" sz="2400" b="1" dirty="0"/>
              <a:t>      【</a:t>
            </a:r>
            <a:r>
              <a:rPr lang="zh-CN" altLang="en-US" sz="2400" b="1" dirty="0"/>
              <a:t>例题</a:t>
            </a:r>
            <a:r>
              <a:rPr lang="en-US" altLang="zh-CN" sz="2400" b="1" dirty="0"/>
              <a:t>】</a:t>
            </a:r>
            <a:r>
              <a:rPr lang="zh-CN" altLang="en-US" sz="2400" b="1" dirty="0"/>
              <a:t>有一种电子锁，锁上共有三个键</a:t>
            </a:r>
            <a:r>
              <a:rPr lang="en-US" altLang="zh-CN" sz="2400" b="1" dirty="0"/>
              <a:t>A</a:t>
            </a:r>
            <a:r>
              <a:rPr lang="zh-CN" altLang="en-US" sz="2400" b="1" dirty="0"/>
              <a:t>、</a:t>
            </a:r>
            <a:r>
              <a:rPr lang="en-US" altLang="zh-CN" sz="2400" b="1" dirty="0"/>
              <a:t>B</a:t>
            </a:r>
            <a:r>
              <a:rPr lang="zh-CN" altLang="en-US" sz="2400" b="1" dirty="0"/>
              <a:t>和</a:t>
            </a:r>
            <a:r>
              <a:rPr lang="en-US" altLang="zh-CN" sz="2400" b="1" dirty="0"/>
              <a:t>C</a:t>
            </a:r>
            <a:r>
              <a:rPr lang="zh-CN" altLang="en-US" sz="2400" b="1" dirty="0"/>
              <a:t>。当三键同时按下，或</a:t>
            </a:r>
            <a:r>
              <a:rPr lang="en-US" altLang="zh-CN" sz="2400" b="1" dirty="0"/>
              <a:t>A</a:t>
            </a:r>
            <a:r>
              <a:rPr lang="zh-CN" altLang="en-US" sz="2400" b="1" dirty="0"/>
              <a:t>、</a:t>
            </a:r>
            <a:r>
              <a:rPr lang="en-US" altLang="zh-CN" sz="2400" b="1" dirty="0"/>
              <a:t>B</a:t>
            </a:r>
            <a:r>
              <a:rPr lang="zh-CN" altLang="en-US" sz="2400" b="1" dirty="0"/>
              <a:t>两键同时按下，或只有</a:t>
            </a:r>
            <a:r>
              <a:rPr lang="en-US" altLang="zh-CN" sz="2400" b="1" dirty="0"/>
              <a:t>A</a:t>
            </a:r>
            <a:r>
              <a:rPr lang="zh-CN" altLang="en-US" sz="2400" b="1" dirty="0"/>
              <a:t>、</a:t>
            </a:r>
            <a:r>
              <a:rPr lang="en-US" altLang="zh-CN" sz="2400" b="1" dirty="0"/>
              <a:t>B</a:t>
            </a:r>
            <a:r>
              <a:rPr lang="zh-CN" altLang="en-US" sz="2400" b="1" dirty="0"/>
              <a:t>其中之一按下时，锁被打开。设计该锁的控制电路并画出电路图。</a:t>
            </a:r>
          </a:p>
        </p:txBody>
      </p:sp>
      <p:sp>
        <p:nvSpPr>
          <p:cNvPr id="194568" name="矩形 2">
            <a:extLst>
              <a:ext uri="{FF2B5EF4-FFF2-40B4-BE49-F238E27FC236}">
                <a16:creationId xmlns:a16="http://schemas.microsoft.com/office/drawing/2014/main" id="{46B7A402-0BC3-47F4-A689-1342017F8C17}"/>
              </a:ext>
            </a:extLst>
          </p:cNvPr>
          <p:cNvSpPr>
            <a:spLocks noChangeArrowheads="1"/>
          </p:cNvSpPr>
          <p:nvPr/>
        </p:nvSpPr>
        <p:spPr bwMode="auto">
          <a:xfrm>
            <a:off x="468313" y="4181475"/>
            <a:ext cx="8421687" cy="1684338"/>
          </a:xfrm>
          <a:prstGeom prst="rect">
            <a:avLst/>
          </a:prstGeom>
          <a:solidFill>
            <a:schemeClr val="accent3">
              <a:lumMod val="95000"/>
            </a:schemeClr>
          </a:solidFill>
          <a:ln w="9525">
            <a:solidFill>
              <a:srgbClr val="C00000"/>
            </a:solidFill>
            <a:miter lim="800000"/>
            <a:headEnd/>
            <a:tailEnd/>
          </a:ln>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nSpc>
                <a:spcPct val="150000"/>
              </a:lnSpc>
              <a:spcBef>
                <a:spcPct val="0"/>
              </a:spcBef>
              <a:buFontTx/>
              <a:buNone/>
              <a:defRPr/>
            </a:pPr>
            <a:r>
              <a:rPr lang="en-US" altLang="zh-CN" b="1" dirty="0">
                <a:latin typeface="Times New Roman" panose="02020603050405020304" pitchFamily="18" charset="0"/>
                <a:ea typeface="宋体" panose="02010600030101010101" pitchFamily="2" charset="-122"/>
              </a:rPr>
              <a:t>      【</a:t>
            </a:r>
            <a:r>
              <a:rPr lang="zh-CN" altLang="en-US" b="1" dirty="0">
                <a:latin typeface="Times New Roman" panose="02020603050405020304" pitchFamily="18" charset="0"/>
                <a:ea typeface="宋体" panose="02010600030101010101" pitchFamily="2" charset="-122"/>
              </a:rPr>
              <a:t>解</a:t>
            </a:r>
            <a:r>
              <a:rPr lang="en-US" altLang="zh-CN" b="1" dirty="0">
                <a:latin typeface="Times New Roman" panose="02020603050405020304" pitchFamily="18" charset="0"/>
                <a:ea typeface="宋体" panose="02010600030101010101" pitchFamily="2" charset="-122"/>
              </a:rPr>
              <a:t>】</a:t>
            </a:r>
            <a:r>
              <a:rPr lang="zh-CN" altLang="en-US" b="1" dirty="0">
                <a:latin typeface="Times New Roman" panose="02020603050405020304" pitchFamily="18" charset="0"/>
                <a:ea typeface="宋体" panose="02010600030101010101" pitchFamily="2" charset="-122"/>
              </a:rPr>
              <a:t>设命题公式</a:t>
            </a:r>
            <a:r>
              <a:rPr lang="en-US" altLang="zh-CN" b="1" dirty="0">
                <a:latin typeface="Times New Roman" panose="02020603050405020304" pitchFamily="18" charset="0"/>
                <a:ea typeface="宋体" panose="02010600030101010101" pitchFamily="2" charset="-122"/>
              </a:rPr>
              <a:t>A</a:t>
            </a:r>
            <a:r>
              <a:rPr lang="zh-CN" altLang="en-US" b="1" dirty="0">
                <a:latin typeface="Times New Roman" panose="02020603050405020304" pitchFamily="18" charset="0"/>
                <a:ea typeface="宋体" panose="02010600030101010101" pitchFamily="2" charset="-122"/>
              </a:rPr>
              <a:t>、</a:t>
            </a:r>
            <a:r>
              <a:rPr lang="en-US" altLang="zh-CN" b="1" dirty="0">
                <a:latin typeface="Times New Roman" panose="02020603050405020304" pitchFamily="18" charset="0"/>
                <a:ea typeface="宋体" panose="02010600030101010101" pitchFamily="2" charset="-122"/>
              </a:rPr>
              <a:t>B</a:t>
            </a:r>
            <a:r>
              <a:rPr lang="zh-CN" altLang="en-US" b="1" dirty="0">
                <a:latin typeface="Times New Roman" panose="02020603050405020304" pitchFamily="18" charset="0"/>
                <a:ea typeface="宋体" panose="02010600030101010101" pitchFamily="2" charset="-122"/>
              </a:rPr>
              <a:t>、</a:t>
            </a:r>
            <a:r>
              <a:rPr lang="en-US" altLang="zh-CN" b="1" dirty="0">
                <a:latin typeface="Times New Roman" panose="02020603050405020304" pitchFamily="18" charset="0"/>
                <a:ea typeface="宋体" panose="02010600030101010101" pitchFamily="2" charset="-122"/>
              </a:rPr>
              <a:t>C</a:t>
            </a:r>
            <a:r>
              <a:rPr lang="zh-CN" altLang="en-US" b="1" dirty="0">
                <a:latin typeface="Times New Roman" panose="02020603050405020304" pitchFamily="18" charset="0"/>
                <a:ea typeface="宋体" panose="02010600030101010101" pitchFamily="2" charset="-122"/>
              </a:rPr>
              <a:t>分别表示按键</a:t>
            </a:r>
            <a:r>
              <a:rPr lang="en-US" altLang="zh-CN" b="1" dirty="0">
                <a:latin typeface="Times New Roman" panose="02020603050405020304" pitchFamily="18" charset="0"/>
                <a:ea typeface="宋体" panose="02010600030101010101" pitchFamily="2" charset="-122"/>
              </a:rPr>
              <a:t>A</a:t>
            </a:r>
            <a:r>
              <a:rPr lang="zh-CN" altLang="en-US" b="1" dirty="0">
                <a:latin typeface="Times New Roman" panose="02020603050405020304" pitchFamily="18" charset="0"/>
                <a:ea typeface="宋体" panose="02010600030101010101" pitchFamily="2" charset="-122"/>
              </a:rPr>
              <a:t>、</a:t>
            </a:r>
            <a:r>
              <a:rPr lang="en-US" altLang="zh-CN" b="1" dirty="0">
                <a:latin typeface="Times New Roman" panose="02020603050405020304" pitchFamily="18" charset="0"/>
                <a:ea typeface="宋体" panose="02010600030101010101" pitchFamily="2" charset="-122"/>
              </a:rPr>
              <a:t>B</a:t>
            </a:r>
            <a:r>
              <a:rPr lang="zh-CN" altLang="en-US" b="1" dirty="0">
                <a:latin typeface="Times New Roman" panose="02020603050405020304" pitchFamily="18" charset="0"/>
                <a:ea typeface="宋体" panose="02010600030101010101" pitchFamily="2" charset="-122"/>
              </a:rPr>
              <a:t>和</a:t>
            </a:r>
            <a:r>
              <a:rPr lang="en-US" altLang="zh-CN" b="1" dirty="0">
                <a:latin typeface="Times New Roman" panose="02020603050405020304" pitchFamily="18" charset="0"/>
                <a:ea typeface="宋体" panose="02010600030101010101" pitchFamily="2" charset="-122"/>
              </a:rPr>
              <a:t>C</a:t>
            </a:r>
            <a:r>
              <a:rPr lang="zh-CN" altLang="en-US" b="1" dirty="0">
                <a:latin typeface="Times New Roman" panose="02020603050405020304" pitchFamily="18" charset="0"/>
                <a:ea typeface="宋体" panose="02010600030101010101" pitchFamily="2" charset="-122"/>
              </a:rPr>
              <a:t>的按下状态。用“</a:t>
            </a:r>
            <a:r>
              <a:rPr lang="en-US" altLang="zh-CN" b="1" dirty="0">
                <a:latin typeface="Times New Roman" panose="02020603050405020304" pitchFamily="18" charset="0"/>
                <a:ea typeface="宋体" panose="02010600030101010101" pitchFamily="2" charset="-122"/>
              </a:rPr>
              <a:t>0”</a:t>
            </a:r>
            <a:r>
              <a:rPr lang="zh-CN" altLang="en-US" b="1" dirty="0">
                <a:latin typeface="Times New Roman" panose="02020603050405020304" pitchFamily="18" charset="0"/>
                <a:ea typeface="宋体" panose="02010600030101010101" pitchFamily="2" charset="-122"/>
              </a:rPr>
              <a:t>表示键未按下，“</a:t>
            </a:r>
            <a:r>
              <a:rPr lang="en-US" altLang="zh-CN" b="1" dirty="0">
                <a:latin typeface="Times New Roman" panose="02020603050405020304" pitchFamily="18" charset="0"/>
                <a:ea typeface="宋体" panose="02010600030101010101" pitchFamily="2" charset="-122"/>
              </a:rPr>
              <a:t>1”</a:t>
            </a:r>
            <a:r>
              <a:rPr lang="zh-CN" altLang="en-US" b="1" dirty="0">
                <a:latin typeface="Times New Roman" panose="02020603050405020304" pitchFamily="18" charset="0"/>
                <a:ea typeface="宋体" panose="02010600030101010101" pitchFamily="2" charset="-122"/>
              </a:rPr>
              <a:t>表示键按下。设</a:t>
            </a:r>
            <a:r>
              <a:rPr lang="en-US" altLang="zh-CN" b="1" dirty="0">
                <a:latin typeface="Times New Roman" panose="02020603050405020304" pitchFamily="18" charset="0"/>
                <a:ea typeface="宋体" panose="02010600030101010101" pitchFamily="2" charset="-122"/>
              </a:rPr>
              <a:t>G</a:t>
            </a:r>
            <a:r>
              <a:rPr lang="zh-CN" altLang="en-US" b="1" dirty="0">
                <a:latin typeface="Times New Roman" panose="02020603050405020304" pitchFamily="18" charset="0"/>
                <a:ea typeface="宋体" panose="02010600030101010101" pitchFamily="2" charset="-122"/>
              </a:rPr>
              <a:t>表示锁的状态，“</a:t>
            </a:r>
            <a:r>
              <a:rPr lang="en-US" altLang="zh-CN" b="1" dirty="0">
                <a:latin typeface="Times New Roman" panose="02020603050405020304" pitchFamily="18" charset="0"/>
                <a:ea typeface="宋体" panose="02010600030101010101" pitchFamily="2" charset="-122"/>
              </a:rPr>
              <a:t>0”</a:t>
            </a:r>
            <a:r>
              <a:rPr lang="zh-CN" altLang="en-US" b="1" dirty="0">
                <a:latin typeface="Times New Roman" panose="02020603050405020304" pitchFamily="18" charset="0"/>
                <a:ea typeface="宋体" panose="02010600030101010101" pitchFamily="2" charset="-122"/>
              </a:rPr>
              <a:t>表示未打开，“</a:t>
            </a:r>
            <a:r>
              <a:rPr lang="en-US" altLang="zh-CN" b="1" dirty="0">
                <a:latin typeface="Times New Roman" panose="02020603050405020304" pitchFamily="18" charset="0"/>
                <a:ea typeface="宋体" panose="02010600030101010101" pitchFamily="2" charset="-122"/>
              </a:rPr>
              <a:t>1”</a:t>
            </a:r>
            <a:r>
              <a:rPr lang="zh-CN" altLang="en-US" b="1" dirty="0">
                <a:latin typeface="Times New Roman" panose="02020603050405020304" pitchFamily="18" charset="0"/>
                <a:ea typeface="宋体" panose="02010600030101010101" pitchFamily="2" charset="-122"/>
              </a:rPr>
              <a:t>表示打开。</a:t>
            </a:r>
          </a:p>
        </p:txBody>
      </p:sp>
    </p:spTree>
  </p:cSld>
  <p:clrMapOvr>
    <a:masterClrMapping/>
  </p:clrMapOvr>
  <p:transition/>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日期占位符 2">
            <a:extLst>
              <a:ext uri="{FF2B5EF4-FFF2-40B4-BE49-F238E27FC236}">
                <a16:creationId xmlns:a16="http://schemas.microsoft.com/office/drawing/2014/main" id="{54E9E54D-2CE1-4FE6-A5CA-9DA53573032F}"/>
              </a:ext>
            </a:extLst>
          </p:cNvPr>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B6838E8C-3A49-4263-8C0E-617F4B4120DC}"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94563" name="页脚占位符 3">
            <a:extLst>
              <a:ext uri="{FF2B5EF4-FFF2-40B4-BE49-F238E27FC236}">
                <a16:creationId xmlns:a16="http://schemas.microsoft.com/office/drawing/2014/main" id="{5E23D19E-142F-4C12-B7FA-28098B19ECC7}"/>
              </a:ext>
            </a:extLst>
          </p:cNvPr>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94564" name="灯片编号占位符 4">
            <a:extLst>
              <a:ext uri="{FF2B5EF4-FFF2-40B4-BE49-F238E27FC236}">
                <a16:creationId xmlns:a16="http://schemas.microsoft.com/office/drawing/2014/main" id="{7BB0AEA9-F78B-4444-A617-85D1C9278E87}"/>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58CA5BE1-1C50-484F-8108-3FDA70D204BB}" type="slidenum">
              <a:rPr lang="en-US" altLang="zh-CN" sz="1400" smtClean="0">
                <a:latin typeface="Times New Roman" panose="02020603050405020304" pitchFamily="18" charset="0"/>
                <a:ea typeface="宋体" panose="02010600030101010101" pitchFamily="2" charset="-122"/>
              </a:rPr>
              <a:pPr>
                <a:spcBef>
                  <a:spcPct val="0"/>
                </a:spcBef>
                <a:buFontTx/>
                <a:buNone/>
              </a:pPr>
              <a:t>165</a:t>
            </a:fld>
            <a:endParaRPr lang="en-US" altLang="zh-CN" sz="1400">
              <a:latin typeface="Times New Roman" panose="02020603050405020304" pitchFamily="18" charset="0"/>
              <a:ea typeface="宋体" panose="02010600030101010101" pitchFamily="2" charset="-122"/>
            </a:endParaRPr>
          </a:p>
        </p:txBody>
      </p:sp>
      <p:sp>
        <p:nvSpPr>
          <p:cNvPr id="194565" name="Text Box 2">
            <a:extLst>
              <a:ext uri="{FF2B5EF4-FFF2-40B4-BE49-F238E27FC236}">
                <a16:creationId xmlns:a16="http://schemas.microsoft.com/office/drawing/2014/main" id="{D15F63F6-8F3E-418A-ABA9-505F1E3E2D5C}"/>
              </a:ext>
            </a:extLst>
          </p:cNvPr>
          <p:cNvSpPr txBox="1">
            <a:spLocks noChangeArrowheads="1"/>
          </p:cNvSpPr>
          <p:nvPr/>
        </p:nvSpPr>
        <p:spPr bwMode="auto">
          <a:xfrm>
            <a:off x="1371600" y="714375"/>
            <a:ext cx="5943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应用举例</a:t>
            </a:r>
          </a:p>
        </p:txBody>
      </p:sp>
      <p:pic>
        <p:nvPicPr>
          <p:cNvPr id="194566" name="Picture 6" descr="C:\Program Files\Microsoft Office\MEDIA\CAGCAT10\j0293844.wmf">
            <a:extLst>
              <a:ext uri="{FF2B5EF4-FFF2-40B4-BE49-F238E27FC236}">
                <a16:creationId xmlns:a16="http://schemas.microsoft.com/office/drawing/2014/main" id="{A9A727C0-0ABD-4396-9566-A0FC034577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07313" y="476250"/>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567" name="图片 8">
            <a:extLst>
              <a:ext uri="{FF2B5EF4-FFF2-40B4-BE49-F238E27FC236}">
                <a16:creationId xmlns:a16="http://schemas.microsoft.com/office/drawing/2014/main" id="{0079429D-0E8F-4C39-91E1-CBB7BF9EECC4}"/>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649538" y="2565400"/>
            <a:ext cx="3844925" cy="372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5592" name="矩形 1">
            <a:extLst>
              <a:ext uri="{FF2B5EF4-FFF2-40B4-BE49-F238E27FC236}">
                <a16:creationId xmlns:a16="http://schemas.microsoft.com/office/drawing/2014/main" id="{C1FD4278-7EFF-4A4C-BC00-E87610D0D716}"/>
              </a:ext>
            </a:extLst>
          </p:cNvPr>
          <p:cNvSpPr>
            <a:spLocks noChangeArrowheads="1"/>
          </p:cNvSpPr>
          <p:nvPr/>
        </p:nvSpPr>
        <p:spPr bwMode="auto">
          <a:xfrm>
            <a:off x="1042988" y="1951038"/>
            <a:ext cx="2305050" cy="523875"/>
          </a:xfrm>
          <a:prstGeom prst="rect">
            <a:avLst/>
          </a:prstGeom>
          <a:solidFill>
            <a:schemeClr val="accent5"/>
          </a:solidFill>
          <a:ln>
            <a:noFill/>
          </a:ln>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defRPr/>
            </a:pPr>
            <a:r>
              <a:rPr lang="zh-CN" altLang="en-US" sz="2800" b="1" dirty="0">
                <a:solidFill>
                  <a:srgbClr val="000000"/>
                </a:solidFill>
                <a:latin typeface="宋体" panose="02010600030101010101" pitchFamily="2" charset="-122"/>
                <a:ea typeface="宋体" panose="02010600030101010101" pitchFamily="2" charset="-122"/>
              </a:rPr>
              <a:t>真值表如下</a:t>
            </a:r>
            <a:r>
              <a:rPr lang="en-US" altLang="zh-CN" sz="2800" b="1" dirty="0">
                <a:solidFill>
                  <a:srgbClr val="000000"/>
                </a:solidFill>
                <a:latin typeface="宋体" panose="02010600030101010101" pitchFamily="2" charset="-122"/>
                <a:ea typeface="宋体" panose="02010600030101010101" pitchFamily="2" charset="-122"/>
              </a:rPr>
              <a:t>:</a:t>
            </a:r>
            <a:r>
              <a:rPr lang="zh-CN" altLang="en-US" sz="2800" b="1" dirty="0">
                <a:latin typeface="Times New Roman" panose="02020603050405020304" pitchFamily="18" charset="0"/>
                <a:ea typeface="宋体" panose="02010600030101010101" pitchFamily="2" charset="-122"/>
              </a:rPr>
              <a:t> </a:t>
            </a:r>
          </a:p>
        </p:txBody>
      </p:sp>
    </p:spTree>
  </p:cSld>
  <p:clrMapOvr>
    <a:masterClrMapping/>
  </p:clrMapOvr>
  <p:transition/>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日期占位符 2">
            <a:extLst>
              <a:ext uri="{FF2B5EF4-FFF2-40B4-BE49-F238E27FC236}">
                <a16:creationId xmlns:a16="http://schemas.microsoft.com/office/drawing/2014/main" id="{7FF0FC2D-FB9E-47E9-9FBA-7C85CD3EA383}"/>
              </a:ext>
            </a:extLst>
          </p:cNvPr>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13936D28-760F-4463-8425-D5CDE13312FA}"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95587" name="页脚占位符 3">
            <a:extLst>
              <a:ext uri="{FF2B5EF4-FFF2-40B4-BE49-F238E27FC236}">
                <a16:creationId xmlns:a16="http://schemas.microsoft.com/office/drawing/2014/main" id="{81492B95-8E61-4035-8072-24F565B6774D}"/>
              </a:ext>
            </a:extLst>
          </p:cNvPr>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95588" name="灯片编号占位符 4">
            <a:extLst>
              <a:ext uri="{FF2B5EF4-FFF2-40B4-BE49-F238E27FC236}">
                <a16:creationId xmlns:a16="http://schemas.microsoft.com/office/drawing/2014/main" id="{A044F5AE-5A99-4D1B-9F24-A3541BA7C3F6}"/>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8CED3AFE-83E5-46FC-B67D-5D638CCFE01A}" type="slidenum">
              <a:rPr lang="en-US" altLang="zh-CN" sz="1400" smtClean="0">
                <a:latin typeface="Times New Roman" panose="02020603050405020304" pitchFamily="18" charset="0"/>
                <a:ea typeface="宋体" panose="02010600030101010101" pitchFamily="2" charset="-122"/>
              </a:rPr>
              <a:pPr>
                <a:spcBef>
                  <a:spcPct val="0"/>
                </a:spcBef>
                <a:buFontTx/>
                <a:buNone/>
              </a:pPr>
              <a:t>166</a:t>
            </a:fld>
            <a:endParaRPr lang="en-US" altLang="zh-CN" sz="1400">
              <a:latin typeface="Times New Roman" panose="02020603050405020304" pitchFamily="18" charset="0"/>
              <a:ea typeface="宋体" panose="02010600030101010101" pitchFamily="2" charset="-122"/>
            </a:endParaRPr>
          </a:p>
        </p:txBody>
      </p:sp>
      <p:sp>
        <p:nvSpPr>
          <p:cNvPr id="195589" name="Text Box 2">
            <a:extLst>
              <a:ext uri="{FF2B5EF4-FFF2-40B4-BE49-F238E27FC236}">
                <a16:creationId xmlns:a16="http://schemas.microsoft.com/office/drawing/2014/main" id="{F5CD14B8-DA52-4A21-8821-6B19D5116C64}"/>
              </a:ext>
            </a:extLst>
          </p:cNvPr>
          <p:cNvSpPr txBox="1">
            <a:spLocks noChangeArrowheads="1"/>
          </p:cNvSpPr>
          <p:nvPr/>
        </p:nvSpPr>
        <p:spPr bwMode="auto">
          <a:xfrm>
            <a:off x="1371600" y="714375"/>
            <a:ext cx="5943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应用举例</a:t>
            </a:r>
          </a:p>
        </p:txBody>
      </p:sp>
      <p:pic>
        <p:nvPicPr>
          <p:cNvPr id="195590" name="Picture 6" descr="C:\Program Files\Microsoft Office\MEDIA\CAGCAT10\j0293844.wmf">
            <a:extLst>
              <a:ext uri="{FF2B5EF4-FFF2-40B4-BE49-F238E27FC236}">
                <a16:creationId xmlns:a16="http://schemas.microsoft.com/office/drawing/2014/main" id="{50379721-9A43-4EEA-8D8A-B41FAB8207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07313" y="476250"/>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5" name="矩形 1">
            <a:extLst>
              <a:ext uri="{FF2B5EF4-FFF2-40B4-BE49-F238E27FC236}">
                <a16:creationId xmlns:a16="http://schemas.microsoft.com/office/drawing/2014/main" id="{4FDE5FE7-20CE-4F7B-8877-38538A85A43A}"/>
              </a:ext>
            </a:extLst>
          </p:cNvPr>
          <p:cNvSpPr>
            <a:spLocks noChangeArrowheads="1"/>
          </p:cNvSpPr>
          <p:nvPr/>
        </p:nvSpPr>
        <p:spPr bwMode="auto">
          <a:xfrm>
            <a:off x="531813" y="1855788"/>
            <a:ext cx="6019800" cy="522287"/>
          </a:xfrm>
          <a:prstGeom prst="rect">
            <a:avLst/>
          </a:prstGeom>
          <a:solidFill>
            <a:schemeClr val="accent5"/>
          </a:solidFill>
          <a:ln>
            <a:noFill/>
          </a:ln>
        </p:spPr>
        <p:txBody>
          <a:bodyPr wrap="none">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defRPr/>
            </a:pPr>
            <a:r>
              <a:rPr lang="zh-CN" altLang="en-US" sz="2800" b="1" dirty="0">
                <a:latin typeface="Times New Roman" panose="02020603050405020304" pitchFamily="18" charset="0"/>
                <a:ea typeface="宋体" panose="02010600030101010101" pitchFamily="2" charset="-122"/>
              </a:rPr>
              <a:t>该电子锁的控制电路的命题公式为 </a:t>
            </a:r>
            <a:r>
              <a:rPr lang="zh-CN" altLang="en-US" sz="2800" b="1" dirty="0">
                <a:latin typeface="Calibri" panose="020F0502020204030204" pitchFamily="34" charset="0"/>
                <a:ea typeface="宋体" panose="02010600030101010101" pitchFamily="2" charset="-122"/>
                <a:cs typeface="Times New Roman" panose="02020603050405020304" pitchFamily="18" charset="0"/>
              </a:rPr>
              <a:t>：</a:t>
            </a:r>
            <a:endParaRPr lang="zh-CN" altLang="en-US" sz="2800" b="1" dirty="0">
              <a:latin typeface="Times New Roman" panose="02020603050405020304" pitchFamily="18" charset="0"/>
              <a:ea typeface="宋体" panose="02010600030101010101" pitchFamily="2" charset="-122"/>
            </a:endParaRPr>
          </a:p>
        </p:txBody>
      </p:sp>
      <p:sp>
        <p:nvSpPr>
          <p:cNvPr id="196616" name="矩形 2">
            <a:extLst>
              <a:ext uri="{FF2B5EF4-FFF2-40B4-BE49-F238E27FC236}">
                <a16:creationId xmlns:a16="http://schemas.microsoft.com/office/drawing/2014/main" id="{53F7C349-3CEB-48A3-94F1-8E90BF530E6C}"/>
              </a:ext>
            </a:extLst>
          </p:cNvPr>
          <p:cNvSpPr>
            <a:spLocks noChangeArrowheads="1"/>
          </p:cNvSpPr>
          <p:nvPr/>
        </p:nvSpPr>
        <p:spPr bwMode="auto">
          <a:xfrm>
            <a:off x="268288" y="2481263"/>
            <a:ext cx="8607425" cy="3900487"/>
          </a:xfrm>
          <a:prstGeom prst="rect">
            <a:avLst/>
          </a:prstGeom>
          <a:solidFill>
            <a:schemeClr val="accent3">
              <a:lumMod val="95000"/>
            </a:schemeClr>
          </a:solidFill>
          <a:ln w="9525">
            <a:solidFill>
              <a:srgbClr val="000000"/>
            </a:solidFill>
            <a:miter lim="800000"/>
            <a:headEnd/>
            <a:tailEnd/>
          </a:ln>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nSpc>
                <a:spcPct val="150000"/>
              </a:lnSpc>
              <a:spcBef>
                <a:spcPct val="0"/>
              </a:spcBef>
              <a:buFontTx/>
              <a:buNone/>
              <a:defRPr/>
            </a:pPr>
            <a:r>
              <a:rPr lang="en-US" altLang="zh-CN" dirty="0">
                <a:latin typeface="Times New Roman" panose="02020603050405020304" pitchFamily="18" charset="0"/>
                <a:ea typeface="宋体" panose="02010600030101010101" pitchFamily="2" charset="-122"/>
              </a:rPr>
              <a:t> </a:t>
            </a:r>
            <a:r>
              <a:rPr lang="en-US" altLang="zh-CN" b="1" dirty="0">
                <a:latin typeface="Times New Roman" panose="02020603050405020304" pitchFamily="18" charset="0"/>
                <a:ea typeface="宋体" panose="02010600030101010101" pitchFamily="2" charset="-122"/>
              </a:rPr>
              <a:t>G⇔(A∧B∧C)∨(A∧B∧¬C)∨(A∧¬B∧¬C)∨(¬A∧B∧¬C)</a:t>
            </a:r>
          </a:p>
          <a:p>
            <a:pPr>
              <a:lnSpc>
                <a:spcPct val="150000"/>
              </a:lnSpc>
              <a:spcBef>
                <a:spcPct val="0"/>
              </a:spcBef>
              <a:buFontTx/>
              <a:buNone/>
              <a:defRPr/>
            </a:pPr>
            <a:r>
              <a:rPr lang="en-US" altLang="zh-CN" b="1" dirty="0">
                <a:latin typeface="Times New Roman" panose="02020603050405020304" pitchFamily="18" charset="0"/>
                <a:ea typeface="宋体" panose="02010600030101010101" pitchFamily="2" charset="-122"/>
              </a:rPr>
              <a:t>                    ⇔(A∧B)∨(A∧¬B∧¬C)∨(¬A∧B∧¬C)</a:t>
            </a:r>
          </a:p>
          <a:p>
            <a:pPr>
              <a:lnSpc>
                <a:spcPct val="150000"/>
              </a:lnSpc>
              <a:spcBef>
                <a:spcPct val="0"/>
              </a:spcBef>
              <a:buFontTx/>
              <a:buNone/>
              <a:defRPr/>
            </a:pPr>
            <a:r>
              <a:rPr lang="en-US" altLang="zh-CN" b="1" dirty="0">
                <a:latin typeface="Times New Roman" panose="02020603050405020304" pitchFamily="18" charset="0"/>
                <a:ea typeface="宋体" panose="02010600030101010101" pitchFamily="2" charset="-122"/>
              </a:rPr>
              <a:t>                    ⇔(A∧(B∨(¬B∧┐C))∨(¬A∧B∧¬C)</a:t>
            </a:r>
          </a:p>
          <a:p>
            <a:pPr>
              <a:lnSpc>
                <a:spcPct val="150000"/>
              </a:lnSpc>
              <a:spcBef>
                <a:spcPct val="0"/>
              </a:spcBef>
              <a:buFontTx/>
              <a:buNone/>
              <a:defRPr/>
            </a:pPr>
            <a:r>
              <a:rPr lang="en-US" altLang="zh-CN" b="1" dirty="0">
                <a:latin typeface="Times New Roman" panose="02020603050405020304" pitchFamily="18" charset="0"/>
                <a:ea typeface="宋体" panose="02010600030101010101" pitchFamily="2" charset="-122"/>
              </a:rPr>
              <a:t>                    ⇔(A∧(B∨¬C))∨(¬A∧B∧¬C)</a:t>
            </a:r>
          </a:p>
          <a:p>
            <a:pPr algn="just">
              <a:lnSpc>
                <a:spcPct val="150000"/>
              </a:lnSpc>
              <a:spcBef>
                <a:spcPct val="0"/>
              </a:spcBef>
              <a:buFontTx/>
              <a:buNone/>
              <a:defRPr/>
            </a:pPr>
            <a:r>
              <a:rPr lang="en-US" altLang="zh-CN" b="1" dirty="0">
                <a:latin typeface="Times New Roman" panose="02020603050405020304" pitchFamily="18" charset="0"/>
                <a:ea typeface="宋体" panose="02010600030101010101" pitchFamily="2" charset="-122"/>
              </a:rPr>
              <a:t>                    ⇔(A∧B)∨(A∧¬C)∨(¬A∧B∧¬C)</a:t>
            </a:r>
          </a:p>
          <a:p>
            <a:pPr algn="just">
              <a:lnSpc>
                <a:spcPct val="150000"/>
              </a:lnSpc>
              <a:spcBef>
                <a:spcPct val="0"/>
              </a:spcBef>
              <a:buFontTx/>
              <a:buNone/>
              <a:defRPr/>
            </a:pPr>
            <a:r>
              <a:rPr lang="en-US" altLang="zh-CN" b="1" dirty="0">
                <a:latin typeface="Times New Roman" panose="02020603050405020304" pitchFamily="18" charset="0"/>
                <a:ea typeface="宋体" panose="02010600030101010101" pitchFamily="2" charset="-122"/>
              </a:rPr>
              <a:t>                    ⇔(A∧B)∨((A∨B)∧¬C)</a:t>
            </a:r>
          </a:p>
          <a:p>
            <a:pPr>
              <a:lnSpc>
                <a:spcPct val="150000"/>
              </a:lnSpc>
              <a:spcBef>
                <a:spcPct val="0"/>
              </a:spcBef>
              <a:buFontTx/>
              <a:buNone/>
              <a:defRPr/>
            </a:pPr>
            <a:r>
              <a:rPr lang="en-US" altLang="zh-CN" b="1" dirty="0">
                <a:latin typeface="Times New Roman" panose="02020603050405020304" pitchFamily="18" charset="0"/>
                <a:ea typeface="宋体" panose="02010600030101010101" pitchFamily="2" charset="-122"/>
              </a:rPr>
              <a:t>                    ⇔(A∧B)∨(A∧¬C)∨(B∧¬C) </a:t>
            </a:r>
            <a:endParaRPr lang="zh-CN" altLang="en-US" b="1"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日期占位符 2">
            <a:extLst>
              <a:ext uri="{FF2B5EF4-FFF2-40B4-BE49-F238E27FC236}">
                <a16:creationId xmlns:a16="http://schemas.microsoft.com/office/drawing/2014/main" id="{C3C84CAF-D0AB-49AB-8F03-468F439F753F}"/>
              </a:ext>
            </a:extLst>
          </p:cNvPr>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81A58774-44D4-4F4F-A39F-DE9E82226C8B}"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96611" name="页脚占位符 3">
            <a:extLst>
              <a:ext uri="{FF2B5EF4-FFF2-40B4-BE49-F238E27FC236}">
                <a16:creationId xmlns:a16="http://schemas.microsoft.com/office/drawing/2014/main" id="{348C4017-D85D-48F7-B801-D638DA1C2272}"/>
              </a:ext>
            </a:extLst>
          </p:cNvPr>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96612" name="灯片编号占位符 4">
            <a:extLst>
              <a:ext uri="{FF2B5EF4-FFF2-40B4-BE49-F238E27FC236}">
                <a16:creationId xmlns:a16="http://schemas.microsoft.com/office/drawing/2014/main" id="{A3C4934C-769C-4162-9AF7-8D798BBB601B}"/>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C745E3EC-DC49-4BAA-A797-7D5783E02606}" type="slidenum">
              <a:rPr lang="en-US" altLang="zh-CN" sz="1400" smtClean="0">
                <a:latin typeface="Times New Roman" panose="02020603050405020304" pitchFamily="18" charset="0"/>
                <a:ea typeface="宋体" panose="02010600030101010101" pitchFamily="2" charset="-122"/>
              </a:rPr>
              <a:pPr>
                <a:spcBef>
                  <a:spcPct val="0"/>
                </a:spcBef>
                <a:buFontTx/>
                <a:buNone/>
              </a:pPr>
              <a:t>167</a:t>
            </a:fld>
            <a:endParaRPr lang="en-US" altLang="zh-CN" sz="1400">
              <a:latin typeface="Times New Roman" panose="02020603050405020304" pitchFamily="18" charset="0"/>
              <a:ea typeface="宋体" panose="02010600030101010101" pitchFamily="2" charset="-122"/>
            </a:endParaRPr>
          </a:p>
        </p:txBody>
      </p:sp>
      <p:sp>
        <p:nvSpPr>
          <p:cNvPr id="196613" name="Text Box 2">
            <a:extLst>
              <a:ext uri="{FF2B5EF4-FFF2-40B4-BE49-F238E27FC236}">
                <a16:creationId xmlns:a16="http://schemas.microsoft.com/office/drawing/2014/main" id="{929F08F2-B5A6-4AD2-A3DE-F039F3B7DF78}"/>
              </a:ext>
            </a:extLst>
          </p:cNvPr>
          <p:cNvSpPr txBox="1">
            <a:spLocks noChangeArrowheads="1"/>
          </p:cNvSpPr>
          <p:nvPr/>
        </p:nvSpPr>
        <p:spPr bwMode="auto">
          <a:xfrm>
            <a:off x="1371600" y="714375"/>
            <a:ext cx="5943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应用举例</a:t>
            </a:r>
          </a:p>
        </p:txBody>
      </p:sp>
      <p:pic>
        <p:nvPicPr>
          <p:cNvPr id="196614" name="Picture 6" descr="C:\Program Files\Microsoft Office\MEDIA\CAGCAT10\j0293844.wmf">
            <a:extLst>
              <a:ext uri="{FF2B5EF4-FFF2-40B4-BE49-F238E27FC236}">
                <a16:creationId xmlns:a16="http://schemas.microsoft.com/office/drawing/2014/main" id="{FE7D8913-D005-4D13-A91D-1FCA5475D8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07313" y="476250"/>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7639" name="矩形 1">
            <a:extLst>
              <a:ext uri="{FF2B5EF4-FFF2-40B4-BE49-F238E27FC236}">
                <a16:creationId xmlns:a16="http://schemas.microsoft.com/office/drawing/2014/main" id="{CF11E0A4-F053-41E9-80E7-BDC59E7E94AD}"/>
              </a:ext>
            </a:extLst>
          </p:cNvPr>
          <p:cNvSpPr>
            <a:spLocks noChangeArrowheads="1"/>
          </p:cNvSpPr>
          <p:nvPr/>
        </p:nvSpPr>
        <p:spPr bwMode="auto">
          <a:xfrm>
            <a:off x="684213" y="1973263"/>
            <a:ext cx="8424862" cy="523875"/>
          </a:xfrm>
          <a:prstGeom prst="rect">
            <a:avLst/>
          </a:prstGeom>
          <a:solidFill>
            <a:schemeClr val="accent5"/>
          </a:solidFill>
          <a:ln>
            <a:noFill/>
          </a:ln>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defRPr/>
            </a:pPr>
            <a:r>
              <a:rPr lang="zh-CN" altLang="en-US" sz="2800" b="1" dirty="0">
                <a:latin typeface="Times New Roman" panose="02020603050405020304" pitchFamily="18" charset="0"/>
                <a:ea typeface="宋体" panose="02010600030101010101" pitchFamily="2" charset="-122"/>
              </a:rPr>
              <a:t>根据上述命题公式得到电子锁控制电路图即为所求。</a:t>
            </a:r>
          </a:p>
        </p:txBody>
      </p:sp>
      <p:pic>
        <p:nvPicPr>
          <p:cNvPr id="196616" name="图片 3">
            <a:extLst>
              <a:ext uri="{FF2B5EF4-FFF2-40B4-BE49-F238E27FC236}">
                <a16:creationId xmlns:a16="http://schemas.microsoft.com/office/drawing/2014/main" id="{B8D2AB4D-0839-46C5-B741-4576A526B389}"/>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211263" y="2654300"/>
            <a:ext cx="7032625" cy="3541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日期占位符 3">
            <a:extLst>
              <a:ext uri="{FF2B5EF4-FFF2-40B4-BE49-F238E27FC236}">
                <a16:creationId xmlns:a16="http://schemas.microsoft.com/office/drawing/2014/main" id="{3F240746-ED56-4928-8303-11B0D2922E3F}"/>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8365B3C5-B859-4FCC-B26D-BE78B65873CF}"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97635" name="页脚占位符 4">
            <a:extLst>
              <a:ext uri="{FF2B5EF4-FFF2-40B4-BE49-F238E27FC236}">
                <a16:creationId xmlns:a16="http://schemas.microsoft.com/office/drawing/2014/main" id="{E2192439-726B-42C4-933B-3636BCCF75E0}"/>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97636" name="灯片编号占位符 5">
            <a:extLst>
              <a:ext uri="{FF2B5EF4-FFF2-40B4-BE49-F238E27FC236}">
                <a16:creationId xmlns:a16="http://schemas.microsoft.com/office/drawing/2014/main" id="{98FCB85B-BEE6-4838-BC1F-8977FD109F7A}"/>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D2116F5A-E168-4F76-9DE7-D671CAAD154F}" type="slidenum">
              <a:rPr lang="en-US" altLang="zh-CN" sz="1400" smtClean="0">
                <a:latin typeface="Times New Roman" panose="02020603050405020304" pitchFamily="18" charset="0"/>
                <a:ea typeface="宋体" panose="02010600030101010101" pitchFamily="2" charset="-122"/>
              </a:rPr>
              <a:pPr>
                <a:spcBef>
                  <a:spcPct val="0"/>
                </a:spcBef>
                <a:buFontTx/>
                <a:buNone/>
              </a:pPr>
              <a:t>168</a:t>
            </a:fld>
            <a:endParaRPr lang="en-US" altLang="zh-CN" sz="1400">
              <a:latin typeface="Times New Roman" panose="02020603050405020304" pitchFamily="18" charset="0"/>
              <a:ea typeface="宋体" panose="02010600030101010101" pitchFamily="2" charset="-122"/>
            </a:endParaRPr>
          </a:p>
        </p:txBody>
      </p:sp>
      <p:sp>
        <p:nvSpPr>
          <p:cNvPr id="197637" name="Text Box 2">
            <a:extLst>
              <a:ext uri="{FF2B5EF4-FFF2-40B4-BE49-F238E27FC236}">
                <a16:creationId xmlns:a16="http://schemas.microsoft.com/office/drawing/2014/main" id="{DE5A80C5-36E8-4E63-A458-4EF6D1B78400}"/>
              </a:ext>
            </a:extLst>
          </p:cNvPr>
          <p:cNvSpPr txBox="1">
            <a:spLocks noChangeArrowheads="1"/>
          </p:cNvSpPr>
          <p:nvPr/>
        </p:nvSpPr>
        <p:spPr bwMode="auto">
          <a:xfrm>
            <a:off x="1617663" y="1052513"/>
            <a:ext cx="633571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None/>
            </a:pPr>
            <a:r>
              <a:rPr lang="zh-CN" altLang="en-US" sz="5400" b="1">
                <a:solidFill>
                  <a:schemeClr val="bg1"/>
                </a:solidFill>
                <a:latin typeface="宋体" panose="02010600030101010101" pitchFamily="2" charset="-122"/>
                <a:ea typeface="宋体" panose="02010600030101010101" pitchFamily="2" charset="-122"/>
              </a:rPr>
              <a:t>本节内容到此结束</a:t>
            </a:r>
          </a:p>
        </p:txBody>
      </p:sp>
      <p:sp>
        <p:nvSpPr>
          <p:cNvPr id="197638" name="WordArt 3">
            <a:extLst>
              <a:ext uri="{FF2B5EF4-FFF2-40B4-BE49-F238E27FC236}">
                <a16:creationId xmlns:a16="http://schemas.microsoft.com/office/drawing/2014/main" id="{DA286EC1-7D0C-4F4C-B480-91417396EB66}"/>
              </a:ext>
            </a:extLst>
          </p:cNvPr>
          <p:cNvSpPr>
            <a:spLocks noChangeArrowheads="1" noChangeShapeType="1" noTextEdit="1"/>
          </p:cNvSpPr>
          <p:nvPr/>
        </p:nvSpPr>
        <p:spPr bwMode="auto">
          <a:xfrm>
            <a:off x="2627313" y="2781300"/>
            <a:ext cx="4419600" cy="2514600"/>
          </a:xfrm>
          <a:prstGeom prst="rect">
            <a:avLst/>
          </a:prstGeom>
        </p:spPr>
        <p:txBody>
          <a:bodyPr wrap="none" fromWordArt="1">
            <a:prstTxWarp prst="textCascadeUp">
              <a:avLst>
                <a:gd name="adj" fmla="val 44444"/>
              </a:avLst>
            </a:prstTxWarp>
            <a:scene3d>
              <a:camera prst="legacyPerspectiveFront">
                <a:rot lat="20519971" lon="1080000" rev="0"/>
              </a:camera>
              <a:lightRig rig="legacyHarsh2" dir="b"/>
            </a:scene3d>
            <a:sp3d extrusionH="430200" prstMaterial="legacyMatte">
              <a:extrusionClr>
                <a:srgbClr val="FF6600"/>
              </a:extrusionClr>
              <a:contourClr>
                <a:srgbClr val="FFE701"/>
              </a:contourClr>
            </a:sp3d>
          </a:bodyPr>
          <a:lstStyle/>
          <a:p>
            <a:pPr algn="ctr"/>
            <a:r>
              <a:rPr lang="zh-CN" altLang="en-US" sz="3600" kern="10">
                <a:ln w="9525">
                  <a:round/>
                  <a:headEnd/>
                  <a:tailEnd/>
                </a:ln>
                <a:gradFill rotWithShape="1">
                  <a:gsLst>
                    <a:gs pos="0">
                      <a:srgbClr val="FFE701"/>
                    </a:gs>
                    <a:gs pos="100000">
                      <a:srgbClr val="FE3E02"/>
                    </a:gs>
                  </a:gsLst>
                  <a:lin ang="5400000" scaled="1"/>
                </a:gradFill>
                <a:latin typeface="宋体" panose="02010600030101010101" pitchFamily="2" charset="-122"/>
              </a:rPr>
              <a:t>谢谢大家！</a:t>
            </a:r>
          </a:p>
        </p:txBody>
      </p:sp>
    </p:spTree>
  </p:cSld>
  <p:clrMapOvr>
    <a:masterClrMapping/>
  </p:clrMapOvr>
  <p:transition/>
</p:sld>
</file>

<file path=ppt/theme/theme1.xml><?xml version="1.0" encoding="utf-8"?>
<a:theme xmlns:a="http://schemas.openxmlformats.org/drawingml/2006/main" name="张勇-硕士答辩">
  <a:themeElements>
    <a:clrScheme name="张勇-硕士答辩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FF"/>
      </a:hlink>
      <a:folHlink>
        <a:srgbClr val="3399FF"/>
      </a:folHlink>
    </a:clrScheme>
    <a:fontScheme name="张勇-硕士答辩">
      <a:majorFont>
        <a:latin typeface="Times New Roman"/>
        <a:ea typeface="宋体"/>
        <a:cs typeface=""/>
      </a:majorFont>
      <a:minorFont>
        <a:latin typeface="楷体_GB2312"/>
        <a:ea typeface="楷体_GB2312"/>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20000"/>
          </a:spcBef>
          <a:spcAft>
            <a:spcPct val="0"/>
          </a:spcAft>
          <a:buClrTx/>
          <a:buSzTx/>
          <a:buFontTx/>
          <a:buNone/>
          <a:tabLst/>
          <a:defRPr kumimoji="1"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20000"/>
          </a:spcBef>
          <a:spcAft>
            <a:spcPct val="0"/>
          </a:spcAft>
          <a:buClrTx/>
          <a:buSzTx/>
          <a:buFontTx/>
          <a:buNone/>
          <a:tabLst/>
          <a:defRPr kumimoji="1"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张勇-硕士答辩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张勇-硕士答辩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张勇-硕士答辩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张勇-硕士答辩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张勇-硕士答辩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张勇-硕士答辩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张勇-硕士答辩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张勇-硕士答辩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FF"/>
        </a:hlink>
        <a:folHlink>
          <a:srgbClr val="33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张勇-硕士答辩">
  <a:themeElements>
    <a:clrScheme name="1_张勇-硕士答辩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FF"/>
      </a:hlink>
      <a:folHlink>
        <a:srgbClr val="3399FF"/>
      </a:folHlink>
    </a:clrScheme>
    <a:fontScheme name="1_张勇-硕士答辩">
      <a:majorFont>
        <a:latin typeface="Times New Roman"/>
        <a:ea typeface="宋体"/>
        <a:cs typeface=""/>
      </a:majorFont>
      <a:minorFont>
        <a:latin typeface="楷体_GB2312"/>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20000"/>
          </a:spcBef>
          <a:spcAft>
            <a:spcPct val="0"/>
          </a:spcAft>
          <a:buClrTx/>
          <a:buSzTx/>
          <a:buFontTx/>
          <a:buNone/>
          <a:tabLst/>
          <a:defRPr kumimoji="1"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20000"/>
          </a:spcBef>
          <a:spcAft>
            <a:spcPct val="0"/>
          </a:spcAft>
          <a:buClrTx/>
          <a:buSzTx/>
          <a:buFontTx/>
          <a:buNone/>
          <a:tabLst/>
          <a:defRPr kumimoji="1"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1_张勇-硕士答辩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张勇-硕士答辩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张勇-硕士答辩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张勇-硕士答辩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张勇-硕士答辩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张勇-硕士答辩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张勇-硕士答辩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1_张勇-硕士答辩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FF"/>
        </a:hlink>
        <a:folHlink>
          <a:srgbClr val="33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张勇-硕士答辩</Template>
  <TotalTime>6086</TotalTime>
  <Words>9082</Words>
  <Application>Microsoft Office PowerPoint</Application>
  <PresentationFormat>全屏显示(4:3)</PresentationFormat>
  <Paragraphs>1612</Paragraphs>
  <Slides>168</Slides>
  <Notes>22</Notes>
  <HiddenSlides>0</HiddenSlides>
  <MMClips>0</MMClips>
  <ScaleCrop>false</ScaleCrop>
  <HeadingPairs>
    <vt:vector size="8" baseType="variant">
      <vt:variant>
        <vt:lpstr>已用的字体</vt:lpstr>
      </vt:variant>
      <vt:variant>
        <vt:i4>17</vt:i4>
      </vt:variant>
      <vt:variant>
        <vt:lpstr>主题</vt:lpstr>
      </vt:variant>
      <vt:variant>
        <vt:i4>2</vt:i4>
      </vt:variant>
      <vt:variant>
        <vt:lpstr>嵌入 OLE 服务器</vt:lpstr>
      </vt:variant>
      <vt:variant>
        <vt:i4>1</vt:i4>
      </vt:variant>
      <vt:variant>
        <vt:lpstr>幻灯片标题</vt:lpstr>
      </vt:variant>
      <vt:variant>
        <vt:i4>168</vt:i4>
      </vt:variant>
    </vt:vector>
  </HeadingPairs>
  <TitlesOfParts>
    <vt:vector size="188" baseType="lpstr">
      <vt:lpstr>Kingsoft Phonetic Plain</vt:lpstr>
      <vt:lpstr>MS Gothic</vt:lpstr>
      <vt:lpstr>黑体</vt:lpstr>
      <vt:lpstr>华文行楷</vt:lpstr>
      <vt:lpstr>华文新魏</vt:lpstr>
      <vt:lpstr>楷体_GB2312</vt:lpstr>
      <vt:lpstr>隶书</vt:lpstr>
      <vt:lpstr>宋体</vt:lpstr>
      <vt:lpstr>幼圆</vt:lpstr>
      <vt:lpstr>Arial</vt:lpstr>
      <vt:lpstr>Calibri</vt:lpstr>
      <vt:lpstr>Monotype Corsiva</vt:lpstr>
      <vt:lpstr>Symbol</vt:lpstr>
      <vt:lpstr>Tahoma</vt:lpstr>
      <vt:lpstr>Times New Roman</vt:lpstr>
      <vt:lpstr>Wingdings</vt:lpstr>
      <vt:lpstr>Wingdings 2</vt:lpstr>
      <vt:lpstr>张勇-硕士答辩</vt:lpstr>
      <vt:lpstr>1_张勇-硕士答辩</vt:lpstr>
      <vt:lpstr>公式</vt:lpstr>
      <vt:lpstr>PowerPoint 演示文稿</vt:lpstr>
      <vt:lpstr>第3章 命题演算与推理 （上）</vt:lpstr>
      <vt:lpstr>PowerPoint 演示文稿</vt:lpstr>
      <vt:lpstr>命题的概念与运算</vt:lpstr>
      <vt:lpstr>PowerPoint 演示文稿</vt:lpstr>
      <vt:lpstr>PowerPoint 演示文稿</vt:lpstr>
      <vt:lpstr>PowerPoint 演示文稿</vt:lpstr>
      <vt:lpstr>PowerPoint 演示文稿</vt:lpstr>
      <vt:lpstr>逻辑推理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命题举例</vt:lpstr>
      <vt:lpstr> 命题举例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命题公式与等值演算</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例 题</vt:lpstr>
      <vt:lpstr> 例 题</vt:lpstr>
      <vt:lpstr>PowerPoint 演示文稿</vt:lpstr>
      <vt:lpstr>PowerPoint 演示文稿</vt:lpstr>
      <vt:lpstr> 公式等值基本性质</vt:lpstr>
      <vt:lpstr>PowerPoint 演示文稿</vt:lpstr>
      <vt:lpstr> 例 题</vt:lpstr>
      <vt:lpstr> 例 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联结词的完备集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WWW.YlmF.CoM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图像中模糊边界目标的阈值分割方法研究</dc:title>
  <dc:creator>汪荣贵</dc:creator>
  <cp:lastModifiedBy>Windows 用户</cp:lastModifiedBy>
  <cp:revision>468</cp:revision>
  <dcterms:created xsi:type="dcterms:W3CDTF">2011-04-21T02:25:16Z</dcterms:created>
  <dcterms:modified xsi:type="dcterms:W3CDTF">2020-09-07T02:12:29Z</dcterms:modified>
</cp:coreProperties>
</file>