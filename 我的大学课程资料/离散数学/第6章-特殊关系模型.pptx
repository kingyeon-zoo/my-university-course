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4" r:id="rId1"/>
    <p:sldMasterId id="2147483680" r:id="rId2"/>
  </p:sldMasterIdLst>
  <p:notesMasterIdLst>
    <p:notesMasterId r:id="rId178"/>
  </p:notesMasterIdLst>
  <p:sldIdLst>
    <p:sldId id="1551" r:id="rId3"/>
    <p:sldId id="1484" r:id="rId4"/>
    <p:sldId id="1485" r:id="rId5"/>
    <p:sldId id="1486" r:id="rId6"/>
    <p:sldId id="1487" r:id="rId7"/>
    <p:sldId id="1552" r:id="rId8"/>
    <p:sldId id="1243" r:id="rId9"/>
    <p:sldId id="1242" r:id="rId10"/>
    <p:sldId id="1245" r:id="rId11"/>
    <p:sldId id="1483" r:id="rId12"/>
    <p:sldId id="1553" r:id="rId13"/>
    <p:sldId id="1255" r:id="rId14"/>
    <p:sldId id="1248" r:id="rId15"/>
    <p:sldId id="1505" r:id="rId16"/>
    <p:sldId id="1506" r:id="rId17"/>
    <p:sldId id="1509" r:id="rId18"/>
    <p:sldId id="1508" r:id="rId19"/>
    <p:sldId id="1554" r:id="rId20"/>
    <p:sldId id="1434" r:id="rId21"/>
    <p:sldId id="1555" r:id="rId22"/>
    <p:sldId id="1556" r:id="rId23"/>
    <p:sldId id="1261" r:id="rId24"/>
    <p:sldId id="1135" r:id="rId25"/>
    <p:sldId id="1259" r:id="rId26"/>
    <p:sldId id="1260" r:id="rId27"/>
    <p:sldId id="1024" r:id="rId28"/>
    <p:sldId id="1491" r:id="rId29"/>
    <p:sldId id="1492" r:id="rId30"/>
    <p:sldId id="1262" r:id="rId31"/>
    <p:sldId id="1266" r:id="rId32"/>
    <p:sldId id="1557" r:id="rId33"/>
    <p:sldId id="1558" r:id="rId34"/>
    <p:sldId id="1488" r:id="rId35"/>
    <p:sldId id="1489" r:id="rId36"/>
    <p:sldId id="1510" r:id="rId37"/>
    <p:sldId id="1490" r:id="rId38"/>
    <p:sldId id="1559" r:id="rId39"/>
    <p:sldId id="1269" r:id="rId40"/>
    <p:sldId id="1270" r:id="rId41"/>
    <p:sldId id="1560" r:id="rId42"/>
    <p:sldId id="1566" r:id="rId43"/>
    <p:sldId id="1567" r:id="rId44"/>
    <p:sldId id="1568" r:id="rId45"/>
    <p:sldId id="1561" r:id="rId46"/>
    <p:sldId id="1438" r:id="rId47"/>
    <p:sldId id="1268" r:id="rId48"/>
    <p:sldId id="1271" r:id="rId49"/>
    <p:sldId id="1437" r:id="rId50"/>
    <p:sldId id="1511" r:id="rId51"/>
    <p:sldId id="1562" r:id="rId52"/>
    <p:sldId id="1129" r:id="rId53"/>
    <p:sldId id="1441" r:id="rId54"/>
    <p:sldId id="1442" r:id="rId55"/>
    <p:sldId id="1564" r:id="rId56"/>
    <p:sldId id="1563" r:id="rId57"/>
    <p:sldId id="1565" r:id="rId58"/>
    <p:sldId id="1440" r:id="rId59"/>
    <p:sldId id="1493" r:id="rId60"/>
    <p:sldId id="1494" r:id="rId61"/>
    <p:sldId id="1495" r:id="rId62"/>
    <p:sldId id="1569" r:id="rId63"/>
    <p:sldId id="1570" r:id="rId64"/>
    <p:sldId id="1443" r:id="rId65"/>
    <p:sldId id="1517" r:id="rId66"/>
    <p:sldId id="1518" r:id="rId67"/>
    <p:sldId id="1571" r:id="rId68"/>
    <p:sldId id="1572" r:id="rId69"/>
    <p:sldId id="1525" r:id="rId70"/>
    <p:sldId id="1573" r:id="rId71"/>
    <p:sldId id="1444" r:id="rId72"/>
    <p:sldId id="1445" r:id="rId73"/>
    <p:sldId id="1446" r:id="rId74"/>
    <p:sldId id="1447" r:id="rId75"/>
    <p:sldId id="1574" r:id="rId76"/>
    <p:sldId id="1451" r:id="rId77"/>
    <p:sldId id="1452" r:id="rId78"/>
    <p:sldId id="1453" r:id="rId79"/>
    <p:sldId id="1454" r:id="rId80"/>
    <p:sldId id="1575" r:id="rId81"/>
    <p:sldId id="1576" r:id="rId82"/>
    <p:sldId id="1455" r:id="rId83"/>
    <p:sldId id="1577" r:id="rId84"/>
    <p:sldId id="1496" r:id="rId85"/>
    <p:sldId id="1578" r:id="rId86"/>
    <p:sldId id="1456" r:id="rId87"/>
    <p:sldId id="1458" r:id="rId88"/>
    <p:sldId id="1582" r:id="rId89"/>
    <p:sldId id="1621" r:id="rId90"/>
    <p:sldId id="1586" r:id="rId91"/>
    <p:sldId id="1598" r:id="rId92"/>
    <p:sldId id="1588" r:id="rId93"/>
    <p:sldId id="1620" r:id="rId94"/>
    <p:sldId id="1579" r:id="rId95"/>
    <p:sldId id="1619" r:id="rId96"/>
    <p:sldId id="1529" r:id="rId97"/>
    <p:sldId id="1584" r:id="rId98"/>
    <p:sldId id="1591" r:id="rId99"/>
    <p:sldId id="1590" r:id="rId100"/>
    <p:sldId id="1336" r:id="rId101"/>
    <p:sldId id="1497" r:id="rId102"/>
    <p:sldId id="1498" r:id="rId103"/>
    <p:sldId id="1499" r:id="rId104"/>
    <p:sldId id="1592" r:id="rId105"/>
    <p:sldId id="1593" r:id="rId106"/>
    <p:sldId id="1346" r:id="rId107"/>
    <p:sldId id="1594" r:id="rId108"/>
    <p:sldId id="1595" r:id="rId109"/>
    <p:sldId id="1596" r:id="rId110"/>
    <p:sldId id="1597" r:id="rId111"/>
    <p:sldId id="1599" r:id="rId112"/>
    <p:sldId id="1600" r:id="rId113"/>
    <p:sldId id="1354" r:id="rId114"/>
    <p:sldId id="1359" r:id="rId115"/>
    <p:sldId id="1358" r:id="rId116"/>
    <p:sldId id="1360" r:id="rId117"/>
    <p:sldId id="1601" r:id="rId118"/>
    <p:sldId id="1357" r:id="rId119"/>
    <p:sldId id="1362" r:id="rId120"/>
    <p:sldId id="1500" r:id="rId121"/>
    <p:sldId id="1602" r:id="rId122"/>
    <p:sldId id="1364" r:id="rId123"/>
    <p:sldId id="1472" r:id="rId124"/>
    <p:sldId id="1603" r:id="rId125"/>
    <p:sldId id="1604" r:id="rId126"/>
    <p:sldId id="1605" r:id="rId127"/>
    <p:sldId id="1606" r:id="rId128"/>
    <p:sldId id="1367" r:id="rId129"/>
    <p:sldId id="1368" r:id="rId130"/>
    <p:sldId id="1464" r:id="rId131"/>
    <p:sldId id="1371" r:id="rId132"/>
    <p:sldId id="1463" r:id="rId133"/>
    <p:sldId id="1607" r:id="rId134"/>
    <p:sldId id="1372" r:id="rId135"/>
    <p:sldId id="1373" r:id="rId136"/>
    <p:sldId id="1374" r:id="rId137"/>
    <p:sldId id="1375" r:id="rId138"/>
    <p:sldId id="1376" r:id="rId139"/>
    <p:sldId id="1379" r:id="rId140"/>
    <p:sldId id="1613" r:id="rId141"/>
    <p:sldId id="1465" r:id="rId142"/>
    <p:sldId id="1466" r:id="rId143"/>
    <p:sldId id="1610" r:id="rId144"/>
    <p:sldId id="1608" r:id="rId145"/>
    <p:sldId id="1609" r:id="rId146"/>
    <p:sldId id="1501" r:id="rId147"/>
    <p:sldId id="1380" r:id="rId148"/>
    <p:sldId id="1470" r:id="rId149"/>
    <p:sldId id="1382" r:id="rId150"/>
    <p:sldId id="1612" r:id="rId151"/>
    <p:sldId id="1614" r:id="rId152"/>
    <p:sldId id="1615" r:id="rId153"/>
    <p:sldId id="1616" r:id="rId154"/>
    <p:sldId id="1617" r:id="rId155"/>
    <p:sldId id="1618" r:id="rId156"/>
    <p:sldId id="1386" r:id="rId157"/>
    <p:sldId id="1387" r:id="rId158"/>
    <p:sldId id="1388" r:id="rId159"/>
    <p:sldId id="1339" r:id="rId160"/>
    <p:sldId id="1502" r:id="rId161"/>
    <p:sldId id="1392" r:id="rId162"/>
    <p:sldId id="1504" r:id="rId163"/>
    <p:sldId id="1538" r:id="rId164"/>
    <p:sldId id="1541" r:id="rId165"/>
    <p:sldId id="1540" r:id="rId166"/>
    <p:sldId id="1542" r:id="rId167"/>
    <p:sldId id="1543" r:id="rId168"/>
    <p:sldId id="1513" r:id="rId169"/>
    <p:sldId id="1546" r:id="rId170"/>
    <p:sldId id="1545" r:id="rId171"/>
    <p:sldId id="1548" r:id="rId172"/>
    <p:sldId id="1547" r:id="rId173"/>
    <p:sldId id="1544" r:id="rId174"/>
    <p:sldId id="1549" r:id="rId175"/>
    <p:sldId id="1550" r:id="rId176"/>
    <p:sldId id="1395" r:id="rId177"/>
  </p:sldIdLst>
  <p:sldSz cx="9144000" cy="6858000" type="screen4x3"/>
  <p:notesSz cx="6858000" cy="9144000"/>
  <p:defaultTextStyle>
    <a:defPPr>
      <a:defRPr lang="en-US"/>
    </a:defPPr>
    <a:lvl1pPr algn="l" rtl="0" eaLnBrk="0" fontAlgn="base" hangingPunct="0">
      <a:spcBef>
        <a:spcPct val="0"/>
      </a:spcBef>
      <a:spcAft>
        <a:spcPct val="0"/>
      </a:spcAft>
      <a:defRPr sz="3200" kern="1200">
        <a:solidFill>
          <a:srgbClr val="FF0000"/>
        </a:solidFill>
        <a:latin typeface="黑体" panose="02010609060101010101" pitchFamily="49" charset="-122"/>
        <a:ea typeface="黑体" panose="02010609060101010101" pitchFamily="49" charset="-122"/>
        <a:cs typeface="+mn-cs"/>
      </a:defRPr>
    </a:lvl1pPr>
    <a:lvl2pPr marL="457200" algn="l" rtl="0" eaLnBrk="0" fontAlgn="base" hangingPunct="0">
      <a:spcBef>
        <a:spcPct val="0"/>
      </a:spcBef>
      <a:spcAft>
        <a:spcPct val="0"/>
      </a:spcAft>
      <a:defRPr sz="3200" kern="1200">
        <a:solidFill>
          <a:srgbClr val="FF0000"/>
        </a:solidFill>
        <a:latin typeface="黑体" panose="02010609060101010101" pitchFamily="49" charset="-122"/>
        <a:ea typeface="黑体" panose="02010609060101010101" pitchFamily="49" charset="-122"/>
        <a:cs typeface="+mn-cs"/>
      </a:defRPr>
    </a:lvl2pPr>
    <a:lvl3pPr marL="914400" algn="l" rtl="0" eaLnBrk="0" fontAlgn="base" hangingPunct="0">
      <a:spcBef>
        <a:spcPct val="0"/>
      </a:spcBef>
      <a:spcAft>
        <a:spcPct val="0"/>
      </a:spcAft>
      <a:defRPr sz="3200" kern="1200">
        <a:solidFill>
          <a:srgbClr val="FF0000"/>
        </a:solidFill>
        <a:latin typeface="黑体" panose="02010609060101010101" pitchFamily="49" charset="-122"/>
        <a:ea typeface="黑体" panose="02010609060101010101" pitchFamily="49" charset="-122"/>
        <a:cs typeface="+mn-cs"/>
      </a:defRPr>
    </a:lvl3pPr>
    <a:lvl4pPr marL="1371600" algn="l" rtl="0" eaLnBrk="0" fontAlgn="base" hangingPunct="0">
      <a:spcBef>
        <a:spcPct val="0"/>
      </a:spcBef>
      <a:spcAft>
        <a:spcPct val="0"/>
      </a:spcAft>
      <a:defRPr sz="3200" kern="1200">
        <a:solidFill>
          <a:srgbClr val="FF0000"/>
        </a:solidFill>
        <a:latin typeface="黑体" panose="02010609060101010101" pitchFamily="49" charset="-122"/>
        <a:ea typeface="黑体" panose="02010609060101010101" pitchFamily="49" charset="-122"/>
        <a:cs typeface="+mn-cs"/>
      </a:defRPr>
    </a:lvl4pPr>
    <a:lvl5pPr marL="1828800" algn="l" rtl="0" eaLnBrk="0" fontAlgn="base" hangingPunct="0">
      <a:spcBef>
        <a:spcPct val="0"/>
      </a:spcBef>
      <a:spcAft>
        <a:spcPct val="0"/>
      </a:spcAft>
      <a:defRPr sz="3200" kern="1200">
        <a:solidFill>
          <a:srgbClr val="FF0000"/>
        </a:solidFill>
        <a:latin typeface="黑体" panose="02010609060101010101" pitchFamily="49" charset="-122"/>
        <a:ea typeface="黑体" panose="02010609060101010101" pitchFamily="49" charset="-122"/>
        <a:cs typeface="+mn-cs"/>
      </a:defRPr>
    </a:lvl5pPr>
    <a:lvl6pPr marL="2286000" algn="l" defTabSz="914400" rtl="0" eaLnBrk="1" latinLnBrk="0" hangingPunct="1">
      <a:defRPr sz="3200" kern="1200">
        <a:solidFill>
          <a:srgbClr val="FF0000"/>
        </a:solidFill>
        <a:latin typeface="黑体" panose="02010609060101010101" pitchFamily="49" charset="-122"/>
        <a:ea typeface="黑体" panose="02010609060101010101" pitchFamily="49" charset="-122"/>
        <a:cs typeface="+mn-cs"/>
      </a:defRPr>
    </a:lvl6pPr>
    <a:lvl7pPr marL="2743200" algn="l" defTabSz="914400" rtl="0" eaLnBrk="1" latinLnBrk="0" hangingPunct="1">
      <a:defRPr sz="3200" kern="1200">
        <a:solidFill>
          <a:srgbClr val="FF0000"/>
        </a:solidFill>
        <a:latin typeface="黑体" panose="02010609060101010101" pitchFamily="49" charset="-122"/>
        <a:ea typeface="黑体" panose="02010609060101010101" pitchFamily="49" charset="-122"/>
        <a:cs typeface="+mn-cs"/>
      </a:defRPr>
    </a:lvl7pPr>
    <a:lvl8pPr marL="3200400" algn="l" defTabSz="914400" rtl="0" eaLnBrk="1" latinLnBrk="0" hangingPunct="1">
      <a:defRPr sz="3200" kern="1200">
        <a:solidFill>
          <a:srgbClr val="FF0000"/>
        </a:solidFill>
        <a:latin typeface="黑体" panose="02010609060101010101" pitchFamily="49" charset="-122"/>
        <a:ea typeface="黑体" panose="02010609060101010101" pitchFamily="49" charset="-122"/>
        <a:cs typeface="+mn-cs"/>
      </a:defRPr>
    </a:lvl8pPr>
    <a:lvl9pPr marL="3657600" algn="l" defTabSz="914400" rtl="0" eaLnBrk="1" latinLnBrk="0" hangingPunct="1">
      <a:defRPr sz="3200" kern="1200">
        <a:solidFill>
          <a:srgbClr val="FF0000"/>
        </a:solidFill>
        <a:latin typeface="黑体" panose="02010609060101010101" pitchFamily="49" charset="-122"/>
        <a:ea typeface="黑体" panose="02010609060101010101" pitchFamily="49"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FFFF66"/>
    <a:srgbClr val="CC3300"/>
    <a:srgbClr val="008000"/>
    <a:srgbClr val="800080"/>
    <a:srgbClr val="FF0000"/>
    <a:srgbClr val="000000"/>
    <a:srgbClr val="99FF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466" autoAdjust="0"/>
    <p:restoredTop sz="95478" autoAdjust="0"/>
  </p:normalViewPr>
  <p:slideViewPr>
    <p:cSldViewPr>
      <p:cViewPr varScale="1">
        <p:scale>
          <a:sx n="87" d="100"/>
          <a:sy n="87" d="100"/>
        </p:scale>
        <p:origin x="1291" y="7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13734"/>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59" Type="http://schemas.openxmlformats.org/officeDocument/2006/relationships/slide" Target="slides/slide157.xml"/><Relationship Id="rId170" Type="http://schemas.openxmlformats.org/officeDocument/2006/relationships/slide" Target="slides/slide168.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149" Type="http://schemas.openxmlformats.org/officeDocument/2006/relationships/slide" Target="slides/slide147.xml"/><Relationship Id="rId5" Type="http://schemas.openxmlformats.org/officeDocument/2006/relationships/slide" Target="slides/slide3.xml"/><Relationship Id="rId95" Type="http://schemas.openxmlformats.org/officeDocument/2006/relationships/slide" Target="slides/slide93.xml"/><Relationship Id="rId160" Type="http://schemas.openxmlformats.org/officeDocument/2006/relationships/slide" Target="slides/slide158.xml"/><Relationship Id="rId181" Type="http://schemas.openxmlformats.org/officeDocument/2006/relationships/theme" Target="theme/theme1.xml"/><Relationship Id="rId22" Type="http://schemas.openxmlformats.org/officeDocument/2006/relationships/slide" Target="slides/slide20.xml"/><Relationship Id="rId43" Type="http://schemas.openxmlformats.org/officeDocument/2006/relationships/slide" Target="slides/slide41.xml"/><Relationship Id="rId64" Type="http://schemas.openxmlformats.org/officeDocument/2006/relationships/slide" Target="slides/slide62.xml"/><Relationship Id="rId118" Type="http://schemas.openxmlformats.org/officeDocument/2006/relationships/slide" Target="slides/slide116.xml"/><Relationship Id="rId139" Type="http://schemas.openxmlformats.org/officeDocument/2006/relationships/slide" Target="slides/slide137.xml"/><Relationship Id="rId85" Type="http://schemas.openxmlformats.org/officeDocument/2006/relationships/slide" Target="slides/slide83.xml"/><Relationship Id="rId150" Type="http://schemas.openxmlformats.org/officeDocument/2006/relationships/slide" Target="slides/slide148.xml"/><Relationship Id="rId171" Type="http://schemas.openxmlformats.org/officeDocument/2006/relationships/slide" Target="slides/slide169.xml"/><Relationship Id="rId12" Type="http://schemas.openxmlformats.org/officeDocument/2006/relationships/slide" Target="slides/slide10.xml"/><Relationship Id="rId33" Type="http://schemas.openxmlformats.org/officeDocument/2006/relationships/slide" Target="slides/slide31.xml"/><Relationship Id="rId108" Type="http://schemas.openxmlformats.org/officeDocument/2006/relationships/slide" Target="slides/slide106.xml"/><Relationship Id="rId129" Type="http://schemas.openxmlformats.org/officeDocument/2006/relationships/slide" Target="slides/slide127.xml"/><Relationship Id="rId54" Type="http://schemas.openxmlformats.org/officeDocument/2006/relationships/slide" Target="slides/slide52.xml"/><Relationship Id="rId75" Type="http://schemas.openxmlformats.org/officeDocument/2006/relationships/slide" Target="slides/slide73.xml"/><Relationship Id="rId96" Type="http://schemas.openxmlformats.org/officeDocument/2006/relationships/slide" Target="slides/slide94.xml"/><Relationship Id="rId140" Type="http://schemas.openxmlformats.org/officeDocument/2006/relationships/slide" Target="slides/slide138.xml"/><Relationship Id="rId161" Type="http://schemas.openxmlformats.org/officeDocument/2006/relationships/slide" Target="slides/slide159.xml"/><Relationship Id="rId182" Type="http://schemas.openxmlformats.org/officeDocument/2006/relationships/tableStyles" Target="tableStyles.xml"/><Relationship Id="rId6" Type="http://schemas.openxmlformats.org/officeDocument/2006/relationships/slide" Target="slides/slide4.xml"/><Relationship Id="rId23" Type="http://schemas.openxmlformats.org/officeDocument/2006/relationships/slide" Target="slides/slide21.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slide" Target="slides/slide128.xml"/><Relationship Id="rId135" Type="http://schemas.openxmlformats.org/officeDocument/2006/relationships/slide" Target="slides/slide133.xml"/><Relationship Id="rId151" Type="http://schemas.openxmlformats.org/officeDocument/2006/relationships/slide" Target="slides/slide149.xml"/><Relationship Id="rId156" Type="http://schemas.openxmlformats.org/officeDocument/2006/relationships/slide" Target="slides/slide154.xml"/><Relationship Id="rId177" Type="http://schemas.openxmlformats.org/officeDocument/2006/relationships/slide" Target="slides/slide175.xml"/><Relationship Id="rId172" Type="http://schemas.openxmlformats.org/officeDocument/2006/relationships/slide" Target="slides/slide170.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slide" Target="slides/slide139.xml"/><Relationship Id="rId146" Type="http://schemas.openxmlformats.org/officeDocument/2006/relationships/slide" Target="slides/slide144.xml"/><Relationship Id="rId167" Type="http://schemas.openxmlformats.org/officeDocument/2006/relationships/slide" Target="slides/slide165.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162" Type="http://schemas.openxmlformats.org/officeDocument/2006/relationships/slide" Target="slides/slide16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157" Type="http://schemas.openxmlformats.org/officeDocument/2006/relationships/slide" Target="slides/slide155.xml"/><Relationship Id="rId178" Type="http://schemas.openxmlformats.org/officeDocument/2006/relationships/notesMaster" Target="notesMasters/notesMaster1.xml"/><Relationship Id="rId61" Type="http://schemas.openxmlformats.org/officeDocument/2006/relationships/slide" Target="slides/slide59.xml"/><Relationship Id="rId82" Type="http://schemas.openxmlformats.org/officeDocument/2006/relationships/slide" Target="slides/slide80.xml"/><Relationship Id="rId152" Type="http://schemas.openxmlformats.org/officeDocument/2006/relationships/slide" Target="slides/slide150.xml"/><Relationship Id="rId173" Type="http://schemas.openxmlformats.org/officeDocument/2006/relationships/slide" Target="slides/slide171.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168" Type="http://schemas.openxmlformats.org/officeDocument/2006/relationships/slide" Target="slides/slide166.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163" Type="http://schemas.openxmlformats.org/officeDocument/2006/relationships/slide" Target="slides/slide161.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158" Type="http://schemas.openxmlformats.org/officeDocument/2006/relationships/slide" Target="slides/slide156.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3" Type="http://schemas.openxmlformats.org/officeDocument/2006/relationships/slide" Target="slides/slide151.xml"/><Relationship Id="rId174" Type="http://schemas.openxmlformats.org/officeDocument/2006/relationships/slide" Target="slides/slide172.xml"/><Relationship Id="rId179" Type="http://schemas.openxmlformats.org/officeDocument/2006/relationships/presProps" Target="presProps.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slide" Target="slides/slide141.xml"/><Relationship Id="rId148" Type="http://schemas.openxmlformats.org/officeDocument/2006/relationships/slide" Target="slides/slide146.xml"/><Relationship Id="rId164" Type="http://schemas.openxmlformats.org/officeDocument/2006/relationships/slide" Target="slides/slide162.xml"/><Relationship Id="rId169" Type="http://schemas.openxmlformats.org/officeDocument/2006/relationships/slide" Target="slides/slide167.xml"/><Relationship Id="rId4" Type="http://schemas.openxmlformats.org/officeDocument/2006/relationships/slide" Target="slides/slide2.xml"/><Relationship Id="rId9" Type="http://schemas.openxmlformats.org/officeDocument/2006/relationships/slide" Target="slides/slide7.xml"/><Relationship Id="rId180" Type="http://schemas.openxmlformats.org/officeDocument/2006/relationships/viewProps" Target="viewProps.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54" Type="http://schemas.openxmlformats.org/officeDocument/2006/relationships/slide" Target="slides/slide152.xml"/><Relationship Id="rId175" Type="http://schemas.openxmlformats.org/officeDocument/2006/relationships/slide" Target="slides/slide173.xml"/><Relationship Id="rId16" Type="http://schemas.openxmlformats.org/officeDocument/2006/relationships/slide" Target="slides/slide14.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slide" Target="slides/slide142.xml"/><Relationship Id="rId90" Type="http://schemas.openxmlformats.org/officeDocument/2006/relationships/slide" Target="slides/slide88.xml"/><Relationship Id="rId165" Type="http://schemas.openxmlformats.org/officeDocument/2006/relationships/slide" Target="slides/slide163.xml"/><Relationship Id="rId27" Type="http://schemas.openxmlformats.org/officeDocument/2006/relationships/slide" Target="slides/slide25.xml"/><Relationship Id="rId48" Type="http://schemas.openxmlformats.org/officeDocument/2006/relationships/slide" Target="slides/slide46.xml"/><Relationship Id="rId69" Type="http://schemas.openxmlformats.org/officeDocument/2006/relationships/slide" Target="slides/slide67.xml"/><Relationship Id="rId113" Type="http://schemas.openxmlformats.org/officeDocument/2006/relationships/slide" Target="slides/slide111.xml"/><Relationship Id="rId134" Type="http://schemas.openxmlformats.org/officeDocument/2006/relationships/slide" Target="slides/slide132.xml"/><Relationship Id="rId80" Type="http://schemas.openxmlformats.org/officeDocument/2006/relationships/slide" Target="slides/slide78.xml"/><Relationship Id="rId155" Type="http://schemas.openxmlformats.org/officeDocument/2006/relationships/slide" Target="slides/slide153.xml"/><Relationship Id="rId176" Type="http://schemas.openxmlformats.org/officeDocument/2006/relationships/slide" Target="slides/slide174.xml"/><Relationship Id="rId17" Type="http://schemas.openxmlformats.org/officeDocument/2006/relationships/slide" Target="slides/slide15.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24" Type="http://schemas.openxmlformats.org/officeDocument/2006/relationships/slide" Target="slides/slide122.xml"/><Relationship Id="rId70" Type="http://schemas.openxmlformats.org/officeDocument/2006/relationships/slide" Target="slides/slide68.xml"/><Relationship Id="rId91" Type="http://schemas.openxmlformats.org/officeDocument/2006/relationships/slide" Target="slides/slide89.xml"/><Relationship Id="rId145" Type="http://schemas.openxmlformats.org/officeDocument/2006/relationships/slide" Target="slides/slide143.xml"/><Relationship Id="rId166" Type="http://schemas.openxmlformats.org/officeDocument/2006/relationships/slide" Target="slides/slide164.xml"/><Relationship Id="rId1" Type="http://schemas.openxmlformats.org/officeDocument/2006/relationships/slideMaster" Target="slideMasters/slideMaster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7B0423B8-6B78-4E4C-8E83-8322C1273793}"/>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eaLnBrk="1" hangingPunct="1">
              <a:defRPr sz="1200">
                <a:solidFill>
                  <a:schemeClr val="tx1"/>
                </a:solidFill>
                <a:latin typeface="Arial" panose="020B0604020202020204" pitchFamily="34" charset="0"/>
                <a:ea typeface="宋体" panose="02010600030101010101" pitchFamily="2" charset="-122"/>
              </a:defRPr>
            </a:lvl1pPr>
          </a:lstStyle>
          <a:p>
            <a:pPr>
              <a:defRPr/>
            </a:pPr>
            <a:endParaRPr lang="zh-CN" altLang="en-US"/>
          </a:p>
        </p:txBody>
      </p:sp>
      <p:sp>
        <p:nvSpPr>
          <p:cNvPr id="15363" name="Rectangle 3">
            <a:extLst>
              <a:ext uri="{FF2B5EF4-FFF2-40B4-BE49-F238E27FC236}">
                <a16:creationId xmlns:a16="http://schemas.microsoft.com/office/drawing/2014/main" id="{A8918CC7-118A-4083-8466-BB4003B20D0A}"/>
              </a:ext>
            </a:extLst>
          </p:cNvPr>
          <p:cNvSpPr>
            <a:spLocks noGrp="1" noChangeArrowheads="1"/>
          </p:cNvSpPr>
          <p:nvPr>
            <p:ph type="dt" idx="1"/>
          </p:nvPr>
        </p:nvSpPr>
        <p:spPr bwMode="auto">
          <a:xfrm>
            <a:off x="3886200" y="0"/>
            <a:ext cx="2971800" cy="457200"/>
          </a:xfrm>
          <a:prstGeom prst="rect">
            <a:avLst/>
          </a:prstGeom>
          <a:noFill/>
          <a:ln>
            <a:noFill/>
          </a:ln>
          <a:effectLst/>
        </p:spPr>
        <p:txBody>
          <a:bodyPr vert="horz" wrap="square" lIns="91440" tIns="45720" rIns="91440" bIns="45720" numCol="1" anchor="t" anchorCtr="0" compatLnSpc="1"/>
          <a:lstStyle>
            <a:lvl1pPr algn="r" eaLnBrk="1" hangingPunct="1">
              <a:defRPr sz="1200">
                <a:solidFill>
                  <a:schemeClr val="tx1"/>
                </a:solidFill>
                <a:latin typeface="Arial" panose="020B0604020202020204" pitchFamily="34" charset="0"/>
                <a:ea typeface="宋体" panose="02010600030101010101" pitchFamily="2" charset="-122"/>
              </a:defRPr>
            </a:lvl1pPr>
          </a:lstStyle>
          <a:p>
            <a:pPr>
              <a:defRPr/>
            </a:pPr>
            <a:endParaRPr lang="en-US" altLang="zh-CN"/>
          </a:p>
        </p:txBody>
      </p:sp>
      <p:sp>
        <p:nvSpPr>
          <p:cNvPr id="15364" name="Rectangle 4">
            <a:extLst>
              <a:ext uri="{FF2B5EF4-FFF2-40B4-BE49-F238E27FC236}">
                <a16:creationId xmlns:a16="http://schemas.microsoft.com/office/drawing/2014/main" id="{3842FF7A-5E45-4A32-9579-0046FE6232D9}"/>
              </a:ext>
            </a:extLst>
          </p:cNvPr>
          <p:cNvSpPr>
            <a:spLocks noGrp="1" noRot="1" noChangeAspect="1" noChangeArrowheads="1" noTextEdit="1"/>
          </p:cNvSpPr>
          <p:nvPr>
            <p:ph type="sldImg" idx="4294967295"/>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365" name="Rectangle 5">
            <a:extLst>
              <a:ext uri="{FF2B5EF4-FFF2-40B4-BE49-F238E27FC236}">
                <a16:creationId xmlns:a16="http://schemas.microsoft.com/office/drawing/2014/main" id="{C7CEE60B-E4DE-4ED4-A335-513A7F7379D8}"/>
              </a:ext>
            </a:extLst>
          </p:cNvPr>
          <p:cNvSpPr>
            <a:spLocks noGrp="1" noChangeArrowheads="1"/>
          </p:cNvSpPr>
          <p:nvPr>
            <p:ph type="body" sz="quarter" idx="3"/>
          </p:nvPr>
        </p:nvSpPr>
        <p:spPr bwMode="auto">
          <a:xfrm>
            <a:off x="914400" y="4343400"/>
            <a:ext cx="5029200" cy="4114800"/>
          </a:xfrm>
          <a:prstGeom prst="rect">
            <a:avLst/>
          </a:prstGeom>
          <a:noFill/>
          <a:ln>
            <a:noFill/>
          </a:ln>
          <a:effectLst/>
        </p:spPr>
        <p:txBody>
          <a:bodyPr vert="horz" wrap="square" lIns="91440" tIns="45720" rIns="91440" bIns="45720" numCol="1" anchor="t"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5366" name="Rectangle 6">
            <a:extLst>
              <a:ext uri="{FF2B5EF4-FFF2-40B4-BE49-F238E27FC236}">
                <a16:creationId xmlns:a16="http://schemas.microsoft.com/office/drawing/2014/main" id="{63764E41-F3CF-4E6D-A23F-02E78C1D1A08}"/>
              </a:ext>
            </a:extLst>
          </p:cNvPr>
          <p:cNvSpPr>
            <a:spLocks noGrp="1" noChangeArrowheads="1"/>
          </p:cNvSpPr>
          <p:nvPr>
            <p:ph type="ftr" sz="quarter" idx="4"/>
          </p:nvPr>
        </p:nvSpPr>
        <p:spPr bwMode="auto">
          <a:xfrm>
            <a:off x="0" y="8686800"/>
            <a:ext cx="2971800" cy="457200"/>
          </a:xfrm>
          <a:prstGeom prst="rect">
            <a:avLst/>
          </a:prstGeom>
          <a:noFill/>
          <a:ln>
            <a:noFill/>
          </a:ln>
          <a:effectLst/>
        </p:spPr>
        <p:txBody>
          <a:bodyPr vert="horz" wrap="square" lIns="91440" tIns="45720" rIns="91440" bIns="45720" numCol="1" anchor="b" anchorCtr="0" compatLnSpc="1"/>
          <a:lstStyle>
            <a:lvl1pPr eaLnBrk="1" hangingPunct="1">
              <a:defRPr sz="1200">
                <a:solidFill>
                  <a:schemeClr val="tx1"/>
                </a:solidFill>
                <a:latin typeface="Arial" panose="020B0604020202020204" pitchFamily="34" charset="0"/>
                <a:ea typeface="宋体" panose="02010600030101010101" pitchFamily="2" charset="-122"/>
              </a:defRPr>
            </a:lvl1pPr>
          </a:lstStyle>
          <a:p>
            <a:pPr>
              <a:defRPr/>
            </a:pPr>
            <a:endParaRPr lang="en-US" altLang="zh-CN"/>
          </a:p>
        </p:txBody>
      </p:sp>
      <p:sp>
        <p:nvSpPr>
          <p:cNvPr id="15367" name="Rectangle 7">
            <a:extLst>
              <a:ext uri="{FF2B5EF4-FFF2-40B4-BE49-F238E27FC236}">
                <a16:creationId xmlns:a16="http://schemas.microsoft.com/office/drawing/2014/main" id="{450987D8-2762-4D01-840E-6590EADD511F}"/>
              </a:ext>
            </a:extLst>
          </p:cNvPr>
          <p:cNvSpPr>
            <a:spLocks noGrp="1" noChangeArrowheads="1"/>
          </p:cNvSpPr>
          <p:nvPr>
            <p:ph type="sldNum" sz="quarter" idx="5"/>
          </p:nvPr>
        </p:nvSpPr>
        <p:spPr bwMode="auto">
          <a:xfrm>
            <a:off x="3886200" y="8686800"/>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200" noProof="1">
                <a:solidFill>
                  <a:schemeClr val="tx1"/>
                </a:solidFill>
                <a:latin typeface="Arial" panose="020B0604020202020204" pitchFamily="34" charset="0"/>
                <a:ea typeface="宋体" panose="02010600030101010101" pitchFamily="2" charset="-122"/>
              </a:defRPr>
            </a:lvl1pPr>
          </a:lstStyle>
          <a:p>
            <a:pPr>
              <a:defRPr/>
            </a:pPr>
            <a:fld id="{009497B2-50B5-4ED3-B82E-E6EB8F5612C7}" type="slidenum">
              <a:rPr altLang="en-US"/>
              <a:pPr>
                <a:defRPr/>
              </a:pPr>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幻灯片图像占位符 1">
            <a:extLst>
              <a:ext uri="{FF2B5EF4-FFF2-40B4-BE49-F238E27FC236}">
                <a16:creationId xmlns:a16="http://schemas.microsoft.com/office/drawing/2014/main" id="{EFBFA5ED-4073-4A04-91C6-756BF6C91C04}"/>
              </a:ext>
            </a:extLst>
          </p:cNvPr>
          <p:cNvSpPr>
            <a:spLocks noGrp="1" noRot="1" noChangeAspect="1" noChangeArrowheads="1" noTextEdit="1"/>
          </p:cNvSpPr>
          <p:nvPr>
            <p:ph type="sldImg" idx="4294967295"/>
          </p:nvPr>
        </p:nvSpPr>
        <p:spPr>
          <a:ln/>
        </p:spPr>
      </p:sp>
      <p:sp>
        <p:nvSpPr>
          <p:cNvPr id="25603" name="文本占位符 2">
            <a:extLst>
              <a:ext uri="{FF2B5EF4-FFF2-40B4-BE49-F238E27FC236}">
                <a16:creationId xmlns:a16="http://schemas.microsoft.com/office/drawing/2014/main" id="{DF7C8FE6-2C85-444B-A4BC-51C4432170A6}"/>
              </a:ext>
            </a:extLst>
          </p:cNvPr>
          <p:cNvSpPr>
            <a:spLocks noGrp="1" noChangeArrowheads="1"/>
          </p:cNvSpPr>
          <p:nvPr>
            <p:ph type="body" idx="4294967295"/>
          </p:nvPr>
        </p:nvSpPr>
        <p:spPr/>
        <p:txBody>
          <a:bodyPr>
            <a:prstTxWarp prst="textNoShape">
              <a:avLst/>
            </a:prstTxWarp>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幻灯片图像占位符 1">
            <a:extLst>
              <a:ext uri="{FF2B5EF4-FFF2-40B4-BE49-F238E27FC236}">
                <a16:creationId xmlns:a16="http://schemas.microsoft.com/office/drawing/2014/main" id="{0B4BB5BE-27AA-4A5A-B64F-2F4265C32B4F}"/>
              </a:ext>
            </a:extLst>
          </p:cNvPr>
          <p:cNvSpPr>
            <a:spLocks noGrp="1" noRot="1" noChangeAspect="1" noChangeArrowheads="1" noTextEdit="1"/>
          </p:cNvSpPr>
          <p:nvPr>
            <p:ph type="sldImg" idx="4294967295"/>
          </p:nvPr>
        </p:nvSpPr>
        <p:spPr>
          <a:ln/>
        </p:spPr>
      </p:sp>
      <p:sp>
        <p:nvSpPr>
          <p:cNvPr id="67587" name="备注占位符 2">
            <a:extLst>
              <a:ext uri="{FF2B5EF4-FFF2-40B4-BE49-F238E27FC236}">
                <a16:creationId xmlns:a16="http://schemas.microsoft.com/office/drawing/2014/main" id="{77BEC507-0AF3-4550-B85B-9353A246D7BD}"/>
              </a:ext>
            </a:extLst>
          </p:cNvPr>
          <p:cNvSpPr>
            <a:spLocks noGrp="1" noChangeArrowheads="1"/>
          </p:cNvSpPr>
          <p:nvPr>
            <p:ph type="body" idx="4294967295"/>
          </p:nvPr>
        </p:nvSpPr>
        <p:spPr/>
        <p:txBody>
          <a:bodyPr>
            <a:prstTxWarp prst="textNoShape">
              <a:avLst/>
            </a:prstTxWarp>
          </a:bodyPr>
          <a:lstStyle/>
          <a:p>
            <a:endParaRPr lang="zh-CN" altLang="en-US"/>
          </a:p>
        </p:txBody>
      </p:sp>
      <p:sp>
        <p:nvSpPr>
          <p:cNvPr id="67588" name="灯片编号占位符 3">
            <a:extLst>
              <a:ext uri="{FF2B5EF4-FFF2-40B4-BE49-F238E27FC236}">
                <a16:creationId xmlns:a16="http://schemas.microsoft.com/office/drawing/2014/main" id="{6350F15C-A87F-48A3-9A64-3BA0A5E170F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8D25BE17-E91F-49DA-8611-5A8B59F1D987}" type="slidenum">
              <a:rPr altLang="en-US" sz="1200" smtClean="0">
                <a:solidFill>
                  <a:schemeClr val="tx1"/>
                </a:solidFill>
                <a:latin typeface="Arial" panose="020B0604020202020204" pitchFamily="34" charset="0"/>
                <a:ea typeface="宋体" panose="02010600030101010101" pitchFamily="2" charset="-122"/>
              </a:rPr>
              <a:pPr/>
              <a:t>49</a:t>
            </a:fld>
            <a:endParaRPr lang="zh-CN" altLang="en-US" sz="120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noProof="1"/>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noProof="1"/>
              <a:t>单击此处编辑母版副标题样式</a:t>
            </a:r>
          </a:p>
        </p:txBody>
      </p:sp>
      <p:sp>
        <p:nvSpPr>
          <p:cNvPr id="4" name="Rectangle 5">
            <a:extLst>
              <a:ext uri="{FF2B5EF4-FFF2-40B4-BE49-F238E27FC236}">
                <a16:creationId xmlns:a16="http://schemas.microsoft.com/office/drawing/2014/main" id="{FB8D86C6-48F5-4098-914F-9BBB679F62B7}"/>
              </a:ext>
            </a:extLst>
          </p:cNvPr>
          <p:cNvSpPr>
            <a:spLocks noGrp="1" noChangeArrowheads="1"/>
          </p:cNvSpPr>
          <p:nvPr>
            <p:ph type="dt" sz="half" idx="10"/>
          </p:nvPr>
        </p:nvSpPr>
        <p:spPr>
          <a:ln/>
        </p:spPr>
        <p:txBody>
          <a:bodyPr/>
          <a:lstStyle>
            <a:lvl1pPr>
              <a:defRPr/>
            </a:lvl1pPr>
          </a:lstStyle>
          <a:p>
            <a:pPr>
              <a:defRPr/>
            </a:pPr>
            <a:fld id="{331696A4-74F7-4C80-96F0-4EDDD7F2C958}" type="datetime1">
              <a:rPr lang="zh-CN" altLang="en-US"/>
              <a:pPr>
                <a:defRPr/>
              </a:pPr>
              <a:t>2020/9/7</a:t>
            </a:fld>
            <a:endParaRPr lang="en-US" altLang="zh-CN"/>
          </a:p>
        </p:txBody>
      </p:sp>
      <p:sp>
        <p:nvSpPr>
          <p:cNvPr id="5" name="Rectangle 6">
            <a:extLst>
              <a:ext uri="{FF2B5EF4-FFF2-40B4-BE49-F238E27FC236}">
                <a16:creationId xmlns:a16="http://schemas.microsoft.com/office/drawing/2014/main" id="{6BF34386-583F-484E-A87D-0B27BC120594}"/>
              </a:ext>
            </a:extLst>
          </p:cNvPr>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6" name="Rectangle 7">
            <a:extLst>
              <a:ext uri="{FF2B5EF4-FFF2-40B4-BE49-F238E27FC236}">
                <a16:creationId xmlns:a16="http://schemas.microsoft.com/office/drawing/2014/main" id="{3A58EC1A-F691-4EA9-A638-4BC2DF180A28}"/>
              </a:ext>
            </a:extLst>
          </p:cNvPr>
          <p:cNvSpPr>
            <a:spLocks noGrp="1" noChangeArrowheads="1"/>
          </p:cNvSpPr>
          <p:nvPr>
            <p:ph type="sldNum" sz="quarter" idx="12"/>
          </p:nvPr>
        </p:nvSpPr>
        <p:spPr>
          <a:ln/>
        </p:spPr>
        <p:txBody>
          <a:bodyPr/>
          <a:lstStyle>
            <a:lvl1pPr>
              <a:defRPr/>
            </a:lvl1pPr>
          </a:lstStyle>
          <a:p>
            <a:pPr>
              <a:defRPr/>
            </a:pPr>
            <a:r>
              <a:rPr lang="zh-CN" altLang="zh-CN"/>
              <a:t>50</a:t>
            </a:r>
            <a:r>
              <a:rPr lang="zh-CN" altLang="en-US"/>
              <a:t>－</a:t>
            </a:r>
            <a:fld id="{48569AFD-91F0-4479-A486-D048342BF0FD}" type="slidenum">
              <a:rPr altLang="zh-CN" smtClean="0"/>
              <a:pPr>
                <a:defRPr/>
              </a:pPr>
              <a:t>‹#›</a:t>
            </a:fld>
            <a:endParaRPr lang="zh-CN" altLang="zh-CN"/>
          </a:p>
        </p:txBody>
      </p:sp>
    </p:spTree>
    <p:extLst>
      <p:ext uri="{BB962C8B-B14F-4D97-AF65-F5344CB8AC3E}">
        <p14:creationId xmlns:p14="http://schemas.microsoft.com/office/powerpoint/2010/main" val="1994954306"/>
      </p:ext>
    </p:extLst>
  </p:cSld>
  <p:clrMapOvr>
    <a:masterClrMapping/>
  </p:clrMapOvr>
  <p:transition/>
  <p:hf sldNum="0" hdr="0" ft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5">
            <a:extLst>
              <a:ext uri="{FF2B5EF4-FFF2-40B4-BE49-F238E27FC236}">
                <a16:creationId xmlns:a16="http://schemas.microsoft.com/office/drawing/2014/main" id="{37BE4D92-2658-4061-9C53-1EA916DA4BFA}"/>
              </a:ext>
            </a:extLst>
          </p:cNvPr>
          <p:cNvSpPr>
            <a:spLocks noGrp="1" noChangeArrowheads="1"/>
          </p:cNvSpPr>
          <p:nvPr>
            <p:ph type="dt" sz="half" idx="10"/>
          </p:nvPr>
        </p:nvSpPr>
        <p:spPr/>
        <p:txBody>
          <a:bodyPr/>
          <a:lstStyle>
            <a:lvl1pPr>
              <a:defRPr/>
            </a:lvl1pPr>
          </a:lstStyle>
          <a:p>
            <a:pPr>
              <a:defRPr/>
            </a:pPr>
            <a:fld id="{B27C7EB9-9789-46C7-B818-1664C53FB712}" type="datetime1">
              <a:rPr lang="zh-CN" altLang="en-US"/>
              <a:pPr>
                <a:defRPr/>
              </a:pPr>
              <a:t>2020/9/7</a:t>
            </a:fld>
            <a:endParaRPr lang="en-US" altLang="zh-CN"/>
          </a:p>
        </p:txBody>
      </p:sp>
      <p:sp>
        <p:nvSpPr>
          <p:cNvPr id="5" name="Rectangle 6">
            <a:extLst>
              <a:ext uri="{FF2B5EF4-FFF2-40B4-BE49-F238E27FC236}">
                <a16:creationId xmlns:a16="http://schemas.microsoft.com/office/drawing/2014/main" id="{7D0C4092-9477-4E4D-B9DB-9446CEB8502F}"/>
              </a:ext>
            </a:extLst>
          </p:cNvPr>
          <p:cNvSpPr>
            <a:spLocks noGrp="1" noChangeArrowheads="1"/>
          </p:cNvSpPr>
          <p:nvPr>
            <p:ph type="ftr" sz="quarter" idx="11"/>
          </p:nvPr>
        </p:nvSpPr>
        <p:spPr/>
        <p:txBody>
          <a:bodyPr/>
          <a:lstStyle>
            <a:lvl1pPr>
              <a:defRPr/>
            </a:lvl1pPr>
          </a:lstStyle>
          <a:p>
            <a:pPr>
              <a:defRPr/>
            </a:pPr>
            <a:r>
              <a:rPr lang="zh-CN" altLang="en-US"/>
              <a:t>计算机应用技术研究所</a:t>
            </a:r>
          </a:p>
        </p:txBody>
      </p:sp>
      <p:sp>
        <p:nvSpPr>
          <p:cNvPr id="6" name="Rectangle 7">
            <a:extLst>
              <a:ext uri="{FF2B5EF4-FFF2-40B4-BE49-F238E27FC236}">
                <a16:creationId xmlns:a16="http://schemas.microsoft.com/office/drawing/2014/main" id="{19B91377-4393-4313-A469-CEC211C48641}"/>
              </a:ext>
            </a:extLst>
          </p:cNvPr>
          <p:cNvSpPr>
            <a:spLocks noGrp="1" noChangeArrowheads="1"/>
          </p:cNvSpPr>
          <p:nvPr>
            <p:ph type="sldNum" sz="quarter" idx="12"/>
          </p:nvPr>
        </p:nvSpPr>
        <p:spPr/>
        <p:txBody>
          <a:bodyPr/>
          <a:lstStyle>
            <a:lvl1pPr>
              <a:defRPr/>
            </a:lvl1pPr>
          </a:lstStyle>
          <a:p>
            <a:pPr>
              <a:defRPr/>
            </a:pPr>
            <a:r>
              <a:rPr lang="zh-CN" altLang="zh-CN"/>
              <a:t>50</a:t>
            </a:r>
            <a:r>
              <a:rPr lang="zh-CN" altLang="en-US"/>
              <a:t>－</a:t>
            </a:r>
            <a:fld id="{6FD5AF8C-0C71-43B1-BFB7-9C6D8EA71069}" type="slidenum">
              <a:rPr altLang="zh-CN" smtClean="0"/>
              <a:pPr>
                <a:defRPr/>
              </a:pPr>
              <a:t>‹#›</a:t>
            </a:fld>
            <a:endParaRPr lang="zh-CN" altLang="zh-CN"/>
          </a:p>
        </p:txBody>
      </p:sp>
    </p:spTree>
    <p:extLst>
      <p:ext uri="{BB962C8B-B14F-4D97-AF65-F5344CB8AC3E}">
        <p14:creationId xmlns:p14="http://schemas.microsoft.com/office/powerpoint/2010/main" val="3296475211"/>
      </p:ext>
    </p:extLst>
  </p:cSld>
  <p:clrMapOvr>
    <a:masterClrMapping/>
  </p:clrMapOvr>
  <p:transition spd="med">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noProof="1"/>
              <a:t>单击此处编辑母版文本样式</a:t>
            </a:r>
          </a:p>
        </p:txBody>
      </p:sp>
      <p:sp>
        <p:nvSpPr>
          <p:cNvPr id="4" name="Rectangle 5">
            <a:extLst>
              <a:ext uri="{FF2B5EF4-FFF2-40B4-BE49-F238E27FC236}">
                <a16:creationId xmlns:a16="http://schemas.microsoft.com/office/drawing/2014/main" id="{E6971584-45CE-401A-9737-406723396B8F}"/>
              </a:ext>
            </a:extLst>
          </p:cNvPr>
          <p:cNvSpPr>
            <a:spLocks noGrp="1" noChangeArrowheads="1"/>
          </p:cNvSpPr>
          <p:nvPr>
            <p:ph type="dt" sz="half" idx="10"/>
          </p:nvPr>
        </p:nvSpPr>
        <p:spPr/>
        <p:txBody>
          <a:bodyPr/>
          <a:lstStyle>
            <a:lvl1pPr>
              <a:defRPr/>
            </a:lvl1pPr>
          </a:lstStyle>
          <a:p>
            <a:pPr>
              <a:defRPr/>
            </a:pPr>
            <a:fld id="{0AA514E0-FC30-497D-BD91-A18D149AC183}" type="datetime1">
              <a:rPr lang="zh-CN" altLang="en-US"/>
              <a:pPr>
                <a:defRPr/>
              </a:pPr>
              <a:t>2020/9/7</a:t>
            </a:fld>
            <a:endParaRPr lang="en-US" altLang="zh-CN"/>
          </a:p>
        </p:txBody>
      </p:sp>
      <p:sp>
        <p:nvSpPr>
          <p:cNvPr id="5" name="Rectangle 6">
            <a:extLst>
              <a:ext uri="{FF2B5EF4-FFF2-40B4-BE49-F238E27FC236}">
                <a16:creationId xmlns:a16="http://schemas.microsoft.com/office/drawing/2014/main" id="{E679FBDB-35E0-4477-B705-D1BB21D68530}"/>
              </a:ext>
            </a:extLst>
          </p:cNvPr>
          <p:cNvSpPr>
            <a:spLocks noGrp="1" noChangeArrowheads="1"/>
          </p:cNvSpPr>
          <p:nvPr>
            <p:ph type="ftr" sz="quarter" idx="11"/>
          </p:nvPr>
        </p:nvSpPr>
        <p:spPr/>
        <p:txBody>
          <a:bodyPr/>
          <a:lstStyle>
            <a:lvl1pPr>
              <a:defRPr/>
            </a:lvl1pPr>
          </a:lstStyle>
          <a:p>
            <a:pPr>
              <a:defRPr/>
            </a:pPr>
            <a:r>
              <a:rPr lang="zh-CN" altLang="en-US"/>
              <a:t>计算机应用技术研究所</a:t>
            </a:r>
          </a:p>
        </p:txBody>
      </p:sp>
      <p:sp>
        <p:nvSpPr>
          <p:cNvPr id="6" name="Rectangle 7">
            <a:extLst>
              <a:ext uri="{FF2B5EF4-FFF2-40B4-BE49-F238E27FC236}">
                <a16:creationId xmlns:a16="http://schemas.microsoft.com/office/drawing/2014/main" id="{83E76676-3FB3-445D-878E-9BF54D0FB1C7}"/>
              </a:ext>
            </a:extLst>
          </p:cNvPr>
          <p:cNvSpPr>
            <a:spLocks noGrp="1" noChangeArrowheads="1"/>
          </p:cNvSpPr>
          <p:nvPr>
            <p:ph type="sldNum" sz="quarter" idx="12"/>
          </p:nvPr>
        </p:nvSpPr>
        <p:spPr/>
        <p:txBody>
          <a:bodyPr/>
          <a:lstStyle>
            <a:lvl1pPr>
              <a:defRPr/>
            </a:lvl1pPr>
          </a:lstStyle>
          <a:p>
            <a:pPr>
              <a:defRPr/>
            </a:pPr>
            <a:r>
              <a:rPr lang="zh-CN" altLang="zh-CN"/>
              <a:t>50</a:t>
            </a:r>
            <a:r>
              <a:rPr lang="zh-CN" altLang="en-US"/>
              <a:t>－</a:t>
            </a:r>
            <a:fld id="{46762B1D-AD6B-4049-9865-FC9A04F4FF2E}" type="slidenum">
              <a:rPr altLang="zh-CN" smtClean="0"/>
              <a:pPr>
                <a:defRPr/>
              </a:pPr>
              <a:t>‹#›</a:t>
            </a:fld>
            <a:endParaRPr lang="zh-CN" altLang="zh-CN"/>
          </a:p>
        </p:txBody>
      </p:sp>
    </p:spTree>
    <p:extLst>
      <p:ext uri="{BB962C8B-B14F-4D97-AF65-F5344CB8AC3E}">
        <p14:creationId xmlns:p14="http://schemas.microsoft.com/office/powerpoint/2010/main" val="3847764156"/>
      </p:ext>
    </p:extLst>
  </p:cSld>
  <p:clrMapOvr>
    <a:masterClrMapping/>
  </p:clrMapOvr>
  <p:transition spd="med">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684213" y="1989138"/>
            <a:ext cx="3810000" cy="41148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6613" y="1989138"/>
            <a:ext cx="3810000" cy="41148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5">
            <a:extLst>
              <a:ext uri="{FF2B5EF4-FFF2-40B4-BE49-F238E27FC236}">
                <a16:creationId xmlns:a16="http://schemas.microsoft.com/office/drawing/2014/main" id="{F9FF0D52-3AA4-4F73-B91F-D4C12E55E7FB}"/>
              </a:ext>
            </a:extLst>
          </p:cNvPr>
          <p:cNvSpPr>
            <a:spLocks noGrp="1" noChangeArrowheads="1"/>
          </p:cNvSpPr>
          <p:nvPr>
            <p:ph type="dt" sz="half" idx="10"/>
          </p:nvPr>
        </p:nvSpPr>
        <p:spPr/>
        <p:txBody>
          <a:bodyPr/>
          <a:lstStyle>
            <a:lvl1pPr>
              <a:defRPr/>
            </a:lvl1pPr>
          </a:lstStyle>
          <a:p>
            <a:pPr>
              <a:defRPr/>
            </a:pPr>
            <a:fld id="{C3797EF9-2F7C-4A0A-8DE1-D7A3EA3BAF1A}" type="datetime1">
              <a:rPr lang="zh-CN" altLang="en-US"/>
              <a:pPr>
                <a:defRPr/>
              </a:pPr>
              <a:t>2020/9/7</a:t>
            </a:fld>
            <a:endParaRPr lang="en-US" altLang="zh-CN"/>
          </a:p>
        </p:txBody>
      </p:sp>
      <p:sp>
        <p:nvSpPr>
          <p:cNvPr id="6" name="Rectangle 6">
            <a:extLst>
              <a:ext uri="{FF2B5EF4-FFF2-40B4-BE49-F238E27FC236}">
                <a16:creationId xmlns:a16="http://schemas.microsoft.com/office/drawing/2014/main" id="{32DA4AD3-F019-49C2-B4A3-920E7C46E305}"/>
              </a:ext>
            </a:extLst>
          </p:cNvPr>
          <p:cNvSpPr>
            <a:spLocks noGrp="1" noChangeArrowheads="1"/>
          </p:cNvSpPr>
          <p:nvPr>
            <p:ph type="ftr" sz="quarter" idx="11"/>
          </p:nvPr>
        </p:nvSpPr>
        <p:spPr/>
        <p:txBody>
          <a:bodyPr/>
          <a:lstStyle>
            <a:lvl1pPr>
              <a:defRPr/>
            </a:lvl1pPr>
          </a:lstStyle>
          <a:p>
            <a:pPr>
              <a:defRPr/>
            </a:pPr>
            <a:r>
              <a:rPr lang="zh-CN" altLang="en-US"/>
              <a:t>计算机应用技术研究所</a:t>
            </a:r>
          </a:p>
        </p:txBody>
      </p:sp>
      <p:sp>
        <p:nvSpPr>
          <p:cNvPr id="7" name="Rectangle 7">
            <a:extLst>
              <a:ext uri="{FF2B5EF4-FFF2-40B4-BE49-F238E27FC236}">
                <a16:creationId xmlns:a16="http://schemas.microsoft.com/office/drawing/2014/main" id="{2F717455-7F5A-4C1D-9593-6142932E6B2A}"/>
              </a:ext>
            </a:extLst>
          </p:cNvPr>
          <p:cNvSpPr>
            <a:spLocks noGrp="1" noChangeArrowheads="1"/>
          </p:cNvSpPr>
          <p:nvPr>
            <p:ph type="sldNum" sz="quarter" idx="12"/>
          </p:nvPr>
        </p:nvSpPr>
        <p:spPr/>
        <p:txBody>
          <a:bodyPr/>
          <a:lstStyle>
            <a:lvl1pPr>
              <a:defRPr/>
            </a:lvl1pPr>
          </a:lstStyle>
          <a:p>
            <a:pPr>
              <a:defRPr/>
            </a:pPr>
            <a:r>
              <a:rPr lang="zh-CN" altLang="zh-CN"/>
              <a:t>50</a:t>
            </a:r>
            <a:r>
              <a:rPr lang="zh-CN" altLang="en-US"/>
              <a:t>－</a:t>
            </a:r>
            <a:fld id="{6CCE24D5-35C8-4BF1-BB70-863C08C6C23A}" type="slidenum">
              <a:rPr altLang="zh-CN" smtClean="0"/>
              <a:pPr>
                <a:defRPr/>
              </a:pPr>
              <a:t>‹#›</a:t>
            </a:fld>
            <a:endParaRPr lang="zh-CN" altLang="zh-CN"/>
          </a:p>
        </p:txBody>
      </p:sp>
    </p:spTree>
    <p:extLst>
      <p:ext uri="{BB962C8B-B14F-4D97-AF65-F5344CB8AC3E}">
        <p14:creationId xmlns:p14="http://schemas.microsoft.com/office/powerpoint/2010/main" val="651113315"/>
      </p:ext>
    </p:extLst>
  </p:cSld>
  <p:clrMapOvr>
    <a:masterClrMapping/>
  </p:clrMapOvr>
  <p:transition spd="med">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noProof="1"/>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Rectangle 5">
            <a:extLst>
              <a:ext uri="{FF2B5EF4-FFF2-40B4-BE49-F238E27FC236}">
                <a16:creationId xmlns:a16="http://schemas.microsoft.com/office/drawing/2014/main" id="{1F311EAE-929F-4370-85AA-962545E51CB8}"/>
              </a:ext>
            </a:extLst>
          </p:cNvPr>
          <p:cNvSpPr>
            <a:spLocks noGrp="1" noChangeArrowheads="1"/>
          </p:cNvSpPr>
          <p:nvPr>
            <p:ph type="dt" sz="half" idx="10"/>
          </p:nvPr>
        </p:nvSpPr>
        <p:spPr/>
        <p:txBody>
          <a:bodyPr/>
          <a:lstStyle>
            <a:lvl1pPr>
              <a:defRPr/>
            </a:lvl1pPr>
          </a:lstStyle>
          <a:p>
            <a:pPr>
              <a:defRPr/>
            </a:pPr>
            <a:fld id="{AE55079D-6BDF-4722-97A4-55B0F3E08EFE}" type="datetime1">
              <a:rPr lang="zh-CN" altLang="en-US"/>
              <a:pPr>
                <a:defRPr/>
              </a:pPr>
              <a:t>2020/9/7</a:t>
            </a:fld>
            <a:endParaRPr lang="en-US" altLang="zh-CN"/>
          </a:p>
        </p:txBody>
      </p:sp>
      <p:sp>
        <p:nvSpPr>
          <p:cNvPr id="8" name="Rectangle 6">
            <a:extLst>
              <a:ext uri="{FF2B5EF4-FFF2-40B4-BE49-F238E27FC236}">
                <a16:creationId xmlns:a16="http://schemas.microsoft.com/office/drawing/2014/main" id="{C540C632-052D-4FF4-8E75-526343033F5D}"/>
              </a:ext>
            </a:extLst>
          </p:cNvPr>
          <p:cNvSpPr>
            <a:spLocks noGrp="1" noChangeArrowheads="1"/>
          </p:cNvSpPr>
          <p:nvPr>
            <p:ph type="ftr" sz="quarter" idx="11"/>
          </p:nvPr>
        </p:nvSpPr>
        <p:spPr/>
        <p:txBody>
          <a:bodyPr/>
          <a:lstStyle>
            <a:lvl1pPr>
              <a:defRPr/>
            </a:lvl1pPr>
          </a:lstStyle>
          <a:p>
            <a:pPr>
              <a:defRPr/>
            </a:pPr>
            <a:r>
              <a:rPr lang="zh-CN" altLang="en-US"/>
              <a:t>计算机应用技术研究所</a:t>
            </a:r>
          </a:p>
        </p:txBody>
      </p:sp>
      <p:sp>
        <p:nvSpPr>
          <p:cNvPr id="9" name="Rectangle 7">
            <a:extLst>
              <a:ext uri="{FF2B5EF4-FFF2-40B4-BE49-F238E27FC236}">
                <a16:creationId xmlns:a16="http://schemas.microsoft.com/office/drawing/2014/main" id="{05B9CD31-CFD2-4EC9-92C4-85A820993688}"/>
              </a:ext>
            </a:extLst>
          </p:cNvPr>
          <p:cNvSpPr>
            <a:spLocks noGrp="1" noChangeArrowheads="1"/>
          </p:cNvSpPr>
          <p:nvPr>
            <p:ph type="sldNum" sz="quarter" idx="12"/>
          </p:nvPr>
        </p:nvSpPr>
        <p:spPr/>
        <p:txBody>
          <a:bodyPr/>
          <a:lstStyle>
            <a:lvl1pPr>
              <a:defRPr/>
            </a:lvl1pPr>
          </a:lstStyle>
          <a:p>
            <a:pPr>
              <a:defRPr/>
            </a:pPr>
            <a:r>
              <a:rPr lang="zh-CN" altLang="zh-CN"/>
              <a:t>50</a:t>
            </a:r>
            <a:r>
              <a:rPr lang="zh-CN" altLang="en-US"/>
              <a:t>－</a:t>
            </a:r>
            <a:fld id="{19406223-3D36-47DD-BC32-8F67AC160E2D}" type="slidenum">
              <a:rPr altLang="zh-CN" smtClean="0"/>
              <a:pPr>
                <a:defRPr/>
              </a:pPr>
              <a:t>‹#›</a:t>
            </a:fld>
            <a:endParaRPr lang="zh-CN" altLang="zh-CN"/>
          </a:p>
        </p:txBody>
      </p:sp>
    </p:spTree>
    <p:extLst>
      <p:ext uri="{BB962C8B-B14F-4D97-AF65-F5344CB8AC3E}">
        <p14:creationId xmlns:p14="http://schemas.microsoft.com/office/powerpoint/2010/main" val="3766285270"/>
      </p:ext>
    </p:extLst>
  </p:cSld>
  <p:clrMapOvr>
    <a:masterClrMapping/>
  </p:clrMapOvr>
  <p:transition spd="med">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Rectangle 5">
            <a:extLst>
              <a:ext uri="{FF2B5EF4-FFF2-40B4-BE49-F238E27FC236}">
                <a16:creationId xmlns:a16="http://schemas.microsoft.com/office/drawing/2014/main" id="{A90CA996-E6DA-46BA-A914-838D8A9301C8}"/>
              </a:ext>
            </a:extLst>
          </p:cNvPr>
          <p:cNvSpPr>
            <a:spLocks noGrp="1" noChangeArrowheads="1"/>
          </p:cNvSpPr>
          <p:nvPr>
            <p:ph type="dt" sz="half" idx="10"/>
          </p:nvPr>
        </p:nvSpPr>
        <p:spPr/>
        <p:txBody>
          <a:bodyPr/>
          <a:lstStyle>
            <a:lvl1pPr>
              <a:defRPr/>
            </a:lvl1pPr>
          </a:lstStyle>
          <a:p>
            <a:pPr>
              <a:defRPr/>
            </a:pPr>
            <a:fld id="{E3327239-AB0A-4449-B127-C0720D87DF89}" type="datetime1">
              <a:rPr lang="zh-CN" altLang="en-US"/>
              <a:pPr>
                <a:defRPr/>
              </a:pPr>
              <a:t>2020/9/7</a:t>
            </a:fld>
            <a:endParaRPr lang="en-US" altLang="zh-CN"/>
          </a:p>
        </p:txBody>
      </p:sp>
      <p:sp>
        <p:nvSpPr>
          <p:cNvPr id="4" name="Rectangle 6">
            <a:extLst>
              <a:ext uri="{FF2B5EF4-FFF2-40B4-BE49-F238E27FC236}">
                <a16:creationId xmlns:a16="http://schemas.microsoft.com/office/drawing/2014/main" id="{4910DA82-F7BB-4304-80CC-6629B2FBE124}"/>
              </a:ext>
            </a:extLst>
          </p:cNvPr>
          <p:cNvSpPr>
            <a:spLocks noGrp="1" noChangeArrowheads="1"/>
          </p:cNvSpPr>
          <p:nvPr>
            <p:ph type="ftr" sz="quarter" idx="11"/>
          </p:nvPr>
        </p:nvSpPr>
        <p:spPr/>
        <p:txBody>
          <a:bodyPr/>
          <a:lstStyle>
            <a:lvl1pPr>
              <a:defRPr/>
            </a:lvl1pPr>
          </a:lstStyle>
          <a:p>
            <a:pPr>
              <a:defRPr/>
            </a:pPr>
            <a:r>
              <a:rPr lang="zh-CN" altLang="en-US"/>
              <a:t>计算机应用技术研究所</a:t>
            </a:r>
          </a:p>
        </p:txBody>
      </p:sp>
      <p:sp>
        <p:nvSpPr>
          <p:cNvPr id="5" name="Rectangle 7">
            <a:extLst>
              <a:ext uri="{FF2B5EF4-FFF2-40B4-BE49-F238E27FC236}">
                <a16:creationId xmlns:a16="http://schemas.microsoft.com/office/drawing/2014/main" id="{2F187C7C-22D9-46DA-B518-D285D7BB93CD}"/>
              </a:ext>
            </a:extLst>
          </p:cNvPr>
          <p:cNvSpPr>
            <a:spLocks noGrp="1" noChangeArrowheads="1"/>
          </p:cNvSpPr>
          <p:nvPr>
            <p:ph type="sldNum" sz="quarter" idx="12"/>
          </p:nvPr>
        </p:nvSpPr>
        <p:spPr/>
        <p:txBody>
          <a:bodyPr/>
          <a:lstStyle>
            <a:lvl1pPr>
              <a:defRPr/>
            </a:lvl1pPr>
          </a:lstStyle>
          <a:p>
            <a:pPr>
              <a:defRPr/>
            </a:pPr>
            <a:r>
              <a:rPr lang="zh-CN" altLang="zh-CN"/>
              <a:t>50</a:t>
            </a:r>
            <a:r>
              <a:rPr lang="zh-CN" altLang="en-US"/>
              <a:t>－</a:t>
            </a:r>
            <a:fld id="{21070FBD-38AB-4102-B9DA-C430B1BFE4D8}" type="slidenum">
              <a:rPr altLang="zh-CN" smtClean="0"/>
              <a:pPr>
                <a:defRPr/>
              </a:pPr>
              <a:t>‹#›</a:t>
            </a:fld>
            <a:endParaRPr lang="zh-CN" altLang="zh-CN"/>
          </a:p>
        </p:txBody>
      </p:sp>
    </p:spTree>
    <p:extLst>
      <p:ext uri="{BB962C8B-B14F-4D97-AF65-F5344CB8AC3E}">
        <p14:creationId xmlns:p14="http://schemas.microsoft.com/office/powerpoint/2010/main" val="2550151223"/>
      </p:ext>
    </p:extLst>
  </p:cSld>
  <p:clrMapOvr>
    <a:masterClrMapping/>
  </p:clrMapOvr>
  <p:transition spd="med">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5089A980-79E8-4EE6-900A-8E146ED69A71}"/>
              </a:ext>
            </a:extLst>
          </p:cNvPr>
          <p:cNvSpPr>
            <a:spLocks noGrp="1" noChangeArrowheads="1"/>
          </p:cNvSpPr>
          <p:nvPr>
            <p:ph type="dt" sz="half" idx="10"/>
          </p:nvPr>
        </p:nvSpPr>
        <p:spPr/>
        <p:txBody>
          <a:bodyPr/>
          <a:lstStyle>
            <a:lvl1pPr>
              <a:defRPr/>
            </a:lvl1pPr>
          </a:lstStyle>
          <a:p>
            <a:pPr>
              <a:defRPr/>
            </a:pPr>
            <a:fld id="{D31C5665-01D2-44C4-9C71-5D3FB19C3EA2}" type="datetime1">
              <a:rPr lang="zh-CN" altLang="en-US"/>
              <a:pPr>
                <a:defRPr/>
              </a:pPr>
              <a:t>2020/9/7</a:t>
            </a:fld>
            <a:endParaRPr lang="en-US" altLang="zh-CN"/>
          </a:p>
        </p:txBody>
      </p:sp>
      <p:sp>
        <p:nvSpPr>
          <p:cNvPr id="3" name="Rectangle 6">
            <a:extLst>
              <a:ext uri="{FF2B5EF4-FFF2-40B4-BE49-F238E27FC236}">
                <a16:creationId xmlns:a16="http://schemas.microsoft.com/office/drawing/2014/main" id="{AF02B836-09CA-4B61-8B3E-A13B532376A4}"/>
              </a:ext>
            </a:extLst>
          </p:cNvPr>
          <p:cNvSpPr>
            <a:spLocks noGrp="1" noChangeArrowheads="1"/>
          </p:cNvSpPr>
          <p:nvPr>
            <p:ph type="ftr" sz="quarter" idx="11"/>
          </p:nvPr>
        </p:nvSpPr>
        <p:spPr/>
        <p:txBody>
          <a:bodyPr/>
          <a:lstStyle>
            <a:lvl1pPr>
              <a:defRPr/>
            </a:lvl1pPr>
          </a:lstStyle>
          <a:p>
            <a:pPr>
              <a:defRPr/>
            </a:pPr>
            <a:r>
              <a:rPr lang="zh-CN" altLang="en-US"/>
              <a:t>计算机应用技术研究所</a:t>
            </a:r>
          </a:p>
        </p:txBody>
      </p:sp>
      <p:sp>
        <p:nvSpPr>
          <p:cNvPr id="4" name="Rectangle 7">
            <a:extLst>
              <a:ext uri="{FF2B5EF4-FFF2-40B4-BE49-F238E27FC236}">
                <a16:creationId xmlns:a16="http://schemas.microsoft.com/office/drawing/2014/main" id="{66779EFB-6F08-4CCB-8695-667FD9DDCB4B}"/>
              </a:ext>
            </a:extLst>
          </p:cNvPr>
          <p:cNvSpPr>
            <a:spLocks noGrp="1" noChangeArrowheads="1"/>
          </p:cNvSpPr>
          <p:nvPr>
            <p:ph type="sldNum" sz="quarter" idx="12"/>
          </p:nvPr>
        </p:nvSpPr>
        <p:spPr/>
        <p:txBody>
          <a:bodyPr/>
          <a:lstStyle>
            <a:lvl1pPr>
              <a:defRPr/>
            </a:lvl1pPr>
          </a:lstStyle>
          <a:p>
            <a:pPr>
              <a:defRPr/>
            </a:pPr>
            <a:r>
              <a:rPr lang="zh-CN" altLang="zh-CN"/>
              <a:t>50</a:t>
            </a:r>
            <a:r>
              <a:rPr lang="zh-CN" altLang="en-US"/>
              <a:t>－</a:t>
            </a:r>
            <a:fld id="{F5AACBBC-31DF-4CA0-B561-3BC56F87AA40}" type="slidenum">
              <a:rPr altLang="zh-CN" smtClean="0"/>
              <a:pPr>
                <a:defRPr/>
              </a:pPr>
              <a:t>‹#›</a:t>
            </a:fld>
            <a:endParaRPr lang="zh-CN" altLang="zh-CN"/>
          </a:p>
        </p:txBody>
      </p:sp>
    </p:spTree>
    <p:extLst>
      <p:ext uri="{BB962C8B-B14F-4D97-AF65-F5344CB8AC3E}">
        <p14:creationId xmlns:p14="http://schemas.microsoft.com/office/powerpoint/2010/main" val="3494402891"/>
      </p:ext>
    </p:extLst>
  </p:cSld>
  <p:clrMapOvr>
    <a:masterClrMapping/>
  </p:clrMapOvr>
  <p:transition spd="med">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noProof="1"/>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noProof="1"/>
              <a:t>单击此处编辑母版文本样式</a:t>
            </a:r>
          </a:p>
        </p:txBody>
      </p:sp>
      <p:sp>
        <p:nvSpPr>
          <p:cNvPr id="5" name="Rectangle 5">
            <a:extLst>
              <a:ext uri="{FF2B5EF4-FFF2-40B4-BE49-F238E27FC236}">
                <a16:creationId xmlns:a16="http://schemas.microsoft.com/office/drawing/2014/main" id="{8D59BE00-5DAA-45C4-A10C-73EC4442ED06}"/>
              </a:ext>
            </a:extLst>
          </p:cNvPr>
          <p:cNvSpPr>
            <a:spLocks noGrp="1" noChangeArrowheads="1"/>
          </p:cNvSpPr>
          <p:nvPr>
            <p:ph type="dt" sz="half" idx="10"/>
          </p:nvPr>
        </p:nvSpPr>
        <p:spPr/>
        <p:txBody>
          <a:bodyPr/>
          <a:lstStyle>
            <a:lvl1pPr>
              <a:defRPr/>
            </a:lvl1pPr>
          </a:lstStyle>
          <a:p>
            <a:pPr>
              <a:defRPr/>
            </a:pPr>
            <a:fld id="{5174ACDA-6297-4704-89CA-A9279BC9D273}" type="datetime1">
              <a:rPr lang="zh-CN" altLang="en-US"/>
              <a:pPr>
                <a:defRPr/>
              </a:pPr>
              <a:t>2020/9/7</a:t>
            </a:fld>
            <a:endParaRPr lang="en-US" altLang="zh-CN"/>
          </a:p>
        </p:txBody>
      </p:sp>
      <p:sp>
        <p:nvSpPr>
          <p:cNvPr id="6" name="Rectangle 6">
            <a:extLst>
              <a:ext uri="{FF2B5EF4-FFF2-40B4-BE49-F238E27FC236}">
                <a16:creationId xmlns:a16="http://schemas.microsoft.com/office/drawing/2014/main" id="{1A366C98-5C32-41FD-8460-808B35DABB2F}"/>
              </a:ext>
            </a:extLst>
          </p:cNvPr>
          <p:cNvSpPr>
            <a:spLocks noGrp="1" noChangeArrowheads="1"/>
          </p:cNvSpPr>
          <p:nvPr>
            <p:ph type="ftr" sz="quarter" idx="11"/>
          </p:nvPr>
        </p:nvSpPr>
        <p:spPr/>
        <p:txBody>
          <a:bodyPr/>
          <a:lstStyle>
            <a:lvl1pPr>
              <a:defRPr/>
            </a:lvl1pPr>
          </a:lstStyle>
          <a:p>
            <a:pPr>
              <a:defRPr/>
            </a:pPr>
            <a:r>
              <a:rPr lang="zh-CN" altLang="en-US"/>
              <a:t>计算机应用技术研究所</a:t>
            </a:r>
          </a:p>
        </p:txBody>
      </p:sp>
      <p:sp>
        <p:nvSpPr>
          <p:cNvPr id="7" name="Rectangle 7">
            <a:extLst>
              <a:ext uri="{FF2B5EF4-FFF2-40B4-BE49-F238E27FC236}">
                <a16:creationId xmlns:a16="http://schemas.microsoft.com/office/drawing/2014/main" id="{559DF6EC-DBDE-4A9F-9762-E2CE11AA9397}"/>
              </a:ext>
            </a:extLst>
          </p:cNvPr>
          <p:cNvSpPr>
            <a:spLocks noGrp="1" noChangeArrowheads="1"/>
          </p:cNvSpPr>
          <p:nvPr>
            <p:ph type="sldNum" sz="quarter" idx="12"/>
          </p:nvPr>
        </p:nvSpPr>
        <p:spPr/>
        <p:txBody>
          <a:bodyPr/>
          <a:lstStyle>
            <a:lvl1pPr>
              <a:defRPr/>
            </a:lvl1pPr>
          </a:lstStyle>
          <a:p>
            <a:pPr>
              <a:defRPr/>
            </a:pPr>
            <a:r>
              <a:rPr lang="zh-CN" altLang="zh-CN"/>
              <a:t>50</a:t>
            </a:r>
            <a:r>
              <a:rPr lang="zh-CN" altLang="en-US"/>
              <a:t>－</a:t>
            </a:r>
            <a:fld id="{B795DB8C-0379-42DC-BE80-087E939BA57B}" type="slidenum">
              <a:rPr altLang="zh-CN" smtClean="0"/>
              <a:pPr>
                <a:defRPr/>
              </a:pPr>
              <a:t>‹#›</a:t>
            </a:fld>
            <a:endParaRPr lang="zh-CN" altLang="zh-CN"/>
          </a:p>
        </p:txBody>
      </p:sp>
    </p:spTree>
    <p:extLst>
      <p:ext uri="{BB962C8B-B14F-4D97-AF65-F5344CB8AC3E}">
        <p14:creationId xmlns:p14="http://schemas.microsoft.com/office/powerpoint/2010/main" val="2001650634"/>
      </p:ext>
    </p:extLst>
  </p:cSld>
  <p:clrMapOvr>
    <a:masterClrMapping/>
  </p:clrMapOvr>
  <p:transition spd="med">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noProof="1"/>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noProof="1"/>
              <a:t>单击此处编辑母版文本样式</a:t>
            </a:r>
          </a:p>
        </p:txBody>
      </p:sp>
      <p:sp>
        <p:nvSpPr>
          <p:cNvPr id="5" name="Rectangle 5">
            <a:extLst>
              <a:ext uri="{FF2B5EF4-FFF2-40B4-BE49-F238E27FC236}">
                <a16:creationId xmlns:a16="http://schemas.microsoft.com/office/drawing/2014/main" id="{5BC15813-F2B4-4B39-8DAE-B9DB14A950E5}"/>
              </a:ext>
            </a:extLst>
          </p:cNvPr>
          <p:cNvSpPr>
            <a:spLocks noGrp="1" noChangeArrowheads="1"/>
          </p:cNvSpPr>
          <p:nvPr>
            <p:ph type="dt" sz="half" idx="10"/>
          </p:nvPr>
        </p:nvSpPr>
        <p:spPr/>
        <p:txBody>
          <a:bodyPr/>
          <a:lstStyle>
            <a:lvl1pPr>
              <a:defRPr/>
            </a:lvl1pPr>
          </a:lstStyle>
          <a:p>
            <a:pPr>
              <a:defRPr/>
            </a:pPr>
            <a:fld id="{7062DE07-B526-427B-BA62-66099022CD95}" type="datetime1">
              <a:rPr lang="zh-CN" altLang="en-US"/>
              <a:pPr>
                <a:defRPr/>
              </a:pPr>
              <a:t>2020/9/7</a:t>
            </a:fld>
            <a:endParaRPr lang="en-US" altLang="zh-CN"/>
          </a:p>
        </p:txBody>
      </p:sp>
      <p:sp>
        <p:nvSpPr>
          <p:cNvPr id="6" name="Rectangle 6">
            <a:extLst>
              <a:ext uri="{FF2B5EF4-FFF2-40B4-BE49-F238E27FC236}">
                <a16:creationId xmlns:a16="http://schemas.microsoft.com/office/drawing/2014/main" id="{5C671AE8-324F-45B7-B7D3-200E5CA85D97}"/>
              </a:ext>
            </a:extLst>
          </p:cNvPr>
          <p:cNvSpPr>
            <a:spLocks noGrp="1" noChangeArrowheads="1"/>
          </p:cNvSpPr>
          <p:nvPr>
            <p:ph type="ftr" sz="quarter" idx="11"/>
          </p:nvPr>
        </p:nvSpPr>
        <p:spPr/>
        <p:txBody>
          <a:bodyPr/>
          <a:lstStyle>
            <a:lvl1pPr>
              <a:defRPr/>
            </a:lvl1pPr>
          </a:lstStyle>
          <a:p>
            <a:pPr>
              <a:defRPr/>
            </a:pPr>
            <a:r>
              <a:rPr lang="zh-CN" altLang="en-US"/>
              <a:t>计算机应用技术研究所</a:t>
            </a:r>
          </a:p>
        </p:txBody>
      </p:sp>
      <p:sp>
        <p:nvSpPr>
          <p:cNvPr id="7" name="Rectangle 7">
            <a:extLst>
              <a:ext uri="{FF2B5EF4-FFF2-40B4-BE49-F238E27FC236}">
                <a16:creationId xmlns:a16="http://schemas.microsoft.com/office/drawing/2014/main" id="{688CB803-B2EC-46E2-AB0B-FCCC06BEDB96}"/>
              </a:ext>
            </a:extLst>
          </p:cNvPr>
          <p:cNvSpPr>
            <a:spLocks noGrp="1" noChangeArrowheads="1"/>
          </p:cNvSpPr>
          <p:nvPr>
            <p:ph type="sldNum" sz="quarter" idx="12"/>
          </p:nvPr>
        </p:nvSpPr>
        <p:spPr/>
        <p:txBody>
          <a:bodyPr/>
          <a:lstStyle>
            <a:lvl1pPr>
              <a:defRPr/>
            </a:lvl1pPr>
          </a:lstStyle>
          <a:p>
            <a:pPr>
              <a:defRPr/>
            </a:pPr>
            <a:r>
              <a:rPr lang="zh-CN" altLang="zh-CN"/>
              <a:t>50</a:t>
            </a:r>
            <a:r>
              <a:rPr lang="zh-CN" altLang="en-US"/>
              <a:t>－</a:t>
            </a:r>
            <a:fld id="{9039DFE1-3BA3-4FD7-9FE5-893BF1A326A4}" type="slidenum">
              <a:rPr altLang="zh-CN" smtClean="0"/>
              <a:pPr>
                <a:defRPr/>
              </a:pPr>
              <a:t>‹#›</a:t>
            </a:fld>
            <a:endParaRPr lang="zh-CN" altLang="zh-CN"/>
          </a:p>
        </p:txBody>
      </p:sp>
    </p:spTree>
    <p:extLst>
      <p:ext uri="{BB962C8B-B14F-4D97-AF65-F5344CB8AC3E}">
        <p14:creationId xmlns:p14="http://schemas.microsoft.com/office/powerpoint/2010/main" val="3026617384"/>
      </p:ext>
    </p:extLst>
  </p:cSld>
  <p:clrMapOvr>
    <a:masterClrMapping/>
  </p:clrMapOvr>
  <p:transition spd="med">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5">
            <a:extLst>
              <a:ext uri="{FF2B5EF4-FFF2-40B4-BE49-F238E27FC236}">
                <a16:creationId xmlns:a16="http://schemas.microsoft.com/office/drawing/2014/main" id="{CE39B618-F305-41B5-9220-9EBAB2ABF246}"/>
              </a:ext>
            </a:extLst>
          </p:cNvPr>
          <p:cNvSpPr>
            <a:spLocks noGrp="1" noChangeArrowheads="1"/>
          </p:cNvSpPr>
          <p:nvPr>
            <p:ph type="dt" sz="half" idx="10"/>
          </p:nvPr>
        </p:nvSpPr>
        <p:spPr/>
        <p:txBody>
          <a:bodyPr/>
          <a:lstStyle>
            <a:lvl1pPr>
              <a:defRPr/>
            </a:lvl1pPr>
          </a:lstStyle>
          <a:p>
            <a:pPr>
              <a:defRPr/>
            </a:pPr>
            <a:fld id="{71731743-AF70-44EF-BEDA-36098C8319E4}" type="datetime1">
              <a:rPr lang="zh-CN" altLang="en-US"/>
              <a:pPr>
                <a:defRPr/>
              </a:pPr>
              <a:t>2020/9/7</a:t>
            </a:fld>
            <a:endParaRPr lang="en-US" altLang="zh-CN"/>
          </a:p>
        </p:txBody>
      </p:sp>
      <p:sp>
        <p:nvSpPr>
          <p:cNvPr id="5" name="Rectangle 6">
            <a:extLst>
              <a:ext uri="{FF2B5EF4-FFF2-40B4-BE49-F238E27FC236}">
                <a16:creationId xmlns:a16="http://schemas.microsoft.com/office/drawing/2014/main" id="{4A41BB52-789E-470A-AB35-A298EA81FF13}"/>
              </a:ext>
            </a:extLst>
          </p:cNvPr>
          <p:cNvSpPr>
            <a:spLocks noGrp="1" noChangeArrowheads="1"/>
          </p:cNvSpPr>
          <p:nvPr>
            <p:ph type="ftr" sz="quarter" idx="11"/>
          </p:nvPr>
        </p:nvSpPr>
        <p:spPr/>
        <p:txBody>
          <a:bodyPr/>
          <a:lstStyle>
            <a:lvl1pPr>
              <a:defRPr/>
            </a:lvl1pPr>
          </a:lstStyle>
          <a:p>
            <a:pPr>
              <a:defRPr/>
            </a:pPr>
            <a:r>
              <a:rPr lang="zh-CN" altLang="en-US"/>
              <a:t>计算机应用技术研究所</a:t>
            </a:r>
          </a:p>
        </p:txBody>
      </p:sp>
      <p:sp>
        <p:nvSpPr>
          <p:cNvPr id="6" name="Rectangle 7">
            <a:extLst>
              <a:ext uri="{FF2B5EF4-FFF2-40B4-BE49-F238E27FC236}">
                <a16:creationId xmlns:a16="http://schemas.microsoft.com/office/drawing/2014/main" id="{9F6DFFB2-B38F-459E-812A-8FD2CA067B0C}"/>
              </a:ext>
            </a:extLst>
          </p:cNvPr>
          <p:cNvSpPr>
            <a:spLocks noGrp="1" noChangeArrowheads="1"/>
          </p:cNvSpPr>
          <p:nvPr>
            <p:ph type="sldNum" sz="quarter" idx="12"/>
          </p:nvPr>
        </p:nvSpPr>
        <p:spPr/>
        <p:txBody>
          <a:bodyPr/>
          <a:lstStyle>
            <a:lvl1pPr>
              <a:defRPr/>
            </a:lvl1pPr>
          </a:lstStyle>
          <a:p>
            <a:pPr>
              <a:defRPr/>
            </a:pPr>
            <a:r>
              <a:rPr lang="zh-CN" altLang="zh-CN"/>
              <a:t>50</a:t>
            </a:r>
            <a:r>
              <a:rPr lang="zh-CN" altLang="en-US"/>
              <a:t>－</a:t>
            </a:r>
            <a:fld id="{BD40EFCE-5A9F-4EDF-BB24-EEF75242B48E}" type="slidenum">
              <a:rPr altLang="zh-CN" smtClean="0"/>
              <a:pPr>
                <a:defRPr/>
              </a:pPr>
              <a:t>‹#›</a:t>
            </a:fld>
            <a:endParaRPr lang="zh-CN" altLang="zh-CN"/>
          </a:p>
        </p:txBody>
      </p:sp>
    </p:spTree>
    <p:extLst>
      <p:ext uri="{BB962C8B-B14F-4D97-AF65-F5344CB8AC3E}">
        <p14:creationId xmlns:p14="http://schemas.microsoft.com/office/powerpoint/2010/main" val="3618216191"/>
      </p:ext>
    </p:extLst>
  </p:cSld>
  <p:clrMapOvr>
    <a:masterClrMapping/>
  </p:clrMapOvr>
  <p:transition spd="med">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94338"/>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684213" y="609600"/>
            <a:ext cx="5678487" cy="5494338"/>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5">
            <a:extLst>
              <a:ext uri="{FF2B5EF4-FFF2-40B4-BE49-F238E27FC236}">
                <a16:creationId xmlns:a16="http://schemas.microsoft.com/office/drawing/2014/main" id="{E54D1F55-C6FA-4807-875B-80A0F06131F2}"/>
              </a:ext>
            </a:extLst>
          </p:cNvPr>
          <p:cNvSpPr>
            <a:spLocks noGrp="1" noChangeArrowheads="1"/>
          </p:cNvSpPr>
          <p:nvPr>
            <p:ph type="dt" sz="half" idx="10"/>
          </p:nvPr>
        </p:nvSpPr>
        <p:spPr>
          <a:ln/>
        </p:spPr>
        <p:txBody>
          <a:bodyPr/>
          <a:lstStyle>
            <a:lvl1pPr>
              <a:defRPr/>
            </a:lvl1pPr>
          </a:lstStyle>
          <a:p>
            <a:pPr>
              <a:defRPr/>
            </a:pPr>
            <a:fld id="{99123F0F-ABC5-4717-8626-2868C8AA9E77}" type="datetime1">
              <a:rPr lang="zh-CN" altLang="en-US"/>
              <a:pPr>
                <a:defRPr/>
              </a:pPr>
              <a:t>2020/9/7</a:t>
            </a:fld>
            <a:endParaRPr lang="en-US" altLang="zh-CN"/>
          </a:p>
        </p:txBody>
      </p:sp>
      <p:sp>
        <p:nvSpPr>
          <p:cNvPr id="5" name="Rectangle 6">
            <a:extLst>
              <a:ext uri="{FF2B5EF4-FFF2-40B4-BE49-F238E27FC236}">
                <a16:creationId xmlns:a16="http://schemas.microsoft.com/office/drawing/2014/main" id="{49FCAA27-D6B7-4345-9658-88156B505891}"/>
              </a:ext>
            </a:extLst>
          </p:cNvPr>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6" name="Rectangle 7">
            <a:extLst>
              <a:ext uri="{FF2B5EF4-FFF2-40B4-BE49-F238E27FC236}">
                <a16:creationId xmlns:a16="http://schemas.microsoft.com/office/drawing/2014/main" id="{1CF50BA8-2B40-4C77-9552-11E9944698E4}"/>
              </a:ext>
            </a:extLst>
          </p:cNvPr>
          <p:cNvSpPr>
            <a:spLocks noGrp="1" noChangeArrowheads="1"/>
          </p:cNvSpPr>
          <p:nvPr>
            <p:ph type="sldNum" sz="quarter" idx="12"/>
          </p:nvPr>
        </p:nvSpPr>
        <p:spPr>
          <a:ln/>
        </p:spPr>
        <p:txBody>
          <a:bodyPr/>
          <a:lstStyle>
            <a:lvl1pPr>
              <a:defRPr/>
            </a:lvl1pPr>
          </a:lstStyle>
          <a:p>
            <a:pPr>
              <a:defRPr/>
            </a:pPr>
            <a:r>
              <a:rPr lang="zh-CN" altLang="zh-CN"/>
              <a:t>50</a:t>
            </a:r>
            <a:r>
              <a:rPr lang="zh-CN" altLang="en-US"/>
              <a:t>－</a:t>
            </a:r>
            <a:fld id="{F2EFC33B-E9FA-4A83-83B1-A0DAACC33BB2}" type="slidenum">
              <a:rPr altLang="zh-CN" smtClean="0"/>
              <a:pPr>
                <a:defRPr/>
              </a:pPr>
              <a:t>‹#›</a:t>
            </a:fld>
            <a:endParaRPr lang="zh-CN" altLang="zh-CN"/>
          </a:p>
        </p:txBody>
      </p:sp>
    </p:spTree>
    <p:extLst>
      <p:ext uri="{BB962C8B-B14F-4D97-AF65-F5344CB8AC3E}">
        <p14:creationId xmlns:p14="http://schemas.microsoft.com/office/powerpoint/2010/main" val="1435906804"/>
      </p:ext>
    </p:extLst>
  </p:cSld>
  <p:clrMapOvr>
    <a:masterClrMapping/>
  </p:clrMapOvr>
  <p:transition/>
  <p:hf sldNum="0" hdr="0" ftr="0"/>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4213" y="609600"/>
            <a:ext cx="7773987" cy="549433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3" name="Rectangle 5">
            <a:extLst>
              <a:ext uri="{FF2B5EF4-FFF2-40B4-BE49-F238E27FC236}">
                <a16:creationId xmlns:a16="http://schemas.microsoft.com/office/drawing/2014/main" id="{7ACFA3E7-ABFD-4042-B2D5-12A3D9C22117}"/>
              </a:ext>
            </a:extLst>
          </p:cNvPr>
          <p:cNvSpPr>
            <a:spLocks noGrp="1" noChangeArrowheads="1"/>
          </p:cNvSpPr>
          <p:nvPr>
            <p:ph type="dt" sz="half" idx="10"/>
          </p:nvPr>
        </p:nvSpPr>
        <p:spPr/>
        <p:txBody>
          <a:bodyPr/>
          <a:lstStyle>
            <a:lvl1pPr>
              <a:defRPr/>
            </a:lvl1pPr>
          </a:lstStyle>
          <a:p>
            <a:pPr>
              <a:defRPr/>
            </a:pPr>
            <a:fld id="{44FF8C1D-DA7B-47EF-9332-736665DD03B2}" type="datetime1">
              <a:rPr lang="zh-CN" altLang="en-US"/>
              <a:pPr>
                <a:defRPr/>
              </a:pPr>
              <a:t>2020/9/7</a:t>
            </a:fld>
            <a:endParaRPr lang="en-US" altLang="zh-CN"/>
          </a:p>
        </p:txBody>
      </p:sp>
      <p:sp>
        <p:nvSpPr>
          <p:cNvPr id="4" name="Rectangle 6">
            <a:extLst>
              <a:ext uri="{FF2B5EF4-FFF2-40B4-BE49-F238E27FC236}">
                <a16:creationId xmlns:a16="http://schemas.microsoft.com/office/drawing/2014/main" id="{E737397B-5F9A-440A-8758-37FAB6D73724}"/>
              </a:ext>
            </a:extLst>
          </p:cNvPr>
          <p:cNvSpPr>
            <a:spLocks noGrp="1" noChangeArrowheads="1"/>
          </p:cNvSpPr>
          <p:nvPr>
            <p:ph type="ftr" sz="quarter" idx="11"/>
          </p:nvPr>
        </p:nvSpPr>
        <p:spPr/>
        <p:txBody>
          <a:bodyPr/>
          <a:lstStyle>
            <a:lvl1pPr>
              <a:defRPr/>
            </a:lvl1pPr>
          </a:lstStyle>
          <a:p>
            <a:pPr>
              <a:defRPr/>
            </a:pPr>
            <a:r>
              <a:rPr lang="zh-CN" altLang="en-US"/>
              <a:t>计算机应用技术研究所</a:t>
            </a:r>
          </a:p>
        </p:txBody>
      </p:sp>
      <p:sp>
        <p:nvSpPr>
          <p:cNvPr id="5" name="Rectangle 7">
            <a:extLst>
              <a:ext uri="{FF2B5EF4-FFF2-40B4-BE49-F238E27FC236}">
                <a16:creationId xmlns:a16="http://schemas.microsoft.com/office/drawing/2014/main" id="{03C0B07E-E9FA-4F43-A012-B99AAFDE6C48}"/>
              </a:ext>
            </a:extLst>
          </p:cNvPr>
          <p:cNvSpPr>
            <a:spLocks noGrp="1" noChangeArrowheads="1"/>
          </p:cNvSpPr>
          <p:nvPr>
            <p:ph type="sldNum" sz="quarter" idx="12"/>
          </p:nvPr>
        </p:nvSpPr>
        <p:spPr/>
        <p:txBody>
          <a:bodyPr/>
          <a:lstStyle>
            <a:lvl1pPr>
              <a:defRPr/>
            </a:lvl1pPr>
          </a:lstStyle>
          <a:p>
            <a:pPr>
              <a:defRPr/>
            </a:pPr>
            <a:r>
              <a:rPr lang="zh-CN" altLang="zh-CN"/>
              <a:t>50</a:t>
            </a:r>
            <a:r>
              <a:rPr lang="zh-CN" altLang="en-US"/>
              <a:t>－</a:t>
            </a:r>
            <a:fld id="{7A9D3CBD-AF26-41F9-B668-E6AE01C5572F}" type="slidenum">
              <a:rPr altLang="zh-CN" smtClean="0"/>
              <a:pPr>
                <a:defRPr/>
              </a:pPr>
              <a:t>‹#›</a:t>
            </a:fld>
            <a:endParaRPr lang="zh-CN" altLang="zh-CN"/>
          </a:p>
        </p:txBody>
      </p:sp>
    </p:spTree>
    <p:extLst>
      <p:ext uri="{BB962C8B-B14F-4D97-AF65-F5344CB8AC3E}">
        <p14:creationId xmlns:p14="http://schemas.microsoft.com/office/powerpoint/2010/main" val="4053629148"/>
      </p:ext>
    </p:extLst>
  </p:cSld>
  <p:clrMapOvr>
    <a:masterClrMapping/>
  </p:clrMapOvr>
  <p:transition spd="med">
    <p:wipe dir="r"/>
  </p:transition>
  <p:hf sldNum="0" hdr="0" ftr="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showMasterPhAnim="0" type="title">
  <p:cSld name="1_标题幻灯片">
    <p:spTree>
      <p:nvGrpSpPr>
        <p:cNvPr id="1" name=""/>
        <p:cNvGrpSpPr/>
        <p:nvPr/>
      </p:nvGrpSpPr>
      <p:grpSpPr>
        <a:xfrm>
          <a:off x="0" y="0"/>
          <a:ext cx="0" cy="0"/>
          <a:chOff x="0" y="0"/>
          <a:chExt cx="0" cy="0"/>
        </a:xfrm>
      </p:grpSpPr>
      <p:sp>
        <p:nvSpPr>
          <p:cNvPr id="293892" name="Rectangle 4"/>
          <p:cNvSpPr>
            <a:spLocks noGrp="1" noChangeArrowheads="1"/>
          </p:cNvSpPr>
          <p:nvPr>
            <p:ph type="ctrTitle"/>
          </p:nvPr>
        </p:nvSpPr>
        <p:spPr>
          <a:xfrm>
            <a:off x="1066800" y="692150"/>
            <a:ext cx="7696200" cy="1524000"/>
          </a:xfrm>
        </p:spPr>
        <p:txBody>
          <a:bodyPr tIns="0" bIns="0" anchor="b"/>
          <a:lstStyle>
            <a:lvl1pPr>
              <a:lnSpc>
                <a:spcPct val="85000"/>
              </a:lnSpc>
              <a:defRPr sz="5800">
                <a:solidFill>
                  <a:schemeClr val="tx2"/>
                </a:solidFill>
              </a:defRPr>
            </a:lvl1pPr>
          </a:lstStyle>
          <a:p>
            <a:pPr lvl="0"/>
            <a:r>
              <a:rPr lang="zh-CN" altLang="en-US" noProof="0"/>
              <a:t>单击此处编辑母版标题样式</a:t>
            </a:r>
            <a:endParaRPr lang="en-US" altLang="en-US" noProof="0"/>
          </a:p>
        </p:txBody>
      </p:sp>
    </p:spTree>
    <p:extLst>
      <p:ext uri="{BB962C8B-B14F-4D97-AF65-F5344CB8AC3E}">
        <p14:creationId xmlns:p14="http://schemas.microsoft.com/office/powerpoint/2010/main" val="4169575054"/>
      </p:ext>
    </p:extLst>
  </p:cSld>
  <p:clrMapOvr>
    <a:masterClrMapping/>
  </p:clrMapOvr>
  <p:transition spd="med">
    <p:wipe dir="r"/>
  </p:transition>
  <p:hf sldNum="0" hdr="0" ftr="0"/>
</p:sldLayout>
</file>

<file path=ppt/slideLayouts/slideLayout14.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11188" y="696913"/>
            <a:ext cx="8064500" cy="923925"/>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611188" y="1795463"/>
            <a:ext cx="3956050" cy="458628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quarter" idx="2"/>
          </p:nvPr>
        </p:nvSpPr>
        <p:spPr>
          <a:xfrm>
            <a:off x="4719638" y="1795463"/>
            <a:ext cx="3956050" cy="221615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内容占位符 4"/>
          <p:cNvSpPr>
            <a:spLocks noGrp="1"/>
          </p:cNvSpPr>
          <p:nvPr>
            <p:ph sz="quarter" idx="3"/>
          </p:nvPr>
        </p:nvSpPr>
        <p:spPr>
          <a:xfrm>
            <a:off x="4719638" y="4164013"/>
            <a:ext cx="3956050" cy="221773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日期占位符 5">
            <a:extLst>
              <a:ext uri="{FF2B5EF4-FFF2-40B4-BE49-F238E27FC236}">
                <a16:creationId xmlns:a16="http://schemas.microsoft.com/office/drawing/2014/main" id="{46F1A4C8-B423-4E89-840F-E5ECF15F943A}"/>
              </a:ext>
            </a:extLst>
          </p:cNvPr>
          <p:cNvSpPr>
            <a:spLocks noGrp="1"/>
          </p:cNvSpPr>
          <p:nvPr>
            <p:ph type="dt" sz="half" idx="10"/>
          </p:nvPr>
        </p:nvSpPr>
        <p:spPr>
          <a:xfrm>
            <a:off x="250825" y="6405563"/>
            <a:ext cx="1512888" cy="336550"/>
          </a:xfrm>
        </p:spPr>
        <p:txBody>
          <a:bodyPr/>
          <a:lstStyle>
            <a:lvl1pPr>
              <a:defRPr/>
            </a:lvl1pPr>
          </a:lstStyle>
          <a:p>
            <a:pPr>
              <a:defRPr/>
            </a:pPr>
            <a:fld id="{8C8AEAA3-5ADE-4094-BEAF-19B5922AFF36}" type="datetime1">
              <a:rPr lang="zh-CN" altLang="en-US"/>
              <a:pPr>
                <a:defRPr/>
              </a:pPr>
              <a:t>2020/9/7</a:t>
            </a:fld>
            <a:endParaRPr lang="en-US" altLang="zh-CN"/>
          </a:p>
        </p:txBody>
      </p:sp>
      <p:sp>
        <p:nvSpPr>
          <p:cNvPr id="7" name="灯片编号占位符 6">
            <a:extLst>
              <a:ext uri="{FF2B5EF4-FFF2-40B4-BE49-F238E27FC236}">
                <a16:creationId xmlns:a16="http://schemas.microsoft.com/office/drawing/2014/main" id="{79BF618E-547D-4546-94E0-49916D3099B2}"/>
              </a:ext>
            </a:extLst>
          </p:cNvPr>
          <p:cNvSpPr>
            <a:spLocks noGrp="1"/>
          </p:cNvSpPr>
          <p:nvPr>
            <p:ph type="sldNum" sz="quarter" idx="11"/>
          </p:nvPr>
        </p:nvSpPr>
        <p:spPr>
          <a:xfrm>
            <a:off x="7947025" y="6405563"/>
            <a:ext cx="1162050" cy="336550"/>
          </a:xfrm>
        </p:spPr>
        <p:txBody>
          <a:bodyPr/>
          <a:lstStyle>
            <a:lvl1pPr>
              <a:defRPr/>
            </a:lvl1pPr>
          </a:lstStyle>
          <a:p>
            <a:pPr>
              <a:defRPr/>
            </a:pPr>
            <a:r>
              <a:rPr lang="zh-CN" altLang="zh-CN"/>
              <a:t>50</a:t>
            </a:r>
            <a:r>
              <a:rPr lang="zh-CN" altLang="en-US"/>
              <a:t>－</a:t>
            </a:r>
            <a:fld id="{D1596255-AD73-433A-8EAB-24753107A8D7}" type="slidenum">
              <a:rPr altLang="zh-CN" smtClean="0"/>
              <a:pPr>
                <a:defRPr/>
              </a:pPr>
              <a:t>‹#›</a:t>
            </a:fld>
            <a:endParaRPr lang="zh-CN" altLang="zh-CN"/>
          </a:p>
        </p:txBody>
      </p:sp>
      <p:sp>
        <p:nvSpPr>
          <p:cNvPr id="8" name="页脚占位符 5">
            <a:extLst>
              <a:ext uri="{FF2B5EF4-FFF2-40B4-BE49-F238E27FC236}">
                <a16:creationId xmlns:a16="http://schemas.microsoft.com/office/drawing/2014/main" id="{D0D7C061-BEDC-465B-8E85-61DA9BABD03D}"/>
              </a:ext>
            </a:extLst>
          </p:cNvPr>
          <p:cNvSpPr>
            <a:spLocks noGrp="1"/>
          </p:cNvSpPr>
          <p:nvPr>
            <p:ph type="ftr" sz="quarter" idx="12"/>
          </p:nvPr>
        </p:nvSpPr>
        <p:spPr/>
        <p:txBody>
          <a:bodyPr/>
          <a:lstStyle>
            <a:lvl1pPr>
              <a:defRPr/>
            </a:lvl1pPr>
          </a:lstStyle>
          <a:p>
            <a:pPr>
              <a:defRPr/>
            </a:pPr>
            <a:r>
              <a:rPr lang="zh-CN" altLang="en-US"/>
              <a:t>计算机应用技术研究所</a:t>
            </a:r>
          </a:p>
        </p:txBody>
      </p:sp>
    </p:spTree>
    <p:extLst>
      <p:ext uri="{BB962C8B-B14F-4D97-AF65-F5344CB8AC3E}">
        <p14:creationId xmlns:p14="http://schemas.microsoft.com/office/powerpoint/2010/main" val="2419286853"/>
      </p:ext>
    </p:extLst>
  </p:cSld>
  <p:clrMapOvr>
    <a:masterClrMapping/>
  </p:clrMapOvr>
  <p:transition spd="med">
    <p:wipe dir="r"/>
  </p:transition>
  <p:hf sldNum="0" hdr="0" ftr="0"/>
</p:sldLayout>
</file>

<file path=ppt/slideLayouts/slideLayout15.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609600"/>
            <a:ext cx="7772400" cy="1143000"/>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684213" y="1989138"/>
            <a:ext cx="3810000" cy="41148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6613" y="1989138"/>
            <a:ext cx="3810000" cy="41148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5">
            <a:extLst>
              <a:ext uri="{FF2B5EF4-FFF2-40B4-BE49-F238E27FC236}">
                <a16:creationId xmlns:a16="http://schemas.microsoft.com/office/drawing/2014/main" id="{C13016C6-0A40-409D-B3C7-956BF8D743A4}"/>
              </a:ext>
            </a:extLst>
          </p:cNvPr>
          <p:cNvSpPr>
            <a:spLocks noGrp="1" noChangeArrowheads="1"/>
          </p:cNvSpPr>
          <p:nvPr>
            <p:ph type="dt" sz="half" idx="10"/>
          </p:nvPr>
        </p:nvSpPr>
        <p:spPr>
          <a:ln/>
        </p:spPr>
        <p:txBody>
          <a:bodyPr/>
          <a:lstStyle>
            <a:lvl1pPr>
              <a:defRPr/>
            </a:lvl1pPr>
          </a:lstStyle>
          <a:p>
            <a:pPr>
              <a:defRPr/>
            </a:pPr>
            <a:fld id="{0CB89639-2B44-4687-A898-C0A8543C887D}" type="datetime1">
              <a:rPr lang="zh-CN" altLang="en-US"/>
              <a:pPr>
                <a:defRPr/>
              </a:pPr>
              <a:t>2020/9/7</a:t>
            </a:fld>
            <a:endParaRPr lang="en-US" altLang="zh-CN"/>
          </a:p>
        </p:txBody>
      </p:sp>
      <p:sp>
        <p:nvSpPr>
          <p:cNvPr id="6" name="Rectangle 6">
            <a:extLst>
              <a:ext uri="{FF2B5EF4-FFF2-40B4-BE49-F238E27FC236}">
                <a16:creationId xmlns:a16="http://schemas.microsoft.com/office/drawing/2014/main" id="{351AB633-ACBA-4818-83F9-CC45BCC86B15}"/>
              </a:ext>
            </a:extLst>
          </p:cNvPr>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7" name="Rectangle 7">
            <a:extLst>
              <a:ext uri="{FF2B5EF4-FFF2-40B4-BE49-F238E27FC236}">
                <a16:creationId xmlns:a16="http://schemas.microsoft.com/office/drawing/2014/main" id="{73B0EF36-EC6C-4ECE-9B1B-6C537C170371}"/>
              </a:ext>
            </a:extLst>
          </p:cNvPr>
          <p:cNvSpPr>
            <a:spLocks noGrp="1" noChangeArrowheads="1"/>
          </p:cNvSpPr>
          <p:nvPr>
            <p:ph type="sldNum" sz="quarter" idx="12"/>
          </p:nvPr>
        </p:nvSpPr>
        <p:spPr>
          <a:ln/>
        </p:spPr>
        <p:txBody>
          <a:bodyPr/>
          <a:lstStyle>
            <a:lvl1pPr>
              <a:defRPr/>
            </a:lvl1pPr>
          </a:lstStyle>
          <a:p>
            <a:pPr>
              <a:defRPr/>
            </a:pPr>
            <a:r>
              <a:rPr lang="zh-CN" altLang="zh-CN"/>
              <a:t>50</a:t>
            </a:r>
            <a:r>
              <a:rPr lang="zh-CN" altLang="en-US"/>
              <a:t>－</a:t>
            </a:r>
            <a:fld id="{F5A47D12-45B7-41C5-A024-57399B642121}" type="slidenum">
              <a:rPr altLang="zh-CN" smtClean="0"/>
              <a:pPr>
                <a:defRPr/>
              </a:pPr>
              <a:t>‹#›</a:t>
            </a:fld>
            <a:endParaRPr lang="zh-CN" altLang="zh-CN"/>
          </a:p>
        </p:txBody>
      </p:sp>
    </p:spTree>
    <p:extLst>
      <p:ext uri="{BB962C8B-B14F-4D97-AF65-F5344CB8AC3E}">
        <p14:creationId xmlns:p14="http://schemas.microsoft.com/office/powerpoint/2010/main" val="1634825413"/>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noProof="1"/>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noProof="1"/>
              <a:t>单击此处编辑母版副标题样式</a:t>
            </a:r>
          </a:p>
        </p:txBody>
      </p:sp>
      <p:sp>
        <p:nvSpPr>
          <p:cNvPr id="4" name="Rectangle 4">
            <a:extLst>
              <a:ext uri="{FF2B5EF4-FFF2-40B4-BE49-F238E27FC236}">
                <a16:creationId xmlns:a16="http://schemas.microsoft.com/office/drawing/2014/main" id="{0838E8A1-D6A7-467C-B750-885F627B0721}"/>
              </a:ext>
            </a:extLst>
          </p:cNvPr>
          <p:cNvSpPr>
            <a:spLocks noGrp="1" noChangeArrowheads="1"/>
          </p:cNvSpPr>
          <p:nvPr>
            <p:ph type="dt" sz="half" idx="10"/>
          </p:nvPr>
        </p:nvSpPr>
        <p:spPr>
          <a:ln/>
        </p:spPr>
        <p:txBody>
          <a:bodyPr/>
          <a:lstStyle>
            <a:lvl1pPr>
              <a:defRPr/>
            </a:lvl1pPr>
          </a:lstStyle>
          <a:p>
            <a:pPr>
              <a:defRPr/>
            </a:pPr>
            <a:fld id="{E9ACDF78-0C4E-4CF0-A07C-EB14213E6413}" type="datetime1">
              <a:rPr lang="zh-CN" altLang="en-US"/>
              <a:pPr>
                <a:defRPr/>
              </a:pPr>
              <a:t>2020/9/7</a:t>
            </a:fld>
            <a:endParaRPr lang="en-US" altLang="zh-CN"/>
          </a:p>
        </p:txBody>
      </p:sp>
      <p:sp>
        <p:nvSpPr>
          <p:cNvPr id="5" name="Rectangle 5">
            <a:extLst>
              <a:ext uri="{FF2B5EF4-FFF2-40B4-BE49-F238E27FC236}">
                <a16:creationId xmlns:a16="http://schemas.microsoft.com/office/drawing/2014/main" id="{095B76EB-C292-4B41-A372-FCAB3B69676B}"/>
              </a:ext>
            </a:extLst>
          </p:cNvPr>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6" name="Rectangle 6">
            <a:extLst>
              <a:ext uri="{FF2B5EF4-FFF2-40B4-BE49-F238E27FC236}">
                <a16:creationId xmlns:a16="http://schemas.microsoft.com/office/drawing/2014/main" id="{AB8927A3-5768-4A17-AF0E-64407E8A17F9}"/>
              </a:ext>
            </a:extLst>
          </p:cNvPr>
          <p:cNvSpPr>
            <a:spLocks noGrp="1" noChangeArrowheads="1"/>
          </p:cNvSpPr>
          <p:nvPr>
            <p:ph type="sldNum" sz="quarter" idx="12"/>
          </p:nvPr>
        </p:nvSpPr>
        <p:spPr>
          <a:ln/>
        </p:spPr>
        <p:txBody>
          <a:bodyPr/>
          <a:lstStyle>
            <a:lvl1pPr>
              <a:defRPr/>
            </a:lvl1pPr>
          </a:lstStyle>
          <a:p>
            <a:pPr>
              <a:defRPr/>
            </a:pPr>
            <a:fld id="{066AFC08-3C06-49FC-AC33-0E74C545CF30}" type="slidenum">
              <a:rPr altLang="zh-CN"/>
              <a:pPr>
                <a:defRPr/>
              </a:pPr>
              <a:t>‹#›</a:t>
            </a:fld>
            <a:endParaRPr lang="zh-CN" altLang="zh-CN"/>
          </a:p>
        </p:txBody>
      </p:sp>
    </p:spTree>
    <p:extLst>
      <p:ext uri="{BB962C8B-B14F-4D97-AF65-F5344CB8AC3E}">
        <p14:creationId xmlns:p14="http://schemas.microsoft.com/office/powerpoint/2010/main" val="2316398039"/>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a:extLst>
              <a:ext uri="{FF2B5EF4-FFF2-40B4-BE49-F238E27FC236}">
                <a16:creationId xmlns:a16="http://schemas.microsoft.com/office/drawing/2014/main" id="{75A47101-75BF-4214-A992-07B910E24DA3}"/>
              </a:ext>
            </a:extLst>
          </p:cNvPr>
          <p:cNvSpPr>
            <a:spLocks noGrp="1" noChangeArrowheads="1"/>
          </p:cNvSpPr>
          <p:nvPr>
            <p:ph type="dt" sz="half" idx="10"/>
          </p:nvPr>
        </p:nvSpPr>
        <p:spPr>
          <a:ln/>
        </p:spPr>
        <p:txBody>
          <a:bodyPr/>
          <a:lstStyle>
            <a:lvl1pPr>
              <a:defRPr/>
            </a:lvl1pPr>
          </a:lstStyle>
          <a:p>
            <a:pPr>
              <a:defRPr/>
            </a:pPr>
            <a:fld id="{E73D23B6-A0F8-4DC0-8E4F-C8B6BE80337A}" type="datetime1">
              <a:rPr lang="zh-CN" altLang="en-US"/>
              <a:pPr>
                <a:defRPr/>
              </a:pPr>
              <a:t>2020/9/7</a:t>
            </a:fld>
            <a:endParaRPr lang="en-US" altLang="zh-CN"/>
          </a:p>
        </p:txBody>
      </p:sp>
      <p:sp>
        <p:nvSpPr>
          <p:cNvPr id="5" name="Rectangle 5">
            <a:extLst>
              <a:ext uri="{FF2B5EF4-FFF2-40B4-BE49-F238E27FC236}">
                <a16:creationId xmlns:a16="http://schemas.microsoft.com/office/drawing/2014/main" id="{F2DAF647-AF2D-4699-B7FA-44660D8F8228}"/>
              </a:ext>
            </a:extLst>
          </p:cNvPr>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6" name="Rectangle 6">
            <a:extLst>
              <a:ext uri="{FF2B5EF4-FFF2-40B4-BE49-F238E27FC236}">
                <a16:creationId xmlns:a16="http://schemas.microsoft.com/office/drawing/2014/main" id="{1A62C7B6-0677-4191-9F9F-BC3337C324AD}"/>
              </a:ext>
            </a:extLst>
          </p:cNvPr>
          <p:cNvSpPr>
            <a:spLocks noGrp="1" noChangeArrowheads="1"/>
          </p:cNvSpPr>
          <p:nvPr>
            <p:ph type="sldNum" sz="quarter" idx="12"/>
          </p:nvPr>
        </p:nvSpPr>
        <p:spPr>
          <a:ln/>
        </p:spPr>
        <p:txBody>
          <a:bodyPr/>
          <a:lstStyle>
            <a:lvl1pPr>
              <a:defRPr/>
            </a:lvl1pPr>
          </a:lstStyle>
          <a:p>
            <a:pPr>
              <a:defRPr/>
            </a:pPr>
            <a:fld id="{1882C8E4-E3C8-4F42-BAB2-F6ED1E49C268}" type="slidenum">
              <a:rPr altLang="zh-CN"/>
              <a:pPr>
                <a:defRPr/>
              </a:pPr>
              <a:t>‹#›</a:t>
            </a:fld>
            <a:endParaRPr lang="zh-CN" altLang="zh-CN"/>
          </a:p>
        </p:txBody>
      </p:sp>
    </p:spTree>
    <p:extLst>
      <p:ext uri="{BB962C8B-B14F-4D97-AF65-F5344CB8AC3E}">
        <p14:creationId xmlns:p14="http://schemas.microsoft.com/office/powerpoint/2010/main" val="4238328453"/>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noProof="1"/>
              <a:t>单击此处编辑母版文本样式</a:t>
            </a:r>
          </a:p>
        </p:txBody>
      </p:sp>
      <p:sp>
        <p:nvSpPr>
          <p:cNvPr id="4" name="Rectangle 4">
            <a:extLst>
              <a:ext uri="{FF2B5EF4-FFF2-40B4-BE49-F238E27FC236}">
                <a16:creationId xmlns:a16="http://schemas.microsoft.com/office/drawing/2014/main" id="{AA05875B-E14F-413A-9E38-F381B3817532}"/>
              </a:ext>
            </a:extLst>
          </p:cNvPr>
          <p:cNvSpPr>
            <a:spLocks noGrp="1" noChangeArrowheads="1"/>
          </p:cNvSpPr>
          <p:nvPr>
            <p:ph type="dt" sz="half" idx="10"/>
          </p:nvPr>
        </p:nvSpPr>
        <p:spPr>
          <a:ln/>
        </p:spPr>
        <p:txBody>
          <a:bodyPr/>
          <a:lstStyle>
            <a:lvl1pPr>
              <a:defRPr/>
            </a:lvl1pPr>
          </a:lstStyle>
          <a:p>
            <a:pPr>
              <a:defRPr/>
            </a:pPr>
            <a:fld id="{A8C5F66F-76C4-4532-AF2D-347AFE0C02AD}" type="datetime1">
              <a:rPr lang="zh-CN" altLang="en-US"/>
              <a:pPr>
                <a:defRPr/>
              </a:pPr>
              <a:t>2020/9/7</a:t>
            </a:fld>
            <a:endParaRPr lang="en-US" altLang="zh-CN"/>
          </a:p>
        </p:txBody>
      </p:sp>
      <p:sp>
        <p:nvSpPr>
          <p:cNvPr id="5" name="Rectangle 5">
            <a:extLst>
              <a:ext uri="{FF2B5EF4-FFF2-40B4-BE49-F238E27FC236}">
                <a16:creationId xmlns:a16="http://schemas.microsoft.com/office/drawing/2014/main" id="{CDFD0314-E69F-49D9-AB87-D5F5EE1F5564}"/>
              </a:ext>
            </a:extLst>
          </p:cNvPr>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6" name="Rectangle 6">
            <a:extLst>
              <a:ext uri="{FF2B5EF4-FFF2-40B4-BE49-F238E27FC236}">
                <a16:creationId xmlns:a16="http://schemas.microsoft.com/office/drawing/2014/main" id="{5FC2A703-BCD9-4B8E-8E78-9D2DA7F76B1C}"/>
              </a:ext>
            </a:extLst>
          </p:cNvPr>
          <p:cNvSpPr>
            <a:spLocks noGrp="1" noChangeArrowheads="1"/>
          </p:cNvSpPr>
          <p:nvPr>
            <p:ph type="sldNum" sz="quarter" idx="12"/>
          </p:nvPr>
        </p:nvSpPr>
        <p:spPr>
          <a:ln/>
        </p:spPr>
        <p:txBody>
          <a:bodyPr/>
          <a:lstStyle>
            <a:lvl1pPr>
              <a:defRPr/>
            </a:lvl1pPr>
          </a:lstStyle>
          <a:p>
            <a:pPr>
              <a:defRPr/>
            </a:pPr>
            <a:fld id="{1E2340E3-AAA5-4B54-AC6D-C9EF86D8C6EA}" type="slidenum">
              <a:rPr altLang="zh-CN"/>
              <a:pPr>
                <a:defRPr/>
              </a:pPr>
              <a:t>‹#›</a:t>
            </a:fld>
            <a:endParaRPr lang="zh-CN" altLang="zh-CN"/>
          </a:p>
        </p:txBody>
      </p:sp>
    </p:spTree>
    <p:extLst>
      <p:ext uri="{BB962C8B-B14F-4D97-AF65-F5344CB8AC3E}">
        <p14:creationId xmlns:p14="http://schemas.microsoft.com/office/powerpoint/2010/main" val="3278334911"/>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684213" y="1989138"/>
            <a:ext cx="3810000" cy="41148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6613" y="1989138"/>
            <a:ext cx="3810000" cy="41148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4">
            <a:extLst>
              <a:ext uri="{FF2B5EF4-FFF2-40B4-BE49-F238E27FC236}">
                <a16:creationId xmlns:a16="http://schemas.microsoft.com/office/drawing/2014/main" id="{FF8C4DAD-0DF2-4AF8-B967-14C9E3AA6C2A}"/>
              </a:ext>
            </a:extLst>
          </p:cNvPr>
          <p:cNvSpPr>
            <a:spLocks noGrp="1" noChangeArrowheads="1"/>
          </p:cNvSpPr>
          <p:nvPr>
            <p:ph type="dt" sz="half" idx="10"/>
          </p:nvPr>
        </p:nvSpPr>
        <p:spPr>
          <a:ln/>
        </p:spPr>
        <p:txBody>
          <a:bodyPr/>
          <a:lstStyle>
            <a:lvl1pPr>
              <a:defRPr/>
            </a:lvl1pPr>
          </a:lstStyle>
          <a:p>
            <a:pPr>
              <a:defRPr/>
            </a:pPr>
            <a:fld id="{309445C3-5328-4674-8545-5031E04B2555}" type="datetime1">
              <a:rPr lang="zh-CN" altLang="en-US"/>
              <a:pPr>
                <a:defRPr/>
              </a:pPr>
              <a:t>2020/9/7</a:t>
            </a:fld>
            <a:endParaRPr lang="en-US" altLang="zh-CN"/>
          </a:p>
        </p:txBody>
      </p:sp>
      <p:sp>
        <p:nvSpPr>
          <p:cNvPr id="6" name="Rectangle 5">
            <a:extLst>
              <a:ext uri="{FF2B5EF4-FFF2-40B4-BE49-F238E27FC236}">
                <a16:creationId xmlns:a16="http://schemas.microsoft.com/office/drawing/2014/main" id="{63187B2D-BF21-4E24-9955-58D2924CB07F}"/>
              </a:ext>
            </a:extLst>
          </p:cNvPr>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7" name="Rectangle 6">
            <a:extLst>
              <a:ext uri="{FF2B5EF4-FFF2-40B4-BE49-F238E27FC236}">
                <a16:creationId xmlns:a16="http://schemas.microsoft.com/office/drawing/2014/main" id="{80825066-A80F-48A4-80F9-A9189D3C0E7D}"/>
              </a:ext>
            </a:extLst>
          </p:cNvPr>
          <p:cNvSpPr>
            <a:spLocks noGrp="1" noChangeArrowheads="1"/>
          </p:cNvSpPr>
          <p:nvPr>
            <p:ph type="sldNum" sz="quarter" idx="12"/>
          </p:nvPr>
        </p:nvSpPr>
        <p:spPr>
          <a:ln/>
        </p:spPr>
        <p:txBody>
          <a:bodyPr/>
          <a:lstStyle>
            <a:lvl1pPr>
              <a:defRPr/>
            </a:lvl1pPr>
          </a:lstStyle>
          <a:p>
            <a:pPr>
              <a:defRPr/>
            </a:pPr>
            <a:fld id="{72873D2A-7733-4BB6-BD47-A6E7E754C3A6}" type="slidenum">
              <a:rPr altLang="zh-CN"/>
              <a:pPr>
                <a:defRPr/>
              </a:pPr>
              <a:t>‹#›</a:t>
            </a:fld>
            <a:endParaRPr lang="zh-CN" altLang="zh-CN"/>
          </a:p>
        </p:txBody>
      </p:sp>
    </p:spTree>
    <p:extLst>
      <p:ext uri="{BB962C8B-B14F-4D97-AF65-F5344CB8AC3E}">
        <p14:creationId xmlns:p14="http://schemas.microsoft.com/office/powerpoint/2010/main" val="128351475"/>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noProof="1"/>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Rectangle 4">
            <a:extLst>
              <a:ext uri="{FF2B5EF4-FFF2-40B4-BE49-F238E27FC236}">
                <a16:creationId xmlns:a16="http://schemas.microsoft.com/office/drawing/2014/main" id="{CC1FB2B8-3383-4112-9AAF-B5DEB6623695}"/>
              </a:ext>
            </a:extLst>
          </p:cNvPr>
          <p:cNvSpPr>
            <a:spLocks noGrp="1" noChangeArrowheads="1"/>
          </p:cNvSpPr>
          <p:nvPr>
            <p:ph type="dt" sz="half" idx="10"/>
          </p:nvPr>
        </p:nvSpPr>
        <p:spPr>
          <a:ln/>
        </p:spPr>
        <p:txBody>
          <a:bodyPr/>
          <a:lstStyle>
            <a:lvl1pPr>
              <a:defRPr/>
            </a:lvl1pPr>
          </a:lstStyle>
          <a:p>
            <a:pPr>
              <a:defRPr/>
            </a:pPr>
            <a:fld id="{12744C4E-8024-4953-B577-D077DEA3CC54}" type="datetime1">
              <a:rPr lang="zh-CN" altLang="en-US"/>
              <a:pPr>
                <a:defRPr/>
              </a:pPr>
              <a:t>2020/9/7</a:t>
            </a:fld>
            <a:endParaRPr lang="en-US" altLang="zh-CN"/>
          </a:p>
        </p:txBody>
      </p:sp>
      <p:sp>
        <p:nvSpPr>
          <p:cNvPr id="8" name="Rectangle 5">
            <a:extLst>
              <a:ext uri="{FF2B5EF4-FFF2-40B4-BE49-F238E27FC236}">
                <a16:creationId xmlns:a16="http://schemas.microsoft.com/office/drawing/2014/main" id="{49DC3563-E741-476E-B6C3-0AE28BE27A5E}"/>
              </a:ext>
            </a:extLst>
          </p:cNvPr>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9" name="Rectangle 6">
            <a:extLst>
              <a:ext uri="{FF2B5EF4-FFF2-40B4-BE49-F238E27FC236}">
                <a16:creationId xmlns:a16="http://schemas.microsoft.com/office/drawing/2014/main" id="{250ED7B4-3A7A-4745-857C-2DFCC1F37990}"/>
              </a:ext>
            </a:extLst>
          </p:cNvPr>
          <p:cNvSpPr>
            <a:spLocks noGrp="1" noChangeArrowheads="1"/>
          </p:cNvSpPr>
          <p:nvPr>
            <p:ph type="sldNum" sz="quarter" idx="12"/>
          </p:nvPr>
        </p:nvSpPr>
        <p:spPr>
          <a:ln/>
        </p:spPr>
        <p:txBody>
          <a:bodyPr/>
          <a:lstStyle>
            <a:lvl1pPr>
              <a:defRPr/>
            </a:lvl1pPr>
          </a:lstStyle>
          <a:p>
            <a:pPr>
              <a:defRPr/>
            </a:pPr>
            <a:fld id="{7B62116C-C566-4E83-8AA9-A15230822FC1}" type="slidenum">
              <a:rPr altLang="zh-CN"/>
              <a:pPr>
                <a:defRPr/>
              </a:pPr>
              <a:t>‹#›</a:t>
            </a:fld>
            <a:endParaRPr lang="zh-CN" altLang="zh-CN"/>
          </a:p>
        </p:txBody>
      </p:sp>
    </p:spTree>
    <p:extLst>
      <p:ext uri="{BB962C8B-B14F-4D97-AF65-F5344CB8AC3E}">
        <p14:creationId xmlns:p14="http://schemas.microsoft.com/office/powerpoint/2010/main" val="3319501908"/>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Rectangle 4">
            <a:extLst>
              <a:ext uri="{FF2B5EF4-FFF2-40B4-BE49-F238E27FC236}">
                <a16:creationId xmlns:a16="http://schemas.microsoft.com/office/drawing/2014/main" id="{2C6534F7-D040-4525-BC91-A557CD382990}"/>
              </a:ext>
            </a:extLst>
          </p:cNvPr>
          <p:cNvSpPr>
            <a:spLocks noGrp="1" noChangeArrowheads="1"/>
          </p:cNvSpPr>
          <p:nvPr>
            <p:ph type="dt" sz="half" idx="10"/>
          </p:nvPr>
        </p:nvSpPr>
        <p:spPr>
          <a:ln/>
        </p:spPr>
        <p:txBody>
          <a:bodyPr/>
          <a:lstStyle>
            <a:lvl1pPr>
              <a:defRPr/>
            </a:lvl1pPr>
          </a:lstStyle>
          <a:p>
            <a:pPr>
              <a:defRPr/>
            </a:pPr>
            <a:fld id="{7B202903-F051-436D-92B9-A7FF185C88F5}" type="datetime1">
              <a:rPr lang="zh-CN" altLang="en-US"/>
              <a:pPr>
                <a:defRPr/>
              </a:pPr>
              <a:t>2020/9/7</a:t>
            </a:fld>
            <a:endParaRPr lang="en-US" altLang="zh-CN"/>
          </a:p>
        </p:txBody>
      </p:sp>
      <p:sp>
        <p:nvSpPr>
          <p:cNvPr id="4" name="Rectangle 5">
            <a:extLst>
              <a:ext uri="{FF2B5EF4-FFF2-40B4-BE49-F238E27FC236}">
                <a16:creationId xmlns:a16="http://schemas.microsoft.com/office/drawing/2014/main" id="{AB1A2759-07E2-4794-B24E-874F377DB8A9}"/>
              </a:ext>
            </a:extLst>
          </p:cNvPr>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5" name="Rectangle 6">
            <a:extLst>
              <a:ext uri="{FF2B5EF4-FFF2-40B4-BE49-F238E27FC236}">
                <a16:creationId xmlns:a16="http://schemas.microsoft.com/office/drawing/2014/main" id="{61A0E813-D7B5-472E-9460-49D83D6726EE}"/>
              </a:ext>
            </a:extLst>
          </p:cNvPr>
          <p:cNvSpPr>
            <a:spLocks noGrp="1" noChangeArrowheads="1"/>
          </p:cNvSpPr>
          <p:nvPr>
            <p:ph type="sldNum" sz="quarter" idx="12"/>
          </p:nvPr>
        </p:nvSpPr>
        <p:spPr>
          <a:ln/>
        </p:spPr>
        <p:txBody>
          <a:bodyPr/>
          <a:lstStyle>
            <a:lvl1pPr>
              <a:defRPr/>
            </a:lvl1pPr>
          </a:lstStyle>
          <a:p>
            <a:pPr>
              <a:defRPr/>
            </a:pPr>
            <a:fld id="{5C64628B-21A5-4E1D-914E-5AF0827B6C75}" type="slidenum">
              <a:rPr altLang="zh-CN"/>
              <a:pPr>
                <a:defRPr/>
              </a:pPr>
              <a:t>‹#›</a:t>
            </a:fld>
            <a:endParaRPr lang="zh-CN" altLang="zh-CN"/>
          </a:p>
        </p:txBody>
      </p:sp>
    </p:spTree>
    <p:extLst>
      <p:ext uri="{BB962C8B-B14F-4D97-AF65-F5344CB8AC3E}">
        <p14:creationId xmlns:p14="http://schemas.microsoft.com/office/powerpoint/2010/main" val="1166863673"/>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A836FFEC-624C-40E8-8F89-D6D9AB909A6A}"/>
              </a:ext>
            </a:extLst>
          </p:cNvPr>
          <p:cNvSpPr>
            <a:spLocks noGrp="1" noChangeArrowheads="1"/>
          </p:cNvSpPr>
          <p:nvPr>
            <p:ph type="dt" sz="half" idx="10"/>
          </p:nvPr>
        </p:nvSpPr>
        <p:spPr>
          <a:ln/>
        </p:spPr>
        <p:txBody>
          <a:bodyPr/>
          <a:lstStyle>
            <a:lvl1pPr>
              <a:defRPr/>
            </a:lvl1pPr>
          </a:lstStyle>
          <a:p>
            <a:pPr>
              <a:defRPr/>
            </a:pPr>
            <a:fld id="{5749E621-1170-487C-912F-BDB18C3A9096}" type="datetime1">
              <a:rPr lang="zh-CN" altLang="en-US"/>
              <a:pPr>
                <a:defRPr/>
              </a:pPr>
              <a:t>2020/9/7</a:t>
            </a:fld>
            <a:endParaRPr lang="en-US" altLang="zh-CN"/>
          </a:p>
        </p:txBody>
      </p:sp>
      <p:sp>
        <p:nvSpPr>
          <p:cNvPr id="3" name="Rectangle 5">
            <a:extLst>
              <a:ext uri="{FF2B5EF4-FFF2-40B4-BE49-F238E27FC236}">
                <a16:creationId xmlns:a16="http://schemas.microsoft.com/office/drawing/2014/main" id="{AFE99FAA-36D2-4AC1-A475-5A9FBF857F5A}"/>
              </a:ext>
            </a:extLst>
          </p:cNvPr>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4" name="Rectangle 6">
            <a:extLst>
              <a:ext uri="{FF2B5EF4-FFF2-40B4-BE49-F238E27FC236}">
                <a16:creationId xmlns:a16="http://schemas.microsoft.com/office/drawing/2014/main" id="{0205701D-B48D-4D51-8387-89E84518E3B2}"/>
              </a:ext>
            </a:extLst>
          </p:cNvPr>
          <p:cNvSpPr>
            <a:spLocks noGrp="1" noChangeArrowheads="1"/>
          </p:cNvSpPr>
          <p:nvPr>
            <p:ph type="sldNum" sz="quarter" idx="12"/>
          </p:nvPr>
        </p:nvSpPr>
        <p:spPr>
          <a:ln/>
        </p:spPr>
        <p:txBody>
          <a:bodyPr/>
          <a:lstStyle>
            <a:lvl1pPr>
              <a:defRPr/>
            </a:lvl1pPr>
          </a:lstStyle>
          <a:p>
            <a:pPr>
              <a:defRPr/>
            </a:pPr>
            <a:fld id="{B2CE72E1-A1E3-4185-9586-25CB458F5B7F}" type="slidenum">
              <a:rPr altLang="zh-CN"/>
              <a:pPr>
                <a:defRPr/>
              </a:pPr>
              <a:t>‹#›</a:t>
            </a:fld>
            <a:endParaRPr lang="zh-CN" altLang="zh-CN"/>
          </a:p>
        </p:txBody>
      </p:sp>
    </p:spTree>
    <p:extLst>
      <p:ext uri="{BB962C8B-B14F-4D97-AF65-F5344CB8AC3E}">
        <p14:creationId xmlns:p14="http://schemas.microsoft.com/office/powerpoint/2010/main" val="224984466"/>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noProof="1"/>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noProof="1"/>
              <a:t>单击此处编辑母版文本样式</a:t>
            </a:r>
          </a:p>
        </p:txBody>
      </p:sp>
      <p:sp>
        <p:nvSpPr>
          <p:cNvPr id="5" name="Rectangle 4">
            <a:extLst>
              <a:ext uri="{FF2B5EF4-FFF2-40B4-BE49-F238E27FC236}">
                <a16:creationId xmlns:a16="http://schemas.microsoft.com/office/drawing/2014/main" id="{9A5E4012-CF2C-482C-B8D0-01336E81D22C}"/>
              </a:ext>
            </a:extLst>
          </p:cNvPr>
          <p:cNvSpPr>
            <a:spLocks noGrp="1" noChangeArrowheads="1"/>
          </p:cNvSpPr>
          <p:nvPr>
            <p:ph type="dt" sz="half" idx="10"/>
          </p:nvPr>
        </p:nvSpPr>
        <p:spPr>
          <a:ln/>
        </p:spPr>
        <p:txBody>
          <a:bodyPr/>
          <a:lstStyle>
            <a:lvl1pPr>
              <a:defRPr/>
            </a:lvl1pPr>
          </a:lstStyle>
          <a:p>
            <a:pPr>
              <a:defRPr/>
            </a:pPr>
            <a:fld id="{2F800ABB-D647-47AC-B73E-46C4AC40BEE0}" type="datetime1">
              <a:rPr lang="zh-CN" altLang="en-US"/>
              <a:pPr>
                <a:defRPr/>
              </a:pPr>
              <a:t>2020/9/7</a:t>
            </a:fld>
            <a:endParaRPr lang="en-US" altLang="zh-CN"/>
          </a:p>
        </p:txBody>
      </p:sp>
      <p:sp>
        <p:nvSpPr>
          <p:cNvPr id="6" name="Rectangle 5">
            <a:extLst>
              <a:ext uri="{FF2B5EF4-FFF2-40B4-BE49-F238E27FC236}">
                <a16:creationId xmlns:a16="http://schemas.microsoft.com/office/drawing/2014/main" id="{3B8751CA-3333-4664-9860-C9888983C2C9}"/>
              </a:ext>
            </a:extLst>
          </p:cNvPr>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7" name="Rectangle 6">
            <a:extLst>
              <a:ext uri="{FF2B5EF4-FFF2-40B4-BE49-F238E27FC236}">
                <a16:creationId xmlns:a16="http://schemas.microsoft.com/office/drawing/2014/main" id="{B4AC98E6-F741-45AE-AE5D-09D145EB7471}"/>
              </a:ext>
            </a:extLst>
          </p:cNvPr>
          <p:cNvSpPr>
            <a:spLocks noGrp="1" noChangeArrowheads="1"/>
          </p:cNvSpPr>
          <p:nvPr>
            <p:ph type="sldNum" sz="quarter" idx="12"/>
          </p:nvPr>
        </p:nvSpPr>
        <p:spPr>
          <a:ln/>
        </p:spPr>
        <p:txBody>
          <a:bodyPr/>
          <a:lstStyle>
            <a:lvl1pPr>
              <a:defRPr/>
            </a:lvl1pPr>
          </a:lstStyle>
          <a:p>
            <a:pPr>
              <a:defRPr/>
            </a:pPr>
            <a:fld id="{BF02BB22-B231-43A0-BDDA-1FB2A8A6E7AE}" type="slidenum">
              <a:rPr altLang="zh-CN"/>
              <a:pPr>
                <a:defRPr/>
              </a:pPr>
              <a:t>‹#›</a:t>
            </a:fld>
            <a:endParaRPr lang="zh-CN" altLang="zh-CN"/>
          </a:p>
        </p:txBody>
      </p:sp>
    </p:spTree>
    <p:extLst>
      <p:ext uri="{BB962C8B-B14F-4D97-AF65-F5344CB8AC3E}">
        <p14:creationId xmlns:p14="http://schemas.microsoft.com/office/powerpoint/2010/main" val="3683442692"/>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noProof="1"/>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noProof="1"/>
              <a:t>单击此处编辑母版文本样式</a:t>
            </a:r>
          </a:p>
        </p:txBody>
      </p:sp>
      <p:sp>
        <p:nvSpPr>
          <p:cNvPr id="5" name="Rectangle 4">
            <a:extLst>
              <a:ext uri="{FF2B5EF4-FFF2-40B4-BE49-F238E27FC236}">
                <a16:creationId xmlns:a16="http://schemas.microsoft.com/office/drawing/2014/main" id="{AB452F13-9A2F-4D16-8B29-3421E0A40428}"/>
              </a:ext>
            </a:extLst>
          </p:cNvPr>
          <p:cNvSpPr>
            <a:spLocks noGrp="1" noChangeArrowheads="1"/>
          </p:cNvSpPr>
          <p:nvPr>
            <p:ph type="dt" sz="half" idx="10"/>
          </p:nvPr>
        </p:nvSpPr>
        <p:spPr>
          <a:ln/>
        </p:spPr>
        <p:txBody>
          <a:bodyPr/>
          <a:lstStyle>
            <a:lvl1pPr>
              <a:defRPr/>
            </a:lvl1pPr>
          </a:lstStyle>
          <a:p>
            <a:pPr>
              <a:defRPr/>
            </a:pPr>
            <a:fld id="{7058DDF5-B47E-4A31-A53B-7A8A70DC51FB}" type="datetime1">
              <a:rPr lang="zh-CN" altLang="en-US"/>
              <a:pPr>
                <a:defRPr/>
              </a:pPr>
              <a:t>2020/9/7</a:t>
            </a:fld>
            <a:endParaRPr lang="en-US" altLang="zh-CN"/>
          </a:p>
        </p:txBody>
      </p:sp>
      <p:sp>
        <p:nvSpPr>
          <p:cNvPr id="6" name="Rectangle 5">
            <a:extLst>
              <a:ext uri="{FF2B5EF4-FFF2-40B4-BE49-F238E27FC236}">
                <a16:creationId xmlns:a16="http://schemas.microsoft.com/office/drawing/2014/main" id="{1D892F6C-0269-4E15-A485-8F16BC3FB591}"/>
              </a:ext>
            </a:extLst>
          </p:cNvPr>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7" name="Rectangle 6">
            <a:extLst>
              <a:ext uri="{FF2B5EF4-FFF2-40B4-BE49-F238E27FC236}">
                <a16:creationId xmlns:a16="http://schemas.microsoft.com/office/drawing/2014/main" id="{D03397D1-9B65-4A7A-807D-AB9013E98D38}"/>
              </a:ext>
            </a:extLst>
          </p:cNvPr>
          <p:cNvSpPr>
            <a:spLocks noGrp="1" noChangeArrowheads="1"/>
          </p:cNvSpPr>
          <p:nvPr>
            <p:ph type="sldNum" sz="quarter" idx="12"/>
          </p:nvPr>
        </p:nvSpPr>
        <p:spPr>
          <a:ln/>
        </p:spPr>
        <p:txBody>
          <a:bodyPr/>
          <a:lstStyle>
            <a:lvl1pPr>
              <a:defRPr/>
            </a:lvl1pPr>
          </a:lstStyle>
          <a:p>
            <a:pPr>
              <a:defRPr/>
            </a:pPr>
            <a:fld id="{A807850D-F329-4B7C-9E31-6A5C0F5E4620}" type="slidenum">
              <a:rPr altLang="zh-CN"/>
              <a:pPr>
                <a:defRPr/>
              </a:pPr>
              <a:t>‹#›</a:t>
            </a:fld>
            <a:endParaRPr lang="zh-CN" altLang="zh-CN"/>
          </a:p>
        </p:txBody>
      </p:sp>
    </p:spTree>
    <p:extLst>
      <p:ext uri="{BB962C8B-B14F-4D97-AF65-F5344CB8AC3E}">
        <p14:creationId xmlns:p14="http://schemas.microsoft.com/office/powerpoint/2010/main" val="1518950078"/>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a:extLst>
              <a:ext uri="{FF2B5EF4-FFF2-40B4-BE49-F238E27FC236}">
                <a16:creationId xmlns:a16="http://schemas.microsoft.com/office/drawing/2014/main" id="{6BEFA85C-F752-48A7-A298-A9D80CFBF7F7}"/>
              </a:ext>
            </a:extLst>
          </p:cNvPr>
          <p:cNvSpPr>
            <a:spLocks noGrp="1" noChangeArrowheads="1"/>
          </p:cNvSpPr>
          <p:nvPr>
            <p:ph type="dt" sz="half" idx="10"/>
          </p:nvPr>
        </p:nvSpPr>
        <p:spPr>
          <a:ln/>
        </p:spPr>
        <p:txBody>
          <a:bodyPr/>
          <a:lstStyle>
            <a:lvl1pPr>
              <a:defRPr/>
            </a:lvl1pPr>
          </a:lstStyle>
          <a:p>
            <a:pPr>
              <a:defRPr/>
            </a:pPr>
            <a:fld id="{E1D5A33E-4426-41F4-ABF3-993346DEE344}" type="datetime1">
              <a:rPr lang="zh-CN" altLang="en-US"/>
              <a:pPr>
                <a:defRPr/>
              </a:pPr>
              <a:t>2020/9/7</a:t>
            </a:fld>
            <a:endParaRPr lang="en-US" altLang="zh-CN"/>
          </a:p>
        </p:txBody>
      </p:sp>
      <p:sp>
        <p:nvSpPr>
          <p:cNvPr id="5" name="Rectangle 5">
            <a:extLst>
              <a:ext uri="{FF2B5EF4-FFF2-40B4-BE49-F238E27FC236}">
                <a16:creationId xmlns:a16="http://schemas.microsoft.com/office/drawing/2014/main" id="{10872C7C-2E7E-4336-B22D-7D9D657E1933}"/>
              </a:ext>
            </a:extLst>
          </p:cNvPr>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6" name="Rectangle 6">
            <a:extLst>
              <a:ext uri="{FF2B5EF4-FFF2-40B4-BE49-F238E27FC236}">
                <a16:creationId xmlns:a16="http://schemas.microsoft.com/office/drawing/2014/main" id="{ADF5A148-7B1B-4942-8350-49EAE0A2DFE1}"/>
              </a:ext>
            </a:extLst>
          </p:cNvPr>
          <p:cNvSpPr>
            <a:spLocks noGrp="1" noChangeArrowheads="1"/>
          </p:cNvSpPr>
          <p:nvPr>
            <p:ph type="sldNum" sz="quarter" idx="12"/>
          </p:nvPr>
        </p:nvSpPr>
        <p:spPr>
          <a:ln/>
        </p:spPr>
        <p:txBody>
          <a:bodyPr/>
          <a:lstStyle>
            <a:lvl1pPr>
              <a:defRPr/>
            </a:lvl1pPr>
          </a:lstStyle>
          <a:p>
            <a:pPr>
              <a:defRPr/>
            </a:pPr>
            <a:fld id="{C1C10388-5530-4D5C-8DE1-72A80671362D}" type="slidenum">
              <a:rPr altLang="zh-CN"/>
              <a:pPr>
                <a:defRPr/>
              </a:pPr>
              <a:t>‹#›</a:t>
            </a:fld>
            <a:endParaRPr lang="zh-CN" altLang="zh-CN"/>
          </a:p>
        </p:txBody>
      </p:sp>
    </p:spTree>
    <p:extLst>
      <p:ext uri="{BB962C8B-B14F-4D97-AF65-F5344CB8AC3E}">
        <p14:creationId xmlns:p14="http://schemas.microsoft.com/office/powerpoint/2010/main" val="1414286317"/>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94338"/>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684213" y="609600"/>
            <a:ext cx="5678487" cy="5494338"/>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a:extLst>
              <a:ext uri="{FF2B5EF4-FFF2-40B4-BE49-F238E27FC236}">
                <a16:creationId xmlns:a16="http://schemas.microsoft.com/office/drawing/2014/main" id="{328739E7-7A97-46A0-A24A-1CAFA8C484A3}"/>
              </a:ext>
            </a:extLst>
          </p:cNvPr>
          <p:cNvSpPr>
            <a:spLocks noGrp="1" noChangeArrowheads="1"/>
          </p:cNvSpPr>
          <p:nvPr>
            <p:ph type="dt" sz="half" idx="10"/>
          </p:nvPr>
        </p:nvSpPr>
        <p:spPr>
          <a:ln/>
        </p:spPr>
        <p:txBody>
          <a:bodyPr/>
          <a:lstStyle>
            <a:lvl1pPr>
              <a:defRPr/>
            </a:lvl1pPr>
          </a:lstStyle>
          <a:p>
            <a:pPr>
              <a:defRPr/>
            </a:pPr>
            <a:fld id="{E8BC695F-F581-422D-9F84-3775DB872F52}" type="datetime1">
              <a:rPr lang="zh-CN" altLang="en-US"/>
              <a:pPr>
                <a:defRPr/>
              </a:pPr>
              <a:t>2020/9/7</a:t>
            </a:fld>
            <a:endParaRPr lang="en-US" altLang="zh-CN"/>
          </a:p>
        </p:txBody>
      </p:sp>
      <p:sp>
        <p:nvSpPr>
          <p:cNvPr id="5" name="Rectangle 5">
            <a:extLst>
              <a:ext uri="{FF2B5EF4-FFF2-40B4-BE49-F238E27FC236}">
                <a16:creationId xmlns:a16="http://schemas.microsoft.com/office/drawing/2014/main" id="{5DDC3D8A-CF5E-4453-80A1-812A507C29AD}"/>
              </a:ext>
            </a:extLst>
          </p:cNvPr>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6" name="Rectangle 6">
            <a:extLst>
              <a:ext uri="{FF2B5EF4-FFF2-40B4-BE49-F238E27FC236}">
                <a16:creationId xmlns:a16="http://schemas.microsoft.com/office/drawing/2014/main" id="{D077AE16-B4F2-4470-9D4D-1F5A65AC5991}"/>
              </a:ext>
            </a:extLst>
          </p:cNvPr>
          <p:cNvSpPr>
            <a:spLocks noGrp="1" noChangeArrowheads="1"/>
          </p:cNvSpPr>
          <p:nvPr>
            <p:ph type="sldNum" sz="quarter" idx="12"/>
          </p:nvPr>
        </p:nvSpPr>
        <p:spPr>
          <a:ln/>
        </p:spPr>
        <p:txBody>
          <a:bodyPr/>
          <a:lstStyle>
            <a:lvl1pPr>
              <a:defRPr/>
            </a:lvl1pPr>
          </a:lstStyle>
          <a:p>
            <a:pPr>
              <a:defRPr/>
            </a:pPr>
            <a:fld id="{2A0803C4-30AE-491E-82BC-27C17709DD48}" type="slidenum">
              <a:rPr altLang="zh-CN"/>
              <a:pPr>
                <a:defRPr/>
              </a:pPr>
              <a:t>‹#›</a:t>
            </a:fld>
            <a:endParaRPr lang="zh-CN" altLang="zh-CN"/>
          </a:p>
        </p:txBody>
      </p:sp>
    </p:spTree>
    <p:extLst>
      <p:ext uri="{BB962C8B-B14F-4D97-AF65-F5344CB8AC3E}">
        <p14:creationId xmlns:p14="http://schemas.microsoft.com/office/powerpoint/2010/main" val="1957849152"/>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e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image" Target="../media/image1.jpeg"/><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theme" Target="../theme/theme2.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5" Type="http://schemas.openxmlformats.org/officeDocument/2006/relationships/image" Target="../media/image3.png"/><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blipFill dpi="0" rotWithShape="0">
          <a:blip r:embed="rId17"/>
          <a:srcRect/>
          <a:stretch>
            <a:fillRect/>
          </a:stretch>
        </a:blipFill>
        <a:effectLst/>
      </p:bgPr>
    </p:bg>
    <p:spTree>
      <p:nvGrpSpPr>
        <p:cNvPr id="1" name=""/>
        <p:cNvGrpSpPr/>
        <p:nvPr/>
      </p:nvGrpSpPr>
      <p:grpSpPr>
        <a:xfrm>
          <a:off x="0" y="0"/>
          <a:ext cx="0" cy="0"/>
          <a:chOff x="0" y="0"/>
          <a:chExt cx="0" cy="0"/>
        </a:xfrm>
      </p:grpSpPr>
      <p:sp>
        <p:nvSpPr>
          <p:cNvPr id="1026" name="Rectangle 3">
            <a:extLst>
              <a:ext uri="{FF2B5EF4-FFF2-40B4-BE49-F238E27FC236}">
                <a16:creationId xmlns:a16="http://schemas.microsoft.com/office/drawing/2014/main" id="{EED82B58-B707-4634-94D8-329675D37972}"/>
              </a:ext>
            </a:extLst>
          </p:cNvPr>
          <p:cNvSpPr>
            <a:spLocks noGrp="1" noChangeArrowheads="1"/>
          </p:cNvSpPr>
          <p:nvPr>
            <p:ph type="title" idx="4294967295"/>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4100" name="Rectangle 4">
            <a:extLst>
              <a:ext uri="{FF2B5EF4-FFF2-40B4-BE49-F238E27FC236}">
                <a16:creationId xmlns:a16="http://schemas.microsoft.com/office/drawing/2014/main" id="{861D5901-6A11-4D69-A14D-B5E35980EFC0}"/>
              </a:ext>
            </a:extLst>
          </p:cNvPr>
          <p:cNvSpPr>
            <a:spLocks noGrp="1" noChangeArrowheads="1"/>
          </p:cNvSpPr>
          <p:nvPr>
            <p:ph type="body" idx="1"/>
          </p:nvPr>
        </p:nvSpPr>
        <p:spPr bwMode="auto">
          <a:xfrm>
            <a:off x="684213" y="1989138"/>
            <a:ext cx="7772400" cy="4114800"/>
          </a:xfrm>
          <a:prstGeom prst="rect">
            <a:avLst/>
          </a:prstGeom>
          <a:noFill/>
          <a:ln>
            <a:noFill/>
          </a:ln>
          <a:effectLst/>
        </p:spPr>
        <p:txBody>
          <a:bodyPr vert="horz" wrap="square" lIns="91440" tIns="45720" rIns="91440" bIns="45720" numCol="1" anchor="t" anchorCtr="0" compatLnSpc="1"/>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101" name="Rectangle 5">
            <a:extLst>
              <a:ext uri="{FF2B5EF4-FFF2-40B4-BE49-F238E27FC236}">
                <a16:creationId xmlns:a16="http://schemas.microsoft.com/office/drawing/2014/main" id="{82FD5238-A7BF-49FF-B955-BA62367F4FC8}"/>
              </a:ext>
            </a:extLst>
          </p:cNvPr>
          <p:cNvSpPr>
            <a:spLocks noGrp="1" noChangeArrowheads="1"/>
          </p:cNvSpPr>
          <p:nvPr>
            <p:ph type="dt" sz="half" idx="2"/>
          </p:nvPr>
        </p:nvSpPr>
        <p:spPr bwMode="auto">
          <a:xfrm>
            <a:off x="684213" y="6381750"/>
            <a:ext cx="1905000" cy="457200"/>
          </a:xfrm>
          <a:prstGeom prst="rect">
            <a:avLst/>
          </a:prstGeom>
          <a:noFill/>
          <a:ln>
            <a:noFill/>
          </a:ln>
          <a:effectLst/>
        </p:spPr>
        <p:txBody>
          <a:bodyPr vert="horz" wrap="square" lIns="91440" tIns="45720" rIns="91440" bIns="45720" numCol="1" anchor="t" anchorCtr="0" compatLnSpc="1"/>
          <a:lstStyle>
            <a:lvl1pPr eaLnBrk="1" hangingPunct="1">
              <a:spcBef>
                <a:spcPct val="0"/>
              </a:spcBef>
              <a:defRPr sz="1400" b="1">
                <a:ea typeface="黑体" panose="02010609060101010101" pitchFamily="49" charset="-122"/>
              </a:defRPr>
            </a:lvl1pPr>
          </a:lstStyle>
          <a:p>
            <a:pPr>
              <a:defRPr/>
            </a:pPr>
            <a:fld id="{B79B2BC0-1602-4905-BDC9-87A6F0586363}" type="datetime1">
              <a:rPr lang="zh-CN" altLang="en-US"/>
              <a:pPr>
                <a:defRPr/>
              </a:pPr>
              <a:t>2020/9/7</a:t>
            </a:fld>
            <a:endParaRPr lang="en-US" altLang="zh-CN"/>
          </a:p>
        </p:txBody>
      </p:sp>
      <p:sp>
        <p:nvSpPr>
          <p:cNvPr id="4102" name="Rectangle 6">
            <a:extLst>
              <a:ext uri="{FF2B5EF4-FFF2-40B4-BE49-F238E27FC236}">
                <a16:creationId xmlns:a16="http://schemas.microsoft.com/office/drawing/2014/main" id="{99BD8755-AC16-4AF2-BC28-9AEF8920A931}"/>
              </a:ext>
            </a:extLst>
          </p:cNvPr>
          <p:cNvSpPr>
            <a:spLocks noGrp="1" noChangeArrowheads="1"/>
          </p:cNvSpPr>
          <p:nvPr>
            <p:ph type="ftr" sz="quarter" idx="3"/>
          </p:nvPr>
        </p:nvSpPr>
        <p:spPr bwMode="auto">
          <a:xfrm>
            <a:off x="3124200" y="6356350"/>
            <a:ext cx="2895600" cy="457200"/>
          </a:xfrm>
          <a:prstGeom prst="rect">
            <a:avLst/>
          </a:prstGeom>
          <a:noFill/>
          <a:ln>
            <a:noFill/>
          </a:ln>
          <a:effectLst/>
        </p:spPr>
        <p:txBody>
          <a:bodyPr vert="horz" wrap="square" lIns="91440" tIns="45720" rIns="91440" bIns="45720" numCol="1" anchor="t" anchorCtr="0" compatLnSpc="1"/>
          <a:lstStyle>
            <a:lvl1pPr algn="ctr" eaLnBrk="1" hangingPunct="1">
              <a:spcBef>
                <a:spcPct val="0"/>
              </a:spcBef>
              <a:defRPr sz="1400" b="1">
                <a:ea typeface="黑体" panose="02010609060101010101" pitchFamily="49" charset="-122"/>
              </a:defRPr>
            </a:lvl1pPr>
          </a:lstStyle>
          <a:p>
            <a:pPr>
              <a:defRPr/>
            </a:pPr>
            <a:r>
              <a:rPr lang="zh-CN" altLang="en-US"/>
              <a:t>计算机应用技术研究所</a:t>
            </a:r>
          </a:p>
        </p:txBody>
      </p:sp>
      <p:sp>
        <p:nvSpPr>
          <p:cNvPr id="4103" name="Rectangle 7">
            <a:extLst>
              <a:ext uri="{FF2B5EF4-FFF2-40B4-BE49-F238E27FC236}">
                <a16:creationId xmlns:a16="http://schemas.microsoft.com/office/drawing/2014/main" id="{612B4FE6-1693-4FFE-9AF7-D937ED613545}"/>
              </a:ext>
            </a:extLst>
          </p:cNvPr>
          <p:cNvSpPr>
            <a:spLocks noGrp="1" noChangeArrowheads="1"/>
          </p:cNvSpPr>
          <p:nvPr>
            <p:ph type="sldNum" sz="quarter" idx="4"/>
          </p:nvPr>
        </p:nvSpPr>
        <p:spPr bwMode="auto">
          <a:xfrm>
            <a:off x="6553200" y="635635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400" b="1" noProof="1"/>
            </a:lvl1pPr>
          </a:lstStyle>
          <a:p>
            <a:pPr>
              <a:defRPr/>
            </a:pPr>
            <a:r>
              <a:rPr lang="zh-CN" altLang="zh-CN"/>
              <a:t>50</a:t>
            </a:r>
            <a:r>
              <a:rPr lang="zh-CN" altLang="en-US"/>
              <a:t>－</a:t>
            </a:r>
            <a:fld id="{AFD4CABF-FF83-45A4-858B-D2C3B9B86EFE}" type="slidenum">
              <a:rPr altLang="zh-CN" smtClean="0"/>
              <a:pPr>
                <a:defRPr/>
              </a:pPr>
              <a:t>‹#›</a:t>
            </a:fld>
            <a:endParaRPr lang="zh-CN" altLang="zh-CN"/>
          </a:p>
        </p:txBody>
      </p:sp>
      <p:pic>
        <p:nvPicPr>
          <p:cNvPr id="1031" name="Picture 10" descr="12副本1">
            <a:extLst>
              <a:ext uri="{FF2B5EF4-FFF2-40B4-BE49-F238E27FC236}">
                <a16:creationId xmlns:a16="http://schemas.microsoft.com/office/drawing/2014/main" id="{A5BD91AC-39B8-46B0-8082-1D1CF27B67C2}"/>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28588" y="658813"/>
            <a:ext cx="996950" cy="969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999" r:id="rId1"/>
    <p:sldLayoutId id="2147484013" r:id="rId2"/>
    <p:sldLayoutId id="2147484014" r:id="rId3"/>
    <p:sldLayoutId id="2147484015" r:id="rId4"/>
    <p:sldLayoutId id="2147484016" r:id="rId5"/>
    <p:sldLayoutId id="2147484017" r:id="rId6"/>
    <p:sldLayoutId id="2147484018" r:id="rId7"/>
    <p:sldLayoutId id="2147484019" r:id="rId8"/>
    <p:sldLayoutId id="2147484020" r:id="rId9"/>
    <p:sldLayoutId id="2147484021" r:id="rId10"/>
    <p:sldLayoutId id="2147484000" r:id="rId11"/>
    <p:sldLayoutId id="2147484022" r:id="rId12"/>
    <p:sldLayoutId id="2147484023" r:id="rId13"/>
    <p:sldLayoutId id="2147484024" r:id="rId14"/>
    <p:sldLayoutId id="2147484001" r:id="rId15"/>
  </p:sldLayoutIdLst>
  <p:transition/>
  <p:hf sldNum="0" hdr="0" ftr="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5pPr>
      <a:lvl6pPr marL="457200" algn="ctr" rtl="0" eaLnBrk="1" fontAlgn="base" hangingPunct="1">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eaLnBrk="1" fontAlgn="base" hangingPunct="1">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eaLnBrk="1" fontAlgn="base" hangingPunct="1">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eaLnBrk="1" fontAlgn="base" hangingPunct="1">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Blip>
          <a:blip r:embed="rId19"/>
        </a:buBlip>
        <a:defRPr sz="2400" kern="120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Blip>
          <a:blip r:embed="rId19"/>
        </a:buBlip>
        <a:defRPr sz="2000" kern="1200">
          <a:solidFill>
            <a:schemeClr val="tx1"/>
          </a:solidFill>
          <a:latin typeface="+mj-lt"/>
          <a:ea typeface="+mj-ea"/>
          <a:cs typeface="楷体_GB2312"/>
        </a:defRPr>
      </a:lvl2pPr>
      <a:lvl3pPr marL="1143000" indent="-228600" algn="l" rtl="0" eaLnBrk="0" fontAlgn="base" hangingPunct="0">
        <a:spcBef>
          <a:spcPct val="20000"/>
        </a:spcBef>
        <a:spcAft>
          <a:spcPct val="0"/>
        </a:spcAft>
        <a:buChar char="•"/>
        <a:defRPr kern="1200">
          <a:solidFill>
            <a:schemeClr val="tx1"/>
          </a:solidFill>
          <a:latin typeface="+mj-lt"/>
          <a:ea typeface="+mj-ea"/>
          <a:cs typeface="楷体_GB2312"/>
        </a:defRPr>
      </a:lvl3pPr>
      <a:lvl4pPr marL="1600200" indent="-228600" algn="l" rtl="0" eaLnBrk="0" fontAlgn="base" hangingPunct="0">
        <a:spcBef>
          <a:spcPct val="20000"/>
        </a:spcBef>
        <a:spcAft>
          <a:spcPct val="0"/>
        </a:spcAft>
        <a:buChar char="–"/>
        <a:defRPr sz="1600" kern="1200">
          <a:solidFill>
            <a:schemeClr val="tx1"/>
          </a:solidFill>
          <a:latin typeface="+mj-lt"/>
          <a:ea typeface="+mj-ea"/>
          <a:cs typeface="楷体_GB2312"/>
        </a:defRPr>
      </a:lvl4pPr>
      <a:lvl5pPr marL="2057400" indent="-228600" algn="l" rtl="0" eaLnBrk="0" fontAlgn="base" hangingPunct="0">
        <a:spcBef>
          <a:spcPct val="20000"/>
        </a:spcBef>
        <a:spcAft>
          <a:spcPct val="0"/>
        </a:spcAft>
        <a:buChar char="»"/>
        <a:defRPr sz="1600" kern="1200">
          <a:solidFill>
            <a:schemeClr val="tx1"/>
          </a:solidFill>
          <a:latin typeface="+mj-lt"/>
          <a:ea typeface="+mj-ea"/>
          <a:cs typeface="楷体_GB231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93368F8E-C497-4E98-B6A5-4243ED4E57C8}"/>
              </a:ext>
            </a:extLst>
          </p:cNvPr>
          <p:cNvSpPr>
            <a:spLocks noGrp="1" noChangeArrowheads="1"/>
          </p:cNvSpPr>
          <p:nvPr>
            <p:ph type="title" idx="4294967295"/>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724995" name="Rectangle 3">
            <a:extLst>
              <a:ext uri="{FF2B5EF4-FFF2-40B4-BE49-F238E27FC236}">
                <a16:creationId xmlns:a16="http://schemas.microsoft.com/office/drawing/2014/main" id="{8BB51777-B68C-43C5-AD9E-CFB16AF71D44}"/>
              </a:ext>
            </a:extLst>
          </p:cNvPr>
          <p:cNvSpPr>
            <a:spLocks noGrp="1" noChangeArrowheads="1"/>
          </p:cNvSpPr>
          <p:nvPr>
            <p:ph type="body" idx="1"/>
          </p:nvPr>
        </p:nvSpPr>
        <p:spPr bwMode="auto">
          <a:xfrm>
            <a:off x="684213" y="1989138"/>
            <a:ext cx="7772400" cy="4114800"/>
          </a:xfrm>
          <a:prstGeom prst="rect">
            <a:avLst/>
          </a:prstGeom>
          <a:noFill/>
          <a:ln>
            <a:noFill/>
          </a:ln>
          <a:effectLst/>
        </p:spPr>
        <p:txBody>
          <a:bodyPr vert="horz" wrap="square" lIns="91440" tIns="45720" rIns="91440" bIns="45720" numCol="1" anchor="t" anchorCtr="0" compatLnSpc="1"/>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24996" name="Rectangle 4">
            <a:extLst>
              <a:ext uri="{FF2B5EF4-FFF2-40B4-BE49-F238E27FC236}">
                <a16:creationId xmlns:a16="http://schemas.microsoft.com/office/drawing/2014/main" id="{0CF8693F-D597-4224-8497-D838764CDCB7}"/>
              </a:ext>
            </a:extLst>
          </p:cNvPr>
          <p:cNvSpPr>
            <a:spLocks noGrp="1" noChangeArrowheads="1"/>
          </p:cNvSpPr>
          <p:nvPr>
            <p:ph type="dt" sz="half" idx="2"/>
          </p:nvPr>
        </p:nvSpPr>
        <p:spPr bwMode="auto">
          <a:xfrm>
            <a:off x="684213" y="6381750"/>
            <a:ext cx="1905000" cy="457200"/>
          </a:xfrm>
          <a:prstGeom prst="rect">
            <a:avLst/>
          </a:prstGeom>
          <a:noFill/>
          <a:ln>
            <a:noFill/>
          </a:ln>
          <a:effectLst/>
        </p:spPr>
        <p:txBody>
          <a:bodyPr vert="horz" wrap="square" lIns="91440" tIns="45720" rIns="91440" bIns="45720" numCol="1" anchor="t" anchorCtr="0" compatLnSpc="1"/>
          <a:lstStyle>
            <a:lvl1pPr eaLnBrk="1" hangingPunct="1">
              <a:spcBef>
                <a:spcPct val="0"/>
              </a:spcBef>
              <a:defRPr sz="1400" b="1">
                <a:ea typeface="黑体" panose="02010609060101010101" pitchFamily="49" charset="-122"/>
              </a:defRPr>
            </a:lvl1pPr>
          </a:lstStyle>
          <a:p>
            <a:pPr>
              <a:defRPr/>
            </a:pPr>
            <a:fld id="{05CDBC4A-8595-4848-AEDC-2B5DD608F2D5}" type="datetime1">
              <a:rPr lang="zh-CN" altLang="en-US"/>
              <a:pPr>
                <a:defRPr/>
              </a:pPr>
              <a:t>2020/9/7</a:t>
            </a:fld>
            <a:endParaRPr lang="en-US" altLang="zh-CN"/>
          </a:p>
        </p:txBody>
      </p:sp>
      <p:sp>
        <p:nvSpPr>
          <p:cNvPr id="724997" name="Rectangle 5">
            <a:extLst>
              <a:ext uri="{FF2B5EF4-FFF2-40B4-BE49-F238E27FC236}">
                <a16:creationId xmlns:a16="http://schemas.microsoft.com/office/drawing/2014/main" id="{E5669228-D8D3-417C-8EE9-6A2D96D30B97}"/>
              </a:ext>
            </a:extLst>
          </p:cNvPr>
          <p:cNvSpPr>
            <a:spLocks noGrp="1" noChangeArrowheads="1"/>
          </p:cNvSpPr>
          <p:nvPr>
            <p:ph type="ftr" sz="quarter" idx="3"/>
          </p:nvPr>
        </p:nvSpPr>
        <p:spPr bwMode="auto">
          <a:xfrm>
            <a:off x="3124200" y="6356350"/>
            <a:ext cx="2895600" cy="457200"/>
          </a:xfrm>
          <a:prstGeom prst="rect">
            <a:avLst/>
          </a:prstGeom>
          <a:noFill/>
          <a:ln>
            <a:noFill/>
          </a:ln>
          <a:effectLst/>
        </p:spPr>
        <p:txBody>
          <a:bodyPr vert="horz" wrap="square" lIns="91440" tIns="45720" rIns="91440" bIns="45720" numCol="1" anchor="t" anchorCtr="0" compatLnSpc="1"/>
          <a:lstStyle>
            <a:lvl1pPr algn="ctr" eaLnBrk="1" hangingPunct="1">
              <a:spcBef>
                <a:spcPct val="0"/>
              </a:spcBef>
              <a:defRPr sz="1400" b="1">
                <a:ea typeface="黑体" panose="02010609060101010101" pitchFamily="49" charset="-122"/>
              </a:defRPr>
            </a:lvl1pPr>
          </a:lstStyle>
          <a:p>
            <a:pPr>
              <a:defRPr/>
            </a:pPr>
            <a:r>
              <a:rPr lang="zh-CN" altLang="en-US"/>
              <a:t>计算机应用技术研究所</a:t>
            </a:r>
          </a:p>
        </p:txBody>
      </p:sp>
      <p:sp>
        <p:nvSpPr>
          <p:cNvPr id="724998" name="Rectangle 6">
            <a:extLst>
              <a:ext uri="{FF2B5EF4-FFF2-40B4-BE49-F238E27FC236}">
                <a16:creationId xmlns:a16="http://schemas.microsoft.com/office/drawing/2014/main" id="{99CC2AF1-742D-4696-A602-5937CCE2F6FE}"/>
              </a:ext>
            </a:extLst>
          </p:cNvPr>
          <p:cNvSpPr>
            <a:spLocks noGrp="1" noChangeArrowheads="1"/>
          </p:cNvSpPr>
          <p:nvPr>
            <p:ph type="sldNum" sz="quarter" idx="4"/>
          </p:nvPr>
        </p:nvSpPr>
        <p:spPr bwMode="auto">
          <a:xfrm>
            <a:off x="6553200" y="635635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400" b="1" noProof="1"/>
            </a:lvl1pPr>
          </a:lstStyle>
          <a:p>
            <a:pPr>
              <a:defRPr/>
            </a:pPr>
            <a:fld id="{7B2EE7B2-E485-4D09-BECF-1D3D30B83999}" type="slidenum">
              <a:rPr altLang="zh-CN"/>
              <a:pPr>
                <a:defRPr/>
              </a:pPr>
              <a:t>‹#›</a:t>
            </a:fld>
            <a:endParaRPr lang="zh-CN" altLang="zh-CN"/>
          </a:p>
        </p:txBody>
      </p:sp>
      <p:pic>
        <p:nvPicPr>
          <p:cNvPr id="2055" name="Picture 7" descr="12副本1">
            <a:extLst>
              <a:ext uri="{FF2B5EF4-FFF2-40B4-BE49-F238E27FC236}">
                <a16:creationId xmlns:a16="http://schemas.microsoft.com/office/drawing/2014/main" id="{6B584A62-A97A-401D-BFE4-9D4FE13F581D}"/>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28588" y="658813"/>
            <a:ext cx="996950" cy="969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002" r:id="rId1"/>
    <p:sldLayoutId id="2147484003" r:id="rId2"/>
    <p:sldLayoutId id="2147484004" r:id="rId3"/>
    <p:sldLayoutId id="2147484005" r:id="rId4"/>
    <p:sldLayoutId id="2147484006" r:id="rId5"/>
    <p:sldLayoutId id="2147484007" r:id="rId6"/>
    <p:sldLayoutId id="2147484008" r:id="rId7"/>
    <p:sldLayoutId id="2147484009" r:id="rId8"/>
    <p:sldLayoutId id="2147484010" r:id="rId9"/>
    <p:sldLayoutId id="2147484011" r:id="rId10"/>
    <p:sldLayoutId id="2147484012" r:id="rId11"/>
  </p:sldLayoutIdLst>
  <p:transition/>
  <p:hf sldNum="0" hdr="0" ftr="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5pPr>
      <a:lvl6pPr marL="457200" algn="ctr" rtl="0" eaLnBrk="1" fontAlgn="base" hangingPunct="1">
        <a:spcBef>
          <a:spcPct val="0"/>
        </a:spcBef>
        <a:spcAft>
          <a:spcPct val="0"/>
        </a:spcAft>
        <a:defRPr sz="4400">
          <a:solidFill>
            <a:schemeClr val="tx2"/>
          </a:solidFill>
          <a:latin typeface="Times New Roman" panose="02020603050405020304" pitchFamily="18" charset="0"/>
          <a:ea typeface="宋体" panose="02010600030101010101" pitchFamily="2" charset="-122"/>
        </a:defRPr>
      </a:lvl6pPr>
      <a:lvl7pPr marL="914400" algn="ctr" rtl="0" eaLnBrk="1" fontAlgn="base" hangingPunct="1">
        <a:spcBef>
          <a:spcPct val="0"/>
        </a:spcBef>
        <a:spcAft>
          <a:spcPct val="0"/>
        </a:spcAft>
        <a:defRPr sz="4400">
          <a:solidFill>
            <a:schemeClr val="tx2"/>
          </a:solidFill>
          <a:latin typeface="Times New Roman" panose="02020603050405020304" pitchFamily="18" charset="0"/>
          <a:ea typeface="宋体" panose="02010600030101010101" pitchFamily="2" charset="-122"/>
        </a:defRPr>
      </a:lvl7pPr>
      <a:lvl8pPr marL="1371600" algn="ctr" rtl="0" eaLnBrk="1" fontAlgn="base" hangingPunct="1">
        <a:spcBef>
          <a:spcPct val="0"/>
        </a:spcBef>
        <a:spcAft>
          <a:spcPct val="0"/>
        </a:spcAft>
        <a:defRPr sz="4400">
          <a:solidFill>
            <a:schemeClr val="tx2"/>
          </a:solidFill>
          <a:latin typeface="Times New Roman" panose="02020603050405020304" pitchFamily="18" charset="0"/>
          <a:ea typeface="宋体" panose="02010600030101010101" pitchFamily="2" charset="-122"/>
        </a:defRPr>
      </a:lvl8pPr>
      <a:lvl9pPr marL="1828800" algn="ctr" rtl="0" eaLnBrk="1" fontAlgn="base" hangingPunct="1">
        <a:spcBef>
          <a:spcPct val="0"/>
        </a:spcBef>
        <a:spcAft>
          <a:spcPct val="0"/>
        </a:spcAft>
        <a:defRPr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Blip>
          <a:blip r:embed="rId15"/>
        </a:buBlip>
        <a:defRPr sz="2400" kern="1200">
          <a:solidFill>
            <a:schemeClr val="tx1"/>
          </a:solidFill>
          <a:effectLst>
            <a:outerShdw blurRad="38100" dist="38100" dir="2700000" algn="tl">
              <a:srgbClr val="C0C0C0"/>
            </a:outerShdw>
          </a:effectLst>
          <a:latin typeface="+mn-lt"/>
          <a:ea typeface="+mn-ea"/>
          <a:cs typeface="+mn-cs"/>
        </a:defRPr>
      </a:lvl1pPr>
      <a:lvl2pPr marL="742950" indent="-285750" algn="l" rtl="0" eaLnBrk="0" fontAlgn="base" hangingPunct="0">
        <a:spcBef>
          <a:spcPct val="20000"/>
        </a:spcBef>
        <a:spcAft>
          <a:spcPct val="0"/>
        </a:spcAft>
        <a:buBlip>
          <a:blip r:embed="rId15"/>
        </a:buBlip>
        <a:defRPr sz="2000" kern="1200">
          <a:solidFill>
            <a:schemeClr val="tx1"/>
          </a:solidFill>
          <a:latin typeface="+mj-lt"/>
          <a:ea typeface="+mn-ea"/>
          <a:cs typeface="+mn-cs"/>
        </a:defRPr>
      </a:lvl2pPr>
      <a:lvl3pPr marL="1143000" indent="-228600" algn="l" rtl="0" eaLnBrk="0" fontAlgn="base" hangingPunct="0">
        <a:spcBef>
          <a:spcPct val="20000"/>
        </a:spcBef>
        <a:spcAft>
          <a:spcPct val="0"/>
        </a:spcAft>
        <a:buChar char="•"/>
        <a:defRPr kern="1200">
          <a:solidFill>
            <a:schemeClr val="tx1"/>
          </a:solidFill>
          <a:latin typeface="+mj-lt"/>
          <a:ea typeface="+mn-ea"/>
          <a:cs typeface="+mn-cs"/>
        </a:defRPr>
      </a:lvl3pPr>
      <a:lvl4pPr marL="1600200" indent="-228600" algn="l" rtl="0" eaLnBrk="0" fontAlgn="base" hangingPunct="0">
        <a:spcBef>
          <a:spcPct val="20000"/>
        </a:spcBef>
        <a:spcAft>
          <a:spcPct val="0"/>
        </a:spcAft>
        <a:buChar char="–"/>
        <a:defRPr sz="1600" kern="1200">
          <a:solidFill>
            <a:schemeClr val="tx1"/>
          </a:solidFill>
          <a:latin typeface="+mj-lt"/>
          <a:ea typeface="+mn-ea"/>
          <a:cs typeface="+mn-cs"/>
        </a:defRPr>
      </a:lvl4pPr>
      <a:lvl5pPr marL="2057400" indent="-228600" algn="l" rtl="0" eaLnBrk="0" fontAlgn="base" hangingPunct="0">
        <a:spcBef>
          <a:spcPct val="20000"/>
        </a:spcBef>
        <a:spcAft>
          <a:spcPct val="0"/>
        </a:spcAft>
        <a:buChar char="»"/>
        <a:defRPr sz="16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4.wmf"/></Relationships>
</file>

<file path=ppt/slides/_rels/slide10.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3.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5.xml"/><Relationship Id="rId4" Type="http://schemas.openxmlformats.org/officeDocument/2006/relationships/image" Target="../media/image25.png"/></Relationships>
</file>

<file path=ppt/slides/_rels/slide24.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5.xml"/><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5.xml"/><Relationship Id="rId4" Type="http://schemas.openxmlformats.org/officeDocument/2006/relationships/image" Target="../media/image27.png"/></Relationships>
</file>

<file path=ppt/slides/_rels/slide2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7.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8.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9.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5.xml"/><Relationship Id="rId4" Type="http://schemas.openxmlformats.org/officeDocument/2006/relationships/image" Target="../media/image31.png"/></Relationships>
</file>

<file path=ppt/slides/_rels/slide30.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33.png"/><Relationship Id="rId4" Type="http://schemas.openxmlformats.org/officeDocument/2006/relationships/image" Target="../media/image32.png"/></Relationships>
</file>

<file path=ppt/slides/_rels/slide31.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34.png"/></Relationships>
</file>

<file path=ppt/slides/_rels/slide32.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35.png"/></Relationships>
</file>

<file path=ppt/slides/_rels/slide33.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5.xml"/><Relationship Id="rId4" Type="http://schemas.openxmlformats.org/officeDocument/2006/relationships/image" Target="../media/image36.png"/></Relationships>
</file>

<file path=ppt/slides/_rels/slide3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3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37.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39.png"/></Relationships>
</file>

<file path=ppt/slides/_rels/slide38.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40.png"/></Relationships>
</file>

<file path=ppt/slides/_rels/slide39.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41.png"/></Relationships>
</file>

<file path=ppt/slides/_rels/slide40.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42.png"/></Relationships>
</file>

<file path=ppt/slides/_rels/slide41.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43.png"/></Relationships>
</file>

<file path=ppt/slides/_rels/slide42.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44.png"/></Relationships>
</file>

<file path=ppt/slides/_rels/slide43.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45.png"/></Relationships>
</file>

<file path=ppt/slides/_rels/slide44.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46.png"/></Relationships>
</file>

<file path=ppt/slides/_rels/slide4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47.png"/></Relationships>
</file>

<file path=ppt/slides/_rels/slide4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48.png"/></Relationships>
</file>

<file path=ppt/slides/_rels/slide47.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49.png"/></Relationships>
</file>

<file path=ppt/slides/_rels/slide48.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51.png"/><Relationship Id="rId4" Type="http://schemas.openxmlformats.org/officeDocument/2006/relationships/image" Target="../media/image50.png"/></Relationships>
</file>

<file path=ppt/slides/_rels/slide4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52.png"/><Relationship Id="rId4" Type="http://schemas.openxmlformats.org/officeDocument/2006/relationships/image" Target="../media/image4.wmf"/></Relationships>
</file>

<file path=ppt/slides/_rels/slide50.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53.png"/></Relationships>
</file>

<file path=ppt/slides/_rels/slide51.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55.png"/><Relationship Id="rId4" Type="http://schemas.openxmlformats.org/officeDocument/2006/relationships/image" Target="../media/image54.png"/></Relationships>
</file>

<file path=ppt/slides/_rels/slide52.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56.png"/></Relationships>
</file>

<file path=ppt/slides/_rels/slide53.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53.png"/></Relationships>
</file>

<file path=ppt/slides/_rels/slide54.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57.png"/></Relationships>
</file>

<file path=ppt/slides/_rels/slide5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59.png"/><Relationship Id="rId4" Type="http://schemas.openxmlformats.org/officeDocument/2006/relationships/image" Target="../media/image58.png"/></Relationships>
</file>

<file path=ppt/slides/_rels/slide5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61.png"/><Relationship Id="rId4" Type="http://schemas.openxmlformats.org/officeDocument/2006/relationships/image" Target="../media/image60.png"/></Relationships>
</file>

<file path=ppt/slides/_rels/slide5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62.png"/></Relationships>
</file>

<file path=ppt/slides/_rels/slide64.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63.png"/></Relationships>
</file>

<file path=ppt/slides/_rels/slide67.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64.png"/></Relationships>
</file>

<file path=ppt/slides/_rels/slide68.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65.png"/></Relationships>
</file>

<file path=ppt/slides/_rels/slide69.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67.png"/><Relationship Id="rId4" Type="http://schemas.openxmlformats.org/officeDocument/2006/relationships/image" Target="../media/image66.png"/></Relationships>
</file>

<file path=ppt/slides/_rels/slide70.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68.png"/></Relationships>
</file>

<file path=ppt/slides/_rels/slide71.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1.png"/><Relationship Id="rId5" Type="http://schemas.openxmlformats.org/officeDocument/2006/relationships/image" Target="../media/image70.png"/><Relationship Id="rId4" Type="http://schemas.openxmlformats.org/officeDocument/2006/relationships/image" Target="../media/image69.png"/></Relationships>
</file>

<file path=ppt/slides/_rels/slide72.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72.png"/></Relationships>
</file>

<file path=ppt/slides/_rels/slide7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wmf"/><Relationship Id="rId1" Type="http://schemas.openxmlformats.org/officeDocument/2006/relationships/slideLayout" Target="../slideLayouts/slideLayout7.xml"/><Relationship Id="rId4" Type="http://schemas.openxmlformats.org/officeDocument/2006/relationships/image" Target="../media/image73.png"/></Relationships>
</file>

<file path=ppt/slides/_rels/slide74.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75.png"/><Relationship Id="rId4" Type="http://schemas.openxmlformats.org/officeDocument/2006/relationships/image" Target="../media/image74.png"/></Relationships>
</file>

<file path=ppt/slides/_rels/slide7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76.png"/></Relationships>
</file>

<file path=ppt/slides/_rels/slide7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77.png"/></Relationships>
</file>

<file path=ppt/slides/_rels/slide77.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78.png"/></Relationships>
</file>

<file path=ppt/slides/_rels/slide78.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79.png"/></Relationships>
</file>

<file path=ppt/slides/_rels/slide80.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80.png"/></Relationships>
</file>

<file path=ppt/slides/_rels/slide81.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81.png"/></Relationships>
</file>

<file path=ppt/slides/_rels/slide82.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82.png"/></Relationships>
</file>

<file path=ppt/slides/_rels/slide83.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83.png"/></Relationships>
</file>

<file path=ppt/slides/_rels/slide8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84.png"/></Relationships>
</file>

<file path=ppt/slides/_rels/slide87.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85.png"/></Relationships>
</file>

<file path=ppt/slides/_rels/slide88.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86.png"/></Relationships>
</file>

<file path=ppt/slides/_rels/slide89.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87.png"/></Relationships>
</file>

<file path=ppt/slides/_rels/slide90.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88.png"/></Relationships>
</file>

<file path=ppt/slides/_rels/slide91.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89.png"/></Relationships>
</file>

<file path=ppt/slides/_rels/slide92.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90.png"/></Relationships>
</file>

<file path=ppt/slides/_rels/slide93.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92.png"/><Relationship Id="rId4" Type="http://schemas.openxmlformats.org/officeDocument/2006/relationships/image" Target="../media/image91.png"/></Relationships>
</file>

<file path=ppt/slides/_rels/slide94.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84.png"/></Relationships>
</file>

<file path=ppt/slides/_rels/slide9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93.png"/></Relationships>
</file>

<file path=ppt/slides/_rels/slide9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94.png"/></Relationships>
</file>

<file path=ppt/slides/_rels/slide97.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95.png"/></Relationships>
</file>

<file path=ppt/slides/_rels/slide98.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96.png"/></Relationships>
</file>

<file path=ppt/slides/_rels/slide9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97.png"/></Relationships>
</file>

<file path=ppt/slides/_rels/slide10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99.png"/><Relationship Id="rId4" Type="http://schemas.openxmlformats.org/officeDocument/2006/relationships/image" Target="../media/image98.png"/></Relationships>
</file>

<file path=ppt/slides/_rels/slide10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00.png"/></Relationships>
</file>

<file path=ppt/slides/_rels/slide107.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01.png"/></Relationships>
</file>

<file path=ppt/slides/_rels/slide108.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02.png"/></Relationships>
</file>

<file path=ppt/slides/_rels/slide109.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03.png"/></Relationships>
</file>

<file path=ppt/slides/_rels/slide110.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04.png"/></Relationships>
</file>

<file path=ppt/slides/_rels/slide111.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05.png"/></Relationships>
</file>

<file path=ppt/slides/_rels/slide112.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06.png"/></Relationships>
</file>

<file path=ppt/slides/_rels/slide113.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07.png"/></Relationships>
</file>

<file path=ppt/slides/_rels/slide114.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08.png"/></Relationships>
</file>

<file path=ppt/slides/_rels/slide11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110.png"/><Relationship Id="rId4" Type="http://schemas.openxmlformats.org/officeDocument/2006/relationships/image" Target="../media/image109.png"/></Relationships>
</file>

<file path=ppt/slides/_rels/slide11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11.png"/></Relationships>
</file>

<file path=ppt/slides/_rels/slide117.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12.png"/></Relationships>
</file>

<file path=ppt/slides/_rels/slide118.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13.png"/></Relationships>
</file>

<file path=ppt/slides/_rels/slide119.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14.png"/></Relationships>
</file>

<file path=ppt/slides/_rels/slide122.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15.png"/></Relationships>
</file>

<file path=ppt/slides/_rels/slide123.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16.png"/></Relationships>
</file>

<file path=ppt/slides/_rels/slide124.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118.png"/><Relationship Id="rId4" Type="http://schemas.openxmlformats.org/officeDocument/2006/relationships/image" Target="../media/image117.png"/></Relationships>
</file>

<file path=ppt/slides/_rels/slide12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19.png"/></Relationships>
</file>

<file path=ppt/slides/_rels/slide12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121.png"/><Relationship Id="rId4" Type="http://schemas.openxmlformats.org/officeDocument/2006/relationships/image" Target="../media/image120.png"/></Relationships>
</file>

<file path=ppt/slides/_rels/slide127.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22.png"/></Relationships>
</file>

<file path=ppt/slides/_rels/slide128.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23.png"/></Relationships>
</file>

<file path=ppt/slides/_rels/slide129.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24.png"/></Relationships>
</file>

<file path=ppt/slides/_rels/slide130.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25.png"/></Relationships>
</file>

<file path=ppt/slides/_rels/slide131.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26.png"/></Relationships>
</file>

<file path=ppt/slides/_rels/slide132.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27.png"/></Relationships>
</file>

<file path=ppt/slides/_rels/slide133.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28.png"/></Relationships>
</file>

<file path=ppt/slides/_rels/slide134.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29.png"/></Relationships>
</file>

<file path=ppt/slides/_rels/slide13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30.png"/></Relationships>
</file>

<file path=ppt/slides/_rels/slide13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31.png"/></Relationships>
</file>

<file path=ppt/slides/_rels/slide137.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32.png"/></Relationships>
</file>

<file path=ppt/slides/_rels/slide138.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33.png"/></Relationships>
</file>

<file path=ppt/slides/_rels/slide139.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34.png"/></Relationships>
</file>

<file path=ppt/slides/_rels/slide140.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35.png"/></Relationships>
</file>

<file path=ppt/slides/_rels/slide141.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137.png"/><Relationship Id="rId4" Type="http://schemas.openxmlformats.org/officeDocument/2006/relationships/image" Target="../media/image136.png"/></Relationships>
</file>

<file path=ppt/slides/_rels/slide142.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139.png"/><Relationship Id="rId4" Type="http://schemas.openxmlformats.org/officeDocument/2006/relationships/image" Target="../media/image138.png"/></Relationships>
</file>

<file path=ppt/slides/_rels/slide143.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40.png"/></Relationships>
</file>

<file path=ppt/slides/_rels/slide144.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43.png"/><Relationship Id="rId5" Type="http://schemas.openxmlformats.org/officeDocument/2006/relationships/image" Target="../media/image142.png"/><Relationship Id="rId4" Type="http://schemas.openxmlformats.org/officeDocument/2006/relationships/image" Target="../media/image141.png"/></Relationships>
</file>

<file path=ppt/slides/_rels/slide145.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44.png"/></Relationships>
</file>

<file path=ppt/slides/_rels/slide147.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45.png"/></Relationships>
</file>

<file path=ppt/slides/_rels/slide148.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46.png"/></Relationships>
</file>

<file path=ppt/slides/_rels/slide149.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148.png"/><Relationship Id="rId4" Type="http://schemas.openxmlformats.org/officeDocument/2006/relationships/image" Target="../media/image147.png"/></Relationships>
</file>

<file path=ppt/slides/_rels/slide150.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150.png"/><Relationship Id="rId4" Type="http://schemas.openxmlformats.org/officeDocument/2006/relationships/image" Target="../media/image149.png"/></Relationships>
</file>

<file path=ppt/slides/_rels/slide151.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152.png"/><Relationship Id="rId4" Type="http://schemas.openxmlformats.org/officeDocument/2006/relationships/image" Target="../media/image151.png"/></Relationships>
</file>

<file path=ppt/slides/_rels/slide153.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53.png"/></Relationships>
</file>

<file path=ppt/slides/_rels/slide154.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54.png"/></Relationships>
</file>

<file path=ppt/slides/_rels/slide15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156.png"/><Relationship Id="rId4" Type="http://schemas.openxmlformats.org/officeDocument/2006/relationships/image" Target="../media/image155.png"/></Relationships>
</file>

<file path=ppt/slides/_rels/slide15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57.png"/></Relationships>
</file>

<file path=ppt/slides/_rels/slide157.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58.png"/></Relationships>
</file>

<file path=ppt/slides/_rels/slide15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59.png"/></Relationships>
</file>

<file path=ppt/slides/_rels/slide163.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161.png"/><Relationship Id="rId4" Type="http://schemas.openxmlformats.org/officeDocument/2006/relationships/image" Target="../media/image160.png"/></Relationships>
</file>

<file path=ppt/slides/_rels/slide164.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163.png"/><Relationship Id="rId4" Type="http://schemas.openxmlformats.org/officeDocument/2006/relationships/image" Target="../media/image162.png"/></Relationships>
</file>

<file path=ppt/slides/_rels/slide16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64.png"/></Relationships>
</file>

<file path=ppt/slides/_rels/slide16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65.png"/></Relationships>
</file>

<file path=ppt/slides/_rels/slide167.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167.png"/><Relationship Id="rId4" Type="http://schemas.openxmlformats.org/officeDocument/2006/relationships/image" Target="../media/image166.png"/></Relationships>
</file>

<file path=ppt/slides/_rels/slide169.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68.png"/></Relationships>
</file>

<file path=ppt/slides/_rels/slide170.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69.png"/></Relationships>
</file>

<file path=ppt/slides/_rels/slide171.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171.png"/><Relationship Id="rId4" Type="http://schemas.openxmlformats.org/officeDocument/2006/relationships/image" Target="../media/image170.png"/></Relationships>
</file>

<file path=ppt/slides/_rels/slide172.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72.png"/></Relationships>
</file>

<file path=ppt/slides/_rels/slide173.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73.png"/></Relationships>
</file>

<file path=ppt/slides/_rels/slide174.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74.png"/></Relationships>
</file>

<file path=ppt/slides/_rels/slide17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日期占位符 1">
            <a:extLst>
              <a:ext uri="{FF2B5EF4-FFF2-40B4-BE49-F238E27FC236}">
                <a16:creationId xmlns:a16="http://schemas.microsoft.com/office/drawing/2014/main" id="{0AFDA346-B5D6-44FE-B2AF-7A9FD1F73E38}"/>
              </a:ext>
            </a:extLst>
          </p:cNvPr>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spcBef>
                <a:spcPct val="0"/>
              </a:spcBef>
              <a:buFontTx/>
              <a:buNone/>
            </a:pPr>
            <a:fld id="{1304C1DC-6F71-40B8-A787-B2710341FE58}" type="datetime1">
              <a:rPr lang="zh-CN" altLang="en-US" sz="1400" smtClean="0">
                <a:solidFill>
                  <a:srgbClr val="FF0000"/>
                </a:solidFill>
                <a:latin typeface="黑体" panose="02010609060101010101" pitchFamily="49" charset="-122"/>
                <a:ea typeface="黑体" panose="02010609060101010101" pitchFamily="49" charset="-122"/>
              </a:rPr>
              <a:pPr>
                <a:spcBef>
                  <a:spcPct val="0"/>
                </a:spcBef>
                <a:buFontTx/>
                <a:buNone/>
              </a:pPr>
              <a:t>2020/9/7</a:t>
            </a:fld>
            <a:endParaRPr lang="zh-CN" altLang="en-US" sz="1400">
              <a:solidFill>
                <a:srgbClr val="FF0000"/>
              </a:solidFill>
              <a:latin typeface="黑体" panose="02010609060101010101" pitchFamily="49" charset="-122"/>
              <a:ea typeface="黑体" panose="02010609060101010101" pitchFamily="49" charset="-122"/>
            </a:endParaRPr>
          </a:p>
        </p:txBody>
      </p:sp>
      <p:sp>
        <p:nvSpPr>
          <p:cNvPr id="16387" name="页脚占位符 2">
            <a:extLst>
              <a:ext uri="{FF2B5EF4-FFF2-40B4-BE49-F238E27FC236}">
                <a16:creationId xmlns:a16="http://schemas.microsoft.com/office/drawing/2014/main" id="{83206200-F598-4AC5-95A4-F4B365D74856}"/>
              </a:ext>
            </a:extLst>
          </p:cNvPr>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spcBef>
                <a:spcPct val="0"/>
              </a:spcBef>
              <a:buFontTx/>
              <a:buNone/>
            </a:pPr>
            <a:r>
              <a:rPr lang="zh-CN" altLang="en-US" sz="1400">
                <a:solidFill>
                  <a:srgbClr val="FF0000"/>
                </a:solidFill>
                <a:latin typeface="黑体" panose="02010609060101010101" pitchFamily="49" charset="-122"/>
                <a:ea typeface="黑体" panose="02010609060101010101" pitchFamily="49" charset="-122"/>
              </a:rPr>
              <a:t>计算机应用技术研究所</a:t>
            </a:r>
          </a:p>
        </p:txBody>
      </p:sp>
      <p:sp>
        <p:nvSpPr>
          <p:cNvPr id="16388" name="灯片编号占位符 3">
            <a:extLst>
              <a:ext uri="{FF2B5EF4-FFF2-40B4-BE49-F238E27FC236}">
                <a16:creationId xmlns:a16="http://schemas.microsoft.com/office/drawing/2014/main" id="{8E665920-3703-488F-A154-A28CDECF5B5A}"/>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spcBef>
                <a:spcPct val="0"/>
              </a:spcBef>
              <a:buFontTx/>
              <a:buNone/>
            </a:pPr>
            <a:fld id="{E18EE8A1-D51D-402E-8BB7-A15F404E1247}" type="slidenum">
              <a:rPr altLang="zh-CN" sz="1400" smtClean="0">
                <a:solidFill>
                  <a:srgbClr val="FF0000"/>
                </a:solidFill>
                <a:latin typeface="黑体" panose="02010609060101010101" pitchFamily="49" charset="-122"/>
                <a:ea typeface="黑体" panose="02010609060101010101" pitchFamily="49" charset="-122"/>
              </a:rPr>
              <a:pPr>
                <a:spcBef>
                  <a:spcPct val="0"/>
                </a:spcBef>
                <a:buFontTx/>
                <a:buNone/>
              </a:pPr>
              <a:t>1</a:t>
            </a:fld>
            <a:endParaRPr lang="zh-CN" altLang="zh-CN" sz="1400">
              <a:solidFill>
                <a:srgbClr val="FF0000"/>
              </a:solidFill>
              <a:latin typeface="黑体" panose="02010609060101010101" pitchFamily="49" charset="-122"/>
              <a:ea typeface="黑体" panose="02010609060101010101" pitchFamily="49" charset="-122"/>
            </a:endParaRPr>
          </a:p>
        </p:txBody>
      </p:sp>
      <p:sp>
        <p:nvSpPr>
          <p:cNvPr id="16389" name="页脚占位符 3">
            <a:extLst>
              <a:ext uri="{FF2B5EF4-FFF2-40B4-BE49-F238E27FC236}">
                <a16:creationId xmlns:a16="http://schemas.microsoft.com/office/drawing/2014/main" id="{41D51581-93A0-454C-8356-7ACEE3531284}"/>
              </a:ext>
            </a:extLst>
          </p:cNvPr>
          <p:cNvSpPr txBox="1">
            <a:spLocks noGrp="1" noChangeArrowheads="1"/>
          </p:cNvSpPr>
          <p:nvPr/>
        </p:nvSpPr>
        <p:spPr bwMode="auto">
          <a:xfrm>
            <a:off x="609600" y="6470650"/>
            <a:ext cx="538163"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r">
              <a:spcBef>
                <a:spcPct val="0"/>
              </a:spcBef>
              <a:buFontTx/>
              <a:buNone/>
            </a:pPr>
            <a:fld id="{93255349-001D-4650-9B54-10A7D941BE5D}" type="slidenum">
              <a:rPr lang="en-US" altLang="zh-CN" sz="1000">
                <a:solidFill>
                  <a:schemeClr val="bg1"/>
                </a:solidFill>
                <a:latin typeface="Arial" panose="020B0604020202020204" pitchFamily="34" charset="0"/>
                <a:ea typeface="宋体" panose="02010600030101010101" pitchFamily="2" charset="-122"/>
              </a:rPr>
              <a:pPr algn="r">
                <a:spcBef>
                  <a:spcPct val="0"/>
                </a:spcBef>
                <a:buFontTx/>
                <a:buNone/>
              </a:pPr>
              <a:t>1</a:t>
            </a:fld>
            <a:endParaRPr lang="en-US" altLang="zh-CN" sz="1000">
              <a:solidFill>
                <a:schemeClr val="bg1"/>
              </a:solidFill>
              <a:latin typeface="Arial" panose="020B0604020202020204" pitchFamily="34" charset="0"/>
              <a:ea typeface="宋体" panose="02010600030101010101" pitchFamily="2" charset="-122"/>
            </a:endParaRPr>
          </a:p>
        </p:txBody>
      </p:sp>
      <p:sp>
        <p:nvSpPr>
          <p:cNvPr id="423939" name="Rectangle 3">
            <a:extLst>
              <a:ext uri="{FF2B5EF4-FFF2-40B4-BE49-F238E27FC236}">
                <a16:creationId xmlns:a16="http://schemas.microsoft.com/office/drawing/2014/main" id="{6C7754DE-4F08-4405-99F7-11DD0493DED8}"/>
              </a:ext>
            </a:extLst>
          </p:cNvPr>
          <p:cNvSpPr>
            <a:spLocks noGrp="1" noChangeArrowheads="1"/>
          </p:cNvSpPr>
          <p:nvPr>
            <p:ph type="body" idx="4294967295"/>
          </p:nvPr>
        </p:nvSpPr>
        <p:spPr>
          <a:xfrm>
            <a:off x="706438" y="1412875"/>
            <a:ext cx="7826375" cy="2514600"/>
          </a:xfrm>
        </p:spPr>
        <p:txBody>
          <a:bodyPr/>
          <a:lstStyle/>
          <a:p>
            <a:pPr marL="400050" indent="-400050" algn="ctr" eaLnBrk="1" hangingPunct="1">
              <a:buFontTx/>
              <a:buNone/>
              <a:defRPr/>
            </a:pPr>
            <a:r>
              <a:rPr kumimoji="1" lang="zh-CN" altLang="en-US" sz="8000" b="1" dirty="0">
                <a:solidFill>
                  <a:schemeClr val="accent2"/>
                </a:solidFill>
                <a:effectLst/>
                <a:ea typeface="隶书" panose="02010509060101010101" pitchFamily="49" charset="-122"/>
              </a:rPr>
              <a:t>离散数学</a:t>
            </a:r>
            <a:endParaRPr kumimoji="1" lang="zh-CN" altLang="en-US" sz="6600" b="1" dirty="0">
              <a:solidFill>
                <a:schemeClr val="accent2"/>
              </a:solidFill>
              <a:effectLst/>
              <a:ea typeface="隶书" panose="02010509060101010101" pitchFamily="49" charset="-122"/>
            </a:endParaRPr>
          </a:p>
          <a:p>
            <a:pPr marL="400050" indent="-400050" algn="ctr" eaLnBrk="1" hangingPunct="1">
              <a:buFontTx/>
              <a:buNone/>
              <a:defRPr/>
            </a:pPr>
            <a:r>
              <a:rPr kumimoji="1" lang="en-US" altLang="zh-CN" sz="6600" dirty="0">
                <a:solidFill>
                  <a:schemeClr val="accent2"/>
                </a:solidFill>
                <a:effectLst/>
                <a:latin typeface="Times New Roman" panose="02020603050405020304" pitchFamily="18" charset="0"/>
                <a:ea typeface="华文行楷" panose="02010800040101010101" pitchFamily="2" charset="-122"/>
              </a:rPr>
              <a:t>Discrete Mathematics</a:t>
            </a:r>
            <a:r>
              <a:rPr kumimoji="1" lang="en-US" altLang="zh-CN" sz="3600" b="1" dirty="0">
                <a:ea typeface="宋体" panose="02010600030101010101" pitchFamily="2" charset="-122"/>
              </a:rPr>
              <a:t> </a:t>
            </a:r>
          </a:p>
        </p:txBody>
      </p:sp>
      <p:sp>
        <p:nvSpPr>
          <p:cNvPr id="16391" name="Text Box 4">
            <a:extLst>
              <a:ext uri="{FF2B5EF4-FFF2-40B4-BE49-F238E27FC236}">
                <a16:creationId xmlns:a16="http://schemas.microsoft.com/office/drawing/2014/main" id="{C5F1BAD7-AB77-400B-B7F3-D061E9EB98EB}"/>
              </a:ext>
            </a:extLst>
          </p:cNvPr>
          <p:cNvSpPr txBox="1">
            <a:spLocks noChangeArrowheads="1"/>
          </p:cNvSpPr>
          <p:nvPr/>
        </p:nvSpPr>
        <p:spPr bwMode="auto">
          <a:xfrm>
            <a:off x="1169988" y="4343400"/>
            <a:ext cx="6858000" cy="1329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00050" indent="-40005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spcAft>
                <a:spcPct val="20000"/>
              </a:spcAft>
              <a:buClr>
                <a:srgbClr val="228A88"/>
              </a:buClr>
              <a:buFontTx/>
              <a:buNone/>
            </a:pPr>
            <a:r>
              <a:rPr lang="zh-CN" altLang="en-US" sz="3200" b="1" dirty="0" smtClean="0">
                <a:latin typeface="黑体" panose="02010609060101010101" pitchFamily="49" charset="-122"/>
                <a:ea typeface="黑体" panose="02010609060101010101" pitchFamily="49" charset="-122"/>
              </a:rPr>
              <a:t>杨娟  博士</a:t>
            </a:r>
            <a:endParaRPr lang="en-US" altLang="zh-CN" sz="3200" b="1" dirty="0">
              <a:latin typeface="黑体" panose="02010609060101010101" pitchFamily="49" charset="-122"/>
              <a:ea typeface="黑体" panose="02010609060101010101" pitchFamily="49" charset="-122"/>
            </a:endParaRPr>
          </a:p>
          <a:p>
            <a:pPr algn="ctr" eaLnBrk="1" hangingPunct="1">
              <a:spcBef>
                <a:spcPct val="50000"/>
              </a:spcBef>
              <a:spcAft>
                <a:spcPct val="20000"/>
              </a:spcAft>
              <a:buClr>
                <a:srgbClr val="228A88"/>
              </a:buClr>
              <a:buFontTx/>
              <a:buNone/>
            </a:pPr>
            <a:r>
              <a:rPr lang="zh-CN" altLang="en-US" sz="2800" b="1" dirty="0" smtClean="0">
                <a:latin typeface="黑体" panose="02010609060101010101" pitchFamily="49" charset="-122"/>
                <a:ea typeface="黑体" panose="02010609060101010101" pitchFamily="49" charset="-122"/>
              </a:rPr>
              <a:t>合肥工业大学</a:t>
            </a:r>
            <a:r>
              <a:rPr lang="zh-CN" altLang="en-US" sz="2800" b="1" dirty="0">
                <a:latin typeface="黑体" panose="02010609060101010101" pitchFamily="49" charset="-122"/>
                <a:ea typeface="黑体" panose="02010609060101010101" pitchFamily="49" charset="-122"/>
              </a:rPr>
              <a:t>计算机与信息学院</a:t>
            </a:r>
          </a:p>
        </p:txBody>
      </p:sp>
      <p:pic>
        <p:nvPicPr>
          <p:cNvPr id="16392" name="Picture 6">
            <a:extLst>
              <a:ext uri="{FF2B5EF4-FFF2-40B4-BE49-F238E27FC236}">
                <a16:creationId xmlns:a16="http://schemas.microsoft.com/office/drawing/2014/main" id="{1CFB9502-9968-4278-8873-AFA371849D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96188" y="549275"/>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日期占位符 3">
            <a:extLst>
              <a:ext uri="{FF2B5EF4-FFF2-40B4-BE49-F238E27FC236}">
                <a16:creationId xmlns:a16="http://schemas.microsoft.com/office/drawing/2014/main" id="{0C612CEC-0A97-429F-AAEB-F3ED9EED3DF1}"/>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918AE74F-A138-4399-98FF-E2C71894D4F8}" type="datetime1">
              <a:rPr lang="zh-CN" altLang="en-US" sz="1400" b="1">
                <a:latin typeface="Times New Roman" panose="02020603050405020304" pitchFamily="18" charset="0"/>
                <a:ea typeface="宋体" panose="02010600030101010101" pitchFamily="2" charset="-122"/>
              </a:rPr>
              <a:pPr eaLnBrk="1" hangingPunct="1">
                <a:spcBef>
                  <a:spcPct val="0"/>
                </a:spcBef>
                <a:buFontTx/>
                <a:buNone/>
              </a:pPr>
              <a:t>2020/9/7</a:t>
            </a:fld>
            <a:endParaRPr lang="zh-CN" altLang="en-US" sz="1400" b="1">
              <a:latin typeface="Times New Roman" panose="02020603050405020304" pitchFamily="18" charset="0"/>
              <a:ea typeface="宋体" panose="02010600030101010101" pitchFamily="2" charset="-122"/>
            </a:endParaRPr>
          </a:p>
        </p:txBody>
      </p:sp>
      <p:sp>
        <p:nvSpPr>
          <p:cNvPr id="17411" name="页脚占位符 4">
            <a:extLst>
              <a:ext uri="{FF2B5EF4-FFF2-40B4-BE49-F238E27FC236}">
                <a16:creationId xmlns:a16="http://schemas.microsoft.com/office/drawing/2014/main" id="{43F9CF56-F2A2-48D5-8FCB-8398E8D2875A}"/>
              </a:ext>
            </a:extLst>
          </p:cNvPr>
          <p:cNvSpPr txBox="1">
            <a:spLocks noGrp="1" noChangeArrowheads="1"/>
          </p:cNvSpPr>
          <p:nvPr/>
        </p:nvSpPr>
        <p:spPr bwMode="auto">
          <a:xfrm>
            <a:off x="3124200" y="635635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0"/>
              </a:spcBef>
              <a:buFontTx/>
              <a:buNone/>
            </a:pPr>
            <a:r>
              <a:rPr lang="zh-CN" altLang="en-US" sz="1400" b="1">
                <a:latin typeface="Times New Roman" panose="02020603050405020304" pitchFamily="18" charset="0"/>
                <a:ea typeface="宋体" panose="02010600030101010101" pitchFamily="2" charset="-122"/>
              </a:rPr>
              <a:t>计算机应用技术研究所</a:t>
            </a:r>
          </a:p>
        </p:txBody>
      </p:sp>
      <p:sp>
        <p:nvSpPr>
          <p:cNvPr id="17412" name="灯片编号占位符 5">
            <a:extLst>
              <a:ext uri="{FF2B5EF4-FFF2-40B4-BE49-F238E27FC236}">
                <a16:creationId xmlns:a16="http://schemas.microsoft.com/office/drawing/2014/main" id="{902AF7BC-816C-4082-BDFA-53D4E3D0B478}"/>
              </a:ext>
            </a:extLst>
          </p:cNvPr>
          <p:cNvSpPr txBox="1">
            <a:spLocks noGrp="1" noChangeArrowheads="1"/>
          </p:cNvSpPr>
          <p:nvPr/>
        </p:nvSpPr>
        <p:spPr bwMode="auto">
          <a:xfrm>
            <a:off x="6553200" y="63563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r" eaLnBrk="1" hangingPunct="1">
              <a:spcBef>
                <a:spcPct val="0"/>
              </a:spcBef>
              <a:buFontTx/>
              <a:buNone/>
            </a:pPr>
            <a:fld id="{B776DE51-737F-4396-8EE1-297A2219002E}" type="slidenum">
              <a:rPr lang="en-US" altLang="zh-CN" sz="1400" b="1">
                <a:latin typeface="Times New Roman" panose="02020603050405020304" pitchFamily="18" charset="0"/>
                <a:ea typeface="宋体" panose="02010600030101010101" pitchFamily="2" charset="-122"/>
              </a:rPr>
              <a:pPr algn="r" eaLnBrk="1" hangingPunct="1">
                <a:spcBef>
                  <a:spcPct val="0"/>
                </a:spcBef>
                <a:buFontTx/>
                <a:buNone/>
              </a:pPr>
              <a:t>2</a:t>
            </a:fld>
            <a:endParaRPr lang="en-US" altLang="zh-CN" sz="1400" b="1">
              <a:latin typeface="Times New Roman" panose="02020603050405020304" pitchFamily="18" charset="0"/>
              <a:ea typeface="宋体" panose="02010600030101010101" pitchFamily="2" charset="-122"/>
            </a:endParaRPr>
          </a:p>
        </p:txBody>
      </p:sp>
      <p:sp>
        <p:nvSpPr>
          <p:cNvPr id="17413" name="Rectangle 2">
            <a:extLst>
              <a:ext uri="{FF2B5EF4-FFF2-40B4-BE49-F238E27FC236}">
                <a16:creationId xmlns:a16="http://schemas.microsoft.com/office/drawing/2014/main" id="{C71C7842-4FB1-43E9-9156-125FA80C184C}"/>
              </a:ext>
            </a:extLst>
          </p:cNvPr>
          <p:cNvSpPr>
            <a:spLocks noGrp="1" noChangeArrowheads="1"/>
          </p:cNvSpPr>
          <p:nvPr>
            <p:ph type="ctrTitle" idx="4294967295"/>
          </p:nvPr>
        </p:nvSpPr>
        <p:spPr>
          <a:xfrm>
            <a:off x="684213" y="2492375"/>
            <a:ext cx="8137525" cy="2159000"/>
          </a:xfrm>
        </p:spPr>
        <p:txBody>
          <a:bodyPr/>
          <a:lstStyle/>
          <a:p>
            <a:pPr eaLnBrk="1" hangingPunct="1"/>
            <a:r>
              <a:rPr lang="zh-CN" altLang="en-US" sz="6600" b="1">
                <a:solidFill>
                  <a:schemeClr val="accent2"/>
                </a:solidFill>
                <a:latin typeface="黑体" panose="02010609060101010101" pitchFamily="49" charset="-122"/>
                <a:ea typeface="黑体" panose="02010609060101010101" pitchFamily="49" charset="-122"/>
              </a:rPr>
              <a:t>第</a:t>
            </a:r>
            <a:r>
              <a:rPr lang="en-US" altLang="zh-CN" sz="6600" b="1">
                <a:solidFill>
                  <a:schemeClr val="accent2"/>
                </a:solidFill>
                <a:latin typeface="黑体" panose="02010609060101010101" pitchFamily="49" charset="-122"/>
                <a:ea typeface="黑体" panose="02010609060101010101" pitchFamily="49" charset="-122"/>
              </a:rPr>
              <a:t>6</a:t>
            </a:r>
            <a:r>
              <a:rPr lang="zh-CN" altLang="en-US" sz="6600" b="1">
                <a:solidFill>
                  <a:schemeClr val="accent2"/>
                </a:solidFill>
                <a:latin typeface="黑体" panose="02010609060101010101" pitchFamily="49" charset="-122"/>
                <a:ea typeface="黑体" panose="02010609060101010101" pitchFamily="49" charset="-122"/>
              </a:rPr>
              <a:t>章 特殊关系模型</a:t>
            </a:r>
            <a:r>
              <a:rPr lang="zh-CN" altLang="en-US" sz="6600" b="1">
                <a:solidFill>
                  <a:schemeClr val="accent2"/>
                </a:solidFill>
              </a:rPr>
              <a:t/>
            </a:r>
            <a:br>
              <a:rPr lang="zh-CN" altLang="en-US" sz="6600" b="1">
                <a:solidFill>
                  <a:schemeClr val="accent2"/>
                </a:solidFill>
              </a:rPr>
            </a:br>
            <a:endParaRPr lang="zh-CN" altLang="en-US" sz="5400" b="1">
              <a:solidFill>
                <a:schemeClr val="accent2"/>
              </a:solidFill>
            </a:endParaRPr>
          </a:p>
        </p:txBody>
      </p:sp>
      <p:pic>
        <p:nvPicPr>
          <p:cNvPr id="17414" name="Picture 7">
            <a:extLst>
              <a:ext uri="{FF2B5EF4-FFF2-40B4-BE49-F238E27FC236}">
                <a16:creationId xmlns:a16="http://schemas.microsoft.com/office/drawing/2014/main" id="{4AEFF6D3-8803-4D30-BB1F-E00C6ADD84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21575" y="4738688"/>
            <a:ext cx="1371600" cy="135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日期占位符 3">
            <a:extLst>
              <a:ext uri="{FF2B5EF4-FFF2-40B4-BE49-F238E27FC236}">
                <a16:creationId xmlns:a16="http://schemas.microsoft.com/office/drawing/2014/main" id="{22AC46F9-EF8B-4FA2-A1F1-D485E034E898}"/>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ABC004F1-6D86-48BC-B3B6-30CDCB6685EB}" type="datetime1">
              <a:rPr lang="zh-CN" altLang="en-US" sz="1400" b="1">
                <a:solidFill>
                  <a:srgbClr val="FF0000"/>
                </a:solidFill>
                <a:latin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ndParaRPr>
          </a:p>
        </p:txBody>
      </p:sp>
      <p:grpSp>
        <p:nvGrpSpPr>
          <p:cNvPr id="18435" name="Group 21">
            <a:extLst>
              <a:ext uri="{FF2B5EF4-FFF2-40B4-BE49-F238E27FC236}">
                <a16:creationId xmlns:a16="http://schemas.microsoft.com/office/drawing/2014/main" id="{1C0FE0E8-B57A-4224-9E06-F995B83A979C}"/>
              </a:ext>
            </a:extLst>
          </p:cNvPr>
          <p:cNvGrpSpPr>
            <a:grpSpLocks/>
          </p:cNvGrpSpPr>
          <p:nvPr/>
        </p:nvGrpSpPr>
        <p:grpSpPr bwMode="auto">
          <a:xfrm>
            <a:off x="2339975" y="2359025"/>
            <a:ext cx="4733925" cy="3662363"/>
            <a:chOff x="1474" y="1344"/>
            <a:chExt cx="2982" cy="2307"/>
          </a:xfrm>
        </p:grpSpPr>
        <p:sp>
          <p:nvSpPr>
            <p:cNvPr id="1170441" name="AutoShape 9">
              <a:extLst>
                <a:ext uri="{FF2B5EF4-FFF2-40B4-BE49-F238E27FC236}">
                  <a16:creationId xmlns:a16="http://schemas.microsoft.com/office/drawing/2014/main" id="{DE3A0464-A56E-491E-8A25-1DCF43F69B86}"/>
                </a:ext>
              </a:extLst>
            </p:cNvPr>
            <p:cNvSpPr>
              <a:spLocks noChangeArrowheads="1"/>
            </p:cNvSpPr>
            <p:nvPr/>
          </p:nvSpPr>
          <p:spPr bwMode="gray">
            <a:xfrm>
              <a:off x="1720" y="2032"/>
              <a:ext cx="2736" cy="382"/>
            </a:xfrm>
            <a:prstGeom prst="roundRect">
              <a:avLst>
                <a:gd name="adj" fmla="val 16667"/>
              </a:avLst>
            </a:prstGeom>
            <a:gradFill rotWithShape="1">
              <a:gsLst>
                <a:gs pos="0">
                  <a:schemeClr val="hlink"/>
                </a:gs>
                <a:gs pos="50000">
                  <a:schemeClr val="hlink">
                    <a:gamma/>
                    <a:tint val="21176"/>
                    <a:invGamma/>
                  </a:schemeClr>
                </a:gs>
                <a:gs pos="100000">
                  <a:schemeClr val="hlink"/>
                </a:gs>
              </a:gsLst>
              <a:lin ang="5400000" scaled="1"/>
            </a:gradFill>
            <a:ln w="12700" algn="ctr">
              <a:solidFill>
                <a:schemeClr val="bg1"/>
              </a:solidFill>
              <a:round/>
            </a:ln>
            <a:effectLst/>
          </p:spPr>
          <p:txBody>
            <a:bodyPr wrap="none" anchor="ctr"/>
            <a:lstStyle/>
            <a:p>
              <a:pPr eaLnBrk="1" hangingPunct="1">
                <a:defRPr/>
              </a:pPr>
              <a:endParaRPr lang="zh-CN" altLang="en-US"/>
            </a:p>
          </p:txBody>
        </p:sp>
        <p:sp>
          <p:nvSpPr>
            <p:cNvPr id="18438" name="AutoShape 10">
              <a:extLst>
                <a:ext uri="{FF2B5EF4-FFF2-40B4-BE49-F238E27FC236}">
                  <a16:creationId xmlns:a16="http://schemas.microsoft.com/office/drawing/2014/main" id="{6FEC68AC-A110-403F-9E3E-5AE254D3E2F2}"/>
                </a:ext>
              </a:extLst>
            </p:cNvPr>
            <p:cNvSpPr>
              <a:spLocks noChangeArrowheads="1"/>
            </p:cNvSpPr>
            <p:nvPr/>
          </p:nvSpPr>
          <p:spPr bwMode="auto">
            <a:xfrm>
              <a:off x="1480" y="1933"/>
              <a:ext cx="432" cy="573"/>
            </a:xfrm>
            <a:prstGeom prst="diamond">
              <a:avLst/>
            </a:prstGeom>
            <a:solidFill>
              <a:schemeClr val="hlink"/>
            </a:solidFill>
            <a:ln w="25400">
              <a:solidFill>
                <a:schemeClr val="bg1"/>
              </a:solidFill>
              <a:miter lim="800000"/>
              <a:headEnd/>
              <a:tailEnd/>
            </a:ln>
          </p:spPr>
          <p:txBody>
            <a:bodyPr wrap="none" anchor="ct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endParaRPr lang="zh-CN" altLang="en-US" sz="3200">
                <a:solidFill>
                  <a:srgbClr val="FF0000"/>
                </a:solidFill>
                <a:latin typeface="黑体" panose="02010609060101010101" pitchFamily="49" charset="-122"/>
              </a:endParaRPr>
            </a:p>
          </p:txBody>
        </p:sp>
        <p:sp>
          <p:nvSpPr>
            <p:cNvPr id="18439" name="Text Box 11">
              <a:extLst>
                <a:ext uri="{FF2B5EF4-FFF2-40B4-BE49-F238E27FC236}">
                  <a16:creationId xmlns:a16="http://schemas.microsoft.com/office/drawing/2014/main" id="{7D57CA78-AFC8-4220-9202-65964286CC1F}"/>
                </a:ext>
              </a:extLst>
            </p:cNvPr>
            <p:cNvSpPr txBox="1">
              <a:spLocks noChangeArrowheads="1"/>
            </p:cNvSpPr>
            <p:nvPr/>
          </p:nvSpPr>
          <p:spPr bwMode="auto">
            <a:xfrm>
              <a:off x="1864" y="2079"/>
              <a:ext cx="2394"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0"/>
                </a:spcBef>
                <a:buFontTx/>
                <a:buNone/>
              </a:pPr>
              <a:r>
                <a:rPr lang="zh-CN" altLang="en-US" sz="2800" b="1">
                  <a:latin typeface="黑体" panose="02010609060101010101" pitchFamily="49" charset="-122"/>
                </a:rPr>
                <a:t>  </a:t>
              </a:r>
              <a:r>
                <a:rPr lang="zh-CN" altLang="en-US" sz="2800" b="1">
                  <a:latin typeface="黑体" panose="02010609060101010101" pitchFamily="49" charset="-122"/>
                  <a:ea typeface="黑体" panose="02010609060101010101" pitchFamily="49" charset="-122"/>
                </a:rPr>
                <a:t>相容关系与元素聚类</a:t>
              </a:r>
            </a:p>
          </p:txBody>
        </p:sp>
        <p:sp>
          <p:nvSpPr>
            <p:cNvPr id="18440" name="Text Box 12">
              <a:extLst>
                <a:ext uri="{FF2B5EF4-FFF2-40B4-BE49-F238E27FC236}">
                  <a16:creationId xmlns:a16="http://schemas.microsoft.com/office/drawing/2014/main" id="{2B1E13D3-C2C2-4B4C-8C33-56ABF8C42535}"/>
                </a:ext>
              </a:extLst>
            </p:cNvPr>
            <p:cNvSpPr txBox="1">
              <a:spLocks noChangeArrowheads="1"/>
            </p:cNvSpPr>
            <p:nvPr/>
          </p:nvSpPr>
          <p:spPr bwMode="auto">
            <a:xfrm>
              <a:off x="1574" y="2015"/>
              <a:ext cx="229"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0"/>
                </a:spcBef>
                <a:buFontTx/>
                <a:buNone/>
              </a:pPr>
              <a:r>
                <a:rPr lang="en-US" altLang="zh-CN" sz="2800" b="1">
                  <a:solidFill>
                    <a:schemeClr val="bg1"/>
                  </a:solidFill>
                  <a:latin typeface="黑体" panose="02010609060101010101" pitchFamily="49" charset="-122"/>
                </a:rPr>
                <a:t>2</a:t>
              </a:r>
            </a:p>
          </p:txBody>
        </p:sp>
        <p:sp>
          <p:nvSpPr>
            <p:cNvPr id="1170446" name="AutoShape 14">
              <a:extLst>
                <a:ext uri="{FF2B5EF4-FFF2-40B4-BE49-F238E27FC236}">
                  <a16:creationId xmlns:a16="http://schemas.microsoft.com/office/drawing/2014/main" id="{F6214177-A5A7-4354-949D-DA1E715C9AEB}"/>
                </a:ext>
              </a:extLst>
            </p:cNvPr>
            <p:cNvSpPr>
              <a:spLocks noChangeArrowheads="1"/>
            </p:cNvSpPr>
            <p:nvPr/>
          </p:nvSpPr>
          <p:spPr bwMode="gray">
            <a:xfrm>
              <a:off x="1714" y="2620"/>
              <a:ext cx="2736" cy="375"/>
            </a:xfrm>
            <a:prstGeom prst="roundRect">
              <a:avLst>
                <a:gd name="adj" fmla="val 16667"/>
              </a:avLst>
            </a:prstGeom>
            <a:gradFill rotWithShape="1">
              <a:gsLst>
                <a:gs pos="0">
                  <a:schemeClr val="folHlink"/>
                </a:gs>
                <a:gs pos="50000">
                  <a:schemeClr val="folHlink">
                    <a:gamma/>
                    <a:tint val="21176"/>
                    <a:invGamma/>
                  </a:schemeClr>
                </a:gs>
                <a:gs pos="100000">
                  <a:schemeClr val="folHlink"/>
                </a:gs>
              </a:gsLst>
              <a:lin ang="5400000" scaled="1"/>
            </a:gradFill>
            <a:ln w="12700" algn="ctr">
              <a:solidFill>
                <a:schemeClr val="bg1"/>
              </a:solidFill>
              <a:round/>
            </a:ln>
            <a:effectLst/>
          </p:spPr>
          <p:txBody>
            <a:bodyPr wrap="none" anchor="ctr"/>
            <a:lstStyle/>
            <a:p>
              <a:pPr eaLnBrk="1" hangingPunct="1">
                <a:defRPr/>
              </a:pPr>
              <a:endParaRPr lang="zh-CN" altLang="en-US"/>
            </a:p>
          </p:txBody>
        </p:sp>
        <p:sp>
          <p:nvSpPr>
            <p:cNvPr id="18442" name="AutoShape 15">
              <a:extLst>
                <a:ext uri="{FF2B5EF4-FFF2-40B4-BE49-F238E27FC236}">
                  <a16:creationId xmlns:a16="http://schemas.microsoft.com/office/drawing/2014/main" id="{DDF9EBBE-BBB0-4090-BD0A-58FDF8E7193B}"/>
                </a:ext>
              </a:extLst>
            </p:cNvPr>
            <p:cNvSpPr>
              <a:spLocks noChangeArrowheads="1"/>
            </p:cNvSpPr>
            <p:nvPr/>
          </p:nvSpPr>
          <p:spPr bwMode="auto">
            <a:xfrm>
              <a:off x="1474" y="2523"/>
              <a:ext cx="432" cy="560"/>
            </a:xfrm>
            <a:prstGeom prst="diamond">
              <a:avLst/>
            </a:prstGeom>
            <a:solidFill>
              <a:schemeClr val="folHlink"/>
            </a:solidFill>
            <a:ln w="25400">
              <a:solidFill>
                <a:schemeClr val="bg1"/>
              </a:solidFill>
              <a:miter lim="800000"/>
              <a:headEnd/>
              <a:tailEnd/>
            </a:ln>
          </p:spPr>
          <p:txBody>
            <a:bodyPr wrap="none" anchor="ct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endParaRPr lang="zh-CN" altLang="en-US" sz="3200">
                <a:solidFill>
                  <a:srgbClr val="FF0000"/>
                </a:solidFill>
                <a:latin typeface="黑体" panose="02010609060101010101" pitchFamily="49" charset="-122"/>
              </a:endParaRPr>
            </a:p>
          </p:txBody>
        </p:sp>
        <p:sp>
          <p:nvSpPr>
            <p:cNvPr id="18443" name="Text Box 16">
              <a:extLst>
                <a:ext uri="{FF2B5EF4-FFF2-40B4-BE49-F238E27FC236}">
                  <a16:creationId xmlns:a16="http://schemas.microsoft.com/office/drawing/2014/main" id="{AC8A54E0-03FB-4DEB-9DF4-0D93056AD3DD}"/>
                </a:ext>
              </a:extLst>
            </p:cNvPr>
            <p:cNvSpPr txBox="1">
              <a:spLocks noChangeArrowheads="1"/>
            </p:cNvSpPr>
            <p:nvPr/>
          </p:nvSpPr>
          <p:spPr bwMode="auto">
            <a:xfrm>
              <a:off x="1858" y="2666"/>
              <a:ext cx="240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0"/>
                </a:spcBef>
                <a:buFontTx/>
                <a:buNone/>
              </a:pPr>
              <a:r>
                <a:rPr lang="zh-CN" altLang="en-US" sz="2800" b="1">
                  <a:latin typeface="黑体" panose="02010609060101010101" pitchFamily="49" charset="-122"/>
                </a:rPr>
                <a:t>  </a:t>
              </a:r>
              <a:r>
                <a:rPr lang="zh-CN" altLang="en-US" sz="2800" b="1">
                  <a:latin typeface="黑体" panose="02010609060101010101" pitchFamily="49" charset="-122"/>
                  <a:ea typeface="黑体" panose="02010609060101010101" pitchFamily="49" charset="-122"/>
                </a:rPr>
                <a:t>偏序关系与元素比较</a:t>
              </a:r>
            </a:p>
          </p:txBody>
        </p:sp>
        <p:sp>
          <p:nvSpPr>
            <p:cNvPr id="18444" name="Text Box 17">
              <a:extLst>
                <a:ext uri="{FF2B5EF4-FFF2-40B4-BE49-F238E27FC236}">
                  <a16:creationId xmlns:a16="http://schemas.microsoft.com/office/drawing/2014/main" id="{AE82BD69-F611-4F06-B23D-76FC4C433D39}"/>
                </a:ext>
              </a:extLst>
            </p:cNvPr>
            <p:cNvSpPr txBox="1">
              <a:spLocks noChangeArrowheads="1"/>
            </p:cNvSpPr>
            <p:nvPr/>
          </p:nvSpPr>
          <p:spPr bwMode="auto">
            <a:xfrm>
              <a:off x="1568" y="2604"/>
              <a:ext cx="22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0"/>
                </a:spcBef>
                <a:buFontTx/>
                <a:buNone/>
              </a:pPr>
              <a:r>
                <a:rPr lang="en-US" altLang="zh-CN" sz="2800" b="1">
                  <a:solidFill>
                    <a:schemeClr val="bg1"/>
                  </a:solidFill>
                  <a:latin typeface="黑体" panose="02010609060101010101" pitchFamily="49" charset="-122"/>
                </a:rPr>
                <a:t>3</a:t>
              </a:r>
            </a:p>
          </p:txBody>
        </p:sp>
        <p:sp>
          <p:nvSpPr>
            <p:cNvPr id="18445" name="AutoShape 19">
              <a:extLst>
                <a:ext uri="{FF2B5EF4-FFF2-40B4-BE49-F238E27FC236}">
                  <a16:creationId xmlns:a16="http://schemas.microsoft.com/office/drawing/2014/main" id="{14F160E2-44D4-4144-864C-3F37879C1B16}"/>
                </a:ext>
              </a:extLst>
            </p:cNvPr>
            <p:cNvSpPr>
              <a:spLocks noChangeArrowheads="1"/>
            </p:cNvSpPr>
            <p:nvPr/>
          </p:nvSpPr>
          <p:spPr bwMode="auto">
            <a:xfrm>
              <a:off x="1720" y="1441"/>
              <a:ext cx="2736" cy="374"/>
            </a:xfrm>
            <a:prstGeom prst="roundRect">
              <a:avLst>
                <a:gd name="adj" fmla="val 16667"/>
              </a:avLst>
            </a:prstGeom>
            <a:gradFill rotWithShape="1">
              <a:gsLst>
                <a:gs pos="0">
                  <a:srgbClr val="765E00"/>
                </a:gs>
                <a:gs pos="50000">
                  <a:srgbClr val="FFCC00"/>
                </a:gs>
                <a:gs pos="100000">
                  <a:srgbClr val="765E00"/>
                </a:gs>
              </a:gsLst>
              <a:lin ang="5400000" scaled="1"/>
            </a:gradFill>
            <a:ln w="12700">
              <a:solidFill>
                <a:schemeClr val="bg1"/>
              </a:solidFill>
              <a:round/>
              <a:headEnd/>
              <a:tailEnd/>
            </a:ln>
          </p:spPr>
          <p:txBody>
            <a:bodyPr wrap="none" anchor="ct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endParaRPr lang="zh-CN" altLang="en-US" sz="3200">
                <a:solidFill>
                  <a:srgbClr val="FF0000"/>
                </a:solidFill>
                <a:latin typeface="黑体" panose="02010609060101010101" pitchFamily="49" charset="-122"/>
              </a:endParaRPr>
            </a:p>
          </p:txBody>
        </p:sp>
        <p:sp>
          <p:nvSpPr>
            <p:cNvPr id="18446" name="AutoShape 20">
              <a:extLst>
                <a:ext uri="{FF2B5EF4-FFF2-40B4-BE49-F238E27FC236}">
                  <a16:creationId xmlns:a16="http://schemas.microsoft.com/office/drawing/2014/main" id="{636E8AB2-216D-48B0-AA91-708A128FAC2D}"/>
                </a:ext>
              </a:extLst>
            </p:cNvPr>
            <p:cNvSpPr>
              <a:spLocks noChangeArrowheads="1"/>
            </p:cNvSpPr>
            <p:nvPr/>
          </p:nvSpPr>
          <p:spPr bwMode="auto">
            <a:xfrm>
              <a:off x="1480" y="1344"/>
              <a:ext cx="432" cy="561"/>
            </a:xfrm>
            <a:prstGeom prst="diamond">
              <a:avLst/>
            </a:prstGeom>
            <a:solidFill>
              <a:srgbClr val="CC9900"/>
            </a:solidFill>
            <a:ln w="25400">
              <a:solidFill>
                <a:schemeClr val="bg1"/>
              </a:solidFill>
              <a:miter lim="800000"/>
              <a:headEnd/>
              <a:tailEnd/>
            </a:ln>
          </p:spPr>
          <p:txBody>
            <a:bodyPr wrap="none" anchor="ct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endParaRPr lang="zh-CN" altLang="en-US" sz="3200">
                <a:solidFill>
                  <a:srgbClr val="FF0000"/>
                </a:solidFill>
                <a:latin typeface="黑体" panose="02010609060101010101" pitchFamily="49" charset="-122"/>
              </a:endParaRPr>
            </a:p>
          </p:txBody>
        </p:sp>
        <p:sp>
          <p:nvSpPr>
            <p:cNvPr id="18447" name="Text Box 21">
              <a:extLst>
                <a:ext uri="{FF2B5EF4-FFF2-40B4-BE49-F238E27FC236}">
                  <a16:creationId xmlns:a16="http://schemas.microsoft.com/office/drawing/2014/main" id="{D1B4CDD8-ACEB-4969-9A48-85BACA753945}"/>
                </a:ext>
              </a:extLst>
            </p:cNvPr>
            <p:cNvSpPr txBox="1">
              <a:spLocks noChangeArrowheads="1"/>
            </p:cNvSpPr>
            <p:nvPr/>
          </p:nvSpPr>
          <p:spPr bwMode="auto">
            <a:xfrm>
              <a:off x="1864" y="1487"/>
              <a:ext cx="2422"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0"/>
                </a:spcBef>
                <a:buFontTx/>
                <a:buNone/>
              </a:pPr>
              <a:r>
                <a:rPr lang="zh-CN" altLang="en-US" sz="2800" b="1">
                  <a:latin typeface="黑体" panose="02010609060101010101" pitchFamily="49" charset="-122"/>
                </a:rPr>
                <a:t>  </a:t>
              </a:r>
              <a:r>
                <a:rPr lang="zh-CN" altLang="en-US" sz="2800" b="1">
                  <a:latin typeface="黑体" panose="02010609060101010101" pitchFamily="49" charset="-122"/>
                  <a:ea typeface="黑体" panose="02010609060101010101" pitchFamily="49" charset="-122"/>
                </a:rPr>
                <a:t>等价关系与元素分类</a:t>
              </a:r>
            </a:p>
          </p:txBody>
        </p:sp>
        <p:sp>
          <p:nvSpPr>
            <p:cNvPr id="18448" name="Text Box 22">
              <a:extLst>
                <a:ext uri="{FF2B5EF4-FFF2-40B4-BE49-F238E27FC236}">
                  <a16:creationId xmlns:a16="http://schemas.microsoft.com/office/drawing/2014/main" id="{8A77FC77-0329-4086-A4B7-58F9FCA9AF3D}"/>
                </a:ext>
              </a:extLst>
            </p:cNvPr>
            <p:cNvSpPr txBox="1">
              <a:spLocks noChangeArrowheads="1"/>
            </p:cNvSpPr>
            <p:nvPr/>
          </p:nvSpPr>
          <p:spPr bwMode="auto">
            <a:xfrm>
              <a:off x="1574" y="1457"/>
              <a:ext cx="228" cy="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0"/>
                </a:spcBef>
                <a:buFontTx/>
                <a:buNone/>
              </a:pPr>
              <a:r>
                <a:rPr lang="en-US" altLang="zh-CN" sz="2800" b="1">
                  <a:solidFill>
                    <a:schemeClr val="bg1"/>
                  </a:solidFill>
                  <a:latin typeface="黑体" panose="02010609060101010101" pitchFamily="49" charset="-122"/>
                </a:rPr>
                <a:t>1</a:t>
              </a:r>
            </a:p>
          </p:txBody>
        </p:sp>
        <p:sp>
          <p:nvSpPr>
            <p:cNvPr id="18449" name="AutoShape 29">
              <a:extLst>
                <a:ext uri="{FF2B5EF4-FFF2-40B4-BE49-F238E27FC236}">
                  <a16:creationId xmlns:a16="http://schemas.microsoft.com/office/drawing/2014/main" id="{45C91D68-59E4-4D14-8B6D-0ED263D27669}"/>
                </a:ext>
              </a:extLst>
            </p:cNvPr>
            <p:cNvSpPr>
              <a:spLocks noChangeArrowheads="1"/>
            </p:cNvSpPr>
            <p:nvPr/>
          </p:nvSpPr>
          <p:spPr bwMode="auto">
            <a:xfrm>
              <a:off x="1714" y="3201"/>
              <a:ext cx="2736" cy="363"/>
            </a:xfrm>
            <a:prstGeom prst="roundRect">
              <a:avLst>
                <a:gd name="adj" fmla="val 16667"/>
              </a:avLst>
            </a:prstGeom>
            <a:gradFill rotWithShape="1">
              <a:gsLst>
                <a:gs pos="0">
                  <a:srgbClr val="3366FF"/>
                </a:gs>
                <a:gs pos="50000">
                  <a:srgbClr val="D4DFFF"/>
                </a:gs>
                <a:gs pos="100000">
                  <a:srgbClr val="3366FF"/>
                </a:gs>
              </a:gsLst>
              <a:lin ang="5400000" scaled="1"/>
            </a:gradFill>
            <a:ln w="12700">
              <a:solidFill>
                <a:schemeClr val="bg1"/>
              </a:solidFill>
              <a:round/>
              <a:headEnd/>
              <a:tailEnd/>
            </a:ln>
          </p:spPr>
          <p:txBody>
            <a:bodyPr wrap="none" anchor="ct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endParaRPr lang="zh-CN" altLang="en-US" sz="3200">
                <a:solidFill>
                  <a:srgbClr val="FF0000"/>
                </a:solidFill>
                <a:latin typeface="黑体" panose="02010609060101010101" pitchFamily="49" charset="-122"/>
              </a:endParaRPr>
            </a:p>
          </p:txBody>
        </p:sp>
        <p:sp>
          <p:nvSpPr>
            <p:cNvPr id="18450" name="AutoShape 30">
              <a:extLst>
                <a:ext uri="{FF2B5EF4-FFF2-40B4-BE49-F238E27FC236}">
                  <a16:creationId xmlns:a16="http://schemas.microsoft.com/office/drawing/2014/main" id="{41410883-2B03-44B2-9843-ADB7D806CC14}"/>
                </a:ext>
              </a:extLst>
            </p:cNvPr>
            <p:cNvSpPr>
              <a:spLocks noChangeArrowheads="1"/>
            </p:cNvSpPr>
            <p:nvPr/>
          </p:nvSpPr>
          <p:spPr bwMode="auto">
            <a:xfrm>
              <a:off x="1474" y="3107"/>
              <a:ext cx="432" cy="544"/>
            </a:xfrm>
            <a:prstGeom prst="diamond">
              <a:avLst/>
            </a:prstGeom>
            <a:solidFill>
              <a:srgbClr val="3366FF"/>
            </a:solidFill>
            <a:ln w="25400">
              <a:solidFill>
                <a:schemeClr val="bg1"/>
              </a:solidFill>
              <a:miter lim="800000"/>
              <a:headEnd/>
              <a:tailEnd/>
            </a:ln>
          </p:spPr>
          <p:txBody>
            <a:bodyPr wrap="none" anchor="ct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endParaRPr lang="zh-CN" altLang="en-US" sz="3200">
                <a:solidFill>
                  <a:srgbClr val="FF0000"/>
                </a:solidFill>
                <a:latin typeface="黑体" panose="02010609060101010101" pitchFamily="49" charset="-122"/>
              </a:endParaRPr>
            </a:p>
          </p:txBody>
        </p:sp>
        <p:sp>
          <p:nvSpPr>
            <p:cNvPr id="18451" name="Text Box 31">
              <a:extLst>
                <a:ext uri="{FF2B5EF4-FFF2-40B4-BE49-F238E27FC236}">
                  <a16:creationId xmlns:a16="http://schemas.microsoft.com/office/drawing/2014/main" id="{4F68348E-D374-4DE8-995B-2B5FF999B2D7}"/>
                </a:ext>
              </a:extLst>
            </p:cNvPr>
            <p:cNvSpPr txBox="1">
              <a:spLocks noChangeArrowheads="1"/>
            </p:cNvSpPr>
            <p:nvPr/>
          </p:nvSpPr>
          <p:spPr bwMode="auto">
            <a:xfrm>
              <a:off x="1858" y="3246"/>
              <a:ext cx="216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0"/>
                </a:spcBef>
                <a:buFontTx/>
                <a:buNone/>
              </a:pPr>
              <a:r>
                <a:rPr lang="zh-CN" altLang="en-US" sz="2800" b="1">
                  <a:latin typeface="黑体" panose="02010609060101010101" pitchFamily="49" charset="-122"/>
                </a:rPr>
                <a:t>    </a:t>
              </a:r>
              <a:r>
                <a:rPr lang="zh-CN" altLang="en-US" sz="2800" b="1">
                  <a:latin typeface="黑体" panose="02010609060101010101" pitchFamily="49" charset="-122"/>
                  <a:ea typeface="黑体" panose="02010609060101010101" pitchFamily="49" charset="-122"/>
                </a:rPr>
                <a:t>特殊关系的应用</a:t>
              </a:r>
            </a:p>
          </p:txBody>
        </p:sp>
        <p:sp>
          <p:nvSpPr>
            <p:cNvPr id="18452" name="Text Box 32">
              <a:extLst>
                <a:ext uri="{FF2B5EF4-FFF2-40B4-BE49-F238E27FC236}">
                  <a16:creationId xmlns:a16="http://schemas.microsoft.com/office/drawing/2014/main" id="{00DD3C99-14B5-47D7-AD2B-F8C2589747FA}"/>
                </a:ext>
              </a:extLst>
            </p:cNvPr>
            <p:cNvSpPr txBox="1">
              <a:spLocks noChangeArrowheads="1"/>
            </p:cNvSpPr>
            <p:nvPr/>
          </p:nvSpPr>
          <p:spPr bwMode="auto">
            <a:xfrm>
              <a:off x="1568" y="3188"/>
              <a:ext cx="22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0"/>
                </a:spcBef>
                <a:buFontTx/>
                <a:buNone/>
              </a:pPr>
              <a:r>
                <a:rPr lang="en-US" altLang="zh-CN" sz="2800" b="1">
                  <a:solidFill>
                    <a:schemeClr val="bg1"/>
                  </a:solidFill>
                  <a:latin typeface="黑体" panose="02010609060101010101" pitchFamily="49" charset="-122"/>
                </a:rPr>
                <a:t>4</a:t>
              </a:r>
            </a:p>
          </p:txBody>
        </p:sp>
      </p:grpSp>
      <p:sp>
        <p:nvSpPr>
          <p:cNvPr id="18436" name="Text Box 2">
            <a:extLst>
              <a:ext uri="{FF2B5EF4-FFF2-40B4-BE49-F238E27FC236}">
                <a16:creationId xmlns:a16="http://schemas.microsoft.com/office/drawing/2014/main" id="{C3EB48A7-7A41-42AB-90C2-3DBBC8C0C357}"/>
              </a:ext>
            </a:extLst>
          </p:cNvPr>
          <p:cNvSpPr txBox="1">
            <a:spLocks noChangeArrowheads="1"/>
          </p:cNvSpPr>
          <p:nvPr/>
        </p:nvSpPr>
        <p:spPr bwMode="auto">
          <a:xfrm>
            <a:off x="1403350" y="836613"/>
            <a:ext cx="7086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本章学习内容</a:t>
            </a:r>
            <a:endParaRPr lang="zh-CN" altLang="en-US" sz="3200">
              <a:solidFill>
                <a:srgbClr val="FF0000"/>
              </a:solidFill>
              <a:latin typeface="黑体" panose="02010609060101010101" pitchFamily="49" charset="-122"/>
              <a:ea typeface="黑体" panose="02010609060101010101" pitchFamily="49" charset="-122"/>
            </a:endParaRPr>
          </a:p>
        </p:txBody>
      </p:sp>
    </p:spTree>
  </p:cSld>
  <p:clrMapOvr>
    <a:masterClrMapping/>
  </p:clrMapOvr>
  <p:transition spd="med">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日期占位符 3">
            <a:extLst>
              <a:ext uri="{FF2B5EF4-FFF2-40B4-BE49-F238E27FC236}">
                <a16:creationId xmlns:a16="http://schemas.microsoft.com/office/drawing/2014/main" id="{D402EB24-62AF-48D1-9BF7-4BE57083EBF5}"/>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951706FE-F502-4E8B-982E-2E31E7B1BA6C}" type="datetime1">
              <a:rPr lang="zh-CN" altLang="en-US" sz="1400" b="1">
                <a:latin typeface="Times New Roman" panose="02020603050405020304" pitchFamily="18" charset="0"/>
                <a:ea typeface="宋体" panose="02010600030101010101" pitchFamily="2" charset="-122"/>
              </a:rPr>
              <a:pPr eaLnBrk="1" hangingPunct="1">
                <a:spcBef>
                  <a:spcPct val="0"/>
                </a:spcBef>
                <a:buFontTx/>
                <a:buNone/>
              </a:pPr>
              <a:t>2020/9/7</a:t>
            </a:fld>
            <a:endParaRPr lang="zh-CN" altLang="en-US" sz="1400" b="1">
              <a:latin typeface="Times New Roman" panose="02020603050405020304" pitchFamily="18" charset="0"/>
              <a:ea typeface="宋体" panose="02010600030101010101" pitchFamily="2" charset="-122"/>
            </a:endParaRPr>
          </a:p>
        </p:txBody>
      </p:sp>
      <p:sp>
        <p:nvSpPr>
          <p:cNvPr id="19459" name="页脚占位符 4">
            <a:extLst>
              <a:ext uri="{FF2B5EF4-FFF2-40B4-BE49-F238E27FC236}">
                <a16:creationId xmlns:a16="http://schemas.microsoft.com/office/drawing/2014/main" id="{29BE1D27-C35A-4396-B206-6C0EE1B663CE}"/>
              </a:ext>
            </a:extLst>
          </p:cNvPr>
          <p:cNvSpPr txBox="1">
            <a:spLocks noGrp="1" noChangeArrowheads="1"/>
          </p:cNvSpPr>
          <p:nvPr/>
        </p:nvSpPr>
        <p:spPr bwMode="auto">
          <a:xfrm>
            <a:off x="3124200" y="635635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0"/>
              </a:spcBef>
              <a:buFontTx/>
              <a:buNone/>
            </a:pPr>
            <a:r>
              <a:rPr lang="zh-CN" altLang="en-US" sz="1400" b="1">
                <a:latin typeface="Times New Roman" panose="02020603050405020304" pitchFamily="18" charset="0"/>
                <a:ea typeface="宋体" panose="02010600030101010101" pitchFamily="2" charset="-122"/>
              </a:rPr>
              <a:t>计算机应用技术研究所</a:t>
            </a:r>
          </a:p>
        </p:txBody>
      </p:sp>
      <p:sp>
        <p:nvSpPr>
          <p:cNvPr id="19460" name="灯片编号占位符 5">
            <a:extLst>
              <a:ext uri="{FF2B5EF4-FFF2-40B4-BE49-F238E27FC236}">
                <a16:creationId xmlns:a16="http://schemas.microsoft.com/office/drawing/2014/main" id="{A15B102F-9060-4011-8B52-173161188895}"/>
              </a:ext>
            </a:extLst>
          </p:cNvPr>
          <p:cNvSpPr txBox="1">
            <a:spLocks noGrp="1" noChangeArrowheads="1"/>
          </p:cNvSpPr>
          <p:nvPr/>
        </p:nvSpPr>
        <p:spPr bwMode="auto">
          <a:xfrm>
            <a:off x="6553200" y="63563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r" eaLnBrk="1" hangingPunct="1">
              <a:spcBef>
                <a:spcPct val="0"/>
              </a:spcBef>
              <a:buFontTx/>
              <a:buNone/>
            </a:pPr>
            <a:fld id="{C6BFF7AA-D941-428C-A638-206BCDEC10EB}" type="slidenum">
              <a:rPr lang="en-US" altLang="zh-CN" sz="1400" b="1">
                <a:latin typeface="Times New Roman" panose="02020603050405020304" pitchFamily="18" charset="0"/>
                <a:ea typeface="宋体" panose="02010600030101010101" pitchFamily="2" charset="-122"/>
              </a:rPr>
              <a:pPr algn="r" eaLnBrk="1" hangingPunct="1">
                <a:spcBef>
                  <a:spcPct val="0"/>
                </a:spcBef>
                <a:buFontTx/>
                <a:buNone/>
              </a:pPr>
              <a:t>4</a:t>
            </a:fld>
            <a:endParaRPr lang="en-US" altLang="zh-CN" sz="1400" b="1">
              <a:latin typeface="Times New Roman" panose="02020603050405020304" pitchFamily="18" charset="0"/>
              <a:ea typeface="宋体" panose="02010600030101010101" pitchFamily="2" charset="-122"/>
            </a:endParaRPr>
          </a:p>
        </p:txBody>
      </p:sp>
      <p:sp>
        <p:nvSpPr>
          <p:cNvPr id="19461" name="Rectangle 4">
            <a:extLst>
              <a:ext uri="{FF2B5EF4-FFF2-40B4-BE49-F238E27FC236}">
                <a16:creationId xmlns:a16="http://schemas.microsoft.com/office/drawing/2014/main" id="{FB02ABD7-22A3-40BE-9880-1EDACEBCA19F}"/>
              </a:ext>
            </a:extLst>
          </p:cNvPr>
          <p:cNvSpPr>
            <a:spLocks noGrp="1" noChangeArrowheads="1"/>
          </p:cNvSpPr>
          <p:nvPr>
            <p:ph type="ctrTitle" idx="4294967295"/>
          </p:nvPr>
        </p:nvSpPr>
        <p:spPr>
          <a:xfrm>
            <a:off x="660400" y="2565400"/>
            <a:ext cx="7921625" cy="1439863"/>
          </a:xfrm>
          <a:solidFill>
            <a:srgbClr val="0000FF"/>
          </a:solidFill>
        </p:spPr>
        <p:txBody>
          <a:bodyPr/>
          <a:lstStyle/>
          <a:p>
            <a:pPr eaLnBrk="1" hangingPunct="1"/>
            <a:r>
              <a:rPr lang="zh-CN" altLang="en-US" sz="6600" b="1">
                <a:solidFill>
                  <a:schemeClr val="bg1"/>
                </a:solidFill>
              </a:rPr>
              <a:t>等价关系与元素分类</a:t>
            </a:r>
          </a:p>
        </p:txBody>
      </p:sp>
      <p:pic>
        <p:nvPicPr>
          <p:cNvPr id="19462" name="Picture 7">
            <a:extLst>
              <a:ext uri="{FF2B5EF4-FFF2-40B4-BE49-F238E27FC236}">
                <a16:creationId xmlns:a16="http://schemas.microsoft.com/office/drawing/2014/main" id="{7DED963A-E81F-42B6-8571-22B34E0F70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21575" y="4738688"/>
            <a:ext cx="1371600" cy="135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日期占位符 3">
            <a:extLst>
              <a:ext uri="{FF2B5EF4-FFF2-40B4-BE49-F238E27FC236}">
                <a16:creationId xmlns:a16="http://schemas.microsoft.com/office/drawing/2014/main" id="{EA068A5E-D8B0-4AC9-BE0C-DF4F574EBA60}"/>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05C1760A-AE6B-4AE9-AFC4-139FF185017E}" type="datetime1">
              <a:rPr lang="zh-CN" altLang="en-US" sz="1400" b="1">
                <a:latin typeface="Times New Roman" panose="02020603050405020304" pitchFamily="18" charset="0"/>
                <a:ea typeface="宋体" panose="02010600030101010101" pitchFamily="2" charset="-122"/>
              </a:rPr>
              <a:pPr eaLnBrk="1" hangingPunct="1">
                <a:spcBef>
                  <a:spcPct val="0"/>
                </a:spcBef>
                <a:buFontTx/>
                <a:buNone/>
              </a:pPr>
              <a:t>2020/9/7</a:t>
            </a:fld>
            <a:endParaRPr lang="zh-CN" altLang="en-US" sz="1400" b="1">
              <a:latin typeface="Times New Roman" panose="02020603050405020304" pitchFamily="18" charset="0"/>
              <a:ea typeface="宋体" panose="02010600030101010101" pitchFamily="2" charset="-122"/>
            </a:endParaRPr>
          </a:p>
        </p:txBody>
      </p:sp>
      <p:sp>
        <p:nvSpPr>
          <p:cNvPr id="20483" name="页脚占位符 4">
            <a:extLst>
              <a:ext uri="{FF2B5EF4-FFF2-40B4-BE49-F238E27FC236}">
                <a16:creationId xmlns:a16="http://schemas.microsoft.com/office/drawing/2014/main" id="{6E1882D1-051B-4FF4-B47B-7E14FA66F32E}"/>
              </a:ext>
            </a:extLst>
          </p:cNvPr>
          <p:cNvSpPr txBox="1">
            <a:spLocks noGrp="1" noChangeArrowheads="1"/>
          </p:cNvSpPr>
          <p:nvPr/>
        </p:nvSpPr>
        <p:spPr bwMode="auto">
          <a:xfrm>
            <a:off x="3132138" y="64008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0"/>
              </a:spcBef>
              <a:buFontTx/>
              <a:buNone/>
            </a:pPr>
            <a:r>
              <a:rPr lang="zh-CN" altLang="en-US" sz="1400" b="1">
                <a:latin typeface="Times New Roman" panose="02020603050405020304" pitchFamily="18" charset="0"/>
                <a:ea typeface="宋体" panose="02010600030101010101" pitchFamily="2" charset="-122"/>
              </a:rPr>
              <a:t>计算机应用技术研究所</a:t>
            </a:r>
          </a:p>
        </p:txBody>
      </p:sp>
      <p:sp>
        <p:nvSpPr>
          <p:cNvPr id="20484" name="灯片编号占位符 5">
            <a:extLst>
              <a:ext uri="{FF2B5EF4-FFF2-40B4-BE49-F238E27FC236}">
                <a16:creationId xmlns:a16="http://schemas.microsoft.com/office/drawing/2014/main" id="{190E0D59-902F-4380-B6AF-DC3BC4D40230}"/>
              </a:ext>
            </a:extLst>
          </p:cNvPr>
          <p:cNvSpPr txBox="1">
            <a:spLocks noGrp="1" noChangeArrowheads="1"/>
          </p:cNvSpPr>
          <p:nvPr/>
        </p:nvSpPr>
        <p:spPr bwMode="auto">
          <a:xfrm>
            <a:off x="6553200" y="63563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r" eaLnBrk="1" hangingPunct="1">
              <a:spcBef>
                <a:spcPct val="0"/>
              </a:spcBef>
              <a:buFontTx/>
              <a:buNone/>
            </a:pPr>
            <a:fld id="{49E5DC58-7DEC-412C-9A26-00FA0DB50A6D}" type="slidenum">
              <a:rPr lang="en-US" altLang="zh-CN" sz="1400" b="1">
                <a:latin typeface="Times New Roman" panose="02020603050405020304" pitchFamily="18" charset="0"/>
                <a:ea typeface="宋体" panose="02010600030101010101" pitchFamily="2" charset="-122"/>
              </a:rPr>
              <a:pPr algn="r" eaLnBrk="1" hangingPunct="1">
                <a:spcBef>
                  <a:spcPct val="0"/>
                </a:spcBef>
                <a:buFontTx/>
                <a:buNone/>
              </a:pPr>
              <a:t>5</a:t>
            </a:fld>
            <a:endParaRPr lang="en-US" altLang="zh-CN" sz="1400" b="1">
              <a:latin typeface="Times New Roman" panose="02020603050405020304" pitchFamily="18" charset="0"/>
              <a:ea typeface="宋体" panose="02010600030101010101" pitchFamily="2" charset="-122"/>
            </a:endParaRPr>
          </a:p>
        </p:txBody>
      </p:sp>
      <p:sp>
        <p:nvSpPr>
          <p:cNvPr id="20485" name="Text Box 2">
            <a:extLst>
              <a:ext uri="{FF2B5EF4-FFF2-40B4-BE49-F238E27FC236}">
                <a16:creationId xmlns:a16="http://schemas.microsoft.com/office/drawing/2014/main" id="{092348E4-E5AA-4A2D-BAFE-7B5C3B77A271}"/>
              </a:ext>
            </a:extLst>
          </p:cNvPr>
          <p:cNvSpPr txBox="1">
            <a:spLocks noChangeArrowheads="1"/>
          </p:cNvSpPr>
          <p:nvPr/>
        </p:nvSpPr>
        <p:spPr bwMode="auto">
          <a:xfrm>
            <a:off x="1258888" y="836613"/>
            <a:ext cx="7231062" cy="923925"/>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宋体" panose="02010600030101010101" pitchFamily="2" charset="-122"/>
                <a:ea typeface="宋体" panose="02010600030101010101" pitchFamily="2" charset="-122"/>
              </a:rPr>
              <a:t> </a:t>
            </a:r>
            <a:r>
              <a:rPr lang="zh-CN" altLang="en-US" sz="4800" b="1">
                <a:solidFill>
                  <a:schemeClr val="bg1"/>
                </a:solidFill>
                <a:latin typeface="宋体" panose="02010600030101010101" pitchFamily="2" charset="-122"/>
                <a:ea typeface="宋体" panose="02010600030101010101" pitchFamily="2" charset="-122"/>
              </a:rPr>
              <a:t>等价关系与元素分类</a:t>
            </a:r>
          </a:p>
        </p:txBody>
      </p:sp>
      <p:sp>
        <p:nvSpPr>
          <p:cNvPr id="20486" name="Rectangle 3">
            <a:extLst>
              <a:ext uri="{FF2B5EF4-FFF2-40B4-BE49-F238E27FC236}">
                <a16:creationId xmlns:a16="http://schemas.microsoft.com/office/drawing/2014/main" id="{782B1F85-C677-4E7B-BEB2-69756B0AF68D}"/>
              </a:ext>
            </a:extLst>
          </p:cNvPr>
          <p:cNvSpPr>
            <a:spLocks noGrp="1" noChangeArrowheads="1"/>
          </p:cNvSpPr>
          <p:nvPr>
            <p:ph type="body" idx="4294967295"/>
          </p:nvPr>
        </p:nvSpPr>
        <p:spPr>
          <a:xfrm>
            <a:off x="2411413" y="2924175"/>
            <a:ext cx="4537075" cy="19446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prstTxWarp prst="textNoShape">
              <a:avLst/>
            </a:prstTxWarp>
          </a:bodyPr>
          <a:lstStyle/>
          <a:p>
            <a:pPr eaLnBrk="1" hangingPunct="1">
              <a:lnSpc>
                <a:spcPct val="155000"/>
              </a:lnSpc>
              <a:buFont typeface="Wingdings" panose="05000000000000000000" pitchFamily="2" charset="2"/>
              <a:buChar char="J"/>
            </a:pPr>
            <a:r>
              <a:rPr lang="en-US" altLang="zh-CN" sz="3600" b="1">
                <a:solidFill>
                  <a:srgbClr val="0000FF"/>
                </a:solidFill>
                <a:effectLst/>
                <a:latin typeface="黑体" panose="02010609060101010101" pitchFamily="49" charset="-122"/>
                <a:ea typeface="黑体" panose="02010609060101010101" pitchFamily="49" charset="-122"/>
              </a:rPr>
              <a:t> </a:t>
            </a:r>
            <a:r>
              <a:rPr lang="zh-CN" altLang="en-US" sz="3600" b="1">
                <a:solidFill>
                  <a:srgbClr val="0000FF"/>
                </a:solidFill>
                <a:effectLst/>
                <a:latin typeface="黑体" panose="02010609060101010101" pitchFamily="49" charset="-122"/>
                <a:ea typeface="黑体" panose="02010609060101010101" pitchFamily="49" charset="-122"/>
              </a:rPr>
              <a:t>等价关系与等价类</a:t>
            </a:r>
          </a:p>
          <a:p>
            <a:pPr eaLnBrk="1" hangingPunct="1">
              <a:lnSpc>
                <a:spcPct val="155000"/>
              </a:lnSpc>
              <a:buFont typeface="Wingdings" panose="05000000000000000000" pitchFamily="2" charset="2"/>
              <a:buChar char="4"/>
            </a:pPr>
            <a:r>
              <a:rPr lang="zh-CN" altLang="en-US" sz="3600" b="1">
                <a:effectLst/>
                <a:latin typeface="黑体" panose="02010609060101010101" pitchFamily="49" charset="-122"/>
                <a:ea typeface="黑体" panose="02010609060101010101" pitchFamily="49" charset="-122"/>
              </a:rPr>
              <a:t> 集合的划分与商集</a:t>
            </a:r>
          </a:p>
        </p:txBody>
      </p:sp>
      <p:pic>
        <p:nvPicPr>
          <p:cNvPr id="20487" name="Picture 7">
            <a:extLst>
              <a:ext uri="{FF2B5EF4-FFF2-40B4-BE49-F238E27FC236}">
                <a16:creationId xmlns:a16="http://schemas.microsoft.com/office/drawing/2014/main" id="{F142B212-A8C2-45EE-AD64-B1492C245D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21575" y="4738688"/>
            <a:ext cx="1371600" cy="135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日期占位符 3">
            <a:extLst>
              <a:ext uri="{FF2B5EF4-FFF2-40B4-BE49-F238E27FC236}">
                <a16:creationId xmlns:a16="http://schemas.microsoft.com/office/drawing/2014/main" id="{F8B63B96-E4BD-4DE5-8188-EDE11E4CB754}"/>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288A044C-C638-4A5B-8CAF-8C305FE9F044}"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21507" name="Text Box 2">
            <a:extLst>
              <a:ext uri="{FF2B5EF4-FFF2-40B4-BE49-F238E27FC236}">
                <a16:creationId xmlns:a16="http://schemas.microsoft.com/office/drawing/2014/main" id="{116134E1-8633-4748-BB5C-C06DFB7EC75B}"/>
              </a:ext>
            </a:extLst>
          </p:cNvPr>
          <p:cNvSpPr txBox="1">
            <a:spLocks noChangeArrowheads="1"/>
          </p:cNvSpPr>
          <p:nvPr/>
        </p:nvSpPr>
        <p:spPr bwMode="auto">
          <a:xfrm>
            <a:off x="1258888" y="714375"/>
            <a:ext cx="64801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宋体" panose="02010600030101010101" pitchFamily="2" charset="-122"/>
                <a:ea typeface="宋体" panose="02010600030101010101" pitchFamily="2" charset="-122"/>
              </a:rPr>
              <a:t> </a:t>
            </a:r>
            <a:r>
              <a:rPr lang="zh-CN" altLang="en-US" sz="5400" b="1">
                <a:solidFill>
                  <a:schemeClr val="bg1"/>
                </a:solidFill>
                <a:latin typeface="宋体" panose="02010600030101010101" pitchFamily="2" charset="-122"/>
                <a:ea typeface="宋体" panose="02010600030101010101" pitchFamily="2" charset="-122"/>
              </a:rPr>
              <a:t>等价关系的含义</a:t>
            </a:r>
          </a:p>
        </p:txBody>
      </p:sp>
      <p:pic>
        <p:nvPicPr>
          <p:cNvPr id="21508" name="Picture 6">
            <a:extLst>
              <a:ext uri="{FF2B5EF4-FFF2-40B4-BE49-F238E27FC236}">
                <a16:creationId xmlns:a16="http://schemas.microsoft.com/office/drawing/2014/main" id="{1B60781F-821A-45C3-869B-68CB033854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27988" y="549275"/>
            <a:ext cx="1058862"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A7430797-7ACE-4B85-8B3E-7E96737F808E}"/>
              </a:ext>
            </a:extLst>
          </p:cNvPr>
          <p:cNvSpPr/>
          <p:nvPr/>
        </p:nvSpPr>
        <p:spPr>
          <a:xfrm>
            <a:off x="304800" y="1870075"/>
            <a:ext cx="8588375" cy="4437063"/>
          </a:xfrm>
          <a:prstGeom prst="rect">
            <a:avLst/>
          </a:prstGeom>
          <a:solidFill>
            <a:schemeClr val="accent6">
              <a:lumMod val="75000"/>
            </a:schemeClr>
          </a:solidFill>
        </p:spPr>
        <p:txBody>
          <a:bodyPr>
            <a:spAutoFit/>
          </a:bodyPr>
          <a:lstStyle/>
          <a:p>
            <a:pPr>
              <a:lnSpc>
                <a:spcPct val="150000"/>
              </a:lnSpc>
              <a:defRPr/>
            </a:pPr>
            <a:r>
              <a:rPr lang="en-US" altLang="zh-CN" sz="2400" kern="100" dirty="0">
                <a:ea typeface="宋体" panose="02010600030101010101" pitchFamily="2" charset="-122"/>
                <a:cs typeface="宋体" panose="02010600030101010101" pitchFamily="2" charset="-122"/>
              </a:rPr>
              <a:t>    </a:t>
            </a:r>
            <a:r>
              <a:rPr lang="zh-CN" altLang="zh-CN" sz="2400" b="1" kern="100" dirty="0">
                <a:solidFill>
                  <a:schemeClr val="bg1"/>
                </a:solidFill>
                <a:ea typeface="宋体" panose="02010600030101010101" pitchFamily="2" charset="-122"/>
                <a:cs typeface="宋体" panose="02010600030101010101" pitchFamily="2" charset="-122"/>
              </a:rPr>
              <a:t>等价关系，顾名思义就是表示相同、相等、平等、一致等含义的关系，刻画的是对象之间在</a:t>
            </a:r>
            <a:r>
              <a:rPr lang="zh-CN" altLang="zh-CN" sz="2400" b="1" kern="100" dirty="0">
                <a:solidFill>
                  <a:srgbClr val="FFFF00"/>
                </a:solidFill>
                <a:ea typeface="宋体" panose="02010600030101010101" pitchFamily="2" charset="-122"/>
                <a:cs typeface="宋体" panose="02010600030101010101" pitchFamily="2" charset="-122"/>
              </a:rPr>
              <a:t>某个方面的</a:t>
            </a:r>
            <a:r>
              <a:rPr lang="zh-CN" altLang="zh-CN" sz="2400" b="1" kern="100" dirty="0">
                <a:solidFill>
                  <a:schemeClr val="bg1"/>
                </a:solidFill>
                <a:ea typeface="宋体" panose="02010600030101010101" pitchFamily="2" charset="-122"/>
                <a:cs typeface="宋体" panose="02010600030101010101" pitchFamily="2" charset="-122"/>
              </a:rPr>
              <a:t>无差异性</a:t>
            </a:r>
            <a:r>
              <a:rPr lang="zh-CN" altLang="en-US" sz="2400" b="1" kern="100" dirty="0">
                <a:solidFill>
                  <a:schemeClr val="bg1"/>
                </a:solidFill>
                <a:ea typeface="宋体" panose="02010600030101010101" pitchFamily="2" charset="-122"/>
                <a:cs typeface="宋体" panose="02010600030101010101" pitchFamily="2" charset="-122"/>
              </a:rPr>
              <a:t>。</a:t>
            </a:r>
            <a:endParaRPr lang="en-US" altLang="zh-CN" sz="2400" b="1" kern="100" dirty="0">
              <a:solidFill>
                <a:schemeClr val="bg1"/>
              </a:solidFill>
              <a:ea typeface="宋体" panose="02010600030101010101" pitchFamily="2" charset="-122"/>
              <a:cs typeface="宋体" panose="02010600030101010101" pitchFamily="2" charset="-122"/>
            </a:endParaRPr>
          </a:p>
          <a:p>
            <a:pPr>
              <a:lnSpc>
                <a:spcPct val="150000"/>
              </a:lnSpc>
              <a:defRPr/>
            </a:pPr>
            <a:r>
              <a:rPr lang="en-US" altLang="zh-CN" sz="2400" b="1" kern="100" dirty="0">
                <a:solidFill>
                  <a:schemeClr val="bg1"/>
                </a:solidFill>
                <a:ea typeface="宋体" panose="02010600030101010101" pitchFamily="2" charset="-122"/>
                <a:cs typeface="宋体" panose="02010600030101010101" pitchFamily="2" charset="-122"/>
              </a:rPr>
              <a:t>    </a:t>
            </a:r>
            <a:r>
              <a:rPr lang="zh-CN" altLang="zh-CN" sz="2400" b="1" kern="100" dirty="0">
                <a:solidFill>
                  <a:schemeClr val="bg1"/>
                </a:solidFill>
                <a:ea typeface="宋体" panose="02010600030101010101" pitchFamily="2" charset="-122"/>
                <a:cs typeface="宋体" panose="02010600030101010101" pitchFamily="2" charset="-122"/>
              </a:rPr>
              <a:t>可用等价关系将集合中元素进行</a:t>
            </a:r>
            <a:r>
              <a:rPr lang="zh-CN" altLang="zh-CN" sz="2400" b="1" kern="100" dirty="0">
                <a:solidFill>
                  <a:srgbClr val="FFFF00"/>
                </a:solidFill>
                <a:ea typeface="宋体" panose="02010600030101010101" pitchFamily="2" charset="-122"/>
                <a:cs typeface="宋体" panose="02010600030101010101" pitchFamily="2" charset="-122"/>
              </a:rPr>
              <a:t>分类</a:t>
            </a:r>
            <a:r>
              <a:rPr lang="zh-CN" altLang="zh-CN" sz="2400" b="1" kern="100" dirty="0">
                <a:solidFill>
                  <a:schemeClr val="bg1"/>
                </a:solidFill>
                <a:ea typeface="宋体" panose="02010600030101010101" pitchFamily="2" charset="-122"/>
                <a:cs typeface="宋体" panose="02010600030101010101" pitchFamily="2" charset="-122"/>
              </a:rPr>
              <a:t>，使得属于同一类的元素彼此之间具有等价关系，而分属不同类型的元素之间不具有等价关系。</a:t>
            </a:r>
            <a:endParaRPr lang="en-US" altLang="zh-CN" sz="2400" b="1" kern="100" dirty="0">
              <a:solidFill>
                <a:schemeClr val="bg1"/>
              </a:solidFill>
              <a:ea typeface="宋体" panose="02010600030101010101" pitchFamily="2" charset="-122"/>
              <a:cs typeface="宋体" panose="02010600030101010101" pitchFamily="2" charset="-122"/>
            </a:endParaRPr>
          </a:p>
          <a:p>
            <a:pPr>
              <a:lnSpc>
                <a:spcPct val="150000"/>
              </a:lnSpc>
              <a:defRPr/>
            </a:pPr>
            <a:r>
              <a:rPr lang="en-US" altLang="zh-CN" sz="2400" b="1" kern="100" dirty="0">
                <a:solidFill>
                  <a:schemeClr val="bg1"/>
                </a:solidFill>
                <a:ea typeface="宋体" panose="02010600030101010101" pitchFamily="2" charset="-122"/>
                <a:cs typeface="宋体" panose="02010600030101010101" pitchFamily="2" charset="-122"/>
              </a:rPr>
              <a:t>    </a:t>
            </a:r>
            <a:r>
              <a:rPr lang="zh-CN" altLang="zh-CN" sz="2400" b="1" kern="100" dirty="0">
                <a:solidFill>
                  <a:schemeClr val="bg1"/>
                </a:solidFill>
                <a:ea typeface="宋体" panose="02010600030101010101" pitchFamily="2" charset="-122"/>
                <a:cs typeface="宋体" panose="02010600030101010101" pitchFamily="2" charset="-122"/>
              </a:rPr>
              <a:t>属于同一类的元素因其相互之间满足等价关系而可将它们看成是一些无差异的个体，进而将这些</a:t>
            </a:r>
            <a:r>
              <a:rPr lang="zh-CN" altLang="zh-CN" sz="2400" b="1" kern="100" dirty="0">
                <a:solidFill>
                  <a:srgbClr val="FFFF00"/>
                </a:solidFill>
                <a:ea typeface="宋体" panose="02010600030101010101" pitchFamily="2" charset="-122"/>
                <a:cs typeface="宋体" panose="02010600030101010101" pitchFamily="2" charset="-122"/>
              </a:rPr>
              <a:t>无差异个体抽象成一个个体或代表元</a:t>
            </a:r>
            <a:r>
              <a:rPr lang="zh-CN" altLang="zh-CN" sz="2400" b="1" kern="100" dirty="0">
                <a:solidFill>
                  <a:schemeClr val="bg1"/>
                </a:solidFill>
                <a:ea typeface="宋体" panose="02010600030101010101" pitchFamily="2" charset="-122"/>
                <a:cs typeface="宋体" panose="02010600030101010101" pitchFamily="2" charset="-122"/>
              </a:rPr>
              <a:t>，由此实现对集合的</a:t>
            </a:r>
            <a:r>
              <a:rPr lang="zh-CN" altLang="zh-CN" sz="2400" b="1" kern="100" dirty="0">
                <a:solidFill>
                  <a:srgbClr val="FFFF00"/>
                </a:solidFill>
                <a:ea typeface="宋体" panose="02010600030101010101" pitchFamily="2" charset="-122"/>
                <a:cs typeface="宋体" panose="02010600030101010101" pitchFamily="2" charset="-122"/>
              </a:rPr>
              <a:t>化简</a:t>
            </a:r>
            <a:r>
              <a:rPr lang="zh-CN" altLang="zh-CN" sz="2400" b="1" kern="100" dirty="0">
                <a:solidFill>
                  <a:schemeClr val="bg1"/>
                </a:solidFill>
                <a:ea typeface="宋体" panose="02010600030101010101" pitchFamily="2" charset="-122"/>
                <a:cs typeface="宋体" panose="02010600030101010101" pitchFamily="2" charset="-122"/>
              </a:rPr>
              <a:t>。</a:t>
            </a:r>
            <a:endParaRPr lang="zh-CN" altLang="en-US" sz="2400" b="1" dirty="0">
              <a:solidFill>
                <a:schemeClr val="bg1"/>
              </a:solidFill>
            </a:endParaRPr>
          </a:p>
        </p:txBody>
      </p:sp>
    </p:spTree>
  </p:cSld>
  <p:clrMapOvr>
    <a:masterClrMapping/>
  </p:clrMapOvr>
  <p:transition spd="med">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日期占位符 3">
            <a:extLst>
              <a:ext uri="{FF2B5EF4-FFF2-40B4-BE49-F238E27FC236}">
                <a16:creationId xmlns:a16="http://schemas.microsoft.com/office/drawing/2014/main" id="{AA02FB6A-33C8-408B-8DC0-34AC2999C24E}"/>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ED5B8EE6-9BA8-491F-B102-58C2DC6926B4}"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22531" name="Text Box 2">
            <a:extLst>
              <a:ext uri="{FF2B5EF4-FFF2-40B4-BE49-F238E27FC236}">
                <a16:creationId xmlns:a16="http://schemas.microsoft.com/office/drawing/2014/main" id="{9AFC6C76-27E1-46B2-8E98-DBF995DD77E6}"/>
              </a:ext>
            </a:extLst>
          </p:cNvPr>
          <p:cNvSpPr txBox="1">
            <a:spLocks noChangeArrowheads="1"/>
          </p:cNvSpPr>
          <p:nvPr/>
        </p:nvSpPr>
        <p:spPr bwMode="auto">
          <a:xfrm>
            <a:off x="1258888" y="714375"/>
            <a:ext cx="64801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宋体" panose="02010600030101010101" pitchFamily="2" charset="-122"/>
                <a:ea typeface="宋体" panose="02010600030101010101" pitchFamily="2" charset="-122"/>
              </a:rPr>
              <a:t> </a:t>
            </a:r>
            <a:r>
              <a:rPr lang="zh-CN" altLang="en-US" sz="5400" b="1">
                <a:solidFill>
                  <a:schemeClr val="bg1"/>
                </a:solidFill>
                <a:latin typeface="宋体" panose="02010600030101010101" pitchFamily="2" charset="-122"/>
                <a:ea typeface="宋体" panose="02010600030101010101" pitchFamily="2" charset="-122"/>
              </a:rPr>
              <a:t>实 例</a:t>
            </a:r>
          </a:p>
        </p:txBody>
      </p:sp>
      <p:pic>
        <p:nvPicPr>
          <p:cNvPr id="22532" name="Picture 6">
            <a:extLst>
              <a:ext uri="{FF2B5EF4-FFF2-40B4-BE49-F238E27FC236}">
                <a16:creationId xmlns:a16="http://schemas.microsoft.com/office/drawing/2014/main" id="{4FF24950-2507-4C4B-AA0C-5FBD03FA62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27988" y="549275"/>
            <a:ext cx="1058862"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3" name="Picture 6" descr="QQ截图20151101132912">
            <a:extLst>
              <a:ext uri="{FF2B5EF4-FFF2-40B4-BE49-F238E27FC236}">
                <a16:creationId xmlns:a16="http://schemas.microsoft.com/office/drawing/2014/main" id="{DBAB67EE-85FD-4F37-A51A-8CD79880B41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088" y="1825625"/>
            <a:ext cx="7777162" cy="442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日期占位符 3">
            <a:extLst>
              <a:ext uri="{FF2B5EF4-FFF2-40B4-BE49-F238E27FC236}">
                <a16:creationId xmlns:a16="http://schemas.microsoft.com/office/drawing/2014/main" id="{EF22C1D1-9D6F-43F1-BC97-D4AA71EFFAF6}"/>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3D15956C-EB8E-4B31-9305-E2B6746E6595}"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23555" name="Text Box 2">
            <a:extLst>
              <a:ext uri="{FF2B5EF4-FFF2-40B4-BE49-F238E27FC236}">
                <a16:creationId xmlns:a16="http://schemas.microsoft.com/office/drawing/2014/main" id="{DC38A77A-EB00-40F6-A89A-56ABAE53F3AF}"/>
              </a:ext>
            </a:extLst>
          </p:cNvPr>
          <p:cNvSpPr txBox="1">
            <a:spLocks noChangeArrowheads="1"/>
          </p:cNvSpPr>
          <p:nvPr/>
        </p:nvSpPr>
        <p:spPr bwMode="auto">
          <a:xfrm>
            <a:off x="1258888" y="765175"/>
            <a:ext cx="64801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宋体" panose="02010600030101010101" pitchFamily="2" charset="-122"/>
                <a:ea typeface="宋体" panose="02010600030101010101" pitchFamily="2" charset="-122"/>
              </a:rPr>
              <a:t> </a:t>
            </a:r>
            <a:r>
              <a:rPr lang="zh-CN" altLang="en-US" sz="5400" b="1">
                <a:solidFill>
                  <a:schemeClr val="bg1"/>
                </a:solidFill>
                <a:latin typeface="宋体" panose="02010600030101010101" pitchFamily="2" charset="-122"/>
                <a:ea typeface="宋体" panose="02010600030101010101" pitchFamily="2" charset="-122"/>
              </a:rPr>
              <a:t>等价关系的定义</a:t>
            </a:r>
          </a:p>
        </p:txBody>
      </p:sp>
      <p:pic>
        <p:nvPicPr>
          <p:cNvPr id="23556" name="Picture 6">
            <a:extLst>
              <a:ext uri="{FF2B5EF4-FFF2-40B4-BE49-F238E27FC236}">
                <a16:creationId xmlns:a16="http://schemas.microsoft.com/office/drawing/2014/main" id="{6949A14A-D793-45F3-9BE8-1804D4B896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27988" y="549275"/>
            <a:ext cx="1058862"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7" name="图片 1">
            <a:extLst>
              <a:ext uri="{FF2B5EF4-FFF2-40B4-BE49-F238E27FC236}">
                <a16:creationId xmlns:a16="http://schemas.microsoft.com/office/drawing/2014/main" id="{C19B43AA-9A8B-48C4-BE25-66356CA9944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06513" y="4197350"/>
            <a:ext cx="6721475" cy="2111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a:extLst>
              <a:ext uri="{FF2B5EF4-FFF2-40B4-BE49-F238E27FC236}">
                <a16:creationId xmlns:a16="http://schemas.microsoft.com/office/drawing/2014/main" id="{7799AD1A-E16E-4934-B8CD-59D0AE47E6C2}"/>
              </a:ext>
            </a:extLst>
          </p:cNvPr>
          <p:cNvSpPr>
            <a:spLocks noRot="1" noChangeAspect="1" noMove="1" noResize="1" noEditPoints="1" noAdjustHandles="1" noChangeArrowheads="1" noChangeShapeType="1" noTextEdit="1"/>
          </p:cNvSpPr>
          <p:nvPr/>
        </p:nvSpPr>
        <p:spPr>
          <a:xfrm>
            <a:off x="214499" y="1878594"/>
            <a:ext cx="8568952" cy="2245102"/>
          </a:xfrm>
          <a:prstGeom prst="rect">
            <a:avLst/>
          </a:prstGeom>
          <a:blipFill>
            <a:blip r:embed="rId5"/>
            <a:stretch>
              <a:fillRect l="-1067" r="-1138" b="-4348"/>
            </a:stretch>
          </a:blipFill>
        </p:spPr>
        <p:txBody>
          <a:bodyPr/>
          <a:lstStyle/>
          <a:p>
            <a:pPr>
              <a:defRPr/>
            </a:pPr>
            <a:r>
              <a:rPr lang="zh-CN" altLang="en-US">
                <a:noFill/>
              </a:rPr>
              <a:t> </a:t>
            </a:r>
          </a:p>
        </p:txBody>
      </p:sp>
    </p:spTree>
  </p:cSld>
  <p:clrMapOvr>
    <a:masterClrMapping/>
  </p:clrMapOvr>
  <p:transition spd="med">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日期占位符 3">
            <a:extLst>
              <a:ext uri="{FF2B5EF4-FFF2-40B4-BE49-F238E27FC236}">
                <a16:creationId xmlns:a16="http://schemas.microsoft.com/office/drawing/2014/main" id="{D38D295D-AE41-44E1-9736-B65744269B6A}"/>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3"/>
              </a:buBlip>
              <a:defRPr sz="2400">
                <a:solidFill>
                  <a:schemeClr val="tx1"/>
                </a:solidFill>
                <a:latin typeface="楷体_GB2312"/>
                <a:ea typeface="楷体_GB2312"/>
                <a:cs typeface="楷体_GB2312"/>
              </a:defRPr>
            </a:lvl1pPr>
            <a:lvl2pPr marL="742950" indent="-285750">
              <a:spcBef>
                <a:spcPct val="20000"/>
              </a:spcBef>
              <a:buBlip>
                <a:blip r:embed="rId3"/>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A6EDE318-31F6-493B-99B6-1D3680C6D064}"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24579" name="Text Box 2">
            <a:extLst>
              <a:ext uri="{FF2B5EF4-FFF2-40B4-BE49-F238E27FC236}">
                <a16:creationId xmlns:a16="http://schemas.microsoft.com/office/drawing/2014/main" id="{758A2ED3-8F48-491E-BA13-4024FFD52BAA}"/>
              </a:ext>
            </a:extLst>
          </p:cNvPr>
          <p:cNvSpPr txBox="1">
            <a:spLocks noChangeArrowheads="1"/>
          </p:cNvSpPr>
          <p:nvPr/>
        </p:nvSpPr>
        <p:spPr bwMode="auto">
          <a:xfrm>
            <a:off x="1258888" y="765175"/>
            <a:ext cx="64801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3"/>
              </a:buBlip>
              <a:defRPr sz="2400">
                <a:solidFill>
                  <a:schemeClr val="tx1"/>
                </a:solidFill>
                <a:latin typeface="楷体_GB2312"/>
                <a:ea typeface="楷体_GB2312"/>
                <a:cs typeface="楷体_GB2312"/>
              </a:defRPr>
            </a:lvl1pPr>
            <a:lvl2pPr marL="742950" indent="-285750">
              <a:spcBef>
                <a:spcPct val="20000"/>
              </a:spcBef>
              <a:buBlip>
                <a:blip r:embed="rId3"/>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宋体" panose="02010600030101010101" pitchFamily="2" charset="-122"/>
                <a:ea typeface="宋体" panose="02010600030101010101" pitchFamily="2" charset="-122"/>
              </a:rPr>
              <a:t> </a:t>
            </a:r>
            <a:r>
              <a:rPr lang="zh-CN" altLang="en-US" sz="5400" b="1">
                <a:solidFill>
                  <a:schemeClr val="bg1"/>
                </a:solidFill>
                <a:latin typeface="宋体" panose="02010600030101010101" pitchFamily="2" charset="-122"/>
                <a:ea typeface="宋体" panose="02010600030101010101" pitchFamily="2" charset="-122"/>
              </a:rPr>
              <a:t>例 题</a:t>
            </a:r>
          </a:p>
        </p:txBody>
      </p:sp>
      <p:pic>
        <p:nvPicPr>
          <p:cNvPr id="24580" name="Picture 6">
            <a:extLst>
              <a:ext uri="{FF2B5EF4-FFF2-40B4-BE49-F238E27FC236}">
                <a16:creationId xmlns:a16="http://schemas.microsoft.com/office/drawing/2014/main" id="{34213690-17B4-4284-A4D7-1DD8FFF0805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27988" y="549275"/>
            <a:ext cx="1058862"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1" name="Picture 7" descr="QQ截图20151101133820">
            <a:extLst>
              <a:ext uri="{FF2B5EF4-FFF2-40B4-BE49-F238E27FC236}">
                <a16:creationId xmlns:a16="http://schemas.microsoft.com/office/drawing/2014/main" id="{A551FD21-6B0C-4305-9677-CE52A81EF3D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6950" y="1989138"/>
            <a:ext cx="7391400" cy="4106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日期占位符 3">
            <a:extLst>
              <a:ext uri="{FF2B5EF4-FFF2-40B4-BE49-F238E27FC236}">
                <a16:creationId xmlns:a16="http://schemas.microsoft.com/office/drawing/2014/main" id="{931E13D3-1071-4258-BEC7-B8394FCCF511}"/>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6B2921FF-F18B-4831-9008-AF0676DD197B}"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26627" name="Text Box 2">
            <a:extLst>
              <a:ext uri="{FF2B5EF4-FFF2-40B4-BE49-F238E27FC236}">
                <a16:creationId xmlns:a16="http://schemas.microsoft.com/office/drawing/2014/main" id="{089E36F9-88B3-4703-9390-B2A32AD33C9D}"/>
              </a:ext>
            </a:extLst>
          </p:cNvPr>
          <p:cNvSpPr txBox="1">
            <a:spLocks noChangeArrowheads="1"/>
          </p:cNvSpPr>
          <p:nvPr/>
        </p:nvSpPr>
        <p:spPr bwMode="auto">
          <a:xfrm>
            <a:off x="1258888" y="765175"/>
            <a:ext cx="64801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宋体" panose="02010600030101010101" pitchFamily="2" charset="-122"/>
                <a:ea typeface="宋体" panose="02010600030101010101" pitchFamily="2" charset="-122"/>
              </a:rPr>
              <a:t> </a:t>
            </a:r>
            <a:r>
              <a:rPr lang="zh-CN" altLang="en-US" sz="5400" b="1">
                <a:solidFill>
                  <a:schemeClr val="bg1"/>
                </a:solidFill>
                <a:latin typeface="宋体" panose="02010600030101010101" pitchFamily="2" charset="-122"/>
                <a:ea typeface="宋体" panose="02010600030101010101" pitchFamily="2" charset="-122"/>
              </a:rPr>
              <a:t>例 题</a:t>
            </a:r>
          </a:p>
        </p:txBody>
      </p:sp>
      <p:pic>
        <p:nvPicPr>
          <p:cNvPr id="26628" name="Picture 6">
            <a:extLst>
              <a:ext uri="{FF2B5EF4-FFF2-40B4-BE49-F238E27FC236}">
                <a16:creationId xmlns:a16="http://schemas.microsoft.com/office/drawing/2014/main" id="{70BBFC81-EC2D-4882-91B2-28B96E20B7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27988" y="549275"/>
            <a:ext cx="1058862"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29" name="Picture 5" descr="QQ截图20151101140635">
            <a:extLst>
              <a:ext uri="{FF2B5EF4-FFF2-40B4-BE49-F238E27FC236}">
                <a16:creationId xmlns:a16="http://schemas.microsoft.com/office/drawing/2014/main" id="{E6A3785A-8F98-4921-8148-96521EB46B8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0113" y="1916113"/>
            <a:ext cx="7705725" cy="424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日期占位符 3">
            <a:extLst>
              <a:ext uri="{FF2B5EF4-FFF2-40B4-BE49-F238E27FC236}">
                <a16:creationId xmlns:a16="http://schemas.microsoft.com/office/drawing/2014/main" id="{D3FDFE57-2C82-45D0-A5DB-B4DC5ACDC365}"/>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31B9044B-A933-404F-AC03-DBF05C636335}"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27651" name="Text Box 2">
            <a:extLst>
              <a:ext uri="{FF2B5EF4-FFF2-40B4-BE49-F238E27FC236}">
                <a16:creationId xmlns:a16="http://schemas.microsoft.com/office/drawing/2014/main" id="{36615531-A911-4B7D-8FAD-DD6A35B6F94D}"/>
              </a:ext>
            </a:extLst>
          </p:cNvPr>
          <p:cNvSpPr txBox="1">
            <a:spLocks noChangeArrowheads="1"/>
          </p:cNvSpPr>
          <p:nvPr/>
        </p:nvSpPr>
        <p:spPr bwMode="auto">
          <a:xfrm>
            <a:off x="1258888" y="692150"/>
            <a:ext cx="64801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宋体" panose="02010600030101010101" pitchFamily="2" charset="-122"/>
                <a:ea typeface="宋体" panose="02010600030101010101" pitchFamily="2" charset="-122"/>
              </a:rPr>
              <a:t> </a:t>
            </a:r>
            <a:r>
              <a:rPr lang="zh-CN" altLang="en-US" sz="5400" b="1">
                <a:solidFill>
                  <a:schemeClr val="bg1"/>
                </a:solidFill>
                <a:latin typeface="宋体" panose="02010600030101010101" pitchFamily="2" charset="-122"/>
                <a:ea typeface="宋体" panose="02010600030101010101" pitchFamily="2" charset="-122"/>
              </a:rPr>
              <a:t>例 题</a:t>
            </a:r>
          </a:p>
        </p:txBody>
      </p:sp>
      <p:pic>
        <p:nvPicPr>
          <p:cNvPr id="27652" name="Picture 6">
            <a:extLst>
              <a:ext uri="{FF2B5EF4-FFF2-40B4-BE49-F238E27FC236}">
                <a16:creationId xmlns:a16="http://schemas.microsoft.com/office/drawing/2014/main" id="{12B00A8D-AF8C-4705-BB24-57187485DF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27988" y="549275"/>
            <a:ext cx="1058862"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6136A123-EACD-4DE6-9119-B53C951BFD5B}"/>
              </a:ext>
            </a:extLst>
          </p:cNvPr>
          <p:cNvSpPr>
            <a:spLocks noRot="1" noChangeAspect="1" noMove="1" noResize="1" noEditPoints="1" noAdjustHandles="1" noChangeArrowheads="1" noChangeShapeType="1" noTextEdit="1"/>
          </p:cNvSpPr>
          <p:nvPr/>
        </p:nvSpPr>
        <p:spPr>
          <a:xfrm>
            <a:off x="354977" y="1772814"/>
            <a:ext cx="8287992" cy="1938992"/>
          </a:xfrm>
          <a:prstGeom prst="rect">
            <a:avLst/>
          </a:prstGeom>
          <a:blipFill>
            <a:blip r:embed="rId4"/>
            <a:stretch>
              <a:fillRect l="-1103" t="-3774" r="-1103" b="-5031"/>
            </a:stretch>
          </a:blipFill>
        </p:spPr>
        <p:txBody>
          <a:bodyPr/>
          <a:lstStyle/>
          <a:p>
            <a:pPr>
              <a:defRPr/>
            </a:pPr>
            <a:r>
              <a:rPr lang="zh-CN" altLang="en-US">
                <a:noFill/>
              </a:rPr>
              <a:t> </a:t>
            </a:r>
          </a:p>
        </p:txBody>
      </p:sp>
      <p:pic>
        <p:nvPicPr>
          <p:cNvPr id="27654" name="图片 2">
            <a:extLst>
              <a:ext uri="{FF2B5EF4-FFF2-40B4-BE49-F238E27FC236}">
                <a16:creationId xmlns:a16="http://schemas.microsoft.com/office/drawing/2014/main" id="{2BF97D29-1983-4A23-AC0F-C0206068A77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16013" y="3778250"/>
            <a:ext cx="7200900" cy="2527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日期占位符 3">
            <a:extLst>
              <a:ext uri="{FF2B5EF4-FFF2-40B4-BE49-F238E27FC236}">
                <a16:creationId xmlns:a16="http://schemas.microsoft.com/office/drawing/2014/main" id="{D70EA907-2BA3-450D-9BCD-50F85CE5802B}"/>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B7E1FBB5-137E-414E-A961-18FE1E11054F}"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28675" name="Text Box 2">
            <a:extLst>
              <a:ext uri="{FF2B5EF4-FFF2-40B4-BE49-F238E27FC236}">
                <a16:creationId xmlns:a16="http://schemas.microsoft.com/office/drawing/2014/main" id="{4ABF8FA9-97D5-4875-9B74-9BE9931087D5}"/>
              </a:ext>
            </a:extLst>
          </p:cNvPr>
          <p:cNvSpPr txBox="1">
            <a:spLocks noChangeArrowheads="1"/>
          </p:cNvSpPr>
          <p:nvPr/>
        </p:nvSpPr>
        <p:spPr bwMode="auto">
          <a:xfrm>
            <a:off x="1258888" y="549275"/>
            <a:ext cx="64801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宋体" panose="02010600030101010101" pitchFamily="2" charset="-122"/>
                <a:ea typeface="宋体" panose="02010600030101010101" pitchFamily="2" charset="-122"/>
              </a:rPr>
              <a:t> </a:t>
            </a:r>
            <a:r>
              <a:rPr lang="zh-CN" altLang="en-US" sz="5400" b="1">
                <a:solidFill>
                  <a:schemeClr val="bg1"/>
                </a:solidFill>
                <a:latin typeface="宋体" panose="02010600030101010101" pitchFamily="2" charset="-122"/>
                <a:ea typeface="宋体" panose="02010600030101010101" pitchFamily="2" charset="-122"/>
              </a:rPr>
              <a:t>例 题</a:t>
            </a:r>
          </a:p>
        </p:txBody>
      </p:sp>
      <p:pic>
        <p:nvPicPr>
          <p:cNvPr id="28676" name="Picture 6">
            <a:extLst>
              <a:ext uri="{FF2B5EF4-FFF2-40B4-BE49-F238E27FC236}">
                <a16:creationId xmlns:a16="http://schemas.microsoft.com/office/drawing/2014/main" id="{D925C3E1-C8AF-402D-8E1D-9846F39034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27988" y="549275"/>
            <a:ext cx="1058862"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7" name="Picture 8" descr="QQ截图20151101135456">
            <a:extLst>
              <a:ext uri="{FF2B5EF4-FFF2-40B4-BE49-F238E27FC236}">
                <a16:creationId xmlns:a16="http://schemas.microsoft.com/office/drawing/2014/main" id="{7291CE1C-9AD3-48FE-8B8D-AB3FADE8826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188" y="1557338"/>
            <a:ext cx="7993062" cy="1150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8" name="Picture 9" descr="QQ截图20151101135654">
            <a:extLst>
              <a:ext uri="{FF2B5EF4-FFF2-40B4-BE49-F238E27FC236}">
                <a16:creationId xmlns:a16="http://schemas.microsoft.com/office/drawing/2014/main" id="{AE748590-10D6-4895-945B-2793BD7E2E7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9750" y="2781300"/>
            <a:ext cx="8064500" cy="3560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日期占位符 3">
            <a:extLst>
              <a:ext uri="{FF2B5EF4-FFF2-40B4-BE49-F238E27FC236}">
                <a16:creationId xmlns:a16="http://schemas.microsoft.com/office/drawing/2014/main" id="{A3740788-813A-4038-A121-52890D63AA5F}"/>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339ABF8C-85CC-47BD-876E-6D23917FF644}"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29699" name="Text Box 2">
            <a:extLst>
              <a:ext uri="{FF2B5EF4-FFF2-40B4-BE49-F238E27FC236}">
                <a16:creationId xmlns:a16="http://schemas.microsoft.com/office/drawing/2014/main" id="{E5765F5F-C7C8-42F5-AAD4-D58A56B1E71A}"/>
              </a:ext>
            </a:extLst>
          </p:cNvPr>
          <p:cNvSpPr txBox="1">
            <a:spLocks noChangeArrowheads="1"/>
          </p:cNvSpPr>
          <p:nvPr/>
        </p:nvSpPr>
        <p:spPr bwMode="auto">
          <a:xfrm>
            <a:off x="1258888" y="692150"/>
            <a:ext cx="64801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宋体" panose="02010600030101010101" pitchFamily="2" charset="-122"/>
                <a:ea typeface="宋体" panose="02010600030101010101" pitchFamily="2" charset="-122"/>
              </a:rPr>
              <a:t> </a:t>
            </a:r>
            <a:r>
              <a:rPr lang="zh-CN" altLang="en-US" sz="5400" b="1">
                <a:solidFill>
                  <a:schemeClr val="bg1"/>
                </a:solidFill>
                <a:latin typeface="宋体" panose="02010600030101010101" pitchFamily="2" charset="-122"/>
                <a:ea typeface="宋体" panose="02010600030101010101" pitchFamily="2" charset="-122"/>
              </a:rPr>
              <a:t>例 题</a:t>
            </a:r>
          </a:p>
        </p:txBody>
      </p:sp>
      <p:pic>
        <p:nvPicPr>
          <p:cNvPr id="29700" name="Picture 6">
            <a:extLst>
              <a:ext uri="{FF2B5EF4-FFF2-40B4-BE49-F238E27FC236}">
                <a16:creationId xmlns:a16="http://schemas.microsoft.com/office/drawing/2014/main" id="{CA5EBFD8-7B5C-4E8D-83DF-D10FED8825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27988" y="549275"/>
            <a:ext cx="1058862"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1" name="Picture 8" descr="QQ截图20151101134325">
            <a:extLst>
              <a:ext uri="{FF2B5EF4-FFF2-40B4-BE49-F238E27FC236}">
                <a16:creationId xmlns:a16="http://schemas.microsoft.com/office/drawing/2014/main" id="{23ABD47D-DC1D-4086-942D-8C3A337C296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188" y="1773238"/>
            <a:ext cx="8243887" cy="4481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日期占位符 3">
            <a:extLst>
              <a:ext uri="{FF2B5EF4-FFF2-40B4-BE49-F238E27FC236}">
                <a16:creationId xmlns:a16="http://schemas.microsoft.com/office/drawing/2014/main" id="{1855E87B-DB0F-4352-8057-D3C02861EABB}"/>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5E1F3772-060E-4628-A3E8-81C33A4F999C}"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30723" name="Text Box 2">
            <a:extLst>
              <a:ext uri="{FF2B5EF4-FFF2-40B4-BE49-F238E27FC236}">
                <a16:creationId xmlns:a16="http://schemas.microsoft.com/office/drawing/2014/main" id="{1F16A2A0-5BF4-490A-861A-54A5145AA991}"/>
              </a:ext>
            </a:extLst>
          </p:cNvPr>
          <p:cNvSpPr txBox="1">
            <a:spLocks noChangeArrowheads="1"/>
          </p:cNvSpPr>
          <p:nvPr/>
        </p:nvSpPr>
        <p:spPr bwMode="auto">
          <a:xfrm>
            <a:off x="1258888" y="876300"/>
            <a:ext cx="64801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例 题</a:t>
            </a:r>
          </a:p>
        </p:txBody>
      </p:sp>
      <p:pic>
        <p:nvPicPr>
          <p:cNvPr id="30724" name="Picture 6">
            <a:extLst>
              <a:ext uri="{FF2B5EF4-FFF2-40B4-BE49-F238E27FC236}">
                <a16:creationId xmlns:a16="http://schemas.microsoft.com/office/drawing/2014/main" id="{B99F6F34-2C68-4D9F-A078-4C2E0B054E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27988" y="549275"/>
            <a:ext cx="1058862"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147A8979-D96D-4419-88E9-23706D7BDE56}"/>
              </a:ext>
            </a:extLst>
          </p:cNvPr>
          <p:cNvSpPr txBox="1">
            <a:spLocks noRot="1" noChangeAspect="1" noMove="1" noResize="1" noEditPoints="1" noAdjustHandles="1" noChangeArrowheads="1" noChangeShapeType="1" noTextEdit="1"/>
          </p:cNvSpPr>
          <p:nvPr/>
        </p:nvSpPr>
        <p:spPr>
          <a:xfrm>
            <a:off x="323528" y="2347726"/>
            <a:ext cx="8619304" cy="3222998"/>
          </a:xfrm>
          <a:prstGeom prst="rect">
            <a:avLst/>
          </a:prstGeom>
          <a:blipFill>
            <a:blip r:embed="rId4"/>
            <a:stretch>
              <a:fillRect l="-1414" b="-4348"/>
            </a:stretch>
          </a:blipFill>
        </p:spPr>
        <p:txBody>
          <a:bodyPr/>
          <a:lstStyle/>
          <a:p>
            <a:pPr>
              <a:defRPr/>
            </a:pPr>
            <a:r>
              <a:rPr lang="zh-CN" altLang="en-US">
                <a:noFill/>
              </a:rPr>
              <a:t> </a:t>
            </a:r>
          </a:p>
        </p:txBody>
      </p:sp>
    </p:spTree>
  </p:cSld>
  <p:clrMapOvr>
    <a:masterClrMapping/>
  </p:clrMapOvr>
  <p:transition spd="med">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日期占位符 3">
            <a:extLst>
              <a:ext uri="{FF2B5EF4-FFF2-40B4-BE49-F238E27FC236}">
                <a16:creationId xmlns:a16="http://schemas.microsoft.com/office/drawing/2014/main" id="{4E5C343E-21D4-4B3F-95BF-E63F84DF403E}"/>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74399FFF-D25C-47DE-8B97-7ED84E89A3AA}"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31747" name="Text Box 2">
            <a:extLst>
              <a:ext uri="{FF2B5EF4-FFF2-40B4-BE49-F238E27FC236}">
                <a16:creationId xmlns:a16="http://schemas.microsoft.com/office/drawing/2014/main" id="{A9913384-B2FD-49A4-BCC3-A8FA4B289196}"/>
              </a:ext>
            </a:extLst>
          </p:cNvPr>
          <p:cNvSpPr txBox="1">
            <a:spLocks noChangeArrowheads="1"/>
          </p:cNvSpPr>
          <p:nvPr/>
        </p:nvSpPr>
        <p:spPr bwMode="auto">
          <a:xfrm>
            <a:off x="1258888" y="876300"/>
            <a:ext cx="64801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例 题</a:t>
            </a:r>
          </a:p>
        </p:txBody>
      </p:sp>
      <p:pic>
        <p:nvPicPr>
          <p:cNvPr id="31748" name="Picture 6">
            <a:extLst>
              <a:ext uri="{FF2B5EF4-FFF2-40B4-BE49-F238E27FC236}">
                <a16:creationId xmlns:a16="http://schemas.microsoft.com/office/drawing/2014/main" id="{FC9E9D27-BB78-447F-A7CA-E6B9866C78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27988" y="549275"/>
            <a:ext cx="1058862"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a:extLst>
              <a:ext uri="{FF2B5EF4-FFF2-40B4-BE49-F238E27FC236}">
                <a16:creationId xmlns:a16="http://schemas.microsoft.com/office/drawing/2014/main" id="{F566F41D-382D-49C0-8A65-1D1DBE81C566}"/>
              </a:ext>
            </a:extLst>
          </p:cNvPr>
          <p:cNvSpPr txBox="1">
            <a:spLocks noRot="1" noChangeAspect="1" noMove="1" noResize="1" noEditPoints="1" noAdjustHandles="1" noChangeArrowheads="1" noChangeShapeType="1" noTextEdit="1"/>
          </p:cNvSpPr>
          <p:nvPr/>
        </p:nvSpPr>
        <p:spPr>
          <a:xfrm>
            <a:off x="52733" y="2435731"/>
            <a:ext cx="8892480" cy="3046988"/>
          </a:xfrm>
          <a:prstGeom prst="rect">
            <a:avLst/>
          </a:prstGeom>
          <a:blipFill>
            <a:blip r:embed="rId4"/>
            <a:stretch>
              <a:fillRect l="-1783" t="-3206"/>
            </a:stretch>
          </a:blipFill>
        </p:spPr>
        <p:txBody>
          <a:bodyPr/>
          <a:lstStyle/>
          <a:p>
            <a:pPr>
              <a:defRPr/>
            </a:pPr>
            <a:r>
              <a:rPr lang="zh-CN" altLang="en-US">
                <a:noFill/>
              </a:rPr>
              <a:t> </a:t>
            </a:r>
          </a:p>
        </p:txBody>
      </p:sp>
    </p:spTree>
  </p:cSld>
  <p:clrMapOvr>
    <a:masterClrMapping/>
  </p:clrMapOvr>
  <p:transition spd="med">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日期占位符 3">
            <a:extLst>
              <a:ext uri="{FF2B5EF4-FFF2-40B4-BE49-F238E27FC236}">
                <a16:creationId xmlns:a16="http://schemas.microsoft.com/office/drawing/2014/main" id="{A7FEDDD8-BAAB-4935-BF37-6E4DFFEA8CE6}"/>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1AFD34BF-A7F8-420A-8B4D-6681835C47B4}"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32771" name="Text Box 2">
            <a:extLst>
              <a:ext uri="{FF2B5EF4-FFF2-40B4-BE49-F238E27FC236}">
                <a16:creationId xmlns:a16="http://schemas.microsoft.com/office/drawing/2014/main" id="{B04A28DD-BBFF-4DA3-B226-83B1FDD1D49D}"/>
              </a:ext>
            </a:extLst>
          </p:cNvPr>
          <p:cNvSpPr txBox="1">
            <a:spLocks noChangeArrowheads="1"/>
          </p:cNvSpPr>
          <p:nvPr/>
        </p:nvSpPr>
        <p:spPr bwMode="auto">
          <a:xfrm>
            <a:off x="1258888" y="876300"/>
            <a:ext cx="64801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例 题</a:t>
            </a:r>
          </a:p>
        </p:txBody>
      </p:sp>
      <p:pic>
        <p:nvPicPr>
          <p:cNvPr id="32772" name="Picture 6">
            <a:extLst>
              <a:ext uri="{FF2B5EF4-FFF2-40B4-BE49-F238E27FC236}">
                <a16:creationId xmlns:a16="http://schemas.microsoft.com/office/drawing/2014/main" id="{233C30AD-3F3F-4F75-BC91-EA1251389E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27988" y="549275"/>
            <a:ext cx="1058862"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87C35E8B-8FE6-460A-AD15-672A98874B50}"/>
              </a:ext>
            </a:extLst>
          </p:cNvPr>
          <p:cNvSpPr/>
          <p:nvPr/>
        </p:nvSpPr>
        <p:spPr>
          <a:xfrm>
            <a:off x="395288" y="1882775"/>
            <a:ext cx="8358187" cy="1939925"/>
          </a:xfrm>
          <a:prstGeom prst="rect">
            <a:avLst/>
          </a:prstGeom>
          <a:solidFill>
            <a:schemeClr val="accent6">
              <a:lumMod val="75000"/>
            </a:schemeClr>
          </a:solidFill>
        </p:spPr>
        <p:txBody>
          <a:bodyPr>
            <a:spAutoFit/>
          </a:bodyPr>
          <a:lstStyle/>
          <a:p>
            <a:pPr>
              <a:defRPr/>
            </a:pPr>
            <a:r>
              <a:rPr lang="en-US" altLang="zh-CN" sz="2400" b="1" dirty="0">
                <a:solidFill>
                  <a:schemeClr val="bg1"/>
                </a:solidFill>
              </a:rPr>
              <a:t>   (a)</a:t>
            </a:r>
            <a:r>
              <a:rPr lang="zh-CN" altLang="en-US" sz="2400" b="1" dirty="0">
                <a:solidFill>
                  <a:schemeClr val="bg1"/>
                </a:solidFill>
              </a:rPr>
              <a:t>为给定</a:t>
            </a:r>
            <a:r>
              <a:rPr lang="zh-CN" altLang="zh-CN" sz="2400" b="1" dirty="0">
                <a:solidFill>
                  <a:schemeClr val="bg1"/>
                </a:solidFill>
              </a:rPr>
              <a:t>关系</a:t>
            </a:r>
            <a:r>
              <a:rPr lang="zh-CN" altLang="en-US" sz="2400" b="1" dirty="0">
                <a:solidFill>
                  <a:schemeClr val="bg1"/>
                </a:solidFill>
              </a:rPr>
              <a:t>的关系图；</a:t>
            </a:r>
            <a:r>
              <a:rPr lang="en-US" altLang="zh-CN" sz="2400" b="1" dirty="0">
                <a:solidFill>
                  <a:schemeClr val="bg1"/>
                </a:solidFill>
              </a:rPr>
              <a:t> </a:t>
            </a:r>
          </a:p>
          <a:p>
            <a:pPr>
              <a:defRPr/>
            </a:pPr>
            <a:r>
              <a:rPr lang="en-US" altLang="zh-CN" sz="2400" b="1" dirty="0">
                <a:solidFill>
                  <a:schemeClr val="bg1"/>
                </a:solidFill>
              </a:rPr>
              <a:t>   (b)</a:t>
            </a:r>
            <a:r>
              <a:rPr lang="zh-CN" altLang="en-US" sz="2400" b="1" dirty="0">
                <a:solidFill>
                  <a:schemeClr val="bg1"/>
                </a:solidFill>
              </a:rPr>
              <a:t>为</a:t>
            </a:r>
            <a:r>
              <a:rPr lang="zh-CN" altLang="zh-CN" sz="2400" b="1" dirty="0">
                <a:solidFill>
                  <a:schemeClr val="bg1"/>
                </a:solidFill>
              </a:rPr>
              <a:t>第一种闭包运算后</a:t>
            </a:r>
            <a:r>
              <a:rPr lang="zh-CN" altLang="en-US" sz="2400" b="1" dirty="0">
                <a:solidFill>
                  <a:schemeClr val="bg1"/>
                </a:solidFill>
              </a:rPr>
              <a:t>得到</a:t>
            </a:r>
            <a:r>
              <a:rPr lang="zh-CN" altLang="zh-CN" sz="2400" b="1" dirty="0">
                <a:solidFill>
                  <a:schemeClr val="bg1"/>
                </a:solidFill>
              </a:rPr>
              <a:t>的关系图</a:t>
            </a:r>
            <a:r>
              <a:rPr lang="zh-CN" altLang="en-US" sz="2400" b="1" dirty="0">
                <a:solidFill>
                  <a:schemeClr val="bg1"/>
                </a:solidFill>
              </a:rPr>
              <a:t>，</a:t>
            </a:r>
            <a:r>
              <a:rPr lang="zh-CN" altLang="zh-CN" sz="2400" b="1" dirty="0">
                <a:solidFill>
                  <a:schemeClr val="bg1"/>
                </a:solidFill>
              </a:rPr>
              <a:t>满足</a:t>
            </a:r>
            <a:r>
              <a:rPr lang="zh-CN" altLang="zh-CN" sz="2400" b="1" dirty="0">
                <a:solidFill>
                  <a:srgbClr val="FFFF00"/>
                </a:solidFill>
              </a:rPr>
              <a:t>自反性，传递性和对称性</a:t>
            </a:r>
            <a:r>
              <a:rPr lang="zh-CN" altLang="zh-CN" sz="2400" b="1" dirty="0">
                <a:solidFill>
                  <a:schemeClr val="bg1"/>
                </a:solidFill>
              </a:rPr>
              <a:t>，</a:t>
            </a:r>
            <a:r>
              <a:rPr lang="zh-CN" altLang="en-US" sz="2400" b="1" dirty="0">
                <a:solidFill>
                  <a:schemeClr val="bg1"/>
                </a:solidFill>
              </a:rPr>
              <a:t>故</a:t>
            </a:r>
            <a:r>
              <a:rPr lang="zh-CN" altLang="zh-CN" sz="2400" b="1" dirty="0">
                <a:solidFill>
                  <a:srgbClr val="FFFF00"/>
                </a:solidFill>
              </a:rPr>
              <a:t>为等价关系</a:t>
            </a:r>
            <a:r>
              <a:rPr lang="zh-CN" altLang="en-US" sz="2400" b="1" dirty="0">
                <a:solidFill>
                  <a:schemeClr val="bg1"/>
                </a:solidFill>
              </a:rPr>
              <a:t>；</a:t>
            </a:r>
            <a:endParaRPr lang="en-US" altLang="zh-CN" sz="2400" b="1" dirty="0">
              <a:solidFill>
                <a:schemeClr val="bg1"/>
              </a:solidFill>
            </a:endParaRPr>
          </a:p>
          <a:p>
            <a:pPr>
              <a:defRPr/>
            </a:pPr>
            <a:r>
              <a:rPr lang="en-US" altLang="zh-CN" sz="2400" b="1" dirty="0">
                <a:solidFill>
                  <a:schemeClr val="bg1"/>
                </a:solidFill>
              </a:rPr>
              <a:t>   (c)</a:t>
            </a:r>
            <a:r>
              <a:rPr lang="zh-CN" altLang="en-US" sz="2400" b="1" dirty="0">
                <a:solidFill>
                  <a:schemeClr val="bg1"/>
                </a:solidFill>
              </a:rPr>
              <a:t>为</a:t>
            </a:r>
            <a:r>
              <a:rPr lang="zh-CN" altLang="zh-CN" sz="2400" b="1" dirty="0">
                <a:solidFill>
                  <a:schemeClr val="bg1"/>
                </a:solidFill>
              </a:rPr>
              <a:t>第二种闭包运算后</a:t>
            </a:r>
            <a:r>
              <a:rPr lang="zh-CN" altLang="en-US" sz="2400" b="1" dirty="0">
                <a:solidFill>
                  <a:schemeClr val="bg1"/>
                </a:solidFill>
              </a:rPr>
              <a:t>得到</a:t>
            </a:r>
            <a:r>
              <a:rPr lang="zh-CN" altLang="zh-CN" sz="2400" b="1" dirty="0">
                <a:solidFill>
                  <a:schemeClr val="bg1"/>
                </a:solidFill>
              </a:rPr>
              <a:t>的关系图</a:t>
            </a:r>
            <a:r>
              <a:rPr lang="zh-CN" altLang="en-US" sz="2400" b="1" dirty="0">
                <a:solidFill>
                  <a:schemeClr val="bg1"/>
                </a:solidFill>
              </a:rPr>
              <a:t>，</a:t>
            </a:r>
            <a:r>
              <a:rPr lang="zh-CN" altLang="zh-CN" sz="2400" b="1" dirty="0">
                <a:solidFill>
                  <a:schemeClr val="bg1"/>
                </a:solidFill>
              </a:rPr>
              <a:t>满足自反性和对称性，</a:t>
            </a:r>
            <a:r>
              <a:rPr lang="zh-CN" altLang="en-US" sz="2400" b="1" dirty="0">
                <a:solidFill>
                  <a:srgbClr val="FFFF00"/>
                </a:solidFill>
              </a:rPr>
              <a:t>但</a:t>
            </a:r>
            <a:r>
              <a:rPr lang="zh-CN" altLang="zh-CN" sz="2400" b="1" dirty="0">
                <a:solidFill>
                  <a:srgbClr val="FFFF00"/>
                </a:solidFill>
              </a:rPr>
              <a:t>不满足传递性</a:t>
            </a:r>
            <a:r>
              <a:rPr lang="zh-CN" altLang="zh-CN" sz="2400" b="1" dirty="0">
                <a:solidFill>
                  <a:schemeClr val="bg1"/>
                </a:solidFill>
              </a:rPr>
              <a:t>，</a:t>
            </a:r>
            <a:r>
              <a:rPr lang="zh-CN" altLang="en-US" sz="2400" b="1" dirty="0">
                <a:solidFill>
                  <a:schemeClr val="bg1"/>
                </a:solidFill>
              </a:rPr>
              <a:t>故</a:t>
            </a:r>
            <a:r>
              <a:rPr lang="zh-CN" altLang="zh-CN" sz="2400" b="1" dirty="0">
                <a:solidFill>
                  <a:srgbClr val="FFFF00"/>
                </a:solidFill>
              </a:rPr>
              <a:t>不是等价关系</a:t>
            </a:r>
            <a:r>
              <a:rPr lang="zh-CN" altLang="zh-CN" sz="2400" b="1" dirty="0">
                <a:solidFill>
                  <a:schemeClr val="bg1"/>
                </a:solidFill>
              </a:rPr>
              <a:t>。</a:t>
            </a:r>
            <a:endParaRPr lang="zh-CN" altLang="en-US" sz="2400" b="1" dirty="0">
              <a:solidFill>
                <a:schemeClr val="bg1"/>
              </a:solidFill>
            </a:endParaRPr>
          </a:p>
        </p:txBody>
      </p:sp>
      <p:pic>
        <p:nvPicPr>
          <p:cNvPr id="32774" name="图片 2">
            <a:extLst>
              <a:ext uri="{FF2B5EF4-FFF2-40B4-BE49-F238E27FC236}">
                <a16:creationId xmlns:a16="http://schemas.microsoft.com/office/drawing/2014/main" id="{BA043875-C342-422A-BF9A-A5CFB00BF9D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23963" y="3914775"/>
            <a:ext cx="6750050" cy="240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日期占位符 3">
            <a:extLst>
              <a:ext uri="{FF2B5EF4-FFF2-40B4-BE49-F238E27FC236}">
                <a16:creationId xmlns:a16="http://schemas.microsoft.com/office/drawing/2014/main" id="{6136E42A-A4FC-43A8-B90C-8DCFF15DB831}"/>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D3C0E71D-2CAB-4E0D-B5E4-9D7CEEF8A104}"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33795" name="Text Box 2">
            <a:extLst>
              <a:ext uri="{FF2B5EF4-FFF2-40B4-BE49-F238E27FC236}">
                <a16:creationId xmlns:a16="http://schemas.microsoft.com/office/drawing/2014/main" id="{4DC8B873-B244-48D7-9588-06B9A2956CE0}"/>
              </a:ext>
            </a:extLst>
          </p:cNvPr>
          <p:cNvSpPr txBox="1">
            <a:spLocks noChangeArrowheads="1"/>
          </p:cNvSpPr>
          <p:nvPr/>
        </p:nvSpPr>
        <p:spPr bwMode="auto">
          <a:xfrm>
            <a:off x="1258888" y="876300"/>
            <a:ext cx="64801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例 题</a:t>
            </a:r>
          </a:p>
        </p:txBody>
      </p:sp>
      <p:pic>
        <p:nvPicPr>
          <p:cNvPr id="33796" name="Picture 6">
            <a:extLst>
              <a:ext uri="{FF2B5EF4-FFF2-40B4-BE49-F238E27FC236}">
                <a16:creationId xmlns:a16="http://schemas.microsoft.com/office/drawing/2014/main" id="{BB3ABDE1-3336-4CD8-B4D7-BB08539484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27988" y="549275"/>
            <a:ext cx="1058862"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4AB566C4-F875-4341-A542-CF49DF814D86}"/>
              </a:ext>
            </a:extLst>
          </p:cNvPr>
          <p:cNvSpPr txBox="1">
            <a:spLocks noRot="1" noChangeAspect="1" noMove="1" noResize="1" noEditPoints="1" noAdjustHandles="1" noChangeArrowheads="1" noChangeShapeType="1" noTextEdit="1"/>
          </p:cNvSpPr>
          <p:nvPr/>
        </p:nvSpPr>
        <p:spPr>
          <a:xfrm>
            <a:off x="323528" y="2276872"/>
            <a:ext cx="8568952" cy="3139321"/>
          </a:xfrm>
          <a:prstGeom prst="rect">
            <a:avLst/>
          </a:prstGeom>
          <a:blipFill>
            <a:blip r:embed="rId4"/>
            <a:stretch>
              <a:fillRect l="-1422" r="-1422" b="-1556"/>
            </a:stretch>
          </a:blipFill>
        </p:spPr>
        <p:txBody>
          <a:bodyPr/>
          <a:lstStyle/>
          <a:p>
            <a:pPr>
              <a:defRPr/>
            </a:pPr>
            <a:r>
              <a:rPr lang="zh-CN" altLang="en-US">
                <a:noFill/>
              </a:rPr>
              <a:t> </a:t>
            </a:r>
          </a:p>
        </p:txBody>
      </p:sp>
    </p:spTree>
  </p:cSld>
  <p:clrMapOvr>
    <a:masterClrMapping/>
  </p:clrMapOvr>
  <p:transition spd="med">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ext Box 2">
            <a:extLst>
              <a:ext uri="{FF2B5EF4-FFF2-40B4-BE49-F238E27FC236}">
                <a16:creationId xmlns:a16="http://schemas.microsoft.com/office/drawing/2014/main" id="{45362058-5E3F-4715-B3B8-E146095A5F4A}"/>
              </a:ext>
            </a:extLst>
          </p:cNvPr>
          <p:cNvSpPr txBox="1">
            <a:spLocks noChangeArrowheads="1"/>
          </p:cNvSpPr>
          <p:nvPr/>
        </p:nvSpPr>
        <p:spPr bwMode="auto">
          <a:xfrm>
            <a:off x="1258888" y="876300"/>
            <a:ext cx="64801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例 题</a:t>
            </a:r>
          </a:p>
        </p:txBody>
      </p:sp>
      <p:pic>
        <p:nvPicPr>
          <p:cNvPr id="34819" name="Picture 6">
            <a:extLst>
              <a:ext uri="{FF2B5EF4-FFF2-40B4-BE49-F238E27FC236}">
                <a16:creationId xmlns:a16="http://schemas.microsoft.com/office/drawing/2014/main" id="{39BC8D50-F77D-4F2F-80D2-B4DB40EAD2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27988" y="549275"/>
            <a:ext cx="1058862"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0" name="图片 7">
            <a:extLst>
              <a:ext uri="{FF2B5EF4-FFF2-40B4-BE49-F238E27FC236}">
                <a16:creationId xmlns:a16="http://schemas.microsoft.com/office/drawing/2014/main" id="{E5572AA6-FC72-4FB5-A1EA-65A8A64BE3D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5650" y="2060575"/>
            <a:ext cx="8180388" cy="4192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日期占位符 3">
            <a:extLst>
              <a:ext uri="{FF2B5EF4-FFF2-40B4-BE49-F238E27FC236}">
                <a16:creationId xmlns:a16="http://schemas.microsoft.com/office/drawing/2014/main" id="{3D91AD98-D659-41F4-80C6-A8AB92A21EFB}"/>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379CBFEA-3C83-474A-8634-A3C949943FD9}"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35843" name="Text Box 2">
            <a:extLst>
              <a:ext uri="{FF2B5EF4-FFF2-40B4-BE49-F238E27FC236}">
                <a16:creationId xmlns:a16="http://schemas.microsoft.com/office/drawing/2014/main" id="{3451062E-3ED5-4889-BA4A-41FF5527544E}"/>
              </a:ext>
            </a:extLst>
          </p:cNvPr>
          <p:cNvSpPr txBox="1">
            <a:spLocks noChangeArrowheads="1"/>
          </p:cNvSpPr>
          <p:nvPr/>
        </p:nvSpPr>
        <p:spPr bwMode="auto">
          <a:xfrm>
            <a:off x="1258888" y="765175"/>
            <a:ext cx="64801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宋体" panose="02010600030101010101" pitchFamily="2" charset="-122"/>
                <a:ea typeface="宋体" panose="02010600030101010101" pitchFamily="2" charset="-122"/>
              </a:rPr>
              <a:t> </a:t>
            </a:r>
            <a:r>
              <a:rPr lang="zh-CN" altLang="en-US" sz="5400" b="1">
                <a:solidFill>
                  <a:schemeClr val="bg1"/>
                </a:solidFill>
                <a:latin typeface="宋体" panose="02010600030101010101" pitchFamily="2" charset="-122"/>
                <a:ea typeface="宋体" panose="02010600030101010101" pitchFamily="2" charset="-122"/>
              </a:rPr>
              <a:t>小 结</a:t>
            </a:r>
          </a:p>
        </p:txBody>
      </p:sp>
      <p:pic>
        <p:nvPicPr>
          <p:cNvPr id="35844" name="Picture 6">
            <a:extLst>
              <a:ext uri="{FF2B5EF4-FFF2-40B4-BE49-F238E27FC236}">
                <a16:creationId xmlns:a16="http://schemas.microsoft.com/office/drawing/2014/main" id="{EA5A6806-99B9-49AB-9D6D-F7D07A7AED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27988" y="549275"/>
            <a:ext cx="1058862"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5" name="Picture 5" descr="QQ截图20151101141748">
            <a:extLst>
              <a:ext uri="{FF2B5EF4-FFF2-40B4-BE49-F238E27FC236}">
                <a16:creationId xmlns:a16="http://schemas.microsoft.com/office/drawing/2014/main" id="{E1CAAC9A-EAB7-4C56-9D47-A0B192C7566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5650" y="2239963"/>
            <a:ext cx="7921625" cy="360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ext Box 2">
            <a:extLst>
              <a:ext uri="{FF2B5EF4-FFF2-40B4-BE49-F238E27FC236}">
                <a16:creationId xmlns:a16="http://schemas.microsoft.com/office/drawing/2014/main" id="{D47732B9-0A3D-4FDC-AC14-A28C2E3D0300}"/>
              </a:ext>
            </a:extLst>
          </p:cNvPr>
          <p:cNvSpPr txBox="1">
            <a:spLocks noChangeArrowheads="1"/>
          </p:cNvSpPr>
          <p:nvPr/>
        </p:nvSpPr>
        <p:spPr bwMode="auto">
          <a:xfrm>
            <a:off x="1403350" y="785813"/>
            <a:ext cx="63373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宋体" panose="02010600030101010101" pitchFamily="2" charset="-122"/>
                <a:ea typeface="宋体" panose="02010600030101010101" pitchFamily="2" charset="-122"/>
              </a:rPr>
              <a:t> </a:t>
            </a:r>
            <a:r>
              <a:rPr lang="zh-CN" altLang="en-US" sz="5400" b="1">
                <a:solidFill>
                  <a:schemeClr val="bg1"/>
                </a:solidFill>
                <a:latin typeface="宋体" panose="02010600030101010101" pitchFamily="2" charset="-122"/>
                <a:ea typeface="宋体" panose="02010600030101010101" pitchFamily="2" charset="-122"/>
              </a:rPr>
              <a:t>等价类的含义</a:t>
            </a:r>
          </a:p>
        </p:txBody>
      </p:sp>
      <p:pic>
        <p:nvPicPr>
          <p:cNvPr id="36867" name="Picture 6">
            <a:extLst>
              <a:ext uri="{FF2B5EF4-FFF2-40B4-BE49-F238E27FC236}">
                <a16:creationId xmlns:a16="http://schemas.microsoft.com/office/drawing/2014/main" id="{A2F32A15-29C5-45B9-BDE0-176EE0FE55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CADA01B0-A962-4B0F-AE3F-C7C90F9C60D5}"/>
              </a:ext>
            </a:extLst>
          </p:cNvPr>
          <p:cNvSpPr>
            <a:spLocks noRot="1" noChangeAspect="1" noMove="1" noResize="1" noEditPoints="1" noAdjustHandles="1" noChangeArrowheads="1" noChangeShapeType="1" noTextEdit="1"/>
          </p:cNvSpPr>
          <p:nvPr/>
        </p:nvSpPr>
        <p:spPr>
          <a:xfrm>
            <a:off x="539552" y="2276872"/>
            <a:ext cx="8064896" cy="3353097"/>
          </a:xfrm>
          <a:prstGeom prst="rect">
            <a:avLst/>
          </a:prstGeom>
          <a:blipFill>
            <a:blip r:embed="rId4"/>
            <a:stretch>
              <a:fillRect l="-1210" r="-1210" b="-2545"/>
            </a:stretch>
          </a:blipFill>
        </p:spPr>
        <p:txBody>
          <a:bodyPr/>
          <a:lstStyle/>
          <a:p>
            <a:pPr>
              <a:defRPr/>
            </a:pPr>
            <a:r>
              <a:rPr lang="zh-CN" altLang="en-US">
                <a:noFill/>
              </a:rPr>
              <a:t> </a:t>
            </a:r>
          </a:p>
        </p:txBody>
      </p:sp>
    </p:spTree>
  </p:cSld>
  <p:clrMapOvr>
    <a:masterClrMapping/>
  </p:clrMapOvr>
  <p:transition spd="med">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ext Box 2">
            <a:extLst>
              <a:ext uri="{FF2B5EF4-FFF2-40B4-BE49-F238E27FC236}">
                <a16:creationId xmlns:a16="http://schemas.microsoft.com/office/drawing/2014/main" id="{45D9F68D-32AB-4E60-BF72-1CEE2F678EF7}"/>
              </a:ext>
            </a:extLst>
          </p:cNvPr>
          <p:cNvSpPr txBox="1">
            <a:spLocks noChangeArrowheads="1"/>
          </p:cNvSpPr>
          <p:nvPr/>
        </p:nvSpPr>
        <p:spPr bwMode="auto">
          <a:xfrm>
            <a:off x="1403350" y="785813"/>
            <a:ext cx="63373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宋体" panose="02010600030101010101" pitchFamily="2" charset="-122"/>
                <a:ea typeface="宋体" panose="02010600030101010101" pitchFamily="2" charset="-122"/>
              </a:rPr>
              <a:t> </a:t>
            </a:r>
            <a:r>
              <a:rPr lang="zh-CN" altLang="en-US" sz="5400" b="1">
                <a:solidFill>
                  <a:schemeClr val="bg1"/>
                </a:solidFill>
                <a:latin typeface="宋体" panose="02010600030101010101" pitchFamily="2" charset="-122"/>
                <a:ea typeface="宋体" panose="02010600030101010101" pitchFamily="2" charset="-122"/>
              </a:rPr>
              <a:t>等价类的含义</a:t>
            </a:r>
          </a:p>
        </p:txBody>
      </p:sp>
      <p:pic>
        <p:nvPicPr>
          <p:cNvPr id="37891" name="Picture 6">
            <a:extLst>
              <a:ext uri="{FF2B5EF4-FFF2-40B4-BE49-F238E27FC236}">
                <a16:creationId xmlns:a16="http://schemas.microsoft.com/office/drawing/2014/main" id="{E78BE482-9095-40B5-8AB6-5AE9B7CEE4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ECB9DB80-FEDA-4DBF-B5EE-9E961649B00E}"/>
              </a:ext>
            </a:extLst>
          </p:cNvPr>
          <p:cNvSpPr>
            <a:spLocks noRot="1" noChangeAspect="1" noMove="1" noResize="1" noEditPoints="1" noAdjustHandles="1" noChangeArrowheads="1" noChangeShapeType="1" noTextEdit="1"/>
          </p:cNvSpPr>
          <p:nvPr/>
        </p:nvSpPr>
        <p:spPr>
          <a:xfrm>
            <a:off x="265766" y="2049800"/>
            <a:ext cx="8611219" cy="3907094"/>
          </a:xfrm>
          <a:prstGeom prst="rect">
            <a:avLst/>
          </a:prstGeom>
          <a:blipFill>
            <a:blip r:embed="rId4"/>
            <a:stretch>
              <a:fillRect l="-1062" r="-1062" b="-2808"/>
            </a:stretch>
          </a:blipFill>
        </p:spPr>
        <p:txBody>
          <a:bodyPr/>
          <a:lstStyle/>
          <a:p>
            <a:pPr>
              <a:defRPr/>
            </a:pPr>
            <a:r>
              <a:rPr lang="zh-CN" altLang="en-US">
                <a:noFill/>
              </a:rPr>
              <a:t> </a:t>
            </a:r>
          </a:p>
        </p:txBody>
      </p:sp>
    </p:spTree>
  </p:cSld>
  <p:clrMapOvr>
    <a:masterClrMapping/>
  </p:clrMapOvr>
  <p:transition spd="med">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ext Box 2">
            <a:extLst>
              <a:ext uri="{FF2B5EF4-FFF2-40B4-BE49-F238E27FC236}">
                <a16:creationId xmlns:a16="http://schemas.microsoft.com/office/drawing/2014/main" id="{5052E2E0-5E56-41FB-B910-0218347AE6EF}"/>
              </a:ext>
            </a:extLst>
          </p:cNvPr>
          <p:cNvSpPr txBox="1">
            <a:spLocks noChangeArrowheads="1"/>
          </p:cNvSpPr>
          <p:nvPr/>
        </p:nvSpPr>
        <p:spPr bwMode="auto">
          <a:xfrm>
            <a:off x="1403350" y="785813"/>
            <a:ext cx="63373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宋体" panose="02010600030101010101" pitchFamily="2" charset="-122"/>
                <a:ea typeface="宋体" panose="02010600030101010101" pitchFamily="2" charset="-122"/>
              </a:rPr>
              <a:t> </a:t>
            </a:r>
            <a:r>
              <a:rPr lang="zh-CN" altLang="en-US" sz="5400" b="1">
                <a:solidFill>
                  <a:schemeClr val="bg1"/>
                </a:solidFill>
                <a:latin typeface="宋体" panose="02010600030101010101" pitchFamily="2" charset="-122"/>
                <a:ea typeface="宋体" panose="02010600030101010101" pitchFamily="2" charset="-122"/>
              </a:rPr>
              <a:t>等价类的定义</a:t>
            </a:r>
          </a:p>
        </p:txBody>
      </p:sp>
      <p:pic>
        <p:nvPicPr>
          <p:cNvPr id="38915" name="Picture 6">
            <a:extLst>
              <a:ext uri="{FF2B5EF4-FFF2-40B4-BE49-F238E27FC236}">
                <a16:creationId xmlns:a16="http://schemas.microsoft.com/office/drawing/2014/main" id="{DF3DA999-77DB-4F7F-8ED9-630FC38615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EC2E3813-511E-441F-B572-E2ED31D6270D}"/>
              </a:ext>
            </a:extLst>
          </p:cNvPr>
          <p:cNvSpPr>
            <a:spLocks noRot="1" noChangeAspect="1" noMove="1" noResize="1" noEditPoints="1" noAdjustHandles="1" noChangeArrowheads="1" noChangeShapeType="1" noTextEdit="1"/>
          </p:cNvSpPr>
          <p:nvPr/>
        </p:nvSpPr>
        <p:spPr>
          <a:xfrm>
            <a:off x="467544" y="2276872"/>
            <a:ext cx="8352928" cy="3238772"/>
          </a:xfrm>
          <a:prstGeom prst="rect">
            <a:avLst/>
          </a:prstGeom>
          <a:blipFill>
            <a:blip r:embed="rId4"/>
            <a:stretch>
              <a:fillRect l="-1533" r="-1460" b="-3955"/>
            </a:stretch>
          </a:blipFill>
        </p:spPr>
        <p:txBody>
          <a:bodyPr/>
          <a:lstStyle/>
          <a:p>
            <a:pPr>
              <a:defRPr/>
            </a:pPr>
            <a:r>
              <a:rPr lang="zh-CN" altLang="en-US">
                <a:noFill/>
              </a:rPr>
              <a:t> </a:t>
            </a:r>
          </a:p>
        </p:txBody>
      </p:sp>
    </p:spTree>
  </p:cSld>
  <p:clrMapOvr>
    <a:masterClrMapping/>
  </p:clrMapOvr>
  <p:transition spd="med">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ext Box 2">
            <a:extLst>
              <a:ext uri="{FF2B5EF4-FFF2-40B4-BE49-F238E27FC236}">
                <a16:creationId xmlns:a16="http://schemas.microsoft.com/office/drawing/2014/main" id="{D238D169-C3C3-43CE-8D6D-60C3D31CA9FC}"/>
              </a:ext>
            </a:extLst>
          </p:cNvPr>
          <p:cNvSpPr txBox="1">
            <a:spLocks noChangeArrowheads="1"/>
          </p:cNvSpPr>
          <p:nvPr/>
        </p:nvSpPr>
        <p:spPr bwMode="auto">
          <a:xfrm>
            <a:off x="1331913" y="714375"/>
            <a:ext cx="6553200" cy="83026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en-US" altLang="zh-CN" sz="4800" b="1">
                <a:solidFill>
                  <a:schemeClr val="bg1"/>
                </a:solidFill>
                <a:latin typeface="宋体" panose="02010600030101010101" pitchFamily="2" charset="-122"/>
                <a:ea typeface="宋体" panose="02010600030101010101" pitchFamily="2" charset="-122"/>
              </a:rPr>
              <a:t> </a:t>
            </a:r>
            <a:r>
              <a:rPr lang="zh-CN" altLang="en-US" sz="4800" b="1">
                <a:solidFill>
                  <a:schemeClr val="bg1"/>
                </a:solidFill>
                <a:latin typeface="宋体" panose="02010600030101010101" pitchFamily="2" charset="-122"/>
                <a:ea typeface="宋体" panose="02010600030101010101" pitchFamily="2" charset="-122"/>
              </a:rPr>
              <a:t>等价类定义要点</a:t>
            </a:r>
          </a:p>
        </p:txBody>
      </p:sp>
      <p:pic>
        <p:nvPicPr>
          <p:cNvPr id="39939" name="Picture 6">
            <a:extLst>
              <a:ext uri="{FF2B5EF4-FFF2-40B4-BE49-F238E27FC236}">
                <a16:creationId xmlns:a16="http://schemas.microsoft.com/office/drawing/2014/main" id="{F544503A-9BEF-4706-B71B-5FE1427866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8A820628-B790-445C-A34E-B387A06E5BCA}"/>
              </a:ext>
            </a:extLst>
          </p:cNvPr>
          <p:cNvSpPr>
            <a:spLocks noRot="1" noChangeAspect="1" noMove="1" noResize="1" noEditPoints="1" noAdjustHandles="1" noChangeArrowheads="1" noChangeShapeType="1" noTextEdit="1"/>
          </p:cNvSpPr>
          <p:nvPr/>
        </p:nvSpPr>
        <p:spPr>
          <a:xfrm>
            <a:off x="971598" y="2276872"/>
            <a:ext cx="7819131" cy="3353097"/>
          </a:xfrm>
          <a:prstGeom prst="rect">
            <a:avLst/>
          </a:prstGeom>
          <a:blipFill>
            <a:blip r:embed="rId4"/>
            <a:stretch>
              <a:fillRect l="-1247" r="-1247" b="-2545"/>
            </a:stretch>
          </a:blipFill>
        </p:spPr>
        <p:txBody>
          <a:bodyPr/>
          <a:lstStyle/>
          <a:p>
            <a:pPr>
              <a:defRPr/>
            </a:pPr>
            <a:r>
              <a:rPr lang="zh-CN" altLang="en-US">
                <a:noFill/>
              </a:rPr>
              <a:t> </a:t>
            </a: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ext Box 2">
            <a:extLst>
              <a:ext uri="{FF2B5EF4-FFF2-40B4-BE49-F238E27FC236}">
                <a16:creationId xmlns:a16="http://schemas.microsoft.com/office/drawing/2014/main" id="{E5E8868D-FD58-4EEA-803B-635AECE0917C}"/>
              </a:ext>
            </a:extLst>
          </p:cNvPr>
          <p:cNvSpPr txBox="1">
            <a:spLocks noChangeArrowheads="1"/>
          </p:cNvSpPr>
          <p:nvPr/>
        </p:nvSpPr>
        <p:spPr bwMode="auto">
          <a:xfrm>
            <a:off x="1476375" y="620713"/>
            <a:ext cx="6119813"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宋体" panose="02010600030101010101" pitchFamily="2" charset="-122"/>
                <a:ea typeface="宋体" panose="02010600030101010101" pitchFamily="2" charset="-122"/>
              </a:rPr>
              <a:t> </a:t>
            </a:r>
            <a:r>
              <a:rPr lang="zh-CN" altLang="en-US" sz="5400" b="1">
                <a:solidFill>
                  <a:schemeClr val="bg1"/>
                </a:solidFill>
                <a:latin typeface="宋体" panose="02010600030101010101" pitchFamily="2" charset="-122"/>
                <a:ea typeface="宋体" panose="02010600030101010101" pitchFamily="2" charset="-122"/>
              </a:rPr>
              <a:t>模</a:t>
            </a:r>
            <a:r>
              <a:rPr lang="en-US" altLang="zh-CN" sz="5400" b="1">
                <a:solidFill>
                  <a:schemeClr val="bg1"/>
                </a:solidFill>
                <a:latin typeface="宋体" panose="02010600030101010101" pitchFamily="2" charset="-122"/>
                <a:ea typeface="宋体" panose="02010600030101010101" pitchFamily="2" charset="-122"/>
              </a:rPr>
              <a:t>m</a:t>
            </a:r>
            <a:r>
              <a:rPr lang="zh-CN" altLang="en-US" sz="5400" b="1">
                <a:solidFill>
                  <a:schemeClr val="bg1"/>
                </a:solidFill>
                <a:latin typeface="宋体" panose="02010600030101010101" pitchFamily="2" charset="-122"/>
                <a:ea typeface="宋体" panose="02010600030101010101" pitchFamily="2" charset="-122"/>
              </a:rPr>
              <a:t>同余类</a:t>
            </a:r>
          </a:p>
        </p:txBody>
      </p:sp>
      <p:pic>
        <p:nvPicPr>
          <p:cNvPr id="40963" name="Picture 6">
            <a:extLst>
              <a:ext uri="{FF2B5EF4-FFF2-40B4-BE49-F238E27FC236}">
                <a16:creationId xmlns:a16="http://schemas.microsoft.com/office/drawing/2014/main" id="{F81A063F-88A7-41EF-AFA8-17843685B0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64" name="Picture 7" descr="无标题7">
            <a:extLst>
              <a:ext uri="{FF2B5EF4-FFF2-40B4-BE49-F238E27FC236}">
                <a16:creationId xmlns:a16="http://schemas.microsoft.com/office/drawing/2014/main" id="{2EA42857-B613-4E82-A026-4595463BCF0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0113" y="1700213"/>
            <a:ext cx="7704137" cy="454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ext Box 2">
            <a:extLst>
              <a:ext uri="{FF2B5EF4-FFF2-40B4-BE49-F238E27FC236}">
                <a16:creationId xmlns:a16="http://schemas.microsoft.com/office/drawing/2014/main" id="{80BBD0C6-7812-4398-8A2C-6F5682D0B45A}"/>
              </a:ext>
            </a:extLst>
          </p:cNvPr>
          <p:cNvSpPr txBox="1">
            <a:spLocks noChangeArrowheads="1"/>
          </p:cNvSpPr>
          <p:nvPr/>
        </p:nvSpPr>
        <p:spPr bwMode="auto">
          <a:xfrm>
            <a:off x="1403350" y="692150"/>
            <a:ext cx="6119813"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宋体" panose="02010600030101010101" pitchFamily="2" charset="-122"/>
                <a:ea typeface="宋体" panose="02010600030101010101" pitchFamily="2" charset="-122"/>
              </a:rPr>
              <a:t> </a:t>
            </a:r>
            <a:r>
              <a:rPr lang="zh-CN" altLang="en-US" sz="5400" b="1">
                <a:solidFill>
                  <a:schemeClr val="bg1"/>
                </a:solidFill>
                <a:latin typeface="宋体" panose="02010600030101010101" pitchFamily="2" charset="-122"/>
                <a:ea typeface="宋体" panose="02010600030101010101" pitchFamily="2" charset="-122"/>
              </a:rPr>
              <a:t>模</a:t>
            </a:r>
            <a:r>
              <a:rPr lang="en-US" altLang="zh-CN" sz="5400" b="1">
                <a:solidFill>
                  <a:schemeClr val="bg1"/>
                </a:solidFill>
                <a:latin typeface="宋体" panose="02010600030101010101" pitchFamily="2" charset="-122"/>
                <a:ea typeface="宋体" panose="02010600030101010101" pitchFamily="2" charset="-122"/>
              </a:rPr>
              <a:t>3</a:t>
            </a:r>
            <a:r>
              <a:rPr lang="zh-CN" altLang="en-US" sz="5400" b="1">
                <a:solidFill>
                  <a:schemeClr val="bg1"/>
                </a:solidFill>
                <a:latin typeface="宋体" panose="02010600030101010101" pitchFamily="2" charset="-122"/>
                <a:ea typeface="宋体" panose="02010600030101010101" pitchFamily="2" charset="-122"/>
              </a:rPr>
              <a:t>同余关系图</a:t>
            </a:r>
          </a:p>
        </p:txBody>
      </p:sp>
      <p:pic>
        <p:nvPicPr>
          <p:cNvPr id="41987" name="Picture 6">
            <a:extLst>
              <a:ext uri="{FF2B5EF4-FFF2-40B4-BE49-F238E27FC236}">
                <a16:creationId xmlns:a16="http://schemas.microsoft.com/office/drawing/2014/main" id="{5B54C8CB-546F-4B8F-BA8E-6ECEF3CC98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988" name="Picture 6" descr="QQ截图20151101153610">
            <a:extLst>
              <a:ext uri="{FF2B5EF4-FFF2-40B4-BE49-F238E27FC236}">
                <a16:creationId xmlns:a16="http://schemas.microsoft.com/office/drawing/2014/main" id="{0124B3F6-D087-4CEF-96AD-A2567021425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4338" y="2060575"/>
            <a:ext cx="8334375" cy="381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日期占位符 3">
            <a:extLst>
              <a:ext uri="{FF2B5EF4-FFF2-40B4-BE49-F238E27FC236}">
                <a16:creationId xmlns:a16="http://schemas.microsoft.com/office/drawing/2014/main" id="{2B8E3FDC-0814-470D-9083-DADC477F0299}"/>
              </a:ext>
            </a:extLst>
          </p:cNvPr>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spcBef>
                <a:spcPct val="0"/>
              </a:spcBef>
              <a:buFontTx/>
              <a:buNone/>
            </a:pPr>
            <a:fld id="{38E94D63-2596-4043-B32D-5B1FD55967B4}" type="datetime1">
              <a:rPr lang="zh-CN" altLang="en-US" sz="1400" smtClean="0">
                <a:solidFill>
                  <a:srgbClr val="FF0000"/>
                </a:solidFill>
                <a:latin typeface="黑体" panose="02010609060101010101" pitchFamily="49" charset="-122"/>
                <a:ea typeface="黑体" panose="02010609060101010101" pitchFamily="49" charset="-122"/>
              </a:rPr>
              <a:pPr>
                <a:spcBef>
                  <a:spcPct val="0"/>
                </a:spcBef>
                <a:buFontTx/>
                <a:buNone/>
              </a:pPr>
              <a:t>2020/9/7</a:t>
            </a:fld>
            <a:endParaRPr lang="zh-CN" altLang="en-US" sz="1400">
              <a:solidFill>
                <a:srgbClr val="FF0000"/>
              </a:solidFill>
              <a:latin typeface="黑体" panose="02010609060101010101" pitchFamily="49" charset="-122"/>
              <a:ea typeface="黑体" panose="02010609060101010101" pitchFamily="49" charset="-122"/>
            </a:endParaRPr>
          </a:p>
        </p:txBody>
      </p:sp>
      <p:sp>
        <p:nvSpPr>
          <p:cNvPr id="43011" name="Rectangle 186">
            <a:extLst>
              <a:ext uri="{FF2B5EF4-FFF2-40B4-BE49-F238E27FC236}">
                <a16:creationId xmlns:a16="http://schemas.microsoft.com/office/drawing/2014/main" id="{8D5DB1D3-739F-437E-BCF8-EDB6EDFF79FB}"/>
              </a:ext>
            </a:extLst>
          </p:cNvPr>
          <p:cNvSpPr>
            <a:spLocks noChangeArrowheads="1"/>
          </p:cNvSpPr>
          <p:nvPr/>
        </p:nvSpPr>
        <p:spPr bwMode="auto">
          <a:xfrm>
            <a:off x="0" y="406400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endParaRPr lang="zh-CN" altLang="en-US">
              <a:latin typeface="Times New Roman" panose="02020603050405020304" pitchFamily="18" charset="0"/>
              <a:ea typeface="宋体" panose="02010600030101010101" pitchFamily="2" charset="-122"/>
            </a:endParaRPr>
          </a:p>
        </p:txBody>
      </p:sp>
      <p:sp>
        <p:nvSpPr>
          <p:cNvPr id="43012" name="Text Box 2">
            <a:extLst>
              <a:ext uri="{FF2B5EF4-FFF2-40B4-BE49-F238E27FC236}">
                <a16:creationId xmlns:a16="http://schemas.microsoft.com/office/drawing/2014/main" id="{B1AF55A8-0607-4F55-B3A7-0487F7A801ED}"/>
              </a:ext>
            </a:extLst>
          </p:cNvPr>
          <p:cNvSpPr txBox="1">
            <a:spLocks noChangeArrowheads="1"/>
          </p:cNvSpPr>
          <p:nvPr/>
        </p:nvSpPr>
        <p:spPr bwMode="auto">
          <a:xfrm>
            <a:off x="1331913" y="692150"/>
            <a:ext cx="65532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宋体" panose="02010600030101010101" pitchFamily="2" charset="-122"/>
                <a:ea typeface="宋体" panose="02010600030101010101" pitchFamily="2" charset="-122"/>
              </a:rPr>
              <a:t> </a:t>
            </a:r>
            <a:r>
              <a:rPr lang="zh-CN" altLang="en-US" sz="4800" b="1">
                <a:solidFill>
                  <a:schemeClr val="bg1"/>
                </a:solidFill>
                <a:latin typeface="宋体" panose="02010600030101010101" pitchFamily="2" charset="-122"/>
                <a:ea typeface="宋体" panose="02010600030101010101" pitchFamily="2" charset="-122"/>
              </a:rPr>
              <a:t>由关系图求等价类</a:t>
            </a:r>
          </a:p>
        </p:txBody>
      </p:sp>
      <p:pic>
        <p:nvPicPr>
          <p:cNvPr id="43013" name="Picture 6">
            <a:extLst>
              <a:ext uri="{FF2B5EF4-FFF2-40B4-BE49-F238E27FC236}">
                <a16:creationId xmlns:a16="http://schemas.microsoft.com/office/drawing/2014/main" id="{0ACA8E3B-44B5-4BF2-88F3-8DBF24498A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75588" y="476250"/>
            <a:ext cx="1233487" cy="129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14" name="Picture 15" descr="无标题9">
            <a:extLst>
              <a:ext uri="{FF2B5EF4-FFF2-40B4-BE49-F238E27FC236}">
                <a16:creationId xmlns:a16="http://schemas.microsoft.com/office/drawing/2014/main" id="{D316C8CF-BAF0-4511-AE13-1986233BF9D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0113" y="1773238"/>
            <a:ext cx="7632700" cy="445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ext Box 2">
            <a:extLst>
              <a:ext uri="{FF2B5EF4-FFF2-40B4-BE49-F238E27FC236}">
                <a16:creationId xmlns:a16="http://schemas.microsoft.com/office/drawing/2014/main" id="{65E01DE1-4275-4710-B55B-23A95D6A6490}"/>
              </a:ext>
            </a:extLst>
          </p:cNvPr>
          <p:cNvSpPr txBox="1">
            <a:spLocks noChangeArrowheads="1"/>
          </p:cNvSpPr>
          <p:nvPr/>
        </p:nvSpPr>
        <p:spPr bwMode="auto">
          <a:xfrm>
            <a:off x="1403350" y="714375"/>
            <a:ext cx="6119813"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宋体" panose="02010600030101010101" pitchFamily="2" charset="-122"/>
                <a:ea typeface="宋体" panose="02010600030101010101" pitchFamily="2" charset="-122"/>
              </a:rPr>
              <a:t> </a:t>
            </a:r>
            <a:r>
              <a:rPr lang="zh-CN" altLang="en-US" sz="5400" b="1">
                <a:solidFill>
                  <a:schemeClr val="bg1"/>
                </a:solidFill>
                <a:latin typeface="宋体" panose="02010600030101010101" pitchFamily="2" charset="-122"/>
                <a:ea typeface="宋体" panose="02010600030101010101" pitchFamily="2" charset="-122"/>
              </a:rPr>
              <a:t>例 题</a:t>
            </a:r>
          </a:p>
        </p:txBody>
      </p:sp>
      <p:pic>
        <p:nvPicPr>
          <p:cNvPr id="44035" name="Picture 6">
            <a:extLst>
              <a:ext uri="{FF2B5EF4-FFF2-40B4-BE49-F238E27FC236}">
                <a16:creationId xmlns:a16="http://schemas.microsoft.com/office/drawing/2014/main" id="{BD6826A3-BBD4-467A-B7DF-03786E4AFC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36" name="Picture 7" descr="无标题5">
            <a:extLst>
              <a:ext uri="{FF2B5EF4-FFF2-40B4-BE49-F238E27FC236}">
                <a16:creationId xmlns:a16="http://schemas.microsoft.com/office/drawing/2014/main" id="{67FC5E1E-3041-439B-A962-28A04E06257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4213" y="1773238"/>
            <a:ext cx="8064500" cy="4452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ext Box 2">
            <a:extLst>
              <a:ext uri="{FF2B5EF4-FFF2-40B4-BE49-F238E27FC236}">
                <a16:creationId xmlns:a16="http://schemas.microsoft.com/office/drawing/2014/main" id="{74E3A93E-CBED-4E5F-A59E-7EA184DCCB12}"/>
              </a:ext>
            </a:extLst>
          </p:cNvPr>
          <p:cNvSpPr txBox="1">
            <a:spLocks noChangeArrowheads="1"/>
          </p:cNvSpPr>
          <p:nvPr/>
        </p:nvSpPr>
        <p:spPr bwMode="auto">
          <a:xfrm>
            <a:off x="1403350" y="714375"/>
            <a:ext cx="6119813"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宋体" panose="02010600030101010101" pitchFamily="2" charset="-122"/>
                <a:ea typeface="宋体" panose="02010600030101010101" pitchFamily="2" charset="-122"/>
              </a:rPr>
              <a:t> </a:t>
            </a:r>
            <a:r>
              <a:rPr lang="zh-CN" altLang="en-US" sz="5400" b="1">
                <a:solidFill>
                  <a:schemeClr val="bg1"/>
                </a:solidFill>
                <a:latin typeface="宋体" panose="02010600030101010101" pitchFamily="2" charset="-122"/>
                <a:ea typeface="宋体" panose="02010600030101010101" pitchFamily="2" charset="-122"/>
              </a:rPr>
              <a:t>例 题</a:t>
            </a:r>
          </a:p>
        </p:txBody>
      </p:sp>
      <p:pic>
        <p:nvPicPr>
          <p:cNvPr id="45059" name="Picture 6">
            <a:extLst>
              <a:ext uri="{FF2B5EF4-FFF2-40B4-BE49-F238E27FC236}">
                <a16:creationId xmlns:a16="http://schemas.microsoft.com/office/drawing/2014/main" id="{1CA720B9-5CF9-40A6-9C33-2BEC7D547B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060" name="Picture 8" descr="QQ截图20151101145405">
            <a:extLst>
              <a:ext uri="{FF2B5EF4-FFF2-40B4-BE49-F238E27FC236}">
                <a16:creationId xmlns:a16="http://schemas.microsoft.com/office/drawing/2014/main" id="{E21E9CFE-1C07-4D4D-B806-C11B2EA074A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6275" y="1885950"/>
            <a:ext cx="8208963" cy="432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ext Box 2">
            <a:extLst>
              <a:ext uri="{FF2B5EF4-FFF2-40B4-BE49-F238E27FC236}">
                <a16:creationId xmlns:a16="http://schemas.microsoft.com/office/drawing/2014/main" id="{92437716-CA3A-48D9-B0A6-62E7DDE01ECC}"/>
              </a:ext>
            </a:extLst>
          </p:cNvPr>
          <p:cNvSpPr txBox="1">
            <a:spLocks noChangeArrowheads="1"/>
          </p:cNvSpPr>
          <p:nvPr/>
        </p:nvSpPr>
        <p:spPr bwMode="auto">
          <a:xfrm>
            <a:off x="1403350" y="714375"/>
            <a:ext cx="6119813"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宋体" panose="02010600030101010101" pitchFamily="2" charset="-122"/>
                <a:ea typeface="宋体" panose="02010600030101010101" pitchFamily="2" charset="-122"/>
              </a:rPr>
              <a:t> </a:t>
            </a:r>
            <a:r>
              <a:rPr lang="zh-CN" altLang="en-US" sz="5400" b="1">
                <a:solidFill>
                  <a:schemeClr val="bg1"/>
                </a:solidFill>
                <a:latin typeface="宋体" panose="02010600030101010101" pitchFamily="2" charset="-122"/>
                <a:ea typeface="宋体" panose="02010600030101010101" pitchFamily="2" charset="-122"/>
              </a:rPr>
              <a:t>例 题</a:t>
            </a:r>
          </a:p>
        </p:txBody>
      </p:sp>
      <p:pic>
        <p:nvPicPr>
          <p:cNvPr id="46083" name="Picture 6">
            <a:extLst>
              <a:ext uri="{FF2B5EF4-FFF2-40B4-BE49-F238E27FC236}">
                <a16:creationId xmlns:a16="http://schemas.microsoft.com/office/drawing/2014/main" id="{96D7287F-FFCC-4C4C-9747-01170BCCD4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084" name="Picture 7" descr="QQ截图20151101151243">
            <a:extLst>
              <a:ext uri="{FF2B5EF4-FFF2-40B4-BE49-F238E27FC236}">
                <a16:creationId xmlns:a16="http://schemas.microsoft.com/office/drawing/2014/main" id="{EC375670-85FD-4B19-B06D-08293C52B57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088" y="1916113"/>
            <a:ext cx="8001000" cy="428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日期占位符 3">
            <a:extLst>
              <a:ext uri="{FF2B5EF4-FFF2-40B4-BE49-F238E27FC236}">
                <a16:creationId xmlns:a16="http://schemas.microsoft.com/office/drawing/2014/main" id="{29D7DF6C-794A-412C-83FC-53B8D5A0926F}"/>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C62232D6-11FB-4F33-809D-5C61CAF0A42A}"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47107" name="Rectangle 186">
            <a:extLst>
              <a:ext uri="{FF2B5EF4-FFF2-40B4-BE49-F238E27FC236}">
                <a16:creationId xmlns:a16="http://schemas.microsoft.com/office/drawing/2014/main" id="{B55E927C-F562-4D28-8732-CF85A83953DA}"/>
              </a:ext>
            </a:extLst>
          </p:cNvPr>
          <p:cNvSpPr>
            <a:spLocks noChangeArrowheads="1"/>
          </p:cNvSpPr>
          <p:nvPr/>
        </p:nvSpPr>
        <p:spPr bwMode="auto">
          <a:xfrm>
            <a:off x="0" y="406400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endParaRPr lang="zh-CN" altLang="en-US">
              <a:latin typeface="Times New Roman" panose="02020603050405020304" pitchFamily="18" charset="0"/>
              <a:ea typeface="宋体" panose="02010600030101010101" pitchFamily="2" charset="-122"/>
            </a:endParaRPr>
          </a:p>
        </p:txBody>
      </p:sp>
      <p:sp>
        <p:nvSpPr>
          <p:cNvPr id="47108" name="Text Box 2">
            <a:extLst>
              <a:ext uri="{FF2B5EF4-FFF2-40B4-BE49-F238E27FC236}">
                <a16:creationId xmlns:a16="http://schemas.microsoft.com/office/drawing/2014/main" id="{AD1BDBBC-C8D0-40EB-A751-462A17218546}"/>
              </a:ext>
            </a:extLst>
          </p:cNvPr>
          <p:cNvSpPr txBox="1">
            <a:spLocks noChangeArrowheads="1"/>
          </p:cNvSpPr>
          <p:nvPr/>
        </p:nvSpPr>
        <p:spPr bwMode="auto">
          <a:xfrm>
            <a:off x="1284288" y="711200"/>
            <a:ext cx="64801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宋体" panose="02010600030101010101" pitchFamily="2" charset="-122"/>
                <a:ea typeface="宋体" panose="02010600030101010101" pitchFamily="2" charset="-122"/>
              </a:rPr>
              <a:t> </a:t>
            </a:r>
            <a:r>
              <a:rPr lang="zh-CN" altLang="en-US" sz="5400" b="1">
                <a:solidFill>
                  <a:schemeClr val="bg1"/>
                </a:solidFill>
                <a:latin typeface="宋体" panose="02010600030101010101" pitchFamily="2" charset="-122"/>
                <a:ea typeface="宋体" panose="02010600030101010101" pitchFamily="2" charset="-122"/>
              </a:rPr>
              <a:t>等价类的性质</a:t>
            </a:r>
          </a:p>
        </p:txBody>
      </p:sp>
      <p:pic>
        <p:nvPicPr>
          <p:cNvPr id="47109" name="Picture 6">
            <a:extLst>
              <a:ext uri="{FF2B5EF4-FFF2-40B4-BE49-F238E27FC236}">
                <a16:creationId xmlns:a16="http://schemas.microsoft.com/office/drawing/2014/main" id="{DC79629D-323D-445B-84B5-7B1729A61A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75588" y="476250"/>
            <a:ext cx="1233487" cy="129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AAEC1FA6-E395-4361-8022-DEA59DECFCD5}"/>
              </a:ext>
            </a:extLst>
          </p:cNvPr>
          <p:cNvSpPr>
            <a:spLocks noRot="1" noChangeAspect="1" noMove="1" noResize="1" noEditPoints="1" noAdjustHandles="1" noChangeArrowheads="1" noChangeShapeType="1" noTextEdit="1"/>
          </p:cNvSpPr>
          <p:nvPr/>
        </p:nvSpPr>
        <p:spPr>
          <a:xfrm>
            <a:off x="251518" y="1905029"/>
            <a:ext cx="8708330" cy="2245102"/>
          </a:xfrm>
          <a:prstGeom prst="rect">
            <a:avLst/>
          </a:prstGeom>
          <a:blipFill>
            <a:blip r:embed="rId4"/>
            <a:stretch>
              <a:fillRect l="-1050" r="-490" b="-30435"/>
            </a:stretch>
          </a:blipFill>
        </p:spPr>
        <p:txBody>
          <a:bodyPr/>
          <a:lstStyle/>
          <a:p>
            <a:pPr>
              <a:defRPr/>
            </a:pPr>
            <a:r>
              <a:rPr lang="zh-CN" altLang="en-US">
                <a:noFill/>
              </a:rPr>
              <a:t> </a:t>
            </a:r>
          </a:p>
        </p:txBody>
      </p:sp>
      <p:sp>
        <p:nvSpPr>
          <p:cNvPr id="3" name="矩形 2">
            <a:extLst>
              <a:ext uri="{FF2B5EF4-FFF2-40B4-BE49-F238E27FC236}">
                <a16:creationId xmlns:a16="http://schemas.microsoft.com/office/drawing/2014/main" id="{E336BCBD-0C3D-4922-AFE8-1ECE1F4A4CD9}"/>
              </a:ext>
            </a:extLst>
          </p:cNvPr>
          <p:cNvSpPr>
            <a:spLocks noRot="1" noChangeAspect="1" noMove="1" noResize="1" noEditPoints="1" noAdjustHandles="1" noChangeArrowheads="1" noChangeShapeType="1" noTextEdit="1"/>
          </p:cNvSpPr>
          <p:nvPr/>
        </p:nvSpPr>
        <p:spPr>
          <a:xfrm>
            <a:off x="290151" y="4449522"/>
            <a:ext cx="8708331" cy="1634104"/>
          </a:xfrm>
          <a:prstGeom prst="rect">
            <a:avLst/>
          </a:prstGeom>
          <a:blipFill>
            <a:blip r:embed="rId5"/>
            <a:stretch>
              <a:fillRect l="-1471" t="-1866" b="-9701"/>
            </a:stretch>
          </a:blipFill>
        </p:spPr>
        <p:txBody>
          <a:bodyPr/>
          <a:lstStyle/>
          <a:p>
            <a:pPr>
              <a:defRPr/>
            </a:pPr>
            <a:r>
              <a:rPr lang="zh-CN" altLang="en-US">
                <a:noFill/>
              </a:rPr>
              <a:t> </a:t>
            </a:r>
          </a:p>
        </p:txBody>
      </p:sp>
    </p:spTree>
  </p:cSld>
  <p:clrMapOvr>
    <a:masterClrMapping/>
  </p:clrMapOvr>
  <p:transition spd="med">
    <p:wipe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日期占位符 3">
            <a:extLst>
              <a:ext uri="{FF2B5EF4-FFF2-40B4-BE49-F238E27FC236}">
                <a16:creationId xmlns:a16="http://schemas.microsoft.com/office/drawing/2014/main" id="{6FA1A1CF-F973-45D9-9AD3-DC4534E79725}"/>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EE6D6161-0F76-4024-BAAD-3AB9F459BA1B}"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48131" name="Rectangle 186">
            <a:extLst>
              <a:ext uri="{FF2B5EF4-FFF2-40B4-BE49-F238E27FC236}">
                <a16:creationId xmlns:a16="http://schemas.microsoft.com/office/drawing/2014/main" id="{40B2A1A7-653A-465C-824B-BA5BA237FD25}"/>
              </a:ext>
            </a:extLst>
          </p:cNvPr>
          <p:cNvSpPr>
            <a:spLocks noChangeArrowheads="1"/>
          </p:cNvSpPr>
          <p:nvPr/>
        </p:nvSpPr>
        <p:spPr bwMode="auto">
          <a:xfrm>
            <a:off x="0" y="406400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endParaRPr lang="zh-CN" altLang="en-US">
              <a:latin typeface="Times New Roman" panose="02020603050405020304" pitchFamily="18" charset="0"/>
              <a:ea typeface="宋体" panose="02010600030101010101" pitchFamily="2" charset="-122"/>
            </a:endParaRPr>
          </a:p>
        </p:txBody>
      </p:sp>
      <p:sp>
        <p:nvSpPr>
          <p:cNvPr id="48132" name="Text Box 2">
            <a:extLst>
              <a:ext uri="{FF2B5EF4-FFF2-40B4-BE49-F238E27FC236}">
                <a16:creationId xmlns:a16="http://schemas.microsoft.com/office/drawing/2014/main" id="{DF0206AB-4D27-46E9-B58F-DCD0B1162080}"/>
              </a:ext>
            </a:extLst>
          </p:cNvPr>
          <p:cNvSpPr txBox="1">
            <a:spLocks noChangeArrowheads="1"/>
          </p:cNvSpPr>
          <p:nvPr/>
        </p:nvSpPr>
        <p:spPr bwMode="auto">
          <a:xfrm>
            <a:off x="1258888" y="692150"/>
            <a:ext cx="64801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宋体" panose="02010600030101010101" pitchFamily="2" charset="-122"/>
                <a:ea typeface="宋体" panose="02010600030101010101" pitchFamily="2" charset="-122"/>
              </a:rPr>
              <a:t> </a:t>
            </a:r>
            <a:r>
              <a:rPr lang="zh-CN" altLang="en-US" sz="5400" b="1">
                <a:solidFill>
                  <a:schemeClr val="bg1"/>
                </a:solidFill>
                <a:latin typeface="宋体" panose="02010600030101010101" pitchFamily="2" charset="-122"/>
                <a:ea typeface="宋体" panose="02010600030101010101" pitchFamily="2" charset="-122"/>
              </a:rPr>
              <a:t>等价类的性质</a:t>
            </a:r>
          </a:p>
        </p:txBody>
      </p:sp>
      <p:pic>
        <p:nvPicPr>
          <p:cNvPr id="48133" name="Picture 6">
            <a:extLst>
              <a:ext uri="{FF2B5EF4-FFF2-40B4-BE49-F238E27FC236}">
                <a16:creationId xmlns:a16="http://schemas.microsoft.com/office/drawing/2014/main" id="{C22A6414-34E0-4210-98B0-BD8F630278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34338" y="476250"/>
            <a:ext cx="1074737" cy="113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3">
            <a:extLst>
              <a:ext uri="{FF2B5EF4-FFF2-40B4-BE49-F238E27FC236}">
                <a16:creationId xmlns:a16="http://schemas.microsoft.com/office/drawing/2014/main" id="{53CAFA44-E615-4451-8709-C061FA335F13}"/>
              </a:ext>
            </a:extLst>
          </p:cNvPr>
          <p:cNvSpPr>
            <a:spLocks noRot="1" noChangeAspect="1" noMove="1" noResize="1" noEditPoints="1" noAdjustHandles="1" noChangeArrowheads="1" noChangeShapeType="1" noTextEdit="1"/>
          </p:cNvSpPr>
          <p:nvPr/>
        </p:nvSpPr>
        <p:spPr>
          <a:xfrm>
            <a:off x="251520" y="1858058"/>
            <a:ext cx="8745304" cy="4461095"/>
          </a:xfrm>
          <a:prstGeom prst="rect">
            <a:avLst/>
          </a:prstGeom>
          <a:blipFill>
            <a:blip r:embed="rId4"/>
            <a:stretch>
              <a:fillRect l="-1045" b="-1639"/>
            </a:stretch>
          </a:blipFill>
        </p:spPr>
        <p:txBody>
          <a:bodyPr/>
          <a:lstStyle/>
          <a:p>
            <a:pPr>
              <a:defRPr/>
            </a:pPr>
            <a:r>
              <a:rPr lang="zh-CN" altLang="en-US">
                <a:noFill/>
              </a:rPr>
              <a:t> </a:t>
            </a:r>
          </a:p>
        </p:txBody>
      </p:sp>
    </p:spTree>
  </p:cSld>
  <p:clrMapOvr>
    <a:masterClrMapping/>
  </p:clrMapOvr>
  <p:transition spd="med">
    <p:wipe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日期占位符 3">
            <a:extLst>
              <a:ext uri="{FF2B5EF4-FFF2-40B4-BE49-F238E27FC236}">
                <a16:creationId xmlns:a16="http://schemas.microsoft.com/office/drawing/2014/main" id="{21EE1B12-39EE-47E8-A15C-07C615F420EC}"/>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F0FB9D48-EE5A-4862-AE58-C90BA97A5A91}"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49155" name="Rectangle 186">
            <a:extLst>
              <a:ext uri="{FF2B5EF4-FFF2-40B4-BE49-F238E27FC236}">
                <a16:creationId xmlns:a16="http://schemas.microsoft.com/office/drawing/2014/main" id="{0AE6E75D-FF4A-4775-B85A-0A76C94C39E5}"/>
              </a:ext>
            </a:extLst>
          </p:cNvPr>
          <p:cNvSpPr>
            <a:spLocks noChangeArrowheads="1"/>
          </p:cNvSpPr>
          <p:nvPr/>
        </p:nvSpPr>
        <p:spPr bwMode="auto">
          <a:xfrm>
            <a:off x="0" y="406400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endParaRPr lang="zh-CN" altLang="en-US">
              <a:latin typeface="Times New Roman" panose="02020603050405020304" pitchFamily="18" charset="0"/>
              <a:ea typeface="宋体" panose="02010600030101010101" pitchFamily="2" charset="-122"/>
            </a:endParaRPr>
          </a:p>
        </p:txBody>
      </p:sp>
      <p:sp>
        <p:nvSpPr>
          <p:cNvPr id="49156" name="Text Box 2">
            <a:extLst>
              <a:ext uri="{FF2B5EF4-FFF2-40B4-BE49-F238E27FC236}">
                <a16:creationId xmlns:a16="http://schemas.microsoft.com/office/drawing/2014/main" id="{FDA148C6-4DD3-4AFB-BD8D-253609106967}"/>
              </a:ext>
            </a:extLst>
          </p:cNvPr>
          <p:cNvSpPr txBox="1">
            <a:spLocks noChangeArrowheads="1"/>
          </p:cNvSpPr>
          <p:nvPr/>
        </p:nvSpPr>
        <p:spPr bwMode="auto">
          <a:xfrm>
            <a:off x="1258888" y="692150"/>
            <a:ext cx="64801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宋体" panose="02010600030101010101" pitchFamily="2" charset="-122"/>
                <a:ea typeface="宋体" panose="02010600030101010101" pitchFamily="2" charset="-122"/>
              </a:rPr>
              <a:t> </a:t>
            </a:r>
            <a:r>
              <a:rPr lang="zh-CN" altLang="en-US" sz="5400" b="1">
                <a:solidFill>
                  <a:schemeClr val="bg1"/>
                </a:solidFill>
                <a:latin typeface="宋体" panose="02010600030101010101" pitchFamily="2" charset="-122"/>
                <a:ea typeface="宋体" panose="02010600030101010101" pitchFamily="2" charset="-122"/>
              </a:rPr>
              <a:t>等价类的性质</a:t>
            </a:r>
          </a:p>
        </p:txBody>
      </p:sp>
      <p:pic>
        <p:nvPicPr>
          <p:cNvPr id="49157" name="Picture 6">
            <a:extLst>
              <a:ext uri="{FF2B5EF4-FFF2-40B4-BE49-F238E27FC236}">
                <a16:creationId xmlns:a16="http://schemas.microsoft.com/office/drawing/2014/main" id="{8F42784C-C6C6-4A0B-BE8E-2FB4571AA7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34338" y="476250"/>
            <a:ext cx="1074737" cy="113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6F297242-55BF-4441-A140-B2A2F4BC1A4C}"/>
              </a:ext>
            </a:extLst>
          </p:cNvPr>
          <p:cNvSpPr>
            <a:spLocks noRot="1" noChangeAspect="1" noMove="1" noResize="1" noEditPoints="1" noAdjustHandles="1" noChangeArrowheads="1" noChangeShapeType="1" noTextEdit="1"/>
          </p:cNvSpPr>
          <p:nvPr/>
        </p:nvSpPr>
        <p:spPr>
          <a:xfrm>
            <a:off x="0" y="1772814"/>
            <a:ext cx="9145587" cy="5019453"/>
          </a:xfrm>
          <a:prstGeom prst="rect">
            <a:avLst/>
          </a:prstGeom>
          <a:blipFill>
            <a:blip r:embed="rId4"/>
            <a:stretch>
              <a:fillRect l="-3933" r="-1000" b="-13001"/>
            </a:stretch>
          </a:blipFill>
        </p:spPr>
        <p:txBody>
          <a:bodyPr/>
          <a:lstStyle/>
          <a:p>
            <a:pPr>
              <a:defRPr/>
            </a:pPr>
            <a:r>
              <a:rPr lang="zh-CN" altLang="en-US">
                <a:noFill/>
              </a:rPr>
              <a:t> </a:t>
            </a:r>
          </a:p>
        </p:txBody>
      </p:sp>
    </p:spTree>
  </p:cSld>
  <p:clrMapOvr>
    <a:masterClrMapping/>
  </p:clrMapOvr>
  <p:transition spd="med">
    <p:wipe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日期占位符 3">
            <a:extLst>
              <a:ext uri="{FF2B5EF4-FFF2-40B4-BE49-F238E27FC236}">
                <a16:creationId xmlns:a16="http://schemas.microsoft.com/office/drawing/2014/main" id="{13D60FE5-32D2-4AB4-8993-F1EFD1A0F7E2}"/>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5AFFF077-6F79-45FC-856F-6FEBC4D58CEC}" type="datetime1">
              <a:rPr lang="zh-CN" altLang="en-US" sz="1400" b="1">
                <a:latin typeface="Times New Roman" panose="02020603050405020304" pitchFamily="18" charset="0"/>
                <a:ea typeface="宋体" panose="02010600030101010101" pitchFamily="2" charset="-122"/>
              </a:rPr>
              <a:pPr eaLnBrk="1" hangingPunct="1">
                <a:spcBef>
                  <a:spcPct val="0"/>
                </a:spcBef>
                <a:buFontTx/>
                <a:buNone/>
              </a:pPr>
              <a:t>2020/9/7</a:t>
            </a:fld>
            <a:endParaRPr lang="zh-CN" altLang="en-US" sz="1400" b="1">
              <a:latin typeface="Times New Roman" panose="02020603050405020304" pitchFamily="18" charset="0"/>
              <a:ea typeface="宋体" panose="02010600030101010101" pitchFamily="2" charset="-122"/>
            </a:endParaRPr>
          </a:p>
        </p:txBody>
      </p:sp>
      <p:sp>
        <p:nvSpPr>
          <p:cNvPr id="50179" name="页脚占位符 4">
            <a:extLst>
              <a:ext uri="{FF2B5EF4-FFF2-40B4-BE49-F238E27FC236}">
                <a16:creationId xmlns:a16="http://schemas.microsoft.com/office/drawing/2014/main" id="{97976D27-7E1B-448B-B31A-30438814C1D2}"/>
              </a:ext>
            </a:extLst>
          </p:cNvPr>
          <p:cNvSpPr txBox="1">
            <a:spLocks noGrp="1" noChangeArrowheads="1"/>
          </p:cNvSpPr>
          <p:nvPr/>
        </p:nvSpPr>
        <p:spPr bwMode="auto">
          <a:xfrm>
            <a:off x="3132138" y="64008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0"/>
              </a:spcBef>
              <a:buFontTx/>
              <a:buNone/>
            </a:pPr>
            <a:r>
              <a:rPr lang="zh-CN" altLang="en-US" sz="1400" b="1">
                <a:latin typeface="Times New Roman" panose="02020603050405020304" pitchFamily="18" charset="0"/>
                <a:ea typeface="宋体" panose="02010600030101010101" pitchFamily="2" charset="-122"/>
              </a:rPr>
              <a:t>计算机应用技术研究所</a:t>
            </a:r>
          </a:p>
        </p:txBody>
      </p:sp>
      <p:sp>
        <p:nvSpPr>
          <p:cNvPr id="50180" name="灯片编号占位符 5">
            <a:extLst>
              <a:ext uri="{FF2B5EF4-FFF2-40B4-BE49-F238E27FC236}">
                <a16:creationId xmlns:a16="http://schemas.microsoft.com/office/drawing/2014/main" id="{0AE26000-1641-4A11-9C61-313B5BD8C099}"/>
              </a:ext>
            </a:extLst>
          </p:cNvPr>
          <p:cNvSpPr txBox="1">
            <a:spLocks noGrp="1" noChangeArrowheads="1"/>
          </p:cNvSpPr>
          <p:nvPr/>
        </p:nvSpPr>
        <p:spPr bwMode="auto">
          <a:xfrm>
            <a:off x="6553200" y="63563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r" eaLnBrk="1" hangingPunct="1">
              <a:spcBef>
                <a:spcPct val="0"/>
              </a:spcBef>
              <a:buFontTx/>
              <a:buNone/>
            </a:pPr>
            <a:fld id="{E1803F5D-9535-4FB8-8A10-E695E8FAD4FC}" type="slidenum">
              <a:rPr lang="en-US" altLang="zh-CN" sz="1400" b="1">
                <a:latin typeface="Times New Roman" panose="02020603050405020304" pitchFamily="18" charset="0"/>
                <a:ea typeface="宋体" panose="02010600030101010101" pitchFamily="2" charset="-122"/>
              </a:rPr>
              <a:pPr algn="r" eaLnBrk="1" hangingPunct="1">
                <a:spcBef>
                  <a:spcPct val="0"/>
                </a:spcBef>
                <a:buFontTx/>
                <a:buNone/>
              </a:pPr>
              <a:t>33</a:t>
            </a:fld>
            <a:endParaRPr lang="en-US" altLang="zh-CN" sz="1400" b="1">
              <a:latin typeface="Times New Roman" panose="02020603050405020304" pitchFamily="18" charset="0"/>
              <a:ea typeface="宋体" panose="02010600030101010101" pitchFamily="2" charset="-122"/>
            </a:endParaRPr>
          </a:p>
        </p:txBody>
      </p:sp>
      <p:sp>
        <p:nvSpPr>
          <p:cNvPr id="50181" name="Text Box 2">
            <a:extLst>
              <a:ext uri="{FF2B5EF4-FFF2-40B4-BE49-F238E27FC236}">
                <a16:creationId xmlns:a16="http://schemas.microsoft.com/office/drawing/2014/main" id="{E6ABB470-793F-4C6F-8EA4-6AC8D6A7A886}"/>
              </a:ext>
            </a:extLst>
          </p:cNvPr>
          <p:cNvSpPr txBox="1">
            <a:spLocks noChangeArrowheads="1"/>
          </p:cNvSpPr>
          <p:nvPr/>
        </p:nvSpPr>
        <p:spPr bwMode="auto">
          <a:xfrm>
            <a:off x="1403350" y="836613"/>
            <a:ext cx="7086600" cy="923925"/>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宋体" panose="02010600030101010101" pitchFamily="2" charset="-122"/>
                <a:ea typeface="宋体" panose="02010600030101010101" pitchFamily="2" charset="-122"/>
              </a:rPr>
              <a:t> </a:t>
            </a:r>
            <a:r>
              <a:rPr lang="zh-CN" altLang="en-US" sz="4800" b="1">
                <a:solidFill>
                  <a:schemeClr val="bg1"/>
                </a:solidFill>
                <a:latin typeface="宋体" panose="02010600030101010101" pitchFamily="2" charset="-122"/>
                <a:ea typeface="宋体" panose="02010600030101010101" pitchFamily="2" charset="-122"/>
              </a:rPr>
              <a:t>等价关系与元素分类</a:t>
            </a:r>
          </a:p>
        </p:txBody>
      </p:sp>
      <p:sp>
        <p:nvSpPr>
          <p:cNvPr id="50182" name="Rectangle 3">
            <a:extLst>
              <a:ext uri="{FF2B5EF4-FFF2-40B4-BE49-F238E27FC236}">
                <a16:creationId xmlns:a16="http://schemas.microsoft.com/office/drawing/2014/main" id="{FB6FC7D9-8B94-4E75-9111-CDCA23B26E7C}"/>
              </a:ext>
            </a:extLst>
          </p:cNvPr>
          <p:cNvSpPr>
            <a:spLocks noGrp="1" noChangeArrowheads="1"/>
          </p:cNvSpPr>
          <p:nvPr>
            <p:ph type="body" idx="4294967295"/>
          </p:nvPr>
        </p:nvSpPr>
        <p:spPr>
          <a:xfrm>
            <a:off x="2311400" y="2924175"/>
            <a:ext cx="4537075" cy="19446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prstTxWarp prst="textNoShape">
              <a:avLst/>
            </a:prstTxWarp>
          </a:bodyPr>
          <a:lstStyle/>
          <a:p>
            <a:pPr eaLnBrk="1" hangingPunct="1">
              <a:lnSpc>
                <a:spcPct val="155000"/>
              </a:lnSpc>
              <a:buFont typeface="Wingdings" panose="05000000000000000000" pitchFamily="2" charset="2"/>
              <a:buChar char="4"/>
            </a:pPr>
            <a:r>
              <a:rPr lang="en-US" altLang="zh-CN" sz="3600" b="1">
                <a:effectLst/>
                <a:latin typeface="黑体" panose="02010609060101010101" pitchFamily="49" charset="-122"/>
                <a:ea typeface="黑体" panose="02010609060101010101" pitchFamily="49" charset="-122"/>
              </a:rPr>
              <a:t> </a:t>
            </a:r>
            <a:r>
              <a:rPr lang="zh-CN" altLang="en-US" sz="3600" b="1">
                <a:effectLst/>
                <a:latin typeface="黑体" panose="02010609060101010101" pitchFamily="49" charset="-122"/>
                <a:ea typeface="黑体" panose="02010609060101010101" pitchFamily="49" charset="-122"/>
              </a:rPr>
              <a:t>等价关系与等价类</a:t>
            </a:r>
          </a:p>
          <a:p>
            <a:pPr eaLnBrk="1" hangingPunct="1">
              <a:lnSpc>
                <a:spcPct val="155000"/>
              </a:lnSpc>
              <a:buFont typeface="Wingdings" panose="05000000000000000000" pitchFamily="2" charset="2"/>
              <a:buChar char="J"/>
            </a:pPr>
            <a:r>
              <a:rPr lang="zh-CN" altLang="en-US" sz="3600" b="1">
                <a:solidFill>
                  <a:srgbClr val="0000FF"/>
                </a:solidFill>
                <a:effectLst/>
                <a:latin typeface="黑体" panose="02010609060101010101" pitchFamily="49" charset="-122"/>
                <a:ea typeface="黑体" panose="02010609060101010101" pitchFamily="49" charset="-122"/>
              </a:rPr>
              <a:t> 集合的划分与商集</a:t>
            </a:r>
          </a:p>
        </p:txBody>
      </p:sp>
      <p:pic>
        <p:nvPicPr>
          <p:cNvPr id="50183" name="Picture 7">
            <a:extLst>
              <a:ext uri="{FF2B5EF4-FFF2-40B4-BE49-F238E27FC236}">
                <a16:creationId xmlns:a16="http://schemas.microsoft.com/office/drawing/2014/main" id="{E0F245B7-60F2-49FD-9C09-9991766547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21575" y="4738688"/>
            <a:ext cx="1371600" cy="135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ext Box 2">
            <a:extLst>
              <a:ext uri="{FF2B5EF4-FFF2-40B4-BE49-F238E27FC236}">
                <a16:creationId xmlns:a16="http://schemas.microsoft.com/office/drawing/2014/main" id="{F2918083-AC95-4BAD-8BF5-6D2A4A29DC36}"/>
              </a:ext>
            </a:extLst>
          </p:cNvPr>
          <p:cNvSpPr txBox="1">
            <a:spLocks noChangeArrowheads="1"/>
          </p:cNvSpPr>
          <p:nvPr/>
        </p:nvSpPr>
        <p:spPr bwMode="auto">
          <a:xfrm>
            <a:off x="1403350" y="642938"/>
            <a:ext cx="6119813"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集合的划分</a:t>
            </a:r>
          </a:p>
        </p:txBody>
      </p:sp>
      <p:pic>
        <p:nvPicPr>
          <p:cNvPr id="51203" name="Picture 6">
            <a:extLst>
              <a:ext uri="{FF2B5EF4-FFF2-40B4-BE49-F238E27FC236}">
                <a16:creationId xmlns:a16="http://schemas.microsoft.com/office/drawing/2014/main" id="{B0E312F0-B4A5-4E5B-8D4A-733AF84E69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444B3056-2F76-4B75-A27A-B258716D20BB}"/>
              </a:ext>
            </a:extLst>
          </p:cNvPr>
          <p:cNvSpPr>
            <a:spLocks noRot="1" noChangeAspect="1" noMove="1" noResize="1" noEditPoints="1" noAdjustHandles="1" noChangeArrowheads="1" noChangeShapeType="1" noTextEdit="1"/>
          </p:cNvSpPr>
          <p:nvPr/>
        </p:nvSpPr>
        <p:spPr>
          <a:xfrm>
            <a:off x="467544" y="2060848"/>
            <a:ext cx="8352928" cy="3957686"/>
          </a:xfrm>
          <a:prstGeom prst="rect">
            <a:avLst/>
          </a:prstGeom>
          <a:blipFill>
            <a:blip r:embed="rId4"/>
            <a:stretch>
              <a:fillRect l="-1533" b="-2773"/>
            </a:stretch>
          </a:blipFill>
        </p:spPr>
        <p:txBody>
          <a:bodyPr/>
          <a:lstStyle/>
          <a:p>
            <a:pPr>
              <a:defRPr/>
            </a:pPr>
            <a:r>
              <a:rPr lang="zh-CN" altLang="en-US">
                <a:noFill/>
              </a:rPr>
              <a:t> </a:t>
            </a: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ext Box 2">
            <a:extLst>
              <a:ext uri="{FF2B5EF4-FFF2-40B4-BE49-F238E27FC236}">
                <a16:creationId xmlns:a16="http://schemas.microsoft.com/office/drawing/2014/main" id="{964DA71D-E10D-4327-AE5B-FFDE5DAD3F56}"/>
              </a:ext>
            </a:extLst>
          </p:cNvPr>
          <p:cNvSpPr txBox="1">
            <a:spLocks noChangeArrowheads="1"/>
          </p:cNvSpPr>
          <p:nvPr/>
        </p:nvSpPr>
        <p:spPr bwMode="auto">
          <a:xfrm>
            <a:off x="1403350" y="620713"/>
            <a:ext cx="6119813"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宋体" panose="02010600030101010101" pitchFamily="2" charset="-122"/>
                <a:ea typeface="宋体" panose="02010600030101010101" pitchFamily="2" charset="-122"/>
              </a:rPr>
              <a:t> </a:t>
            </a:r>
            <a:r>
              <a:rPr lang="zh-CN" altLang="en-US" sz="5400" b="1">
                <a:solidFill>
                  <a:schemeClr val="bg1"/>
                </a:solidFill>
                <a:latin typeface="宋体" panose="02010600030101010101" pitchFamily="2" charset="-122"/>
                <a:ea typeface="宋体" panose="02010600030101010101" pitchFamily="2" charset="-122"/>
              </a:rPr>
              <a:t>例 题</a:t>
            </a:r>
          </a:p>
        </p:txBody>
      </p:sp>
      <p:pic>
        <p:nvPicPr>
          <p:cNvPr id="52227" name="Picture 6">
            <a:extLst>
              <a:ext uri="{FF2B5EF4-FFF2-40B4-BE49-F238E27FC236}">
                <a16:creationId xmlns:a16="http://schemas.microsoft.com/office/drawing/2014/main" id="{A45C7BF7-02F9-4D24-9DDD-0686AD2951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ED8050D2-5366-4735-B295-38DBFDE9BCA9}"/>
              </a:ext>
            </a:extLst>
          </p:cNvPr>
          <p:cNvSpPr txBox="1">
            <a:spLocks noRot="1" noChangeAspect="1" noMove="1" noResize="1" noEditPoints="1" noAdjustHandles="1" noChangeArrowheads="1" noChangeShapeType="1" noTextEdit="1"/>
          </p:cNvSpPr>
          <p:nvPr/>
        </p:nvSpPr>
        <p:spPr>
          <a:xfrm>
            <a:off x="755576" y="1844824"/>
            <a:ext cx="7597114" cy="4077012"/>
          </a:xfrm>
          <a:prstGeom prst="rect">
            <a:avLst/>
          </a:prstGeom>
          <a:blipFill>
            <a:blip r:embed="rId4"/>
            <a:stretch>
              <a:fillRect l="-1685" t="-1946" b="-2994"/>
            </a:stretch>
          </a:blipFill>
        </p:spPr>
        <p:txBody>
          <a:bodyPr/>
          <a:lstStyle/>
          <a:p>
            <a:pPr>
              <a:defRPr/>
            </a:pPr>
            <a:r>
              <a:rPr lang="zh-CN" altLang="en-US">
                <a:noFill/>
              </a:rPr>
              <a:t> </a:t>
            </a:r>
          </a:p>
        </p:txBody>
      </p:sp>
    </p:spTree>
  </p:cSld>
  <p:clrMapOvr>
    <a:masterClrMapping/>
  </p:clrMapOvr>
  <p:transition spd="med">
    <p:wipe dir="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ext Box 2">
            <a:extLst>
              <a:ext uri="{FF2B5EF4-FFF2-40B4-BE49-F238E27FC236}">
                <a16:creationId xmlns:a16="http://schemas.microsoft.com/office/drawing/2014/main" id="{B97B524C-319A-495B-8DFB-8C297387D9D8}"/>
              </a:ext>
            </a:extLst>
          </p:cNvPr>
          <p:cNvSpPr txBox="1">
            <a:spLocks noChangeArrowheads="1"/>
          </p:cNvSpPr>
          <p:nvPr/>
        </p:nvSpPr>
        <p:spPr bwMode="auto">
          <a:xfrm>
            <a:off x="1403350" y="620713"/>
            <a:ext cx="6119813"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宋体" panose="02010600030101010101" pitchFamily="2" charset="-122"/>
                <a:ea typeface="宋体" panose="02010600030101010101" pitchFamily="2" charset="-122"/>
              </a:rPr>
              <a:t> </a:t>
            </a:r>
            <a:r>
              <a:rPr lang="zh-CN" altLang="en-US" sz="5400" b="1">
                <a:solidFill>
                  <a:schemeClr val="bg1"/>
                </a:solidFill>
                <a:latin typeface="宋体" panose="02010600030101010101" pitchFamily="2" charset="-122"/>
                <a:ea typeface="宋体" panose="02010600030101010101" pitchFamily="2" charset="-122"/>
              </a:rPr>
              <a:t>例 题</a:t>
            </a:r>
          </a:p>
        </p:txBody>
      </p:sp>
      <p:pic>
        <p:nvPicPr>
          <p:cNvPr id="53251" name="Picture 6">
            <a:extLst>
              <a:ext uri="{FF2B5EF4-FFF2-40B4-BE49-F238E27FC236}">
                <a16:creationId xmlns:a16="http://schemas.microsoft.com/office/drawing/2014/main" id="{BF308EA8-4C0F-4441-B5CE-4223C804DA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2" name="Picture 41" descr="QQ截图20151101144845">
            <a:extLst>
              <a:ext uri="{FF2B5EF4-FFF2-40B4-BE49-F238E27FC236}">
                <a16:creationId xmlns:a16="http://schemas.microsoft.com/office/drawing/2014/main" id="{2EE84BF9-3C91-4E41-9C25-4008475EC10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0113" y="1700213"/>
            <a:ext cx="7559675" cy="459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日期占位符 3">
            <a:extLst>
              <a:ext uri="{FF2B5EF4-FFF2-40B4-BE49-F238E27FC236}">
                <a16:creationId xmlns:a16="http://schemas.microsoft.com/office/drawing/2014/main" id="{CBC4147E-BFE9-4E77-BF3B-19CB066526C3}"/>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83EA5BE2-D3D1-4884-919B-43E737ECDAAE}"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54275" name="Rectangle 186">
            <a:extLst>
              <a:ext uri="{FF2B5EF4-FFF2-40B4-BE49-F238E27FC236}">
                <a16:creationId xmlns:a16="http://schemas.microsoft.com/office/drawing/2014/main" id="{422B64C3-232C-4D30-866C-DE9F34E92B4A}"/>
              </a:ext>
            </a:extLst>
          </p:cNvPr>
          <p:cNvSpPr>
            <a:spLocks noChangeArrowheads="1"/>
          </p:cNvSpPr>
          <p:nvPr/>
        </p:nvSpPr>
        <p:spPr bwMode="auto">
          <a:xfrm>
            <a:off x="0" y="406400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endParaRPr lang="zh-CN" altLang="en-US">
              <a:latin typeface="Times New Roman" panose="02020603050405020304" pitchFamily="18" charset="0"/>
              <a:ea typeface="宋体" panose="02010600030101010101" pitchFamily="2" charset="-122"/>
            </a:endParaRPr>
          </a:p>
        </p:txBody>
      </p:sp>
      <p:sp>
        <p:nvSpPr>
          <p:cNvPr id="54276" name="Text Box 2">
            <a:extLst>
              <a:ext uri="{FF2B5EF4-FFF2-40B4-BE49-F238E27FC236}">
                <a16:creationId xmlns:a16="http://schemas.microsoft.com/office/drawing/2014/main" id="{387AFC9F-6CC3-447D-9135-99471F91F987}"/>
              </a:ext>
            </a:extLst>
          </p:cNvPr>
          <p:cNvSpPr txBox="1">
            <a:spLocks noChangeArrowheads="1"/>
          </p:cNvSpPr>
          <p:nvPr/>
        </p:nvSpPr>
        <p:spPr bwMode="auto">
          <a:xfrm>
            <a:off x="1258888" y="836613"/>
            <a:ext cx="64801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宋体" panose="02010600030101010101" pitchFamily="2" charset="-122"/>
                <a:ea typeface="宋体" panose="02010600030101010101" pitchFamily="2" charset="-122"/>
              </a:rPr>
              <a:t> </a:t>
            </a:r>
            <a:r>
              <a:rPr lang="zh-CN" altLang="en-US" sz="5400" b="1">
                <a:solidFill>
                  <a:schemeClr val="bg1"/>
                </a:solidFill>
                <a:latin typeface="宋体" panose="02010600030101010101" pitchFamily="2" charset="-122"/>
                <a:ea typeface="宋体" panose="02010600030101010101" pitchFamily="2" charset="-122"/>
              </a:rPr>
              <a:t>商集的概念</a:t>
            </a:r>
          </a:p>
        </p:txBody>
      </p:sp>
      <p:pic>
        <p:nvPicPr>
          <p:cNvPr id="54277" name="Picture 6">
            <a:extLst>
              <a:ext uri="{FF2B5EF4-FFF2-40B4-BE49-F238E27FC236}">
                <a16:creationId xmlns:a16="http://schemas.microsoft.com/office/drawing/2014/main" id="{7E3E2F26-0BEB-496A-B554-A72F87B751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75588" y="476250"/>
            <a:ext cx="1233487" cy="129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19DF4711-DC9D-429B-B34B-75BC9A944F1D}"/>
              </a:ext>
            </a:extLst>
          </p:cNvPr>
          <p:cNvSpPr>
            <a:spLocks noRot="1" noChangeAspect="1" noMove="1" noResize="1" noEditPoints="1" noAdjustHandles="1" noChangeArrowheads="1" noChangeShapeType="1" noTextEdit="1"/>
          </p:cNvSpPr>
          <p:nvPr/>
        </p:nvSpPr>
        <p:spPr>
          <a:xfrm>
            <a:off x="303885" y="1940526"/>
            <a:ext cx="8568951" cy="2144177"/>
          </a:xfrm>
          <a:prstGeom prst="rect">
            <a:avLst/>
          </a:prstGeom>
          <a:blipFill>
            <a:blip r:embed="rId4"/>
            <a:stretch>
              <a:fillRect l="-1138" r="-1067"/>
            </a:stretch>
          </a:blipFill>
        </p:spPr>
        <p:txBody>
          <a:bodyPr/>
          <a:lstStyle/>
          <a:p>
            <a:pPr>
              <a:defRPr/>
            </a:pPr>
            <a:r>
              <a:rPr lang="zh-CN" altLang="en-US">
                <a:noFill/>
              </a:rPr>
              <a:t> </a:t>
            </a:r>
          </a:p>
        </p:txBody>
      </p:sp>
      <p:sp>
        <p:nvSpPr>
          <p:cNvPr id="54279" name="矩形 2">
            <a:extLst>
              <a:ext uri="{FF2B5EF4-FFF2-40B4-BE49-F238E27FC236}">
                <a16:creationId xmlns:a16="http://schemas.microsoft.com/office/drawing/2014/main" id="{2D7B21F2-4330-4DD3-B630-9C6787AD565F}"/>
              </a:ext>
            </a:extLst>
          </p:cNvPr>
          <p:cNvSpPr>
            <a:spLocks noChangeArrowheads="1"/>
          </p:cNvSpPr>
          <p:nvPr/>
        </p:nvSpPr>
        <p:spPr bwMode="auto">
          <a:xfrm>
            <a:off x="323850" y="4365625"/>
            <a:ext cx="8569325" cy="187483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nSpc>
                <a:spcPts val="3600"/>
              </a:lnSpc>
              <a:spcBef>
                <a:spcPct val="0"/>
              </a:spcBef>
              <a:buFontTx/>
              <a:buNone/>
            </a:pPr>
            <a:r>
              <a:rPr lang="en-US" altLang="zh-CN" sz="2000">
                <a:latin typeface="黑体" panose="02010609060101010101" pitchFamily="49" charset="-122"/>
                <a:ea typeface="宋体" panose="02010600030101010101" pitchFamily="2" charset="-122"/>
              </a:rPr>
              <a:t>    </a:t>
            </a:r>
            <a:r>
              <a:rPr lang="zh-CN" altLang="zh-CN" b="1">
                <a:latin typeface="黑体" panose="02010609060101010101" pitchFamily="49" charset="-122"/>
                <a:ea typeface="宋体" panose="02010600030101010101" pitchFamily="2" charset="-122"/>
              </a:rPr>
              <a:t>商的概念与除法有关</a:t>
            </a:r>
            <a:r>
              <a:rPr lang="zh-CN" altLang="en-US" b="1">
                <a:latin typeface="黑体" panose="02010609060101010101" pitchFamily="49" charset="-122"/>
                <a:ea typeface="宋体" panose="02010600030101010101" pitchFamily="2" charset="-122"/>
              </a:rPr>
              <a:t>。例如</a:t>
            </a:r>
            <a:r>
              <a:rPr lang="zh-CN" altLang="zh-CN" b="1">
                <a:latin typeface="黑体" panose="02010609060101010101" pitchFamily="49" charset="-122"/>
                <a:ea typeface="宋体" panose="02010600030101010101" pitchFamily="2" charset="-122"/>
              </a:rPr>
              <a:t>把一块蛋糕平均分成四份，可以从不同的角度</a:t>
            </a:r>
            <a:r>
              <a:rPr lang="zh-CN" altLang="en-US" b="1">
                <a:latin typeface="黑体" panose="02010609060101010101" pitchFamily="49" charset="-122"/>
                <a:ea typeface="宋体" panose="02010600030101010101" pitchFamily="2" charset="-122"/>
              </a:rPr>
              <a:t>考察</a:t>
            </a:r>
            <a:r>
              <a:rPr lang="zh-CN" altLang="zh-CN" b="1">
                <a:latin typeface="黑体" panose="02010609060101010101" pitchFamily="49" charset="-122"/>
                <a:ea typeface="宋体" panose="02010600030101010101" pitchFamily="2" charset="-122"/>
              </a:rPr>
              <a:t>：从算术的角度看，就是</a:t>
            </a:r>
            <a:r>
              <a:rPr lang="en-US" altLang="zh-CN" b="1">
                <a:latin typeface="黑体" panose="02010609060101010101" pitchFamily="49" charset="-122"/>
                <a:ea typeface="宋体" panose="02010600030101010101" pitchFamily="2" charset="-122"/>
              </a:rPr>
              <a:t>1</a:t>
            </a:r>
            <a:r>
              <a:rPr lang="zh-CN" altLang="zh-CN" b="1">
                <a:latin typeface="黑体" panose="02010609060101010101" pitchFamily="49" charset="-122"/>
                <a:ea typeface="宋体" panose="02010600030101010101" pitchFamily="2" charset="-122"/>
              </a:rPr>
              <a:t>用</a:t>
            </a:r>
            <a:r>
              <a:rPr lang="en-US" altLang="zh-CN" b="1">
                <a:latin typeface="黑体" panose="02010609060101010101" pitchFamily="49" charset="-122"/>
                <a:ea typeface="宋体" panose="02010600030101010101" pitchFamily="2" charset="-122"/>
              </a:rPr>
              <a:t>4</a:t>
            </a:r>
            <a:r>
              <a:rPr lang="zh-CN" altLang="zh-CN" b="1">
                <a:latin typeface="黑体" panose="02010609060101010101" pitchFamily="49" charset="-122"/>
                <a:ea typeface="宋体" panose="02010600030101010101" pitchFamily="2" charset="-122"/>
              </a:rPr>
              <a:t>除，得到的每份</a:t>
            </a:r>
            <a:r>
              <a:rPr lang="en-US" altLang="zh-CN" b="1">
                <a:latin typeface="黑体" panose="02010609060101010101" pitchFamily="49" charset="-122"/>
                <a:ea typeface="宋体" panose="02010600030101010101" pitchFamily="2" charset="-122"/>
              </a:rPr>
              <a:t>1/4</a:t>
            </a:r>
            <a:r>
              <a:rPr lang="zh-CN" altLang="zh-CN" b="1">
                <a:latin typeface="黑体" panose="02010609060101010101" pitchFamily="49" charset="-122"/>
                <a:ea typeface="宋体" panose="02010600030101010101" pitchFamily="2" charset="-122"/>
              </a:rPr>
              <a:t>就是商；集合角度看，所谓</a:t>
            </a:r>
            <a:r>
              <a:rPr lang="zh-CN" altLang="zh-CN" b="1">
                <a:solidFill>
                  <a:srgbClr val="0000FF"/>
                </a:solidFill>
                <a:latin typeface="黑体" panose="02010609060101010101" pitchFamily="49" charset="-122"/>
                <a:ea typeface="宋体" panose="02010600030101010101" pitchFamily="2" charset="-122"/>
              </a:rPr>
              <a:t>商就是将一个大的集合分成了四个小的非空集合</a:t>
            </a:r>
            <a:r>
              <a:rPr lang="zh-CN" altLang="en-US" b="1">
                <a:latin typeface="黑体" panose="02010609060101010101" pitchFamily="49" charset="-122"/>
                <a:ea typeface="宋体" panose="02010600030101010101" pitchFamily="2" charset="-122"/>
              </a:rPr>
              <a:t>，</a:t>
            </a:r>
            <a:r>
              <a:rPr lang="zh-CN" altLang="zh-CN" b="1">
                <a:latin typeface="黑体" panose="02010609060101010101" pitchFamily="49" charset="-122"/>
                <a:ea typeface="宋体" panose="02010600030101010101" pitchFamily="2" charset="-122"/>
              </a:rPr>
              <a:t>这正是商集的含义。</a:t>
            </a:r>
            <a:endParaRPr lang="zh-CN" altLang="en-US" b="1">
              <a:latin typeface="黑体" panose="02010609060101010101" pitchFamily="49" charset="-122"/>
              <a:ea typeface="黑体" panose="02010609060101010101" pitchFamily="49" charset="-122"/>
            </a:endParaRPr>
          </a:p>
        </p:txBody>
      </p:sp>
    </p:spTree>
  </p:cSld>
  <p:clrMapOvr>
    <a:masterClrMapping/>
  </p:clrMapOvr>
  <p:transition spd="med">
    <p:wipe dir="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日期占位符 3">
            <a:extLst>
              <a:ext uri="{FF2B5EF4-FFF2-40B4-BE49-F238E27FC236}">
                <a16:creationId xmlns:a16="http://schemas.microsoft.com/office/drawing/2014/main" id="{2A3652A5-3C96-48EA-8C35-654E4F0202AF}"/>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5A96ACF1-6AA2-4D75-A33E-6EA285A7BDCC}"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55299" name="Rectangle 186">
            <a:extLst>
              <a:ext uri="{FF2B5EF4-FFF2-40B4-BE49-F238E27FC236}">
                <a16:creationId xmlns:a16="http://schemas.microsoft.com/office/drawing/2014/main" id="{B80837FD-B10C-40A7-919A-DE194B34DDC4}"/>
              </a:ext>
            </a:extLst>
          </p:cNvPr>
          <p:cNvSpPr>
            <a:spLocks noChangeArrowheads="1"/>
          </p:cNvSpPr>
          <p:nvPr/>
        </p:nvSpPr>
        <p:spPr bwMode="auto">
          <a:xfrm>
            <a:off x="0" y="407670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endParaRPr lang="zh-CN" altLang="en-US">
              <a:latin typeface="Times New Roman" panose="02020603050405020304" pitchFamily="18" charset="0"/>
              <a:ea typeface="宋体" panose="02010600030101010101" pitchFamily="2" charset="-122"/>
            </a:endParaRPr>
          </a:p>
        </p:txBody>
      </p:sp>
      <p:sp>
        <p:nvSpPr>
          <p:cNvPr id="55300" name="Text Box 2">
            <a:extLst>
              <a:ext uri="{FF2B5EF4-FFF2-40B4-BE49-F238E27FC236}">
                <a16:creationId xmlns:a16="http://schemas.microsoft.com/office/drawing/2014/main" id="{339ECF68-4D99-4E81-B7F9-91B6D216BF4C}"/>
              </a:ext>
            </a:extLst>
          </p:cNvPr>
          <p:cNvSpPr txBox="1">
            <a:spLocks noChangeArrowheads="1"/>
          </p:cNvSpPr>
          <p:nvPr/>
        </p:nvSpPr>
        <p:spPr bwMode="auto">
          <a:xfrm>
            <a:off x="1258888" y="836613"/>
            <a:ext cx="64801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宋体" panose="02010600030101010101" pitchFamily="2" charset="-122"/>
                <a:ea typeface="宋体" panose="02010600030101010101" pitchFamily="2" charset="-122"/>
              </a:rPr>
              <a:t> </a:t>
            </a:r>
            <a:r>
              <a:rPr lang="zh-CN" altLang="en-US" sz="5400" b="1">
                <a:solidFill>
                  <a:schemeClr val="bg1"/>
                </a:solidFill>
                <a:latin typeface="宋体" panose="02010600030101010101" pitchFamily="2" charset="-122"/>
                <a:ea typeface="宋体" panose="02010600030101010101" pitchFamily="2" charset="-122"/>
              </a:rPr>
              <a:t>例 题</a:t>
            </a:r>
          </a:p>
        </p:txBody>
      </p:sp>
      <p:pic>
        <p:nvPicPr>
          <p:cNvPr id="55301" name="Picture 6">
            <a:extLst>
              <a:ext uri="{FF2B5EF4-FFF2-40B4-BE49-F238E27FC236}">
                <a16:creationId xmlns:a16="http://schemas.microsoft.com/office/drawing/2014/main" id="{FB3DEA17-2610-4FCA-A141-43201409A0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75588" y="476250"/>
            <a:ext cx="1233487" cy="129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02" name="Picture 8" descr="QQ截图20151101155951">
            <a:extLst>
              <a:ext uri="{FF2B5EF4-FFF2-40B4-BE49-F238E27FC236}">
                <a16:creationId xmlns:a16="http://schemas.microsoft.com/office/drawing/2014/main" id="{5429B7F7-4A60-4263-BF0A-FAC248D035E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0113" y="2073275"/>
            <a:ext cx="7850187" cy="3948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日期占位符 3">
            <a:extLst>
              <a:ext uri="{FF2B5EF4-FFF2-40B4-BE49-F238E27FC236}">
                <a16:creationId xmlns:a16="http://schemas.microsoft.com/office/drawing/2014/main" id="{FB0D3988-4EF0-463E-BAAC-369CD00CEB06}"/>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7B82FFA5-57F8-4A32-A015-5DA483943DDB}"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56323" name="Rectangle 186">
            <a:extLst>
              <a:ext uri="{FF2B5EF4-FFF2-40B4-BE49-F238E27FC236}">
                <a16:creationId xmlns:a16="http://schemas.microsoft.com/office/drawing/2014/main" id="{AAC2FD50-4C06-4FAA-BEBF-CE5831B40193}"/>
              </a:ext>
            </a:extLst>
          </p:cNvPr>
          <p:cNvSpPr>
            <a:spLocks noChangeArrowheads="1"/>
          </p:cNvSpPr>
          <p:nvPr/>
        </p:nvSpPr>
        <p:spPr bwMode="auto">
          <a:xfrm>
            <a:off x="0" y="406400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endParaRPr lang="zh-CN" altLang="en-US">
              <a:latin typeface="Times New Roman" panose="02020603050405020304" pitchFamily="18" charset="0"/>
              <a:ea typeface="宋体" panose="02010600030101010101" pitchFamily="2" charset="-122"/>
            </a:endParaRPr>
          </a:p>
        </p:txBody>
      </p:sp>
      <p:sp>
        <p:nvSpPr>
          <p:cNvPr id="56324" name="Text Box 2">
            <a:extLst>
              <a:ext uri="{FF2B5EF4-FFF2-40B4-BE49-F238E27FC236}">
                <a16:creationId xmlns:a16="http://schemas.microsoft.com/office/drawing/2014/main" id="{9AC3A6C3-5342-439D-8B1C-259CC9E62581}"/>
              </a:ext>
            </a:extLst>
          </p:cNvPr>
          <p:cNvSpPr txBox="1">
            <a:spLocks noChangeArrowheads="1"/>
          </p:cNvSpPr>
          <p:nvPr/>
        </p:nvSpPr>
        <p:spPr bwMode="auto">
          <a:xfrm>
            <a:off x="1258888" y="836613"/>
            <a:ext cx="64801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宋体" panose="02010600030101010101" pitchFamily="2" charset="-122"/>
                <a:ea typeface="宋体" panose="02010600030101010101" pitchFamily="2" charset="-122"/>
              </a:rPr>
              <a:t> </a:t>
            </a:r>
            <a:r>
              <a:rPr lang="zh-CN" altLang="en-US" sz="4800" b="1">
                <a:solidFill>
                  <a:schemeClr val="bg1"/>
                </a:solidFill>
                <a:latin typeface="宋体" panose="02010600030101010101" pitchFamily="2" charset="-122"/>
                <a:ea typeface="宋体" panose="02010600030101010101" pitchFamily="2" charset="-122"/>
              </a:rPr>
              <a:t>求商集的一般方法</a:t>
            </a:r>
          </a:p>
        </p:txBody>
      </p:sp>
      <p:pic>
        <p:nvPicPr>
          <p:cNvPr id="56325" name="Picture 6">
            <a:extLst>
              <a:ext uri="{FF2B5EF4-FFF2-40B4-BE49-F238E27FC236}">
                <a16:creationId xmlns:a16="http://schemas.microsoft.com/office/drawing/2014/main" id="{6D03CB0E-4EF0-4F99-A2C9-C29DA016A4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75588" y="476250"/>
            <a:ext cx="1233487" cy="129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26" name="Picture 9" descr="QQ截图20151101160201">
            <a:extLst>
              <a:ext uri="{FF2B5EF4-FFF2-40B4-BE49-F238E27FC236}">
                <a16:creationId xmlns:a16="http://schemas.microsoft.com/office/drawing/2014/main" id="{08B99055-6342-455A-9038-FC048B4C6C6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550" y="2058988"/>
            <a:ext cx="7850188" cy="396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日期占位符 3">
            <a:extLst>
              <a:ext uri="{FF2B5EF4-FFF2-40B4-BE49-F238E27FC236}">
                <a16:creationId xmlns:a16="http://schemas.microsoft.com/office/drawing/2014/main" id="{5AA04923-6BC3-4209-BB52-2755E008F4DE}"/>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7C2E6685-1320-4A12-8B2A-4940D51C4CB3}"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57347" name="Rectangle 186">
            <a:extLst>
              <a:ext uri="{FF2B5EF4-FFF2-40B4-BE49-F238E27FC236}">
                <a16:creationId xmlns:a16="http://schemas.microsoft.com/office/drawing/2014/main" id="{E680BB3F-ED39-49C9-BCCB-99406A399826}"/>
              </a:ext>
            </a:extLst>
          </p:cNvPr>
          <p:cNvSpPr>
            <a:spLocks noChangeArrowheads="1"/>
          </p:cNvSpPr>
          <p:nvPr/>
        </p:nvSpPr>
        <p:spPr bwMode="auto">
          <a:xfrm>
            <a:off x="0" y="406400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endParaRPr lang="zh-CN" altLang="en-US">
              <a:latin typeface="Times New Roman" panose="02020603050405020304" pitchFamily="18" charset="0"/>
              <a:ea typeface="宋体" panose="02010600030101010101" pitchFamily="2" charset="-122"/>
            </a:endParaRPr>
          </a:p>
        </p:txBody>
      </p:sp>
      <p:sp>
        <p:nvSpPr>
          <p:cNvPr id="57348" name="Text Box 2">
            <a:extLst>
              <a:ext uri="{FF2B5EF4-FFF2-40B4-BE49-F238E27FC236}">
                <a16:creationId xmlns:a16="http://schemas.microsoft.com/office/drawing/2014/main" id="{92F79B01-2972-437C-863C-DBD4515D8287}"/>
              </a:ext>
            </a:extLst>
          </p:cNvPr>
          <p:cNvSpPr txBox="1">
            <a:spLocks noChangeArrowheads="1"/>
          </p:cNvSpPr>
          <p:nvPr/>
        </p:nvSpPr>
        <p:spPr bwMode="auto">
          <a:xfrm>
            <a:off x="1258888" y="549275"/>
            <a:ext cx="64801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宋体" panose="02010600030101010101" pitchFamily="2" charset="-122"/>
                <a:ea typeface="宋体" panose="02010600030101010101" pitchFamily="2" charset="-122"/>
              </a:rPr>
              <a:t> </a:t>
            </a:r>
            <a:r>
              <a:rPr lang="zh-CN" altLang="en-US" sz="4800" b="1">
                <a:solidFill>
                  <a:schemeClr val="bg1"/>
                </a:solidFill>
                <a:latin typeface="宋体" panose="02010600030101010101" pitchFamily="2" charset="-122"/>
                <a:ea typeface="宋体" panose="02010600030101010101" pitchFamily="2" charset="-122"/>
              </a:rPr>
              <a:t>例 题</a:t>
            </a:r>
          </a:p>
        </p:txBody>
      </p:sp>
      <p:pic>
        <p:nvPicPr>
          <p:cNvPr id="57349" name="Picture 6">
            <a:extLst>
              <a:ext uri="{FF2B5EF4-FFF2-40B4-BE49-F238E27FC236}">
                <a16:creationId xmlns:a16="http://schemas.microsoft.com/office/drawing/2014/main" id="{40DCE45E-7CA3-4155-A0D9-AA5AA93A2E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77200" y="476250"/>
            <a:ext cx="1031875" cy="1084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CC7FA69F-D63C-4FD6-A20B-CDA970F20F37}"/>
              </a:ext>
            </a:extLst>
          </p:cNvPr>
          <p:cNvSpPr>
            <a:spLocks noRot="1" noChangeAspect="1" noMove="1" noResize="1" noEditPoints="1" noAdjustHandles="1" noChangeArrowheads="1" noChangeShapeType="1" noTextEdit="1"/>
          </p:cNvSpPr>
          <p:nvPr/>
        </p:nvSpPr>
        <p:spPr>
          <a:xfrm>
            <a:off x="251520" y="1920986"/>
            <a:ext cx="8496944" cy="4290790"/>
          </a:xfrm>
          <a:prstGeom prst="rect">
            <a:avLst/>
          </a:prstGeom>
          <a:blipFill>
            <a:blip r:embed="rId4"/>
            <a:stretch>
              <a:fillRect l="-717" t="-142" r="-789" b="-1136"/>
            </a:stretch>
          </a:blipFill>
        </p:spPr>
        <p:txBody>
          <a:bodyPr/>
          <a:lstStyle/>
          <a:p>
            <a:pPr>
              <a:defRPr/>
            </a:pPr>
            <a:r>
              <a:rPr lang="zh-CN" altLang="en-US">
                <a:noFill/>
              </a:rPr>
              <a:t> </a:t>
            </a:r>
          </a:p>
        </p:txBody>
      </p:sp>
    </p:spTree>
  </p:cSld>
  <p:clrMapOvr>
    <a:masterClrMapping/>
  </p:clrMapOvr>
  <p:transition spd="med">
    <p:wipe dir="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日期占位符 3">
            <a:extLst>
              <a:ext uri="{FF2B5EF4-FFF2-40B4-BE49-F238E27FC236}">
                <a16:creationId xmlns:a16="http://schemas.microsoft.com/office/drawing/2014/main" id="{1AA4957F-CA71-435C-A78A-074FA610F5CD}"/>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35411AB0-081C-4532-B58F-EF4FB237D2FD}"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58371" name="Text Box 2">
            <a:extLst>
              <a:ext uri="{FF2B5EF4-FFF2-40B4-BE49-F238E27FC236}">
                <a16:creationId xmlns:a16="http://schemas.microsoft.com/office/drawing/2014/main" id="{F702144A-794C-4CDB-BBEA-8A98DB35293E}"/>
              </a:ext>
            </a:extLst>
          </p:cNvPr>
          <p:cNvSpPr txBox="1">
            <a:spLocks noChangeArrowheads="1"/>
          </p:cNvSpPr>
          <p:nvPr/>
        </p:nvSpPr>
        <p:spPr bwMode="auto">
          <a:xfrm>
            <a:off x="1404938" y="569913"/>
            <a:ext cx="611981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宋体" panose="02010600030101010101" pitchFamily="2" charset="-122"/>
                <a:ea typeface="宋体" panose="02010600030101010101" pitchFamily="2" charset="-122"/>
              </a:rPr>
              <a:t> </a:t>
            </a:r>
            <a:r>
              <a:rPr lang="zh-CN" altLang="en-US" sz="5400" b="1">
                <a:solidFill>
                  <a:schemeClr val="bg1"/>
                </a:solidFill>
                <a:latin typeface="宋体" panose="02010600030101010101" pitchFamily="2" charset="-122"/>
                <a:ea typeface="宋体" panose="02010600030101010101" pitchFamily="2" charset="-122"/>
              </a:rPr>
              <a:t>例 题</a:t>
            </a:r>
          </a:p>
        </p:txBody>
      </p:sp>
      <p:pic>
        <p:nvPicPr>
          <p:cNvPr id="58372" name="Picture 6">
            <a:extLst>
              <a:ext uri="{FF2B5EF4-FFF2-40B4-BE49-F238E27FC236}">
                <a16:creationId xmlns:a16="http://schemas.microsoft.com/office/drawing/2014/main" id="{E958EA19-09FA-4C46-9334-4BCBE2BE22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97D6BD26-2328-4088-A66C-0E6A3E16EAF9}"/>
              </a:ext>
            </a:extLst>
          </p:cNvPr>
          <p:cNvSpPr>
            <a:spLocks noRot="1" noChangeAspect="1" noMove="1" noResize="1" noEditPoints="1" noAdjustHandles="1" noChangeArrowheads="1" noChangeShapeType="1" noTextEdit="1"/>
          </p:cNvSpPr>
          <p:nvPr/>
        </p:nvSpPr>
        <p:spPr>
          <a:xfrm>
            <a:off x="539552" y="1772814"/>
            <a:ext cx="8136904" cy="4153318"/>
          </a:xfrm>
          <a:prstGeom prst="rect">
            <a:avLst/>
          </a:prstGeom>
          <a:blipFill>
            <a:blip r:embed="rId4"/>
            <a:stretch>
              <a:fillRect l="-1199" r="-1199" b="-2643"/>
            </a:stretch>
          </a:blipFill>
        </p:spPr>
        <p:txBody>
          <a:bodyPr/>
          <a:lstStyle/>
          <a:p>
            <a:pPr>
              <a:defRPr/>
            </a:pPr>
            <a:r>
              <a:rPr lang="zh-CN" altLang="en-US">
                <a:noFill/>
              </a:rPr>
              <a:t> </a:t>
            </a:r>
          </a:p>
        </p:txBody>
      </p:sp>
    </p:spTree>
  </p:cSld>
  <p:clrMapOvr>
    <a:masterClrMapping/>
  </p:clrMapOvr>
  <p:transition spd="med">
    <p:wipe dir="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日期占位符 3">
            <a:extLst>
              <a:ext uri="{FF2B5EF4-FFF2-40B4-BE49-F238E27FC236}">
                <a16:creationId xmlns:a16="http://schemas.microsoft.com/office/drawing/2014/main" id="{783D68E0-E730-4A37-8BAF-830BD9173657}"/>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811D8398-EC67-4DA9-AF98-DB0BEF2A5444}"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59395" name="Text Box 2">
            <a:extLst>
              <a:ext uri="{FF2B5EF4-FFF2-40B4-BE49-F238E27FC236}">
                <a16:creationId xmlns:a16="http://schemas.microsoft.com/office/drawing/2014/main" id="{0D6033D8-C95A-4903-A1C0-967F2BD04035}"/>
              </a:ext>
            </a:extLst>
          </p:cNvPr>
          <p:cNvSpPr txBox="1">
            <a:spLocks noChangeArrowheads="1"/>
          </p:cNvSpPr>
          <p:nvPr/>
        </p:nvSpPr>
        <p:spPr bwMode="auto">
          <a:xfrm>
            <a:off x="1404938" y="569913"/>
            <a:ext cx="611981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宋体" panose="02010600030101010101" pitchFamily="2" charset="-122"/>
                <a:ea typeface="宋体" panose="02010600030101010101" pitchFamily="2" charset="-122"/>
              </a:rPr>
              <a:t> </a:t>
            </a:r>
            <a:r>
              <a:rPr lang="zh-CN" altLang="en-US" sz="5400" b="1">
                <a:solidFill>
                  <a:schemeClr val="bg1"/>
                </a:solidFill>
                <a:latin typeface="宋体" panose="02010600030101010101" pitchFamily="2" charset="-122"/>
                <a:ea typeface="宋体" panose="02010600030101010101" pitchFamily="2" charset="-122"/>
              </a:rPr>
              <a:t>例 题</a:t>
            </a:r>
          </a:p>
        </p:txBody>
      </p:sp>
      <p:pic>
        <p:nvPicPr>
          <p:cNvPr id="59396" name="Picture 6">
            <a:extLst>
              <a:ext uri="{FF2B5EF4-FFF2-40B4-BE49-F238E27FC236}">
                <a16:creationId xmlns:a16="http://schemas.microsoft.com/office/drawing/2014/main" id="{3FFCF407-9EF3-40ED-852B-E85148208B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a:extLst>
              <a:ext uri="{FF2B5EF4-FFF2-40B4-BE49-F238E27FC236}">
                <a16:creationId xmlns:a16="http://schemas.microsoft.com/office/drawing/2014/main" id="{42368298-017F-4CB1-A345-73EDF337BBB9}"/>
              </a:ext>
            </a:extLst>
          </p:cNvPr>
          <p:cNvSpPr>
            <a:spLocks noRot="1" noChangeAspect="1" noMove="1" noResize="1" noEditPoints="1" noAdjustHandles="1" noChangeArrowheads="1" noChangeShapeType="1" noTextEdit="1"/>
          </p:cNvSpPr>
          <p:nvPr/>
        </p:nvSpPr>
        <p:spPr>
          <a:xfrm>
            <a:off x="359530" y="1834348"/>
            <a:ext cx="8424936" cy="4197367"/>
          </a:xfrm>
          <a:prstGeom prst="rect">
            <a:avLst/>
          </a:prstGeom>
          <a:blipFill>
            <a:blip r:embed="rId4"/>
            <a:stretch>
              <a:fillRect l="-1158" t="-581" r="-868" b="-2035"/>
            </a:stretch>
          </a:blipFill>
        </p:spPr>
        <p:txBody>
          <a:bodyPr/>
          <a:lstStyle/>
          <a:p>
            <a:pPr>
              <a:defRPr/>
            </a:pPr>
            <a:r>
              <a:rPr lang="zh-CN" altLang="en-US">
                <a:noFill/>
              </a:rPr>
              <a:t> </a:t>
            </a:r>
          </a:p>
        </p:txBody>
      </p:sp>
    </p:spTree>
  </p:cSld>
  <p:clrMapOvr>
    <a:masterClrMapping/>
  </p:clrMapOvr>
  <p:transition spd="med">
    <p:wipe dir="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日期占位符 3">
            <a:extLst>
              <a:ext uri="{FF2B5EF4-FFF2-40B4-BE49-F238E27FC236}">
                <a16:creationId xmlns:a16="http://schemas.microsoft.com/office/drawing/2014/main" id="{DB9F9448-518D-4FDD-BC56-83C4A38579F1}"/>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50751A9A-4400-4DB1-AA4C-5FEEB341A135}"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60419" name="Text Box 2">
            <a:extLst>
              <a:ext uri="{FF2B5EF4-FFF2-40B4-BE49-F238E27FC236}">
                <a16:creationId xmlns:a16="http://schemas.microsoft.com/office/drawing/2014/main" id="{21C221E6-F70B-4462-A985-7768E5A95402}"/>
              </a:ext>
            </a:extLst>
          </p:cNvPr>
          <p:cNvSpPr txBox="1">
            <a:spLocks noChangeArrowheads="1"/>
          </p:cNvSpPr>
          <p:nvPr/>
        </p:nvSpPr>
        <p:spPr bwMode="auto">
          <a:xfrm>
            <a:off x="1404938" y="569913"/>
            <a:ext cx="611981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宋体" panose="02010600030101010101" pitchFamily="2" charset="-122"/>
                <a:ea typeface="宋体" panose="02010600030101010101" pitchFamily="2" charset="-122"/>
              </a:rPr>
              <a:t> </a:t>
            </a:r>
            <a:r>
              <a:rPr lang="zh-CN" altLang="en-US" sz="5400" b="1">
                <a:solidFill>
                  <a:schemeClr val="bg1"/>
                </a:solidFill>
                <a:latin typeface="宋体" panose="02010600030101010101" pitchFamily="2" charset="-122"/>
                <a:ea typeface="宋体" panose="02010600030101010101" pitchFamily="2" charset="-122"/>
              </a:rPr>
              <a:t>例 题</a:t>
            </a:r>
          </a:p>
        </p:txBody>
      </p:sp>
      <p:pic>
        <p:nvPicPr>
          <p:cNvPr id="60420" name="Picture 6">
            <a:extLst>
              <a:ext uri="{FF2B5EF4-FFF2-40B4-BE49-F238E27FC236}">
                <a16:creationId xmlns:a16="http://schemas.microsoft.com/office/drawing/2014/main" id="{A722CE18-D040-4639-AF64-8182FE7825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14394B47-B368-4364-8465-7D81B8DA6694}"/>
              </a:ext>
            </a:extLst>
          </p:cNvPr>
          <p:cNvSpPr>
            <a:spLocks noRot="1" noChangeAspect="1" noMove="1" noResize="1" noEditPoints="1" noAdjustHandles="1" noChangeArrowheads="1" noChangeShapeType="1" noTextEdit="1"/>
          </p:cNvSpPr>
          <p:nvPr/>
        </p:nvSpPr>
        <p:spPr>
          <a:xfrm>
            <a:off x="684213" y="1979484"/>
            <a:ext cx="7848872" cy="3907095"/>
          </a:xfrm>
          <a:prstGeom prst="rect">
            <a:avLst/>
          </a:prstGeom>
          <a:blipFill>
            <a:blip r:embed="rId4"/>
            <a:stretch>
              <a:fillRect b="-2808"/>
            </a:stretch>
          </a:blipFill>
        </p:spPr>
        <p:txBody>
          <a:bodyPr/>
          <a:lstStyle/>
          <a:p>
            <a:pPr>
              <a:defRPr/>
            </a:pPr>
            <a:r>
              <a:rPr lang="zh-CN" altLang="en-US">
                <a:noFill/>
              </a:rPr>
              <a:t> </a:t>
            </a:r>
          </a:p>
        </p:txBody>
      </p:sp>
    </p:spTree>
  </p:cSld>
  <p:clrMapOvr>
    <a:masterClrMapping/>
  </p:clrMapOvr>
  <p:transition spd="med">
    <p:wipe dir="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日期占位符 3">
            <a:extLst>
              <a:ext uri="{FF2B5EF4-FFF2-40B4-BE49-F238E27FC236}">
                <a16:creationId xmlns:a16="http://schemas.microsoft.com/office/drawing/2014/main" id="{3D194DBE-C82D-49F4-AC31-8743320C9C2A}"/>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42D4CCA3-296D-483C-A062-577FAD12D9E8}"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61443" name="Rectangle 186">
            <a:extLst>
              <a:ext uri="{FF2B5EF4-FFF2-40B4-BE49-F238E27FC236}">
                <a16:creationId xmlns:a16="http://schemas.microsoft.com/office/drawing/2014/main" id="{A4644483-EC0B-40AF-985E-15D6D4AC40B4}"/>
              </a:ext>
            </a:extLst>
          </p:cNvPr>
          <p:cNvSpPr>
            <a:spLocks noChangeArrowheads="1"/>
          </p:cNvSpPr>
          <p:nvPr/>
        </p:nvSpPr>
        <p:spPr bwMode="auto">
          <a:xfrm>
            <a:off x="0" y="406400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endParaRPr lang="zh-CN" altLang="en-US">
              <a:latin typeface="Times New Roman" panose="02020603050405020304" pitchFamily="18" charset="0"/>
              <a:ea typeface="宋体" panose="02010600030101010101" pitchFamily="2" charset="-122"/>
            </a:endParaRPr>
          </a:p>
        </p:txBody>
      </p:sp>
      <p:sp>
        <p:nvSpPr>
          <p:cNvPr id="54276" name="Text Box 2">
            <a:extLst>
              <a:ext uri="{FF2B5EF4-FFF2-40B4-BE49-F238E27FC236}">
                <a16:creationId xmlns:a16="http://schemas.microsoft.com/office/drawing/2014/main" id="{357CC4B9-08B5-41A9-B20C-A9743A7A25EE}"/>
              </a:ext>
            </a:extLst>
          </p:cNvPr>
          <p:cNvSpPr txBox="1">
            <a:spLocks noChangeArrowheads="1"/>
          </p:cNvSpPr>
          <p:nvPr/>
        </p:nvSpPr>
        <p:spPr bwMode="auto">
          <a:xfrm>
            <a:off x="1093788" y="720725"/>
            <a:ext cx="6983412" cy="831850"/>
          </a:xfrm>
          <a:prstGeom prst="rect">
            <a:avLst/>
          </a:prstGeom>
          <a:solidFill>
            <a:srgbClr val="3366FF"/>
          </a:solidFill>
          <a:ln>
            <a:noFill/>
          </a:ln>
          <a:effectLst>
            <a:outerShdw dist="107763" dir="2700000" algn="ctr" rotWithShape="0">
              <a:schemeClr val="bg2"/>
            </a:outerShdw>
          </a:effectLst>
        </p:spPr>
        <p:txBody>
          <a:bodyPr>
            <a:spAutoFit/>
          </a:bodyPr>
          <a:lstStyle>
            <a:lvl1pPr marL="381000" indent="-381000">
              <a:spcBef>
                <a:spcPct val="20000"/>
              </a:spcBef>
              <a:buBlip>
                <a:blip r:embed="rId2"/>
              </a:buBlip>
              <a:defRPr kumimoji="1" sz="2400">
                <a:solidFill>
                  <a:schemeClr val="tx1"/>
                </a:solidFill>
                <a:latin typeface="楷体_GB2312"/>
                <a:ea typeface="楷体_GB2312"/>
                <a:cs typeface="楷体_GB231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defRPr/>
            </a:pPr>
            <a:r>
              <a:rPr lang="en-US" altLang="zh-CN" sz="48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 </a:t>
            </a:r>
            <a:r>
              <a:rPr lang="zh-CN" altLang="zh-CN" sz="48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特殊等价关系</a:t>
            </a:r>
            <a:r>
              <a:rPr lang="zh-CN" altLang="en-US" sz="48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的</a:t>
            </a:r>
            <a:r>
              <a:rPr lang="zh-CN" altLang="zh-CN" sz="48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商集</a:t>
            </a:r>
            <a:endParaRPr lang="zh-CN" altLang="en-US" sz="4800" b="1" dirty="0">
              <a:solidFill>
                <a:schemeClr val="bg1"/>
              </a:solidFill>
              <a:latin typeface="宋体" panose="02010600030101010101" pitchFamily="2" charset="-122"/>
              <a:ea typeface="宋体" panose="02010600030101010101" pitchFamily="2" charset="-122"/>
            </a:endParaRPr>
          </a:p>
        </p:txBody>
      </p:sp>
      <p:pic>
        <p:nvPicPr>
          <p:cNvPr id="61445" name="Picture 6">
            <a:extLst>
              <a:ext uri="{FF2B5EF4-FFF2-40B4-BE49-F238E27FC236}">
                <a16:creationId xmlns:a16="http://schemas.microsoft.com/office/drawing/2014/main" id="{4109C422-5999-46DC-A33A-4B0D60DDC5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77200" y="476250"/>
            <a:ext cx="1031875" cy="1084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a:extLst>
              <a:ext uri="{FF2B5EF4-FFF2-40B4-BE49-F238E27FC236}">
                <a16:creationId xmlns:a16="http://schemas.microsoft.com/office/drawing/2014/main" id="{956F3FF7-1B27-4859-875C-5B7C4ACF5B43}"/>
              </a:ext>
            </a:extLst>
          </p:cNvPr>
          <p:cNvSpPr>
            <a:spLocks noRot="1" noChangeAspect="1" noMove="1" noResize="1" noEditPoints="1" noAdjustHandles="1" noChangeArrowheads="1" noChangeShapeType="1" noTextEdit="1"/>
          </p:cNvSpPr>
          <p:nvPr/>
        </p:nvSpPr>
        <p:spPr>
          <a:xfrm>
            <a:off x="395536" y="1931907"/>
            <a:ext cx="8532948" cy="4264181"/>
          </a:xfrm>
          <a:prstGeom prst="rect">
            <a:avLst/>
          </a:prstGeom>
          <a:blipFill>
            <a:blip r:embed="rId4"/>
            <a:stretch>
              <a:fillRect l="-1143" t="-1717" r="-1071" b="-1860"/>
            </a:stretch>
          </a:blipFill>
        </p:spPr>
        <p:txBody>
          <a:bodyPr/>
          <a:lstStyle/>
          <a:p>
            <a:pPr>
              <a:defRPr/>
            </a:pPr>
            <a:r>
              <a:rPr lang="zh-CN" altLang="en-US">
                <a:noFill/>
              </a:rPr>
              <a:t> </a:t>
            </a:r>
          </a:p>
        </p:txBody>
      </p:sp>
    </p:spTree>
  </p:cSld>
  <p:clrMapOvr>
    <a:masterClrMapping/>
  </p:clrMapOvr>
  <p:transition spd="med">
    <p:wipe dir="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日期占位符 3">
            <a:extLst>
              <a:ext uri="{FF2B5EF4-FFF2-40B4-BE49-F238E27FC236}">
                <a16:creationId xmlns:a16="http://schemas.microsoft.com/office/drawing/2014/main" id="{7C252B9B-D6FC-49B6-8DC1-D90BEA8D59E6}"/>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6E424453-28C9-49ED-8701-9E0B2F364ED6}"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62467" name="Rectangle 186">
            <a:extLst>
              <a:ext uri="{FF2B5EF4-FFF2-40B4-BE49-F238E27FC236}">
                <a16:creationId xmlns:a16="http://schemas.microsoft.com/office/drawing/2014/main" id="{C964E855-B807-4B29-B094-215DC3EC6133}"/>
              </a:ext>
            </a:extLst>
          </p:cNvPr>
          <p:cNvSpPr>
            <a:spLocks noChangeArrowheads="1"/>
          </p:cNvSpPr>
          <p:nvPr/>
        </p:nvSpPr>
        <p:spPr bwMode="auto">
          <a:xfrm>
            <a:off x="0" y="406400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endParaRPr lang="zh-CN" altLang="en-US">
              <a:latin typeface="Times New Roman" panose="02020603050405020304" pitchFamily="18" charset="0"/>
              <a:ea typeface="宋体" panose="02010600030101010101" pitchFamily="2" charset="-122"/>
            </a:endParaRPr>
          </a:p>
        </p:txBody>
      </p:sp>
      <p:sp>
        <p:nvSpPr>
          <p:cNvPr id="62468" name="Text Box 2">
            <a:extLst>
              <a:ext uri="{FF2B5EF4-FFF2-40B4-BE49-F238E27FC236}">
                <a16:creationId xmlns:a16="http://schemas.microsoft.com/office/drawing/2014/main" id="{E867C805-E2D6-4113-9B55-BD1A20F147B9}"/>
              </a:ext>
            </a:extLst>
          </p:cNvPr>
          <p:cNvSpPr txBox="1">
            <a:spLocks noChangeArrowheads="1"/>
          </p:cNvSpPr>
          <p:nvPr/>
        </p:nvSpPr>
        <p:spPr bwMode="auto">
          <a:xfrm>
            <a:off x="1258888" y="765175"/>
            <a:ext cx="64801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宋体" panose="02010600030101010101" pitchFamily="2" charset="-122"/>
                <a:ea typeface="宋体" panose="02010600030101010101" pitchFamily="2" charset="-122"/>
              </a:rPr>
              <a:t> </a:t>
            </a:r>
            <a:r>
              <a:rPr lang="zh-CN" altLang="en-US" sz="5400" b="1">
                <a:solidFill>
                  <a:schemeClr val="bg1"/>
                </a:solidFill>
                <a:latin typeface="宋体" panose="02010600030101010101" pitchFamily="2" charset="-122"/>
                <a:ea typeface="宋体" panose="02010600030101010101" pitchFamily="2" charset="-122"/>
              </a:rPr>
              <a:t>等价关系与划分</a:t>
            </a:r>
          </a:p>
        </p:txBody>
      </p:sp>
      <p:pic>
        <p:nvPicPr>
          <p:cNvPr id="62469" name="Picture 6">
            <a:extLst>
              <a:ext uri="{FF2B5EF4-FFF2-40B4-BE49-F238E27FC236}">
                <a16:creationId xmlns:a16="http://schemas.microsoft.com/office/drawing/2014/main" id="{082547A0-E717-40E3-AB5F-F1730E0CD5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75588" y="476250"/>
            <a:ext cx="1233487" cy="129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470" name="Picture 8" descr="无标题12">
            <a:extLst>
              <a:ext uri="{FF2B5EF4-FFF2-40B4-BE49-F238E27FC236}">
                <a16:creationId xmlns:a16="http://schemas.microsoft.com/office/drawing/2014/main" id="{B0B94F65-4AE9-46E1-B090-98CDB0CF7DB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550" y="1844675"/>
            <a:ext cx="7488238" cy="432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日期占位符 3">
            <a:extLst>
              <a:ext uri="{FF2B5EF4-FFF2-40B4-BE49-F238E27FC236}">
                <a16:creationId xmlns:a16="http://schemas.microsoft.com/office/drawing/2014/main" id="{1DDED3CA-B1CB-4D9B-87EC-7D5EA7054AF1}"/>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2F584275-8D0F-42AB-89E2-63633A207D2D}"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63491" name="Rectangle 186">
            <a:extLst>
              <a:ext uri="{FF2B5EF4-FFF2-40B4-BE49-F238E27FC236}">
                <a16:creationId xmlns:a16="http://schemas.microsoft.com/office/drawing/2014/main" id="{0B18D9C7-F6CB-48B4-BA79-1F86713CEE85}"/>
              </a:ext>
            </a:extLst>
          </p:cNvPr>
          <p:cNvSpPr>
            <a:spLocks noChangeArrowheads="1"/>
          </p:cNvSpPr>
          <p:nvPr/>
        </p:nvSpPr>
        <p:spPr bwMode="auto">
          <a:xfrm>
            <a:off x="0" y="406400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endParaRPr lang="zh-CN" altLang="en-US">
              <a:latin typeface="Times New Roman" panose="02020603050405020304" pitchFamily="18" charset="0"/>
              <a:ea typeface="宋体" panose="02010600030101010101" pitchFamily="2" charset="-122"/>
            </a:endParaRPr>
          </a:p>
        </p:txBody>
      </p:sp>
      <p:sp>
        <p:nvSpPr>
          <p:cNvPr id="63492" name="Text Box 2">
            <a:extLst>
              <a:ext uri="{FF2B5EF4-FFF2-40B4-BE49-F238E27FC236}">
                <a16:creationId xmlns:a16="http://schemas.microsoft.com/office/drawing/2014/main" id="{305CEA5A-4923-44B4-A48A-17A1317740D3}"/>
              </a:ext>
            </a:extLst>
          </p:cNvPr>
          <p:cNvSpPr txBox="1">
            <a:spLocks noChangeArrowheads="1"/>
          </p:cNvSpPr>
          <p:nvPr/>
        </p:nvSpPr>
        <p:spPr bwMode="auto">
          <a:xfrm>
            <a:off x="1258888" y="836613"/>
            <a:ext cx="64801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宋体" panose="02010600030101010101" pitchFamily="2" charset="-122"/>
                <a:ea typeface="宋体" panose="02010600030101010101" pitchFamily="2" charset="-122"/>
              </a:rPr>
              <a:t> </a:t>
            </a:r>
            <a:r>
              <a:rPr lang="zh-CN" altLang="en-US" sz="5400" b="1">
                <a:solidFill>
                  <a:schemeClr val="bg1"/>
                </a:solidFill>
                <a:latin typeface="宋体" panose="02010600030101010101" pitchFamily="2" charset="-122"/>
                <a:ea typeface="宋体" panose="02010600030101010101" pitchFamily="2" charset="-122"/>
              </a:rPr>
              <a:t>等价关系与划分</a:t>
            </a:r>
          </a:p>
        </p:txBody>
      </p:sp>
      <p:pic>
        <p:nvPicPr>
          <p:cNvPr id="63493" name="Picture 6">
            <a:extLst>
              <a:ext uri="{FF2B5EF4-FFF2-40B4-BE49-F238E27FC236}">
                <a16:creationId xmlns:a16="http://schemas.microsoft.com/office/drawing/2014/main" id="{ED5B04DE-1388-43CD-A3DE-4E83107A49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75588" y="476250"/>
            <a:ext cx="1233487" cy="129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494" name="图片 12">
            <a:extLst>
              <a:ext uri="{FF2B5EF4-FFF2-40B4-BE49-F238E27FC236}">
                <a16:creationId xmlns:a16="http://schemas.microsoft.com/office/drawing/2014/main" id="{A290D7CF-896C-4BEC-A2B2-DC2D8A4B588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0875" y="2041525"/>
            <a:ext cx="8326438" cy="404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日期占位符 3">
            <a:extLst>
              <a:ext uri="{FF2B5EF4-FFF2-40B4-BE49-F238E27FC236}">
                <a16:creationId xmlns:a16="http://schemas.microsoft.com/office/drawing/2014/main" id="{E284A24F-427C-4E58-AA18-D5E91F8C3DB2}"/>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16260A31-1195-4B4C-9729-64BA8EF72998}"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64515" name="Rectangle 186">
            <a:extLst>
              <a:ext uri="{FF2B5EF4-FFF2-40B4-BE49-F238E27FC236}">
                <a16:creationId xmlns:a16="http://schemas.microsoft.com/office/drawing/2014/main" id="{4CE682E1-13E9-4187-AEAE-E12FCDC68F69}"/>
              </a:ext>
            </a:extLst>
          </p:cNvPr>
          <p:cNvSpPr>
            <a:spLocks noChangeArrowheads="1"/>
          </p:cNvSpPr>
          <p:nvPr/>
        </p:nvSpPr>
        <p:spPr bwMode="auto">
          <a:xfrm>
            <a:off x="0" y="406400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endParaRPr lang="zh-CN" altLang="en-US">
              <a:latin typeface="Times New Roman" panose="02020603050405020304" pitchFamily="18" charset="0"/>
              <a:ea typeface="宋体" panose="02010600030101010101" pitchFamily="2" charset="-122"/>
            </a:endParaRPr>
          </a:p>
        </p:txBody>
      </p:sp>
      <p:sp>
        <p:nvSpPr>
          <p:cNvPr id="64516" name="Text Box 2">
            <a:extLst>
              <a:ext uri="{FF2B5EF4-FFF2-40B4-BE49-F238E27FC236}">
                <a16:creationId xmlns:a16="http://schemas.microsoft.com/office/drawing/2014/main" id="{C4D12523-8B7C-4A3C-94C7-69840EC5D26F}"/>
              </a:ext>
            </a:extLst>
          </p:cNvPr>
          <p:cNvSpPr txBox="1">
            <a:spLocks noChangeArrowheads="1"/>
          </p:cNvSpPr>
          <p:nvPr/>
        </p:nvSpPr>
        <p:spPr bwMode="auto">
          <a:xfrm>
            <a:off x="1258888" y="692150"/>
            <a:ext cx="6480175" cy="7620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en-US" altLang="zh-CN" sz="4400" b="1">
                <a:solidFill>
                  <a:schemeClr val="bg1"/>
                </a:solidFill>
                <a:latin typeface="宋体" panose="02010600030101010101" pitchFamily="2" charset="-122"/>
                <a:ea typeface="宋体" panose="02010600030101010101" pitchFamily="2" charset="-122"/>
              </a:rPr>
              <a:t> </a:t>
            </a:r>
            <a:r>
              <a:rPr lang="zh-CN" altLang="en-US" sz="4400" b="1">
                <a:solidFill>
                  <a:schemeClr val="bg1"/>
                </a:solidFill>
                <a:latin typeface="宋体" panose="02010600030101010101" pitchFamily="2" charset="-122"/>
                <a:ea typeface="宋体" panose="02010600030101010101" pitchFamily="2" charset="-122"/>
              </a:rPr>
              <a:t>由划分构造等价关系</a:t>
            </a:r>
          </a:p>
        </p:txBody>
      </p:sp>
      <p:pic>
        <p:nvPicPr>
          <p:cNvPr id="64517" name="Picture 6">
            <a:extLst>
              <a:ext uri="{FF2B5EF4-FFF2-40B4-BE49-F238E27FC236}">
                <a16:creationId xmlns:a16="http://schemas.microsoft.com/office/drawing/2014/main" id="{1027212C-1F91-41C5-B2C0-4F744A9CE9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75588" y="476250"/>
            <a:ext cx="1233487" cy="129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61FE037D-A761-4E62-A481-945F1B331534}"/>
              </a:ext>
            </a:extLst>
          </p:cNvPr>
          <p:cNvSpPr>
            <a:spLocks noRot="1" noChangeAspect="1" noMove="1" noResize="1" noEditPoints="1" noAdjustHandles="1" noChangeArrowheads="1" noChangeShapeType="1" noTextEdit="1"/>
          </p:cNvSpPr>
          <p:nvPr/>
        </p:nvSpPr>
        <p:spPr>
          <a:xfrm>
            <a:off x="611560" y="1761720"/>
            <a:ext cx="8136904" cy="4431596"/>
          </a:xfrm>
          <a:prstGeom prst="rect">
            <a:avLst/>
          </a:prstGeom>
          <a:blipFill>
            <a:blip r:embed="rId4"/>
            <a:stretch>
              <a:fillRect l="-1124" t="-138" r="-1199" b="-1651"/>
            </a:stretch>
          </a:blipFill>
        </p:spPr>
        <p:txBody>
          <a:bodyPr/>
          <a:lstStyle/>
          <a:p>
            <a:pPr>
              <a:defRPr/>
            </a:pPr>
            <a:r>
              <a:rPr lang="zh-CN" altLang="en-US">
                <a:noFill/>
              </a:rPr>
              <a:t> </a:t>
            </a:r>
          </a:p>
        </p:txBody>
      </p:sp>
    </p:spTree>
  </p:cSld>
  <p:clrMapOvr>
    <a:masterClrMapping/>
  </p:clrMapOvr>
  <p:transition spd="med">
    <p:wipe dir="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日期占位符 3">
            <a:extLst>
              <a:ext uri="{FF2B5EF4-FFF2-40B4-BE49-F238E27FC236}">
                <a16:creationId xmlns:a16="http://schemas.microsoft.com/office/drawing/2014/main" id="{74E3D0FE-C345-43C9-AFAE-EE18355D2A1A}"/>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236BDEEC-1EA8-44CE-A9C7-FE3C95034FC6}"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65539" name="Rectangle 186">
            <a:extLst>
              <a:ext uri="{FF2B5EF4-FFF2-40B4-BE49-F238E27FC236}">
                <a16:creationId xmlns:a16="http://schemas.microsoft.com/office/drawing/2014/main" id="{68387C23-EFBA-496F-917D-9B58DFCDB73E}"/>
              </a:ext>
            </a:extLst>
          </p:cNvPr>
          <p:cNvSpPr>
            <a:spLocks noChangeArrowheads="1"/>
          </p:cNvSpPr>
          <p:nvPr/>
        </p:nvSpPr>
        <p:spPr bwMode="auto">
          <a:xfrm>
            <a:off x="0" y="407670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endParaRPr lang="zh-CN" altLang="en-US">
              <a:latin typeface="Times New Roman" panose="02020603050405020304" pitchFamily="18" charset="0"/>
              <a:ea typeface="宋体" panose="02010600030101010101" pitchFamily="2" charset="-122"/>
            </a:endParaRPr>
          </a:p>
        </p:txBody>
      </p:sp>
      <p:sp>
        <p:nvSpPr>
          <p:cNvPr id="65540" name="Text Box 2">
            <a:extLst>
              <a:ext uri="{FF2B5EF4-FFF2-40B4-BE49-F238E27FC236}">
                <a16:creationId xmlns:a16="http://schemas.microsoft.com/office/drawing/2014/main" id="{3B91CD7E-1067-4EB8-9394-968CAE67F080}"/>
              </a:ext>
            </a:extLst>
          </p:cNvPr>
          <p:cNvSpPr txBox="1">
            <a:spLocks noChangeArrowheads="1"/>
          </p:cNvSpPr>
          <p:nvPr/>
        </p:nvSpPr>
        <p:spPr bwMode="auto">
          <a:xfrm>
            <a:off x="1258888" y="795338"/>
            <a:ext cx="6480175" cy="7620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en-US" altLang="zh-CN" sz="4400" b="1">
                <a:solidFill>
                  <a:schemeClr val="bg1"/>
                </a:solidFill>
                <a:latin typeface="宋体" panose="02010600030101010101" pitchFamily="2" charset="-122"/>
                <a:ea typeface="宋体" panose="02010600030101010101" pitchFamily="2" charset="-122"/>
              </a:rPr>
              <a:t> </a:t>
            </a:r>
            <a:r>
              <a:rPr lang="zh-CN" altLang="en-US" sz="4400" b="1">
                <a:solidFill>
                  <a:schemeClr val="bg1"/>
                </a:solidFill>
                <a:latin typeface="宋体" panose="02010600030101010101" pitchFamily="2" charset="-122"/>
                <a:ea typeface="宋体" panose="02010600030101010101" pitchFamily="2" charset="-122"/>
              </a:rPr>
              <a:t>由划分构造等价关系</a:t>
            </a:r>
          </a:p>
        </p:txBody>
      </p:sp>
      <p:pic>
        <p:nvPicPr>
          <p:cNvPr id="65541" name="Picture 6">
            <a:extLst>
              <a:ext uri="{FF2B5EF4-FFF2-40B4-BE49-F238E27FC236}">
                <a16:creationId xmlns:a16="http://schemas.microsoft.com/office/drawing/2014/main" id="{B5E06B76-4C37-46B2-9142-890BE64E93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75588" y="476250"/>
            <a:ext cx="1233487" cy="129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5542" name="图片 1">
            <a:extLst>
              <a:ext uri="{FF2B5EF4-FFF2-40B4-BE49-F238E27FC236}">
                <a16:creationId xmlns:a16="http://schemas.microsoft.com/office/drawing/2014/main" id="{B3799790-DFAF-443E-BF2E-A698A1CD796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8125" y="5588000"/>
            <a:ext cx="8934450"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a:extLst>
              <a:ext uri="{FF2B5EF4-FFF2-40B4-BE49-F238E27FC236}">
                <a16:creationId xmlns:a16="http://schemas.microsoft.com/office/drawing/2014/main" id="{CD4D727B-E871-41F9-896A-58DEB2E4BC98}"/>
              </a:ext>
            </a:extLst>
          </p:cNvPr>
          <p:cNvSpPr>
            <a:spLocks noRot="1" noChangeAspect="1" noMove="1" noResize="1" noEditPoints="1" noAdjustHandles="1" noChangeArrowheads="1" noChangeShapeType="1" noTextEdit="1"/>
          </p:cNvSpPr>
          <p:nvPr/>
        </p:nvSpPr>
        <p:spPr>
          <a:xfrm>
            <a:off x="601095" y="1907582"/>
            <a:ext cx="8208910" cy="3456970"/>
          </a:xfrm>
          <a:prstGeom prst="rect">
            <a:avLst/>
          </a:prstGeom>
          <a:blipFill>
            <a:blip r:embed="rId5"/>
            <a:stretch>
              <a:fillRect l="-1189" t="-176" r="-1114" b="-2293"/>
            </a:stretch>
          </a:blipFill>
        </p:spPr>
        <p:txBody>
          <a:bodyPr/>
          <a:lstStyle/>
          <a:p>
            <a:pPr>
              <a:defRPr/>
            </a:pPr>
            <a:r>
              <a:rPr lang="zh-CN" altLang="en-US">
                <a:noFill/>
              </a:rPr>
              <a:t> </a:t>
            </a:r>
          </a:p>
        </p:txBody>
      </p:sp>
    </p:spTree>
  </p:cSld>
  <p:clrMapOvr>
    <a:masterClrMapping/>
  </p:clrMapOvr>
  <p:transition spd="med">
    <p:wipe dir="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日期占位符 3">
            <a:extLst>
              <a:ext uri="{FF2B5EF4-FFF2-40B4-BE49-F238E27FC236}">
                <a16:creationId xmlns:a16="http://schemas.microsoft.com/office/drawing/2014/main" id="{F03488BA-86B6-4568-A9BE-0493351BAC50}"/>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3"/>
              </a:buBlip>
              <a:defRPr sz="2400">
                <a:solidFill>
                  <a:schemeClr val="tx1"/>
                </a:solidFill>
                <a:latin typeface="楷体_GB2312"/>
                <a:ea typeface="楷体_GB2312"/>
                <a:cs typeface="楷体_GB2312"/>
              </a:defRPr>
            </a:lvl1pPr>
            <a:lvl2pPr marL="742950" indent="-285750">
              <a:spcBef>
                <a:spcPct val="20000"/>
              </a:spcBef>
              <a:buBlip>
                <a:blip r:embed="rId3"/>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C9F1AE7B-DD7E-4A1B-8BA1-C47B461584FB}"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66563" name="Text Box 2">
            <a:extLst>
              <a:ext uri="{FF2B5EF4-FFF2-40B4-BE49-F238E27FC236}">
                <a16:creationId xmlns:a16="http://schemas.microsoft.com/office/drawing/2014/main" id="{3D573C6D-A027-47EF-B571-648E8D3BCBF9}"/>
              </a:ext>
            </a:extLst>
          </p:cNvPr>
          <p:cNvSpPr txBox="1">
            <a:spLocks noChangeArrowheads="1"/>
          </p:cNvSpPr>
          <p:nvPr/>
        </p:nvSpPr>
        <p:spPr bwMode="auto">
          <a:xfrm>
            <a:off x="1403350" y="692150"/>
            <a:ext cx="6119813"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3"/>
              </a:buBlip>
              <a:defRPr sz="2400">
                <a:solidFill>
                  <a:schemeClr val="tx1"/>
                </a:solidFill>
                <a:latin typeface="楷体_GB2312"/>
                <a:ea typeface="楷体_GB2312"/>
                <a:cs typeface="楷体_GB2312"/>
              </a:defRPr>
            </a:lvl1pPr>
            <a:lvl2pPr marL="742950" indent="-285750">
              <a:spcBef>
                <a:spcPct val="20000"/>
              </a:spcBef>
              <a:buBlip>
                <a:blip r:embed="rId3"/>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宋体" panose="02010600030101010101" pitchFamily="2" charset="-122"/>
                <a:ea typeface="宋体" panose="02010600030101010101" pitchFamily="2" charset="-122"/>
              </a:rPr>
              <a:t> </a:t>
            </a:r>
            <a:r>
              <a:rPr lang="zh-CN" altLang="en-US" sz="5400" b="1">
                <a:solidFill>
                  <a:schemeClr val="bg1"/>
                </a:solidFill>
                <a:latin typeface="宋体" panose="02010600030101010101" pitchFamily="2" charset="-122"/>
                <a:ea typeface="宋体" panose="02010600030101010101" pitchFamily="2" charset="-122"/>
              </a:rPr>
              <a:t>例 题</a:t>
            </a:r>
          </a:p>
        </p:txBody>
      </p:sp>
      <p:pic>
        <p:nvPicPr>
          <p:cNvPr id="66564" name="Picture 6">
            <a:extLst>
              <a:ext uri="{FF2B5EF4-FFF2-40B4-BE49-F238E27FC236}">
                <a16:creationId xmlns:a16="http://schemas.microsoft.com/office/drawing/2014/main" id="{328FD379-E81C-4391-AFA5-7243A80DC49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75588" y="476250"/>
            <a:ext cx="1233487" cy="129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文本框 8">
            <a:extLst>
              <a:ext uri="{FF2B5EF4-FFF2-40B4-BE49-F238E27FC236}">
                <a16:creationId xmlns:a16="http://schemas.microsoft.com/office/drawing/2014/main" id="{5243BE24-22D7-4F54-83ED-4401B6E61484}"/>
              </a:ext>
            </a:extLst>
          </p:cNvPr>
          <p:cNvSpPr txBox="1">
            <a:spLocks noRot="1" noChangeAspect="1" noMove="1" noResize="1" noEditPoints="1" noAdjustHandles="1" noChangeArrowheads="1" noChangeShapeType="1" noTextEdit="1"/>
          </p:cNvSpPr>
          <p:nvPr/>
        </p:nvSpPr>
        <p:spPr>
          <a:xfrm>
            <a:off x="251520" y="2132856"/>
            <a:ext cx="8742684" cy="3529492"/>
          </a:xfrm>
          <a:prstGeom prst="rect">
            <a:avLst/>
          </a:prstGeom>
          <a:blipFill>
            <a:blip r:embed="rId5"/>
            <a:stretch>
              <a:fillRect l="-1395" t="-2245" r="-837" b="-4145"/>
            </a:stretch>
          </a:blipFill>
        </p:spPr>
        <p:txBody>
          <a:bodyPr/>
          <a:lstStyle/>
          <a:p>
            <a:pPr>
              <a:defRPr/>
            </a:pPr>
            <a:r>
              <a:rPr lang="zh-CN" altLang="en-US">
                <a:noFill/>
              </a:rPr>
              <a:t> </a:t>
            </a:r>
          </a:p>
        </p:txBody>
      </p:sp>
    </p:spTree>
  </p:cSld>
  <p:clrMapOvr>
    <a:masterClrMapping/>
  </p:clrMapOvr>
  <p:transition spd="med">
    <p:wipe dir="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日期占位符 3">
            <a:extLst>
              <a:ext uri="{FF2B5EF4-FFF2-40B4-BE49-F238E27FC236}">
                <a16:creationId xmlns:a16="http://schemas.microsoft.com/office/drawing/2014/main" id="{A5FDDBED-BF1A-4655-B5DD-738332DA05B2}"/>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C0A9D5F5-FA02-47BC-829A-EF4749A38AED}"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68611" name="Text Box 2">
            <a:extLst>
              <a:ext uri="{FF2B5EF4-FFF2-40B4-BE49-F238E27FC236}">
                <a16:creationId xmlns:a16="http://schemas.microsoft.com/office/drawing/2014/main" id="{E20BBA4C-8458-4FCA-A083-24108E448924}"/>
              </a:ext>
            </a:extLst>
          </p:cNvPr>
          <p:cNvSpPr txBox="1">
            <a:spLocks noChangeArrowheads="1"/>
          </p:cNvSpPr>
          <p:nvPr/>
        </p:nvSpPr>
        <p:spPr bwMode="auto">
          <a:xfrm>
            <a:off x="1404938" y="569913"/>
            <a:ext cx="611981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宋体" panose="02010600030101010101" pitchFamily="2" charset="-122"/>
                <a:ea typeface="宋体" panose="02010600030101010101" pitchFamily="2" charset="-122"/>
              </a:rPr>
              <a:t> </a:t>
            </a:r>
            <a:r>
              <a:rPr lang="zh-CN" altLang="en-US" sz="5400" b="1">
                <a:solidFill>
                  <a:schemeClr val="bg1"/>
                </a:solidFill>
                <a:latin typeface="宋体" panose="02010600030101010101" pitchFamily="2" charset="-122"/>
                <a:ea typeface="宋体" panose="02010600030101010101" pitchFamily="2" charset="-122"/>
              </a:rPr>
              <a:t>例 题</a:t>
            </a:r>
          </a:p>
        </p:txBody>
      </p:sp>
      <p:pic>
        <p:nvPicPr>
          <p:cNvPr id="68612" name="Picture 6">
            <a:extLst>
              <a:ext uri="{FF2B5EF4-FFF2-40B4-BE49-F238E27FC236}">
                <a16:creationId xmlns:a16="http://schemas.microsoft.com/office/drawing/2014/main" id="{C88289F9-AF18-4967-8B6A-CEC265A533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613" name="Picture 6" descr="QQ截图20151103101820">
            <a:extLst>
              <a:ext uri="{FF2B5EF4-FFF2-40B4-BE49-F238E27FC236}">
                <a16:creationId xmlns:a16="http://schemas.microsoft.com/office/drawing/2014/main" id="{E4809FF6-0AB8-41A8-BA9E-1A347C93AF4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0113" y="1700213"/>
            <a:ext cx="7632700" cy="462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日期占位符 3">
            <a:extLst>
              <a:ext uri="{FF2B5EF4-FFF2-40B4-BE49-F238E27FC236}">
                <a16:creationId xmlns:a16="http://schemas.microsoft.com/office/drawing/2014/main" id="{605C5409-3753-4E37-BB52-18F1353D760E}"/>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01B12225-9C74-4128-B902-7B39988E120D}"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69635" name="Text Box 2">
            <a:extLst>
              <a:ext uri="{FF2B5EF4-FFF2-40B4-BE49-F238E27FC236}">
                <a16:creationId xmlns:a16="http://schemas.microsoft.com/office/drawing/2014/main" id="{9DAD2D18-42C4-4D54-BFA0-5C6B32E76D3D}"/>
              </a:ext>
            </a:extLst>
          </p:cNvPr>
          <p:cNvSpPr txBox="1">
            <a:spLocks noChangeArrowheads="1"/>
          </p:cNvSpPr>
          <p:nvPr/>
        </p:nvSpPr>
        <p:spPr bwMode="auto">
          <a:xfrm>
            <a:off x="1403350" y="692150"/>
            <a:ext cx="6119813"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宋体" panose="02010600030101010101" pitchFamily="2" charset="-122"/>
                <a:ea typeface="宋体" panose="02010600030101010101" pitchFamily="2" charset="-122"/>
              </a:rPr>
              <a:t> </a:t>
            </a:r>
            <a:r>
              <a:rPr lang="zh-CN" altLang="en-US" sz="5400" b="1">
                <a:solidFill>
                  <a:schemeClr val="bg1"/>
                </a:solidFill>
                <a:latin typeface="宋体" panose="02010600030101010101" pitchFamily="2" charset="-122"/>
                <a:ea typeface="宋体" panose="02010600030101010101" pitchFamily="2" charset="-122"/>
              </a:rPr>
              <a:t>例 题</a:t>
            </a:r>
          </a:p>
        </p:txBody>
      </p:sp>
      <p:pic>
        <p:nvPicPr>
          <p:cNvPr id="69636" name="Picture 6">
            <a:extLst>
              <a:ext uri="{FF2B5EF4-FFF2-40B4-BE49-F238E27FC236}">
                <a16:creationId xmlns:a16="http://schemas.microsoft.com/office/drawing/2014/main" id="{2B3B35F1-AC3D-4D4A-90B3-19B76A7F61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75588" y="476250"/>
            <a:ext cx="1233487" cy="129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0601F23C-B1D2-4154-A743-58742808C44F}"/>
              </a:ext>
            </a:extLst>
          </p:cNvPr>
          <p:cNvSpPr>
            <a:spLocks noRot="1" noChangeAspect="1" noMove="1" noResize="1" noEditPoints="1" noAdjustHandles="1" noChangeArrowheads="1" noChangeShapeType="1" noTextEdit="1"/>
          </p:cNvSpPr>
          <p:nvPr/>
        </p:nvSpPr>
        <p:spPr>
          <a:xfrm>
            <a:off x="106095" y="1772273"/>
            <a:ext cx="8931805" cy="2662141"/>
          </a:xfrm>
          <a:prstGeom prst="rect">
            <a:avLst/>
          </a:prstGeom>
          <a:blipFill>
            <a:blip r:embed="rId4"/>
            <a:stretch>
              <a:fillRect l="-682" r="-682" b="-2523"/>
            </a:stretch>
          </a:blipFill>
        </p:spPr>
        <p:txBody>
          <a:bodyPr/>
          <a:lstStyle/>
          <a:p>
            <a:pPr>
              <a:defRPr/>
            </a:pPr>
            <a:r>
              <a:rPr lang="zh-CN" altLang="en-US">
                <a:noFill/>
              </a:rPr>
              <a:t> </a:t>
            </a:r>
          </a:p>
        </p:txBody>
      </p:sp>
      <p:pic>
        <p:nvPicPr>
          <p:cNvPr id="69638" name="图片 5">
            <a:extLst>
              <a:ext uri="{FF2B5EF4-FFF2-40B4-BE49-F238E27FC236}">
                <a16:creationId xmlns:a16="http://schemas.microsoft.com/office/drawing/2014/main" id="{BE603B9A-E89B-4150-A69D-29F4D9B7DF5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8588" y="4433888"/>
            <a:ext cx="8926512" cy="1884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日期占位符 3">
            <a:extLst>
              <a:ext uri="{FF2B5EF4-FFF2-40B4-BE49-F238E27FC236}">
                <a16:creationId xmlns:a16="http://schemas.microsoft.com/office/drawing/2014/main" id="{33B77D76-3B55-4B4F-87D0-1859B69EB7C8}"/>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913015C4-A49E-4AB7-822A-A00DB4CA9BBD}"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70659" name="Text Box 2">
            <a:extLst>
              <a:ext uri="{FF2B5EF4-FFF2-40B4-BE49-F238E27FC236}">
                <a16:creationId xmlns:a16="http://schemas.microsoft.com/office/drawing/2014/main" id="{7B4FE53D-0A3F-4BD0-B90E-62380E0FB207}"/>
              </a:ext>
            </a:extLst>
          </p:cNvPr>
          <p:cNvSpPr txBox="1">
            <a:spLocks noChangeArrowheads="1"/>
          </p:cNvSpPr>
          <p:nvPr/>
        </p:nvSpPr>
        <p:spPr bwMode="auto">
          <a:xfrm>
            <a:off x="1403350" y="692150"/>
            <a:ext cx="6119813"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宋体" panose="02010600030101010101" pitchFamily="2" charset="-122"/>
                <a:ea typeface="宋体" panose="02010600030101010101" pitchFamily="2" charset="-122"/>
              </a:rPr>
              <a:t> </a:t>
            </a:r>
            <a:r>
              <a:rPr lang="zh-CN" altLang="en-US" sz="5400" b="1">
                <a:solidFill>
                  <a:schemeClr val="bg1"/>
                </a:solidFill>
                <a:latin typeface="宋体" panose="02010600030101010101" pitchFamily="2" charset="-122"/>
                <a:ea typeface="宋体" panose="02010600030101010101" pitchFamily="2" charset="-122"/>
              </a:rPr>
              <a:t>例 题</a:t>
            </a:r>
          </a:p>
        </p:txBody>
      </p:sp>
      <p:pic>
        <p:nvPicPr>
          <p:cNvPr id="70660" name="Picture 6">
            <a:extLst>
              <a:ext uri="{FF2B5EF4-FFF2-40B4-BE49-F238E27FC236}">
                <a16:creationId xmlns:a16="http://schemas.microsoft.com/office/drawing/2014/main" id="{A9DD83AC-9C76-4B61-9D09-9D8981C92A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75588" y="476250"/>
            <a:ext cx="1233487" cy="129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F1580299-B1FB-4010-9C57-FC34913CA6DE}"/>
              </a:ext>
            </a:extLst>
          </p:cNvPr>
          <p:cNvSpPr>
            <a:spLocks noRot="1" noChangeAspect="1" noMove="1" noResize="1" noEditPoints="1" noAdjustHandles="1" noChangeArrowheads="1" noChangeShapeType="1" noTextEdit="1"/>
          </p:cNvSpPr>
          <p:nvPr/>
        </p:nvSpPr>
        <p:spPr>
          <a:xfrm>
            <a:off x="395535" y="1988840"/>
            <a:ext cx="8713537" cy="4207175"/>
          </a:xfrm>
          <a:prstGeom prst="rect">
            <a:avLst/>
          </a:prstGeom>
          <a:blipFill>
            <a:blip r:embed="rId4"/>
            <a:stretch>
              <a:fillRect l="-1120" t="-580" b="-1739"/>
            </a:stretch>
          </a:blipFill>
        </p:spPr>
        <p:txBody>
          <a:bodyPr/>
          <a:lstStyle/>
          <a:p>
            <a:pPr>
              <a:defRPr/>
            </a:pPr>
            <a:r>
              <a:rPr lang="zh-CN" altLang="en-US">
                <a:noFill/>
              </a:rPr>
              <a:t> </a:t>
            </a:r>
          </a:p>
        </p:txBody>
      </p:sp>
    </p:spTree>
  </p:cSld>
  <p:clrMapOvr>
    <a:masterClrMapping/>
  </p:clrMapOvr>
  <p:transition spd="med">
    <p:wipe dir="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日期占位符 3">
            <a:extLst>
              <a:ext uri="{FF2B5EF4-FFF2-40B4-BE49-F238E27FC236}">
                <a16:creationId xmlns:a16="http://schemas.microsoft.com/office/drawing/2014/main" id="{53725307-8955-4814-A7FB-11925FC37E6A}"/>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769BD7E6-5C33-449A-B6F9-EE02B19444F0}"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71683" name="Text Box 2">
            <a:extLst>
              <a:ext uri="{FF2B5EF4-FFF2-40B4-BE49-F238E27FC236}">
                <a16:creationId xmlns:a16="http://schemas.microsoft.com/office/drawing/2014/main" id="{84C27E1A-5A84-4FC3-A7C4-D6E249A46AB3}"/>
              </a:ext>
            </a:extLst>
          </p:cNvPr>
          <p:cNvSpPr txBox="1">
            <a:spLocks noChangeArrowheads="1"/>
          </p:cNvSpPr>
          <p:nvPr/>
        </p:nvSpPr>
        <p:spPr bwMode="auto">
          <a:xfrm>
            <a:off x="1404938" y="569913"/>
            <a:ext cx="611981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宋体" panose="02010600030101010101" pitchFamily="2" charset="-122"/>
                <a:ea typeface="宋体" panose="02010600030101010101" pitchFamily="2" charset="-122"/>
              </a:rPr>
              <a:t> </a:t>
            </a:r>
            <a:r>
              <a:rPr lang="zh-CN" altLang="en-US" sz="5400" b="1">
                <a:solidFill>
                  <a:schemeClr val="bg1"/>
                </a:solidFill>
                <a:latin typeface="宋体" panose="02010600030101010101" pitchFamily="2" charset="-122"/>
                <a:ea typeface="宋体" panose="02010600030101010101" pitchFamily="2" charset="-122"/>
              </a:rPr>
              <a:t>例 题</a:t>
            </a:r>
          </a:p>
        </p:txBody>
      </p:sp>
      <p:pic>
        <p:nvPicPr>
          <p:cNvPr id="71684" name="Picture 6">
            <a:extLst>
              <a:ext uri="{FF2B5EF4-FFF2-40B4-BE49-F238E27FC236}">
                <a16:creationId xmlns:a16="http://schemas.microsoft.com/office/drawing/2014/main" id="{9CAF7053-1E5C-49D0-B466-8C7C0E8E30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685" name="Picture 6" descr="QQ截图20151103101820">
            <a:extLst>
              <a:ext uri="{FF2B5EF4-FFF2-40B4-BE49-F238E27FC236}">
                <a16:creationId xmlns:a16="http://schemas.microsoft.com/office/drawing/2014/main" id="{69098B1B-B4F3-49F6-97DD-1FE13649468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0113" y="1700213"/>
            <a:ext cx="7632700" cy="462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日期占位符 3">
            <a:extLst>
              <a:ext uri="{FF2B5EF4-FFF2-40B4-BE49-F238E27FC236}">
                <a16:creationId xmlns:a16="http://schemas.microsoft.com/office/drawing/2014/main" id="{D6503119-2CA3-4FA9-A1C5-7C69D365498C}"/>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1985575E-4CC1-4E1C-B024-429DF8EE6AED}"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72707" name="Text Box 2">
            <a:extLst>
              <a:ext uri="{FF2B5EF4-FFF2-40B4-BE49-F238E27FC236}">
                <a16:creationId xmlns:a16="http://schemas.microsoft.com/office/drawing/2014/main" id="{C13CB62A-FEC5-4050-A3A6-BE3F6BD39EED}"/>
              </a:ext>
            </a:extLst>
          </p:cNvPr>
          <p:cNvSpPr txBox="1">
            <a:spLocks noChangeArrowheads="1"/>
          </p:cNvSpPr>
          <p:nvPr/>
        </p:nvSpPr>
        <p:spPr bwMode="auto">
          <a:xfrm>
            <a:off x="1404938" y="569913"/>
            <a:ext cx="611981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宋体" panose="02010600030101010101" pitchFamily="2" charset="-122"/>
                <a:ea typeface="宋体" panose="02010600030101010101" pitchFamily="2" charset="-122"/>
              </a:rPr>
              <a:t> </a:t>
            </a:r>
            <a:r>
              <a:rPr lang="zh-CN" altLang="en-US" sz="5400" b="1">
                <a:solidFill>
                  <a:schemeClr val="bg1"/>
                </a:solidFill>
                <a:latin typeface="宋体" panose="02010600030101010101" pitchFamily="2" charset="-122"/>
                <a:ea typeface="宋体" panose="02010600030101010101" pitchFamily="2" charset="-122"/>
              </a:rPr>
              <a:t>例 题</a:t>
            </a:r>
          </a:p>
        </p:txBody>
      </p:sp>
      <p:pic>
        <p:nvPicPr>
          <p:cNvPr id="72708" name="Picture 6">
            <a:extLst>
              <a:ext uri="{FF2B5EF4-FFF2-40B4-BE49-F238E27FC236}">
                <a16:creationId xmlns:a16="http://schemas.microsoft.com/office/drawing/2014/main" id="{660CDD05-6C49-462A-B119-393B7B0C24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a:extLst>
              <a:ext uri="{FF2B5EF4-FFF2-40B4-BE49-F238E27FC236}">
                <a16:creationId xmlns:a16="http://schemas.microsoft.com/office/drawing/2014/main" id="{E1CB5397-32B0-4563-91AB-1B68FA585CD6}"/>
              </a:ext>
            </a:extLst>
          </p:cNvPr>
          <p:cNvSpPr>
            <a:spLocks noRot="1" noChangeAspect="1" noMove="1" noResize="1" noEditPoints="1" noAdjustHandles="1" noChangeArrowheads="1" noChangeShapeType="1" noTextEdit="1"/>
          </p:cNvSpPr>
          <p:nvPr/>
        </p:nvSpPr>
        <p:spPr>
          <a:xfrm>
            <a:off x="179510" y="1673699"/>
            <a:ext cx="8784976" cy="4524315"/>
          </a:xfrm>
          <a:prstGeom prst="rect">
            <a:avLst/>
          </a:prstGeom>
          <a:blipFill>
            <a:blip r:embed="rId4"/>
            <a:stretch>
              <a:fillRect l="-1040"/>
            </a:stretch>
          </a:blipFill>
        </p:spPr>
        <p:txBody>
          <a:bodyPr/>
          <a:lstStyle/>
          <a:p>
            <a:pPr>
              <a:defRPr/>
            </a:pPr>
            <a:r>
              <a:rPr lang="zh-CN" altLang="en-US">
                <a:noFill/>
              </a:rPr>
              <a:t> </a:t>
            </a:r>
          </a:p>
        </p:txBody>
      </p:sp>
    </p:spTree>
  </p:cSld>
  <p:clrMapOvr>
    <a:masterClrMapping/>
  </p:clrMapOvr>
  <p:transition spd="med">
    <p:wipe dir="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日期占位符 3">
            <a:extLst>
              <a:ext uri="{FF2B5EF4-FFF2-40B4-BE49-F238E27FC236}">
                <a16:creationId xmlns:a16="http://schemas.microsoft.com/office/drawing/2014/main" id="{5C8D1173-CBFE-4539-AC65-2B3D18967A7A}"/>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9CBD3ECB-D0B9-4323-8B8C-8BA813767639}"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73731" name="Text Box 2">
            <a:extLst>
              <a:ext uri="{FF2B5EF4-FFF2-40B4-BE49-F238E27FC236}">
                <a16:creationId xmlns:a16="http://schemas.microsoft.com/office/drawing/2014/main" id="{7454944C-7369-4F58-834B-C13E7BDC77D8}"/>
              </a:ext>
            </a:extLst>
          </p:cNvPr>
          <p:cNvSpPr txBox="1">
            <a:spLocks noChangeArrowheads="1"/>
          </p:cNvSpPr>
          <p:nvPr/>
        </p:nvSpPr>
        <p:spPr bwMode="auto">
          <a:xfrm>
            <a:off x="1404938" y="569913"/>
            <a:ext cx="611981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宋体" panose="02010600030101010101" pitchFamily="2" charset="-122"/>
                <a:ea typeface="宋体" panose="02010600030101010101" pitchFamily="2" charset="-122"/>
              </a:rPr>
              <a:t> </a:t>
            </a:r>
            <a:r>
              <a:rPr lang="zh-CN" altLang="en-US" sz="5400" b="1">
                <a:solidFill>
                  <a:schemeClr val="bg1"/>
                </a:solidFill>
                <a:latin typeface="宋体" panose="02010600030101010101" pitchFamily="2" charset="-122"/>
                <a:ea typeface="宋体" panose="02010600030101010101" pitchFamily="2" charset="-122"/>
              </a:rPr>
              <a:t>例 题</a:t>
            </a:r>
          </a:p>
        </p:txBody>
      </p:sp>
      <p:pic>
        <p:nvPicPr>
          <p:cNvPr id="73732" name="Picture 6">
            <a:extLst>
              <a:ext uri="{FF2B5EF4-FFF2-40B4-BE49-F238E27FC236}">
                <a16:creationId xmlns:a16="http://schemas.microsoft.com/office/drawing/2014/main" id="{F412BE4F-A8E9-47C0-BA76-61F968BD22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a:extLst>
              <a:ext uri="{FF2B5EF4-FFF2-40B4-BE49-F238E27FC236}">
                <a16:creationId xmlns:a16="http://schemas.microsoft.com/office/drawing/2014/main" id="{1B73A5FE-A26F-41E2-999D-2652110DE0BB}"/>
              </a:ext>
            </a:extLst>
          </p:cNvPr>
          <p:cNvSpPr>
            <a:spLocks noRot="1" noChangeAspect="1" noMove="1" noResize="1" noEditPoints="1" noAdjustHandles="1" noChangeArrowheads="1" noChangeShapeType="1" noTextEdit="1"/>
          </p:cNvSpPr>
          <p:nvPr/>
        </p:nvSpPr>
        <p:spPr>
          <a:xfrm>
            <a:off x="395536" y="1672237"/>
            <a:ext cx="8496944" cy="2246769"/>
          </a:xfrm>
          <a:prstGeom prst="rect">
            <a:avLst/>
          </a:prstGeom>
          <a:blipFill>
            <a:blip r:embed="rId4"/>
            <a:stretch>
              <a:fillRect l="-789" t="-2168" r="-717" b="-1897"/>
            </a:stretch>
          </a:blipFill>
        </p:spPr>
        <p:txBody>
          <a:bodyPr/>
          <a:lstStyle/>
          <a:p>
            <a:pPr>
              <a:defRPr/>
            </a:pPr>
            <a:r>
              <a:rPr lang="zh-CN" altLang="en-US">
                <a:noFill/>
              </a:rPr>
              <a:t> </a:t>
            </a:r>
          </a:p>
        </p:txBody>
      </p:sp>
      <p:pic>
        <p:nvPicPr>
          <p:cNvPr id="73734" name="图片 3">
            <a:extLst>
              <a:ext uri="{FF2B5EF4-FFF2-40B4-BE49-F238E27FC236}">
                <a16:creationId xmlns:a16="http://schemas.microsoft.com/office/drawing/2014/main" id="{096FEB68-93BB-4BE5-8DC8-7A3288FAADE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3700" y="3946525"/>
            <a:ext cx="8499475" cy="238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日期占位符 3">
            <a:extLst>
              <a:ext uri="{FF2B5EF4-FFF2-40B4-BE49-F238E27FC236}">
                <a16:creationId xmlns:a16="http://schemas.microsoft.com/office/drawing/2014/main" id="{C6C05E08-5280-4157-8493-0A01068A20BB}"/>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B85CBF31-1965-4A7E-82F1-979EDF0A1050}"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74755" name="Text Box 2">
            <a:extLst>
              <a:ext uri="{FF2B5EF4-FFF2-40B4-BE49-F238E27FC236}">
                <a16:creationId xmlns:a16="http://schemas.microsoft.com/office/drawing/2014/main" id="{CC90C0E8-9D0B-45F1-BDB8-A95D295F58C9}"/>
              </a:ext>
            </a:extLst>
          </p:cNvPr>
          <p:cNvSpPr txBox="1">
            <a:spLocks noChangeArrowheads="1"/>
          </p:cNvSpPr>
          <p:nvPr/>
        </p:nvSpPr>
        <p:spPr bwMode="auto">
          <a:xfrm>
            <a:off x="1404938" y="569913"/>
            <a:ext cx="611981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宋体" panose="02010600030101010101" pitchFamily="2" charset="-122"/>
                <a:ea typeface="宋体" panose="02010600030101010101" pitchFamily="2" charset="-122"/>
              </a:rPr>
              <a:t> </a:t>
            </a:r>
            <a:r>
              <a:rPr lang="zh-CN" altLang="en-US" sz="5400" b="1">
                <a:solidFill>
                  <a:schemeClr val="bg1"/>
                </a:solidFill>
                <a:latin typeface="宋体" panose="02010600030101010101" pitchFamily="2" charset="-122"/>
                <a:ea typeface="宋体" panose="02010600030101010101" pitchFamily="2" charset="-122"/>
              </a:rPr>
              <a:t>例 题</a:t>
            </a:r>
          </a:p>
        </p:txBody>
      </p:sp>
      <p:pic>
        <p:nvPicPr>
          <p:cNvPr id="74756" name="Picture 6">
            <a:extLst>
              <a:ext uri="{FF2B5EF4-FFF2-40B4-BE49-F238E27FC236}">
                <a16:creationId xmlns:a16="http://schemas.microsoft.com/office/drawing/2014/main" id="{9181E127-EB93-4D6B-B936-D2FB25F04E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a:extLst>
              <a:ext uri="{FF2B5EF4-FFF2-40B4-BE49-F238E27FC236}">
                <a16:creationId xmlns:a16="http://schemas.microsoft.com/office/drawing/2014/main" id="{79803E01-7F37-4D1F-B86E-6C02C8523E2D}"/>
              </a:ext>
            </a:extLst>
          </p:cNvPr>
          <p:cNvSpPr>
            <a:spLocks noRot="1" noChangeAspect="1" noMove="1" noResize="1" noEditPoints="1" noAdjustHandles="1" noChangeArrowheads="1" noChangeShapeType="1" noTextEdit="1"/>
          </p:cNvSpPr>
          <p:nvPr/>
        </p:nvSpPr>
        <p:spPr>
          <a:xfrm>
            <a:off x="215516" y="1624705"/>
            <a:ext cx="8712968" cy="2308324"/>
          </a:xfrm>
          <a:prstGeom prst="rect">
            <a:avLst/>
          </a:prstGeom>
          <a:blipFill>
            <a:blip r:embed="rId4"/>
            <a:stretch>
              <a:fillRect l="-1049" t="-3175" r="-1049" b="-2910"/>
            </a:stretch>
          </a:blipFill>
        </p:spPr>
        <p:txBody>
          <a:bodyPr/>
          <a:lstStyle/>
          <a:p>
            <a:pPr>
              <a:defRPr/>
            </a:pPr>
            <a:r>
              <a:rPr lang="zh-CN" altLang="en-US">
                <a:noFill/>
              </a:rPr>
              <a:t> </a:t>
            </a:r>
          </a:p>
        </p:txBody>
      </p:sp>
      <p:pic>
        <p:nvPicPr>
          <p:cNvPr id="74758" name="图片 6">
            <a:extLst>
              <a:ext uri="{FF2B5EF4-FFF2-40B4-BE49-F238E27FC236}">
                <a16:creationId xmlns:a16="http://schemas.microsoft.com/office/drawing/2014/main" id="{6310A2A1-FA11-4BED-8178-BED70D23260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93763" y="3946525"/>
            <a:ext cx="7356475" cy="2368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日期占位符 3">
            <a:extLst>
              <a:ext uri="{FF2B5EF4-FFF2-40B4-BE49-F238E27FC236}">
                <a16:creationId xmlns:a16="http://schemas.microsoft.com/office/drawing/2014/main" id="{1C022FB2-CEC8-42BF-88E9-43848A8DB91B}"/>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9B8B916C-AA59-49D6-A691-6DF7C1F8FE16}"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75779" name="Text Box 2">
            <a:extLst>
              <a:ext uri="{FF2B5EF4-FFF2-40B4-BE49-F238E27FC236}">
                <a16:creationId xmlns:a16="http://schemas.microsoft.com/office/drawing/2014/main" id="{2EAFD4D1-4BC2-4488-B21E-FDA20425E9A9}"/>
              </a:ext>
            </a:extLst>
          </p:cNvPr>
          <p:cNvSpPr txBox="1">
            <a:spLocks noChangeArrowheads="1"/>
          </p:cNvSpPr>
          <p:nvPr/>
        </p:nvSpPr>
        <p:spPr bwMode="auto">
          <a:xfrm>
            <a:off x="1676400" y="1524000"/>
            <a:ext cx="6335713"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50000"/>
              </a:spcBef>
              <a:buClr>
                <a:schemeClr val="bg1"/>
              </a:buClr>
              <a:buFontTx/>
              <a:buNone/>
            </a:pPr>
            <a:r>
              <a:rPr lang="zh-CN" altLang="en-US" sz="5400">
                <a:solidFill>
                  <a:schemeClr val="bg1"/>
                </a:solidFill>
                <a:latin typeface="宋体" panose="02010600030101010101" pitchFamily="2" charset="-122"/>
                <a:ea typeface="宋体" panose="02010600030101010101" pitchFamily="2" charset="-122"/>
              </a:rPr>
              <a:t>本节内容到此结束</a:t>
            </a:r>
            <a:endParaRPr lang="en-US" altLang="zh-CN" sz="5400">
              <a:solidFill>
                <a:schemeClr val="bg1"/>
              </a:solidFill>
              <a:latin typeface="宋体" panose="02010600030101010101" pitchFamily="2" charset="-122"/>
              <a:ea typeface="宋体" panose="02010600030101010101" pitchFamily="2" charset="-122"/>
            </a:endParaRPr>
          </a:p>
        </p:txBody>
      </p:sp>
      <p:sp>
        <p:nvSpPr>
          <p:cNvPr id="75780" name="WordArt 6">
            <a:extLst>
              <a:ext uri="{FF2B5EF4-FFF2-40B4-BE49-F238E27FC236}">
                <a16:creationId xmlns:a16="http://schemas.microsoft.com/office/drawing/2014/main" id="{1032D63B-D027-4929-B28F-A0BFEB938CDC}"/>
              </a:ext>
            </a:extLst>
          </p:cNvPr>
          <p:cNvSpPr>
            <a:spLocks noChangeArrowheads="1" noChangeShapeType="1" noTextEdit="1"/>
          </p:cNvSpPr>
          <p:nvPr/>
        </p:nvSpPr>
        <p:spPr bwMode="auto">
          <a:xfrm>
            <a:off x="2590800" y="3048000"/>
            <a:ext cx="4419600" cy="2514600"/>
          </a:xfrm>
          <a:prstGeom prst="rect">
            <a:avLst/>
          </a:prstGeom>
        </p:spPr>
        <p:txBody>
          <a:bodyPr wrap="none" fromWordArt="1">
            <a:prstTxWarp prst="textCascadeUp">
              <a:avLst>
                <a:gd name="adj" fmla="val 44444"/>
              </a:avLst>
            </a:prstTxWarp>
            <a:scene3d>
              <a:camera prst="legacyPerspectiveFront">
                <a:rot lat="20519985" lon="1080000" rev="0"/>
              </a:camera>
              <a:lightRig rig="legacyHarsh2" dir="b"/>
            </a:scene3d>
            <a:sp3d extrusionH="430200" prstMaterial="legacyMatte">
              <a:extrusionClr>
                <a:srgbClr val="FF6600"/>
              </a:extrusionClr>
              <a:contourClr>
                <a:srgbClr val="FFE701"/>
              </a:contourClr>
            </a:sp3d>
          </a:bodyPr>
          <a:lstStyle/>
          <a:p>
            <a:r>
              <a:rPr lang="zh-CN" altLang="en-US" sz="3600" kern="10">
                <a:ln w="9525">
                  <a:round/>
                  <a:headEnd/>
                  <a:tailEnd/>
                </a:ln>
                <a:gradFill rotWithShape="1">
                  <a:gsLst>
                    <a:gs pos="0">
                      <a:srgbClr val="FFE701"/>
                    </a:gs>
                    <a:gs pos="100000">
                      <a:srgbClr val="FE3E02"/>
                    </a:gs>
                  </a:gsLst>
                  <a:lin ang="5400000" scaled="1"/>
                </a:gradFill>
                <a:latin typeface="宋体" panose="02010600030101010101" pitchFamily="2" charset="-122"/>
                <a:ea typeface="宋体" panose="02010600030101010101" pitchFamily="2" charset="-122"/>
              </a:rPr>
              <a:t>谢谢大家！</a:t>
            </a:r>
          </a:p>
        </p:txBody>
      </p:sp>
    </p:spTree>
  </p:cSld>
  <p:clrMapOvr>
    <a:masterClrMapping/>
  </p:clrMapOvr>
  <p:transition spd="med">
    <p:wipe dir="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日期占位符 3">
            <a:extLst>
              <a:ext uri="{FF2B5EF4-FFF2-40B4-BE49-F238E27FC236}">
                <a16:creationId xmlns:a16="http://schemas.microsoft.com/office/drawing/2014/main" id="{1505996B-1E74-41B3-B9B3-38C6DD3BC897}"/>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70F76E3F-A146-489B-B841-9CE066A00E07}" type="datetime1">
              <a:rPr lang="zh-CN" altLang="en-US" sz="1400" b="1">
                <a:solidFill>
                  <a:srgbClr val="FF0000"/>
                </a:solidFill>
                <a:latin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ndParaRPr>
          </a:p>
        </p:txBody>
      </p:sp>
      <p:grpSp>
        <p:nvGrpSpPr>
          <p:cNvPr id="76803" name="Group 3">
            <a:extLst>
              <a:ext uri="{FF2B5EF4-FFF2-40B4-BE49-F238E27FC236}">
                <a16:creationId xmlns:a16="http://schemas.microsoft.com/office/drawing/2014/main" id="{98788DDB-478E-4DD7-8240-4886CC1B2A97}"/>
              </a:ext>
            </a:extLst>
          </p:cNvPr>
          <p:cNvGrpSpPr>
            <a:grpSpLocks/>
          </p:cNvGrpSpPr>
          <p:nvPr/>
        </p:nvGrpSpPr>
        <p:grpSpPr bwMode="auto">
          <a:xfrm>
            <a:off x="2411413" y="2349500"/>
            <a:ext cx="4729162" cy="3671888"/>
            <a:chOff x="1516" y="1344"/>
            <a:chExt cx="2979" cy="2313"/>
          </a:xfrm>
        </p:grpSpPr>
        <p:sp>
          <p:nvSpPr>
            <p:cNvPr id="1170441" name="AutoShape 9">
              <a:extLst>
                <a:ext uri="{FF2B5EF4-FFF2-40B4-BE49-F238E27FC236}">
                  <a16:creationId xmlns:a16="http://schemas.microsoft.com/office/drawing/2014/main" id="{04C9CEC2-5A61-4C53-AC91-CD692BEC95FA}"/>
                </a:ext>
              </a:extLst>
            </p:cNvPr>
            <p:cNvSpPr>
              <a:spLocks noChangeArrowheads="1"/>
            </p:cNvSpPr>
            <p:nvPr/>
          </p:nvSpPr>
          <p:spPr bwMode="gray">
            <a:xfrm>
              <a:off x="1757" y="1443"/>
              <a:ext cx="2711" cy="382"/>
            </a:xfrm>
            <a:prstGeom prst="roundRect">
              <a:avLst>
                <a:gd name="adj" fmla="val 16667"/>
              </a:avLst>
            </a:prstGeom>
            <a:gradFill rotWithShape="1">
              <a:gsLst>
                <a:gs pos="0">
                  <a:schemeClr val="hlink"/>
                </a:gs>
                <a:gs pos="50000">
                  <a:schemeClr val="hlink">
                    <a:gamma/>
                    <a:tint val="21176"/>
                    <a:invGamma/>
                  </a:schemeClr>
                </a:gs>
                <a:gs pos="100000">
                  <a:schemeClr val="hlink"/>
                </a:gs>
              </a:gsLst>
              <a:lin ang="5400000" scaled="1"/>
            </a:gradFill>
            <a:ln w="12700" algn="ctr">
              <a:solidFill>
                <a:schemeClr val="bg1"/>
              </a:solidFill>
              <a:round/>
            </a:ln>
            <a:effectLst/>
          </p:spPr>
          <p:txBody>
            <a:bodyPr wrap="none" anchor="ctr"/>
            <a:lstStyle/>
            <a:p>
              <a:pPr eaLnBrk="1" hangingPunct="1">
                <a:defRPr/>
              </a:pPr>
              <a:endParaRPr lang="zh-CN" altLang="en-US"/>
            </a:p>
          </p:txBody>
        </p:sp>
        <p:sp>
          <p:nvSpPr>
            <p:cNvPr id="76806" name="AutoShape 10">
              <a:extLst>
                <a:ext uri="{FF2B5EF4-FFF2-40B4-BE49-F238E27FC236}">
                  <a16:creationId xmlns:a16="http://schemas.microsoft.com/office/drawing/2014/main" id="{928C95F7-E6FA-4630-8EC4-21FEB71A91AE}"/>
                </a:ext>
              </a:extLst>
            </p:cNvPr>
            <p:cNvSpPr>
              <a:spLocks noChangeArrowheads="1"/>
            </p:cNvSpPr>
            <p:nvPr/>
          </p:nvSpPr>
          <p:spPr bwMode="auto">
            <a:xfrm>
              <a:off x="1519" y="1344"/>
              <a:ext cx="428" cy="573"/>
            </a:xfrm>
            <a:prstGeom prst="diamond">
              <a:avLst/>
            </a:prstGeom>
            <a:solidFill>
              <a:schemeClr val="hlink"/>
            </a:solidFill>
            <a:ln w="25400">
              <a:solidFill>
                <a:schemeClr val="bg1"/>
              </a:solidFill>
              <a:miter lim="800000"/>
              <a:headEnd/>
              <a:tailEnd/>
            </a:ln>
          </p:spPr>
          <p:txBody>
            <a:bodyPr wrap="none" anchor="ct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endParaRPr lang="zh-CN" altLang="en-US" sz="3200">
                <a:solidFill>
                  <a:srgbClr val="FF0000"/>
                </a:solidFill>
                <a:latin typeface="黑体" panose="02010609060101010101" pitchFamily="49" charset="-122"/>
              </a:endParaRPr>
            </a:p>
          </p:txBody>
        </p:sp>
        <p:sp>
          <p:nvSpPr>
            <p:cNvPr id="76807" name="Text Box 11">
              <a:extLst>
                <a:ext uri="{FF2B5EF4-FFF2-40B4-BE49-F238E27FC236}">
                  <a16:creationId xmlns:a16="http://schemas.microsoft.com/office/drawing/2014/main" id="{AA9F177C-BFE4-4B3E-95E4-E90F5A543832}"/>
                </a:ext>
              </a:extLst>
            </p:cNvPr>
            <p:cNvSpPr txBox="1">
              <a:spLocks noChangeArrowheads="1"/>
            </p:cNvSpPr>
            <p:nvPr/>
          </p:nvSpPr>
          <p:spPr bwMode="auto">
            <a:xfrm>
              <a:off x="1900" y="1490"/>
              <a:ext cx="242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0"/>
                </a:spcBef>
                <a:buFontTx/>
                <a:buNone/>
              </a:pPr>
              <a:r>
                <a:rPr lang="zh-CN" altLang="en-US" sz="2800" b="1">
                  <a:latin typeface="黑体" panose="02010609060101010101" pitchFamily="49" charset="-122"/>
                  <a:ea typeface="黑体" panose="02010609060101010101" pitchFamily="49" charset="-122"/>
                </a:rPr>
                <a:t>  等价关系与元素分类</a:t>
              </a:r>
            </a:p>
          </p:txBody>
        </p:sp>
        <p:sp>
          <p:nvSpPr>
            <p:cNvPr id="76808" name="Text Box 12">
              <a:extLst>
                <a:ext uri="{FF2B5EF4-FFF2-40B4-BE49-F238E27FC236}">
                  <a16:creationId xmlns:a16="http://schemas.microsoft.com/office/drawing/2014/main" id="{32034BA4-9E35-44F4-8D72-976EC4C6AD64}"/>
                </a:ext>
              </a:extLst>
            </p:cNvPr>
            <p:cNvSpPr txBox="1">
              <a:spLocks noChangeArrowheads="1"/>
            </p:cNvSpPr>
            <p:nvPr/>
          </p:nvSpPr>
          <p:spPr bwMode="auto">
            <a:xfrm>
              <a:off x="1610" y="1465"/>
              <a:ext cx="226"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0"/>
                </a:spcBef>
                <a:buFontTx/>
                <a:buNone/>
              </a:pPr>
              <a:r>
                <a:rPr lang="en-US" altLang="zh-CN" sz="2800" b="1">
                  <a:solidFill>
                    <a:schemeClr val="bg1"/>
                  </a:solidFill>
                  <a:latin typeface="黑体" panose="02010609060101010101" pitchFamily="49" charset="-122"/>
                </a:rPr>
                <a:t>1</a:t>
              </a:r>
            </a:p>
          </p:txBody>
        </p:sp>
        <p:sp>
          <p:nvSpPr>
            <p:cNvPr id="1170446" name="AutoShape 14">
              <a:extLst>
                <a:ext uri="{FF2B5EF4-FFF2-40B4-BE49-F238E27FC236}">
                  <a16:creationId xmlns:a16="http://schemas.microsoft.com/office/drawing/2014/main" id="{188E38EE-A4A4-42CF-9919-164B7290C685}"/>
                </a:ext>
              </a:extLst>
            </p:cNvPr>
            <p:cNvSpPr>
              <a:spLocks noChangeArrowheads="1"/>
            </p:cNvSpPr>
            <p:nvPr/>
          </p:nvSpPr>
          <p:spPr bwMode="gray">
            <a:xfrm>
              <a:off x="1756" y="2620"/>
              <a:ext cx="2736" cy="375"/>
            </a:xfrm>
            <a:prstGeom prst="roundRect">
              <a:avLst>
                <a:gd name="adj" fmla="val 16667"/>
              </a:avLst>
            </a:prstGeom>
            <a:gradFill rotWithShape="1">
              <a:gsLst>
                <a:gs pos="0">
                  <a:schemeClr val="folHlink"/>
                </a:gs>
                <a:gs pos="50000">
                  <a:schemeClr val="folHlink">
                    <a:gamma/>
                    <a:tint val="21176"/>
                    <a:invGamma/>
                  </a:schemeClr>
                </a:gs>
                <a:gs pos="100000">
                  <a:schemeClr val="folHlink"/>
                </a:gs>
              </a:gsLst>
              <a:lin ang="5400000" scaled="1"/>
            </a:gradFill>
            <a:ln w="12700" algn="ctr">
              <a:solidFill>
                <a:schemeClr val="bg1"/>
              </a:solidFill>
              <a:round/>
            </a:ln>
            <a:effectLst/>
          </p:spPr>
          <p:txBody>
            <a:bodyPr wrap="none" anchor="ctr"/>
            <a:lstStyle/>
            <a:p>
              <a:pPr eaLnBrk="1" hangingPunct="1">
                <a:defRPr/>
              </a:pPr>
              <a:endParaRPr lang="zh-CN" altLang="en-US"/>
            </a:p>
          </p:txBody>
        </p:sp>
        <p:sp>
          <p:nvSpPr>
            <p:cNvPr id="76810" name="AutoShape 15">
              <a:extLst>
                <a:ext uri="{FF2B5EF4-FFF2-40B4-BE49-F238E27FC236}">
                  <a16:creationId xmlns:a16="http://schemas.microsoft.com/office/drawing/2014/main" id="{9F65AABA-87CF-4980-A888-0E732AC57A23}"/>
                </a:ext>
              </a:extLst>
            </p:cNvPr>
            <p:cNvSpPr>
              <a:spLocks noChangeArrowheads="1"/>
            </p:cNvSpPr>
            <p:nvPr/>
          </p:nvSpPr>
          <p:spPr bwMode="auto">
            <a:xfrm>
              <a:off x="1516" y="2523"/>
              <a:ext cx="432" cy="560"/>
            </a:xfrm>
            <a:prstGeom prst="diamond">
              <a:avLst/>
            </a:prstGeom>
            <a:solidFill>
              <a:schemeClr val="folHlink"/>
            </a:solidFill>
            <a:ln w="25400">
              <a:solidFill>
                <a:schemeClr val="bg1"/>
              </a:solidFill>
              <a:miter lim="800000"/>
              <a:headEnd/>
              <a:tailEnd/>
            </a:ln>
          </p:spPr>
          <p:txBody>
            <a:bodyPr wrap="none" anchor="ct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endParaRPr lang="zh-CN" altLang="en-US" sz="3200">
                <a:solidFill>
                  <a:srgbClr val="FF0000"/>
                </a:solidFill>
                <a:latin typeface="黑体" panose="02010609060101010101" pitchFamily="49" charset="-122"/>
              </a:endParaRPr>
            </a:p>
          </p:txBody>
        </p:sp>
        <p:sp>
          <p:nvSpPr>
            <p:cNvPr id="76811" name="Text Box 16">
              <a:extLst>
                <a:ext uri="{FF2B5EF4-FFF2-40B4-BE49-F238E27FC236}">
                  <a16:creationId xmlns:a16="http://schemas.microsoft.com/office/drawing/2014/main" id="{2572E481-A3A0-4F4E-93E5-D3F770D3E822}"/>
                </a:ext>
              </a:extLst>
            </p:cNvPr>
            <p:cNvSpPr txBox="1">
              <a:spLocks noChangeArrowheads="1"/>
            </p:cNvSpPr>
            <p:nvPr/>
          </p:nvSpPr>
          <p:spPr bwMode="auto">
            <a:xfrm>
              <a:off x="1900" y="2666"/>
              <a:ext cx="242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0"/>
                </a:spcBef>
                <a:buFontTx/>
                <a:buNone/>
              </a:pPr>
              <a:r>
                <a:rPr lang="zh-CN" altLang="en-US" sz="2800" b="1">
                  <a:latin typeface="黑体" panose="02010609060101010101" pitchFamily="49" charset="-122"/>
                  <a:ea typeface="黑体" panose="02010609060101010101" pitchFamily="49" charset="-122"/>
                </a:rPr>
                <a:t>  偏序关系与元素比较</a:t>
              </a:r>
            </a:p>
          </p:txBody>
        </p:sp>
        <p:sp>
          <p:nvSpPr>
            <p:cNvPr id="76812" name="Text Box 17">
              <a:extLst>
                <a:ext uri="{FF2B5EF4-FFF2-40B4-BE49-F238E27FC236}">
                  <a16:creationId xmlns:a16="http://schemas.microsoft.com/office/drawing/2014/main" id="{23AAF8C0-5542-4E49-B999-A79AD784870E}"/>
                </a:ext>
              </a:extLst>
            </p:cNvPr>
            <p:cNvSpPr txBox="1">
              <a:spLocks noChangeArrowheads="1"/>
            </p:cNvSpPr>
            <p:nvPr/>
          </p:nvSpPr>
          <p:spPr bwMode="auto">
            <a:xfrm>
              <a:off x="1622" y="2604"/>
              <a:ext cx="22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0"/>
                </a:spcBef>
                <a:buFontTx/>
                <a:buNone/>
              </a:pPr>
              <a:r>
                <a:rPr lang="en-US" altLang="zh-CN" sz="2800" b="1">
                  <a:solidFill>
                    <a:schemeClr val="bg1"/>
                  </a:solidFill>
                  <a:latin typeface="黑体" panose="02010609060101010101" pitchFamily="49" charset="-122"/>
                </a:rPr>
                <a:t>3</a:t>
              </a:r>
            </a:p>
          </p:txBody>
        </p:sp>
        <p:sp>
          <p:nvSpPr>
            <p:cNvPr id="76813" name="AutoShape 19">
              <a:extLst>
                <a:ext uri="{FF2B5EF4-FFF2-40B4-BE49-F238E27FC236}">
                  <a16:creationId xmlns:a16="http://schemas.microsoft.com/office/drawing/2014/main" id="{88DC2770-ABA4-48B8-9F98-1F867D5A4D16}"/>
                </a:ext>
              </a:extLst>
            </p:cNvPr>
            <p:cNvSpPr>
              <a:spLocks noChangeArrowheads="1"/>
            </p:cNvSpPr>
            <p:nvPr/>
          </p:nvSpPr>
          <p:spPr bwMode="auto">
            <a:xfrm>
              <a:off x="1759" y="2030"/>
              <a:ext cx="2736" cy="374"/>
            </a:xfrm>
            <a:prstGeom prst="roundRect">
              <a:avLst>
                <a:gd name="adj" fmla="val 16667"/>
              </a:avLst>
            </a:prstGeom>
            <a:gradFill rotWithShape="1">
              <a:gsLst>
                <a:gs pos="0">
                  <a:srgbClr val="765E00"/>
                </a:gs>
                <a:gs pos="50000">
                  <a:srgbClr val="FFCC00"/>
                </a:gs>
                <a:gs pos="100000">
                  <a:srgbClr val="765E00"/>
                </a:gs>
              </a:gsLst>
              <a:lin ang="5400000" scaled="1"/>
            </a:gradFill>
            <a:ln w="12700">
              <a:solidFill>
                <a:schemeClr val="bg1"/>
              </a:solidFill>
              <a:round/>
              <a:headEnd/>
              <a:tailEnd/>
            </a:ln>
          </p:spPr>
          <p:txBody>
            <a:bodyPr wrap="none" anchor="ct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endParaRPr lang="zh-CN" altLang="en-US" sz="3200">
                <a:solidFill>
                  <a:srgbClr val="FF0000"/>
                </a:solidFill>
                <a:latin typeface="黑体" panose="02010609060101010101" pitchFamily="49" charset="-122"/>
              </a:endParaRPr>
            </a:p>
          </p:txBody>
        </p:sp>
        <p:sp>
          <p:nvSpPr>
            <p:cNvPr id="76814" name="AutoShape 20">
              <a:extLst>
                <a:ext uri="{FF2B5EF4-FFF2-40B4-BE49-F238E27FC236}">
                  <a16:creationId xmlns:a16="http://schemas.microsoft.com/office/drawing/2014/main" id="{137CDF69-8FB0-4594-8DCC-0FF0B037B26C}"/>
                </a:ext>
              </a:extLst>
            </p:cNvPr>
            <p:cNvSpPr>
              <a:spLocks noChangeArrowheads="1"/>
            </p:cNvSpPr>
            <p:nvPr/>
          </p:nvSpPr>
          <p:spPr bwMode="auto">
            <a:xfrm>
              <a:off x="1519" y="1933"/>
              <a:ext cx="432" cy="561"/>
            </a:xfrm>
            <a:prstGeom prst="diamond">
              <a:avLst/>
            </a:prstGeom>
            <a:solidFill>
              <a:srgbClr val="CC9900"/>
            </a:solidFill>
            <a:ln w="25400">
              <a:solidFill>
                <a:schemeClr val="bg1"/>
              </a:solidFill>
              <a:miter lim="800000"/>
              <a:headEnd/>
              <a:tailEnd/>
            </a:ln>
          </p:spPr>
          <p:txBody>
            <a:bodyPr wrap="none" anchor="ct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endParaRPr lang="zh-CN" altLang="en-US" sz="3200">
                <a:solidFill>
                  <a:srgbClr val="FF0000"/>
                </a:solidFill>
                <a:latin typeface="黑体" panose="02010609060101010101" pitchFamily="49" charset="-122"/>
              </a:endParaRPr>
            </a:p>
          </p:txBody>
        </p:sp>
        <p:sp>
          <p:nvSpPr>
            <p:cNvPr id="76815" name="Text Box 21">
              <a:extLst>
                <a:ext uri="{FF2B5EF4-FFF2-40B4-BE49-F238E27FC236}">
                  <a16:creationId xmlns:a16="http://schemas.microsoft.com/office/drawing/2014/main" id="{447CFE28-A863-4820-BB1B-CB9135A81057}"/>
                </a:ext>
              </a:extLst>
            </p:cNvPr>
            <p:cNvSpPr txBox="1">
              <a:spLocks noChangeArrowheads="1"/>
            </p:cNvSpPr>
            <p:nvPr/>
          </p:nvSpPr>
          <p:spPr bwMode="auto">
            <a:xfrm>
              <a:off x="1903" y="2076"/>
              <a:ext cx="2397"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0"/>
                </a:spcBef>
                <a:buFontTx/>
                <a:buNone/>
              </a:pPr>
              <a:r>
                <a:rPr lang="zh-CN" altLang="en-US" sz="2800" b="1">
                  <a:latin typeface="黑体" panose="02010609060101010101" pitchFamily="49" charset="-122"/>
                  <a:ea typeface="黑体" panose="02010609060101010101" pitchFamily="49" charset="-122"/>
                </a:rPr>
                <a:t>  相容关系与元素聚类</a:t>
              </a:r>
            </a:p>
          </p:txBody>
        </p:sp>
        <p:sp>
          <p:nvSpPr>
            <p:cNvPr id="76816" name="Text Box 22">
              <a:extLst>
                <a:ext uri="{FF2B5EF4-FFF2-40B4-BE49-F238E27FC236}">
                  <a16:creationId xmlns:a16="http://schemas.microsoft.com/office/drawing/2014/main" id="{49D354EB-5A88-43E9-BE4B-EA065BF5B836}"/>
                </a:ext>
              </a:extLst>
            </p:cNvPr>
            <p:cNvSpPr txBox="1">
              <a:spLocks noChangeArrowheads="1"/>
            </p:cNvSpPr>
            <p:nvPr/>
          </p:nvSpPr>
          <p:spPr bwMode="auto">
            <a:xfrm>
              <a:off x="1610" y="2013"/>
              <a:ext cx="228" cy="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0"/>
                </a:spcBef>
                <a:buFontTx/>
                <a:buNone/>
              </a:pPr>
              <a:r>
                <a:rPr lang="en-US" altLang="zh-CN" sz="2800" b="1">
                  <a:solidFill>
                    <a:schemeClr val="bg1"/>
                  </a:solidFill>
                  <a:latin typeface="黑体" panose="02010609060101010101" pitchFamily="49" charset="-122"/>
                </a:rPr>
                <a:t>2</a:t>
              </a:r>
            </a:p>
          </p:txBody>
        </p:sp>
        <p:sp>
          <p:nvSpPr>
            <p:cNvPr id="76817" name="AutoShape 29">
              <a:extLst>
                <a:ext uri="{FF2B5EF4-FFF2-40B4-BE49-F238E27FC236}">
                  <a16:creationId xmlns:a16="http://schemas.microsoft.com/office/drawing/2014/main" id="{C800971C-EFF3-4419-A99A-3FA9AA5C9FDD}"/>
                </a:ext>
              </a:extLst>
            </p:cNvPr>
            <p:cNvSpPr>
              <a:spLocks noChangeArrowheads="1"/>
            </p:cNvSpPr>
            <p:nvPr/>
          </p:nvSpPr>
          <p:spPr bwMode="auto">
            <a:xfrm>
              <a:off x="1756" y="3207"/>
              <a:ext cx="2736" cy="363"/>
            </a:xfrm>
            <a:prstGeom prst="roundRect">
              <a:avLst>
                <a:gd name="adj" fmla="val 16667"/>
              </a:avLst>
            </a:prstGeom>
            <a:gradFill rotWithShape="1">
              <a:gsLst>
                <a:gs pos="0">
                  <a:srgbClr val="3366FF"/>
                </a:gs>
                <a:gs pos="50000">
                  <a:srgbClr val="D4DFFF"/>
                </a:gs>
                <a:gs pos="100000">
                  <a:srgbClr val="3366FF"/>
                </a:gs>
              </a:gsLst>
              <a:lin ang="5400000" scaled="1"/>
            </a:gradFill>
            <a:ln w="12700">
              <a:solidFill>
                <a:schemeClr val="bg1"/>
              </a:solidFill>
              <a:round/>
              <a:headEnd/>
              <a:tailEnd/>
            </a:ln>
          </p:spPr>
          <p:txBody>
            <a:bodyPr wrap="none" anchor="ct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endParaRPr lang="zh-CN" altLang="en-US" sz="3200">
                <a:solidFill>
                  <a:srgbClr val="FF0000"/>
                </a:solidFill>
                <a:latin typeface="黑体" panose="02010609060101010101" pitchFamily="49" charset="-122"/>
              </a:endParaRPr>
            </a:p>
          </p:txBody>
        </p:sp>
        <p:sp>
          <p:nvSpPr>
            <p:cNvPr id="76818" name="AutoShape 30">
              <a:extLst>
                <a:ext uri="{FF2B5EF4-FFF2-40B4-BE49-F238E27FC236}">
                  <a16:creationId xmlns:a16="http://schemas.microsoft.com/office/drawing/2014/main" id="{EAD9D0C6-AB17-4749-A05E-2BFFEEB04191}"/>
                </a:ext>
              </a:extLst>
            </p:cNvPr>
            <p:cNvSpPr>
              <a:spLocks noChangeArrowheads="1"/>
            </p:cNvSpPr>
            <p:nvPr/>
          </p:nvSpPr>
          <p:spPr bwMode="auto">
            <a:xfrm>
              <a:off x="1516" y="3113"/>
              <a:ext cx="432" cy="544"/>
            </a:xfrm>
            <a:prstGeom prst="diamond">
              <a:avLst/>
            </a:prstGeom>
            <a:solidFill>
              <a:srgbClr val="3366FF"/>
            </a:solidFill>
            <a:ln w="25400">
              <a:solidFill>
                <a:schemeClr val="bg1"/>
              </a:solidFill>
              <a:miter lim="800000"/>
              <a:headEnd/>
              <a:tailEnd/>
            </a:ln>
          </p:spPr>
          <p:txBody>
            <a:bodyPr wrap="none" anchor="ct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endParaRPr lang="zh-CN" altLang="en-US" sz="3200">
                <a:solidFill>
                  <a:srgbClr val="FF0000"/>
                </a:solidFill>
                <a:latin typeface="黑体" panose="02010609060101010101" pitchFamily="49" charset="-122"/>
              </a:endParaRPr>
            </a:p>
          </p:txBody>
        </p:sp>
        <p:sp>
          <p:nvSpPr>
            <p:cNvPr id="76819" name="Text Box 31">
              <a:extLst>
                <a:ext uri="{FF2B5EF4-FFF2-40B4-BE49-F238E27FC236}">
                  <a16:creationId xmlns:a16="http://schemas.microsoft.com/office/drawing/2014/main" id="{DF0334CE-E3A8-4CB5-A6A2-AEC335BBA475}"/>
                </a:ext>
              </a:extLst>
            </p:cNvPr>
            <p:cNvSpPr txBox="1">
              <a:spLocks noChangeArrowheads="1"/>
            </p:cNvSpPr>
            <p:nvPr/>
          </p:nvSpPr>
          <p:spPr bwMode="auto">
            <a:xfrm>
              <a:off x="1900" y="3252"/>
              <a:ext cx="216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0"/>
                </a:spcBef>
                <a:buFontTx/>
                <a:buNone/>
              </a:pPr>
              <a:r>
                <a:rPr lang="zh-CN" altLang="en-US" sz="2800" b="1">
                  <a:latin typeface="黑体" panose="02010609060101010101" pitchFamily="49" charset="-122"/>
                  <a:ea typeface="黑体" panose="02010609060101010101" pitchFamily="49" charset="-122"/>
                </a:rPr>
                <a:t>   特殊关系的应用</a:t>
              </a:r>
            </a:p>
          </p:txBody>
        </p:sp>
        <p:sp>
          <p:nvSpPr>
            <p:cNvPr id="76820" name="Text Box 32">
              <a:extLst>
                <a:ext uri="{FF2B5EF4-FFF2-40B4-BE49-F238E27FC236}">
                  <a16:creationId xmlns:a16="http://schemas.microsoft.com/office/drawing/2014/main" id="{79472A67-0093-4B22-B4F6-7213F52E76F5}"/>
                </a:ext>
              </a:extLst>
            </p:cNvPr>
            <p:cNvSpPr txBox="1">
              <a:spLocks noChangeArrowheads="1"/>
            </p:cNvSpPr>
            <p:nvPr/>
          </p:nvSpPr>
          <p:spPr bwMode="auto">
            <a:xfrm>
              <a:off x="1620" y="3209"/>
              <a:ext cx="22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0"/>
                </a:spcBef>
                <a:buFontTx/>
                <a:buNone/>
              </a:pPr>
              <a:r>
                <a:rPr lang="en-US" altLang="zh-CN" sz="2800" b="1">
                  <a:solidFill>
                    <a:schemeClr val="bg1"/>
                  </a:solidFill>
                  <a:latin typeface="黑体" panose="02010609060101010101" pitchFamily="49" charset="-122"/>
                </a:rPr>
                <a:t>4</a:t>
              </a:r>
            </a:p>
          </p:txBody>
        </p:sp>
      </p:grpSp>
      <p:sp>
        <p:nvSpPr>
          <p:cNvPr id="76804" name="Text Box 2">
            <a:extLst>
              <a:ext uri="{FF2B5EF4-FFF2-40B4-BE49-F238E27FC236}">
                <a16:creationId xmlns:a16="http://schemas.microsoft.com/office/drawing/2014/main" id="{6787D975-BB35-4455-B0D1-EC90E9FC21B4}"/>
              </a:ext>
            </a:extLst>
          </p:cNvPr>
          <p:cNvSpPr txBox="1">
            <a:spLocks noChangeArrowheads="1"/>
          </p:cNvSpPr>
          <p:nvPr/>
        </p:nvSpPr>
        <p:spPr bwMode="auto">
          <a:xfrm>
            <a:off x="1403350" y="1001713"/>
            <a:ext cx="7086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宋体" panose="02010600030101010101" pitchFamily="2" charset="-122"/>
                <a:ea typeface="宋体" panose="02010600030101010101" pitchFamily="2" charset="-122"/>
              </a:rPr>
              <a:t> </a:t>
            </a:r>
            <a:r>
              <a:rPr lang="zh-CN" altLang="en-US" sz="5400" b="1">
                <a:solidFill>
                  <a:schemeClr val="bg1"/>
                </a:solidFill>
                <a:latin typeface="宋体" panose="02010600030101010101" pitchFamily="2" charset="-122"/>
                <a:ea typeface="宋体" panose="02010600030101010101" pitchFamily="2" charset="-122"/>
              </a:rPr>
              <a:t>本章学习内容</a:t>
            </a:r>
            <a:endParaRPr lang="zh-CN" altLang="en-US" sz="4800" b="1">
              <a:ea typeface="宋体" panose="02010600030101010101" pitchFamily="2" charset="-122"/>
            </a:endParaRPr>
          </a:p>
        </p:txBody>
      </p:sp>
    </p:spTree>
  </p:cSld>
  <p:clrMapOvr>
    <a:masterClrMapping/>
  </p:clrMapOvr>
  <p:transition spd="med">
    <p:wipe dir="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日期占位符 3">
            <a:extLst>
              <a:ext uri="{FF2B5EF4-FFF2-40B4-BE49-F238E27FC236}">
                <a16:creationId xmlns:a16="http://schemas.microsoft.com/office/drawing/2014/main" id="{48A18A09-A825-4615-886F-CD7B9187724A}"/>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7EC3FB33-6D5D-488A-9368-35F2D8FDCDFE}" type="datetime1">
              <a:rPr lang="zh-CN" altLang="en-US" sz="1400" b="1">
                <a:latin typeface="Times New Roman" panose="02020603050405020304" pitchFamily="18" charset="0"/>
                <a:ea typeface="宋体" panose="02010600030101010101" pitchFamily="2" charset="-122"/>
              </a:rPr>
              <a:pPr eaLnBrk="1" hangingPunct="1">
                <a:spcBef>
                  <a:spcPct val="0"/>
                </a:spcBef>
                <a:buFontTx/>
                <a:buNone/>
              </a:pPr>
              <a:t>2020/9/7</a:t>
            </a:fld>
            <a:endParaRPr lang="zh-CN" altLang="en-US" sz="1400" b="1">
              <a:latin typeface="Times New Roman" panose="02020603050405020304" pitchFamily="18" charset="0"/>
              <a:ea typeface="宋体" panose="02010600030101010101" pitchFamily="2" charset="-122"/>
            </a:endParaRPr>
          </a:p>
        </p:txBody>
      </p:sp>
      <p:sp>
        <p:nvSpPr>
          <p:cNvPr id="77827" name="页脚占位符 4">
            <a:extLst>
              <a:ext uri="{FF2B5EF4-FFF2-40B4-BE49-F238E27FC236}">
                <a16:creationId xmlns:a16="http://schemas.microsoft.com/office/drawing/2014/main" id="{1B0200A8-BD79-4C02-94CF-DDD6538077FF}"/>
              </a:ext>
            </a:extLst>
          </p:cNvPr>
          <p:cNvSpPr txBox="1">
            <a:spLocks noGrp="1" noChangeArrowheads="1"/>
          </p:cNvSpPr>
          <p:nvPr/>
        </p:nvSpPr>
        <p:spPr bwMode="auto">
          <a:xfrm>
            <a:off x="3124200" y="635635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0"/>
              </a:spcBef>
              <a:buFontTx/>
              <a:buNone/>
            </a:pPr>
            <a:r>
              <a:rPr lang="zh-CN" altLang="en-US" sz="1400" b="1">
                <a:latin typeface="Times New Roman" panose="02020603050405020304" pitchFamily="18" charset="0"/>
                <a:ea typeface="宋体" panose="02010600030101010101" pitchFamily="2" charset="-122"/>
              </a:rPr>
              <a:t>计算机应用技术研究所</a:t>
            </a:r>
          </a:p>
        </p:txBody>
      </p:sp>
      <p:sp>
        <p:nvSpPr>
          <p:cNvPr id="77828" name="灯片编号占位符 5">
            <a:extLst>
              <a:ext uri="{FF2B5EF4-FFF2-40B4-BE49-F238E27FC236}">
                <a16:creationId xmlns:a16="http://schemas.microsoft.com/office/drawing/2014/main" id="{60B9FA9E-DA4C-4BCF-9D08-856513730186}"/>
              </a:ext>
            </a:extLst>
          </p:cNvPr>
          <p:cNvSpPr txBox="1">
            <a:spLocks noGrp="1" noChangeArrowheads="1"/>
          </p:cNvSpPr>
          <p:nvPr/>
        </p:nvSpPr>
        <p:spPr bwMode="auto">
          <a:xfrm>
            <a:off x="6553200" y="63563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r" eaLnBrk="1" hangingPunct="1">
              <a:spcBef>
                <a:spcPct val="0"/>
              </a:spcBef>
              <a:buFontTx/>
              <a:buNone/>
            </a:pPr>
            <a:fld id="{E7B626CC-B383-4211-848D-E3B958FE8FB4}" type="slidenum">
              <a:rPr lang="en-US" altLang="zh-CN" sz="1400" b="1">
                <a:latin typeface="Times New Roman" panose="02020603050405020304" pitchFamily="18" charset="0"/>
                <a:ea typeface="宋体" panose="02010600030101010101" pitchFamily="2" charset="-122"/>
              </a:rPr>
              <a:pPr algn="r" eaLnBrk="1" hangingPunct="1">
                <a:spcBef>
                  <a:spcPct val="0"/>
                </a:spcBef>
                <a:buFontTx/>
                <a:buNone/>
              </a:pPr>
              <a:t>59</a:t>
            </a:fld>
            <a:endParaRPr lang="en-US" altLang="zh-CN" sz="1400" b="1">
              <a:latin typeface="Times New Roman" panose="02020603050405020304" pitchFamily="18" charset="0"/>
              <a:ea typeface="宋体" panose="02010600030101010101" pitchFamily="2" charset="-122"/>
            </a:endParaRPr>
          </a:p>
        </p:txBody>
      </p:sp>
      <p:sp>
        <p:nvSpPr>
          <p:cNvPr id="77829" name="Rectangle 4">
            <a:extLst>
              <a:ext uri="{FF2B5EF4-FFF2-40B4-BE49-F238E27FC236}">
                <a16:creationId xmlns:a16="http://schemas.microsoft.com/office/drawing/2014/main" id="{F9BC5885-23DC-4264-BB38-155246733628}"/>
              </a:ext>
            </a:extLst>
          </p:cNvPr>
          <p:cNvSpPr>
            <a:spLocks noGrp="1" noChangeArrowheads="1"/>
          </p:cNvSpPr>
          <p:nvPr>
            <p:ph type="ctrTitle" idx="4294967295"/>
          </p:nvPr>
        </p:nvSpPr>
        <p:spPr>
          <a:xfrm>
            <a:off x="611188" y="2565400"/>
            <a:ext cx="7777162" cy="1439863"/>
          </a:xfrm>
          <a:solidFill>
            <a:srgbClr val="0000FF"/>
          </a:solidFill>
        </p:spPr>
        <p:txBody>
          <a:bodyPr/>
          <a:lstStyle/>
          <a:p>
            <a:pPr eaLnBrk="1" hangingPunct="1"/>
            <a:r>
              <a:rPr lang="zh-CN" altLang="en-US" sz="6600" b="1">
                <a:solidFill>
                  <a:schemeClr val="bg1"/>
                </a:solidFill>
              </a:rPr>
              <a:t>相容关系与元素聚类</a:t>
            </a:r>
          </a:p>
        </p:txBody>
      </p:sp>
      <p:pic>
        <p:nvPicPr>
          <p:cNvPr id="77830" name="Picture 7">
            <a:extLst>
              <a:ext uri="{FF2B5EF4-FFF2-40B4-BE49-F238E27FC236}">
                <a16:creationId xmlns:a16="http://schemas.microsoft.com/office/drawing/2014/main" id="{3963D530-B20E-49CC-AF5F-AC21E76815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21575" y="4738688"/>
            <a:ext cx="1371600" cy="135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日期占位符 3">
            <a:extLst>
              <a:ext uri="{FF2B5EF4-FFF2-40B4-BE49-F238E27FC236}">
                <a16:creationId xmlns:a16="http://schemas.microsoft.com/office/drawing/2014/main" id="{7D41F5B9-0B56-40BB-9BBB-8794491F9AB9}"/>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9431FBD1-1F33-480C-B19D-C9877C375444}" type="datetime1">
              <a:rPr lang="zh-CN" altLang="en-US" sz="1400" b="1">
                <a:latin typeface="Times New Roman" panose="02020603050405020304" pitchFamily="18" charset="0"/>
                <a:ea typeface="宋体" panose="02010600030101010101" pitchFamily="2" charset="-122"/>
              </a:rPr>
              <a:pPr eaLnBrk="1" hangingPunct="1">
                <a:spcBef>
                  <a:spcPct val="0"/>
                </a:spcBef>
                <a:buFontTx/>
                <a:buNone/>
              </a:pPr>
              <a:t>2020/9/7</a:t>
            </a:fld>
            <a:endParaRPr lang="zh-CN" altLang="en-US" sz="1400" b="1">
              <a:latin typeface="Times New Roman" panose="02020603050405020304" pitchFamily="18" charset="0"/>
              <a:ea typeface="宋体" panose="02010600030101010101" pitchFamily="2" charset="-122"/>
            </a:endParaRPr>
          </a:p>
        </p:txBody>
      </p:sp>
      <p:sp>
        <p:nvSpPr>
          <p:cNvPr id="78851" name="页脚占位符 4">
            <a:extLst>
              <a:ext uri="{FF2B5EF4-FFF2-40B4-BE49-F238E27FC236}">
                <a16:creationId xmlns:a16="http://schemas.microsoft.com/office/drawing/2014/main" id="{8CB7093D-F141-4F0C-8AA6-9EAA94DE3E19}"/>
              </a:ext>
            </a:extLst>
          </p:cNvPr>
          <p:cNvSpPr txBox="1">
            <a:spLocks noGrp="1" noChangeArrowheads="1"/>
          </p:cNvSpPr>
          <p:nvPr/>
        </p:nvSpPr>
        <p:spPr bwMode="auto">
          <a:xfrm>
            <a:off x="3132138" y="64008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0"/>
              </a:spcBef>
              <a:buFontTx/>
              <a:buNone/>
            </a:pPr>
            <a:r>
              <a:rPr lang="zh-CN" altLang="en-US" sz="1400" b="1">
                <a:latin typeface="Times New Roman" panose="02020603050405020304" pitchFamily="18" charset="0"/>
                <a:ea typeface="宋体" panose="02010600030101010101" pitchFamily="2" charset="-122"/>
              </a:rPr>
              <a:t>计算机应用技术研究所</a:t>
            </a:r>
          </a:p>
        </p:txBody>
      </p:sp>
      <p:sp>
        <p:nvSpPr>
          <p:cNvPr id="78852" name="灯片编号占位符 5">
            <a:extLst>
              <a:ext uri="{FF2B5EF4-FFF2-40B4-BE49-F238E27FC236}">
                <a16:creationId xmlns:a16="http://schemas.microsoft.com/office/drawing/2014/main" id="{CD9802F6-AA00-4048-892D-6798646B94D7}"/>
              </a:ext>
            </a:extLst>
          </p:cNvPr>
          <p:cNvSpPr txBox="1">
            <a:spLocks noGrp="1" noChangeArrowheads="1"/>
          </p:cNvSpPr>
          <p:nvPr/>
        </p:nvSpPr>
        <p:spPr bwMode="auto">
          <a:xfrm>
            <a:off x="6553200" y="63563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r" eaLnBrk="1" hangingPunct="1">
              <a:spcBef>
                <a:spcPct val="0"/>
              </a:spcBef>
              <a:buFontTx/>
              <a:buNone/>
            </a:pPr>
            <a:fld id="{7594D7FE-7DAD-4BC3-9FD6-9DE9E4C6AC85}" type="slidenum">
              <a:rPr lang="en-US" altLang="zh-CN" sz="1400" b="1">
                <a:latin typeface="Times New Roman" panose="02020603050405020304" pitchFamily="18" charset="0"/>
                <a:ea typeface="宋体" panose="02010600030101010101" pitchFamily="2" charset="-122"/>
              </a:rPr>
              <a:pPr algn="r" eaLnBrk="1" hangingPunct="1">
                <a:spcBef>
                  <a:spcPct val="0"/>
                </a:spcBef>
                <a:buFontTx/>
                <a:buNone/>
              </a:pPr>
              <a:t>60</a:t>
            </a:fld>
            <a:endParaRPr lang="en-US" altLang="zh-CN" sz="1400" b="1">
              <a:latin typeface="Times New Roman" panose="02020603050405020304" pitchFamily="18" charset="0"/>
              <a:ea typeface="宋体" panose="02010600030101010101" pitchFamily="2" charset="-122"/>
            </a:endParaRPr>
          </a:p>
        </p:txBody>
      </p:sp>
      <p:sp>
        <p:nvSpPr>
          <p:cNvPr id="78853" name="Text Box 2">
            <a:extLst>
              <a:ext uri="{FF2B5EF4-FFF2-40B4-BE49-F238E27FC236}">
                <a16:creationId xmlns:a16="http://schemas.microsoft.com/office/drawing/2014/main" id="{33BF797B-86F2-49E6-BA65-08F26A60491E}"/>
              </a:ext>
            </a:extLst>
          </p:cNvPr>
          <p:cNvSpPr txBox="1">
            <a:spLocks noChangeArrowheads="1"/>
          </p:cNvSpPr>
          <p:nvPr/>
        </p:nvSpPr>
        <p:spPr bwMode="auto">
          <a:xfrm>
            <a:off x="1403350" y="836613"/>
            <a:ext cx="7086600" cy="923925"/>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宋体" panose="02010600030101010101" pitchFamily="2" charset="-122"/>
                <a:ea typeface="宋体" panose="02010600030101010101" pitchFamily="2" charset="-122"/>
              </a:rPr>
              <a:t> </a:t>
            </a:r>
            <a:r>
              <a:rPr lang="zh-CN" altLang="en-US" sz="4800" b="1">
                <a:solidFill>
                  <a:schemeClr val="bg1"/>
                </a:solidFill>
                <a:latin typeface="宋体" panose="02010600030101010101" pitchFamily="2" charset="-122"/>
                <a:ea typeface="宋体" panose="02010600030101010101" pitchFamily="2" charset="-122"/>
              </a:rPr>
              <a:t>相容关系与元素聚类</a:t>
            </a:r>
          </a:p>
        </p:txBody>
      </p:sp>
      <p:sp>
        <p:nvSpPr>
          <p:cNvPr id="78854" name="Rectangle 3">
            <a:extLst>
              <a:ext uri="{FF2B5EF4-FFF2-40B4-BE49-F238E27FC236}">
                <a16:creationId xmlns:a16="http://schemas.microsoft.com/office/drawing/2014/main" id="{D7161655-FA7B-44B0-9DD9-EA57FC632783}"/>
              </a:ext>
            </a:extLst>
          </p:cNvPr>
          <p:cNvSpPr>
            <a:spLocks noGrp="1" noChangeArrowheads="1"/>
          </p:cNvSpPr>
          <p:nvPr>
            <p:ph type="body" idx="4294967295"/>
          </p:nvPr>
        </p:nvSpPr>
        <p:spPr>
          <a:xfrm>
            <a:off x="2124075" y="2781300"/>
            <a:ext cx="5256213" cy="20177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prstTxWarp prst="textNoShape">
              <a:avLst/>
            </a:prstTxWarp>
          </a:bodyPr>
          <a:lstStyle/>
          <a:p>
            <a:pPr eaLnBrk="1" hangingPunct="1">
              <a:lnSpc>
                <a:spcPct val="155000"/>
              </a:lnSpc>
              <a:buFont typeface="Wingdings" panose="05000000000000000000" pitchFamily="2" charset="2"/>
              <a:buChar char="J"/>
            </a:pPr>
            <a:r>
              <a:rPr lang="en-US" altLang="zh-CN" sz="3600" b="1">
                <a:solidFill>
                  <a:srgbClr val="0000FF"/>
                </a:solidFill>
                <a:effectLst/>
                <a:latin typeface="黑体" panose="02010609060101010101" pitchFamily="49" charset="-122"/>
                <a:ea typeface="黑体" panose="02010609060101010101" pitchFamily="49" charset="-122"/>
              </a:rPr>
              <a:t> </a:t>
            </a:r>
            <a:r>
              <a:rPr lang="zh-CN" altLang="en-US" sz="3600" b="1">
                <a:solidFill>
                  <a:srgbClr val="0000FF"/>
                </a:solidFill>
                <a:effectLst/>
                <a:latin typeface="黑体" panose="02010609060101010101" pitchFamily="49" charset="-122"/>
                <a:ea typeface="黑体" panose="02010609060101010101" pitchFamily="49" charset="-122"/>
              </a:rPr>
              <a:t>相容关系与相容类</a:t>
            </a:r>
          </a:p>
          <a:p>
            <a:pPr eaLnBrk="1" hangingPunct="1">
              <a:lnSpc>
                <a:spcPct val="155000"/>
              </a:lnSpc>
              <a:buFont typeface="Wingdings" panose="05000000000000000000" pitchFamily="2" charset="2"/>
              <a:buChar char="4"/>
            </a:pPr>
            <a:r>
              <a:rPr lang="zh-CN" altLang="en-US" sz="3600" b="1">
                <a:effectLst/>
                <a:latin typeface="黑体" panose="02010609060101010101" pitchFamily="49" charset="-122"/>
                <a:ea typeface="黑体" panose="02010609060101010101" pitchFamily="49" charset="-122"/>
              </a:rPr>
              <a:t> 集合覆盖与完全覆盖</a:t>
            </a:r>
          </a:p>
        </p:txBody>
      </p:sp>
      <p:pic>
        <p:nvPicPr>
          <p:cNvPr id="78855" name="Picture 7">
            <a:extLst>
              <a:ext uri="{FF2B5EF4-FFF2-40B4-BE49-F238E27FC236}">
                <a16:creationId xmlns:a16="http://schemas.microsoft.com/office/drawing/2014/main" id="{4DBB6FD0-3273-4D4F-B027-4A7F7E2B5D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21575" y="4738688"/>
            <a:ext cx="1371600" cy="135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日期占位符 3">
            <a:extLst>
              <a:ext uri="{FF2B5EF4-FFF2-40B4-BE49-F238E27FC236}">
                <a16:creationId xmlns:a16="http://schemas.microsoft.com/office/drawing/2014/main" id="{B31FB447-4862-4D17-BDE0-AB6E30EA4CB5}"/>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19E4CB44-FE97-4CB5-9D93-CD10E57BC6FC}"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79875" name="Text Box 2">
            <a:extLst>
              <a:ext uri="{FF2B5EF4-FFF2-40B4-BE49-F238E27FC236}">
                <a16:creationId xmlns:a16="http://schemas.microsoft.com/office/drawing/2014/main" id="{4D051732-D302-4FD2-882E-8414A800D18E}"/>
              </a:ext>
            </a:extLst>
          </p:cNvPr>
          <p:cNvSpPr txBox="1">
            <a:spLocks noChangeArrowheads="1"/>
          </p:cNvSpPr>
          <p:nvPr/>
        </p:nvSpPr>
        <p:spPr bwMode="auto">
          <a:xfrm>
            <a:off x="1476375" y="858838"/>
            <a:ext cx="6119813"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宋体" panose="02010600030101010101" pitchFamily="2" charset="-122"/>
                <a:ea typeface="宋体" panose="02010600030101010101" pitchFamily="2" charset="-122"/>
              </a:rPr>
              <a:t> </a:t>
            </a:r>
            <a:r>
              <a:rPr lang="zh-CN" altLang="en-US" sz="4800" b="1">
                <a:solidFill>
                  <a:schemeClr val="bg1"/>
                </a:solidFill>
                <a:latin typeface="宋体" panose="02010600030101010101" pitchFamily="2" charset="-122"/>
                <a:ea typeface="宋体" panose="02010600030101010101" pitchFamily="2" charset="-122"/>
              </a:rPr>
              <a:t>相容关系的含义</a:t>
            </a:r>
          </a:p>
        </p:txBody>
      </p:sp>
      <p:pic>
        <p:nvPicPr>
          <p:cNvPr id="79876" name="Picture 6">
            <a:extLst>
              <a:ext uri="{FF2B5EF4-FFF2-40B4-BE49-F238E27FC236}">
                <a16:creationId xmlns:a16="http://schemas.microsoft.com/office/drawing/2014/main" id="{5458F07B-9AA4-40D9-83AF-34D280AB6F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75588" y="476250"/>
            <a:ext cx="1233487" cy="129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5512AD2D-5946-47E7-9EC1-E53F9382088D}"/>
              </a:ext>
            </a:extLst>
          </p:cNvPr>
          <p:cNvSpPr/>
          <p:nvPr/>
        </p:nvSpPr>
        <p:spPr>
          <a:xfrm>
            <a:off x="254000" y="1871663"/>
            <a:ext cx="8636000" cy="4437062"/>
          </a:xfrm>
          <a:prstGeom prst="rect">
            <a:avLst/>
          </a:prstGeom>
          <a:solidFill>
            <a:schemeClr val="accent6">
              <a:lumMod val="75000"/>
            </a:schemeClr>
          </a:solidFill>
        </p:spPr>
        <p:txBody>
          <a:bodyPr>
            <a:spAutoFit/>
          </a:bodyPr>
          <a:lstStyle/>
          <a:p>
            <a:pPr>
              <a:lnSpc>
                <a:spcPct val="150000"/>
              </a:lnSpc>
              <a:defRPr/>
            </a:pPr>
            <a:r>
              <a:rPr lang="en-US" altLang="zh-CN" sz="2400" kern="100" dirty="0">
                <a:solidFill>
                  <a:schemeClr val="bg1"/>
                </a:solidFill>
                <a:ea typeface="宋体" panose="02010600030101010101" pitchFamily="2" charset="-122"/>
                <a:cs typeface="宋体" panose="02010600030101010101" pitchFamily="2" charset="-122"/>
              </a:rPr>
              <a:t>    </a:t>
            </a:r>
            <a:r>
              <a:rPr lang="zh-CN" altLang="zh-CN" sz="2400" b="1" kern="100" dirty="0">
                <a:solidFill>
                  <a:schemeClr val="bg1"/>
                </a:solidFill>
                <a:ea typeface="宋体" panose="02010600030101010101" pitchFamily="2" charset="-122"/>
                <a:cs typeface="宋体" panose="02010600030101010101" pitchFamily="2" charset="-122"/>
              </a:rPr>
              <a:t>相容关系，顾名思义就是一种求同存异的关系，</a:t>
            </a:r>
            <a:r>
              <a:rPr lang="zh-CN" altLang="zh-CN" sz="2400" b="1" kern="100" dirty="0">
                <a:solidFill>
                  <a:srgbClr val="FFFF00"/>
                </a:solidFill>
                <a:ea typeface="宋体" panose="02010600030101010101" pitchFamily="2" charset="-122"/>
                <a:cs typeface="宋体" panose="02010600030101010101" pitchFamily="2" charset="-122"/>
              </a:rPr>
              <a:t>表示对象之间存在</a:t>
            </a:r>
            <a:r>
              <a:rPr lang="zh-CN" altLang="en-US" sz="2400" b="1" kern="100" dirty="0">
                <a:solidFill>
                  <a:srgbClr val="FFFF00"/>
                </a:solidFill>
                <a:ea typeface="宋体" panose="02010600030101010101" pitchFamily="2" charset="-122"/>
                <a:cs typeface="宋体" panose="02010600030101010101" pitchFamily="2" charset="-122"/>
              </a:rPr>
              <a:t>某</a:t>
            </a:r>
            <a:r>
              <a:rPr lang="zh-CN" altLang="zh-CN" sz="2400" b="1" kern="100" dirty="0">
                <a:solidFill>
                  <a:srgbClr val="FFFF00"/>
                </a:solidFill>
                <a:ea typeface="宋体" panose="02010600030101010101" pitchFamily="2" charset="-122"/>
                <a:cs typeface="宋体" panose="02010600030101010101" pitchFamily="2" charset="-122"/>
              </a:rPr>
              <a:t>些相同点或共性</a:t>
            </a:r>
            <a:r>
              <a:rPr lang="en-US" altLang="zh-CN" sz="2400" b="1" kern="100" dirty="0">
                <a:solidFill>
                  <a:schemeClr val="bg1"/>
                </a:solidFill>
                <a:ea typeface="宋体" panose="02010600030101010101" pitchFamily="2" charset="-122"/>
                <a:cs typeface="宋体" panose="02010600030101010101" pitchFamily="2" charset="-122"/>
              </a:rPr>
              <a:t>,</a:t>
            </a:r>
            <a:r>
              <a:rPr lang="zh-CN" altLang="zh-CN" sz="2400" b="1" kern="100" dirty="0">
                <a:solidFill>
                  <a:schemeClr val="bg1"/>
                </a:solidFill>
                <a:ea typeface="宋体" panose="02010600030101010101" pitchFamily="2" charset="-122"/>
                <a:cs typeface="宋体" panose="02010600030101010101" pitchFamily="2" charset="-122"/>
              </a:rPr>
              <a:t>例如国家之间的共同利益、人与人之间的共同兴趣爱好等。</a:t>
            </a:r>
            <a:endParaRPr lang="en-US" altLang="zh-CN" sz="2400" b="1" kern="100" dirty="0">
              <a:solidFill>
                <a:schemeClr val="bg1"/>
              </a:solidFill>
              <a:ea typeface="宋体" panose="02010600030101010101" pitchFamily="2" charset="-122"/>
              <a:cs typeface="宋体" panose="02010600030101010101" pitchFamily="2" charset="-122"/>
            </a:endParaRPr>
          </a:p>
          <a:p>
            <a:pPr>
              <a:lnSpc>
                <a:spcPct val="150000"/>
              </a:lnSpc>
              <a:defRPr/>
            </a:pPr>
            <a:r>
              <a:rPr lang="en-US" altLang="zh-CN" sz="2400" b="1" kern="100" dirty="0">
                <a:solidFill>
                  <a:schemeClr val="bg1"/>
                </a:solidFill>
                <a:ea typeface="宋体" panose="02010600030101010101" pitchFamily="2" charset="-122"/>
                <a:cs typeface="宋体" panose="02010600030101010101" pitchFamily="2" charset="-122"/>
              </a:rPr>
              <a:t>   </a:t>
            </a:r>
            <a:r>
              <a:rPr lang="zh-CN" altLang="zh-CN" sz="2400" b="1" kern="100" dirty="0">
                <a:solidFill>
                  <a:schemeClr val="bg1"/>
                </a:solidFill>
                <a:ea typeface="宋体" panose="02010600030101010101" pitchFamily="2" charset="-122"/>
                <a:cs typeface="宋体" panose="02010600030101010101" pitchFamily="2" charset="-122"/>
              </a:rPr>
              <a:t>日常工作和生活中人与人之间的</a:t>
            </a:r>
            <a:r>
              <a:rPr lang="zh-CN" altLang="zh-CN" sz="2400" b="1" kern="100" dirty="0">
                <a:solidFill>
                  <a:srgbClr val="FFFF00"/>
                </a:solidFill>
                <a:ea typeface="宋体" panose="02010600030101010101" pitchFamily="2" charset="-122"/>
                <a:cs typeface="宋体" panose="02010600030101010101" pitchFamily="2" charset="-122"/>
              </a:rPr>
              <a:t>朋友关系</a:t>
            </a:r>
            <a:r>
              <a:rPr lang="zh-CN" altLang="zh-CN" sz="2400" b="1" kern="100" dirty="0">
                <a:solidFill>
                  <a:schemeClr val="bg1"/>
                </a:solidFill>
                <a:ea typeface="宋体" panose="02010600030101010101" pitchFamily="2" charset="-122"/>
                <a:cs typeface="宋体" panose="02010600030101010101" pitchFamily="2" charset="-122"/>
              </a:rPr>
              <a:t>、英文单词之间</a:t>
            </a:r>
            <a:r>
              <a:rPr lang="zh-CN" altLang="zh-CN" sz="2400" b="1" kern="100" dirty="0">
                <a:solidFill>
                  <a:srgbClr val="FFFF00"/>
                </a:solidFill>
                <a:ea typeface="宋体" panose="02010600030101010101" pitchFamily="2" charset="-122"/>
                <a:cs typeface="宋体" panose="02010600030101010101" pitchFamily="2" charset="-122"/>
              </a:rPr>
              <a:t>存在共同字母</a:t>
            </a:r>
            <a:r>
              <a:rPr lang="zh-CN" altLang="zh-CN" sz="2400" b="1" kern="100" dirty="0">
                <a:solidFill>
                  <a:schemeClr val="bg1"/>
                </a:solidFill>
                <a:ea typeface="宋体" panose="02010600030101010101" pitchFamily="2" charset="-122"/>
                <a:cs typeface="宋体" panose="02010600030101010101" pitchFamily="2" charset="-122"/>
              </a:rPr>
              <a:t>的关系等都可看成是相容关系。</a:t>
            </a:r>
            <a:endParaRPr lang="en-US" altLang="zh-CN" sz="2400" b="1" kern="100" dirty="0">
              <a:solidFill>
                <a:schemeClr val="bg1"/>
              </a:solidFill>
              <a:ea typeface="宋体" panose="02010600030101010101" pitchFamily="2" charset="-122"/>
              <a:cs typeface="宋体" panose="02010600030101010101" pitchFamily="2" charset="-122"/>
            </a:endParaRPr>
          </a:p>
          <a:p>
            <a:pPr>
              <a:lnSpc>
                <a:spcPct val="150000"/>
              </a:lnSpc>
              <a:defRPr/>
            </a:pPr>
            <a:r>
              <a:rPr lang="en-US" altLang="zh-CN" sz="2400" b="1" kern="100" dirty="0">
                <a:solidFill>
                  <a:schemeClr val="bg1"/>
                </a:solidFill>
                <a:ea typeface="宋体" panose="02010600030101010101" pitchFamily="2" charset="-122"/>
                <a:cs typeface="宋体" panose="02010600030101010101" pitchFamily="2" charset="-122"/>
              </a:rPr>
              <a:t>    </a:t>
            </a:r>
            <a:r>
              <a:rPr lang="zh-CN" altLang="zh-CN" sz="2400" b="1" kern="100" dirty="0">
                <a:solidFill>
                  <a:schemeClr val="bg1"/>
                </a:solidFill>
                <a:ea typeface="宋体" panose="02010600030101010101" pitchFamily="2" charset="-122"/>
                <a:cs typeface="宋体" panose="02010600030101010101" pitchFamily="2" charset="-122"/>
              </a:rPr>
              <a:t>与等价关系相比，相容关系所表示对象之间的联系显然要弱一些，因为等价关系要求</a:t>
            </a:r>
            <a:r>
              <a:rPr lang="zh-CN" altLang="en-US" sz="2400" b="1" kern="100" dirty="0">
                <a:solidFill>
                  <a:srgbClr val="FFFF00"/>
                </a:solidFill>
                <a:ea typeface="宋体" panose="02010600030101010101" pitchFamily="2" charset="-122"/>
                <a:cs typeface="宋体" panose="02010600030101010101" pitchFamily="2" charset="-122"/>
              </a:rPr>
              <a:t>所有相互等价</a:t>
            </a:r>
            <a:r>
              <a:rPr lang="zh-CN" altLang="zh-CN" sz="2400" b="1" kern="100" dirty="0">
                <a:solidFill>
                  <a:srgbClr val="FFFF00"/>
                </a:solidFill>
                <a:ea typeface="宋体" panose="02010600030101010101" pitchFamily="2" charset="-122"/>
                <a:cs typeface="宋体" panose="02010600030101010101" pitchFamily="2" charset="-122"/>
              </a:rPr>
              <a:t>对象</a:t>
            </a:r>
            <a:r>
              <a:rPr lang="zh-CN" altLang="en-US" sz="2400" b="1" kern="100" dirty="0">
                <a:solidFill>
                  <a:srgbClr val="FFFF00"/>
                </a:solidFill>
                <a:ea typeface="宋体" panose="02010600030101010101" pitchFamily="2" charset="-122"/>
                <a:cs typeface="宋体" panose="02010600030101010101" pitchFamily="2" charset="-122"/>
              </a:rPr>
              <a:t>在</a:t>
            </a:r>
            <a:r>
              <a:rPr lang="zh-CN" altLang="en-US" sz="2400" b="1" kern="100" dirty="0">
                <a:solidFill>
                  <a:schemeClr val="bg1"/>
                </a:solidFill>
                <a:ea typeface="宋体" panose="02010600030101010101" pitchFamily="2" charset="-122"/>
                <a:cs typeface="宋体" panose="02010600030101010101" pitchFamily="2" charset="-122"/>
              </a:rPr>
              <a:t>某个方面的性质</a:t>
            </a:r>
            <a:r>
              <a:rPr lang="zh-CN" altLang="zh-CN" sz="2400" b="1" kern="100" dirty="0">
                <a:solidFill>
                  <a:schemeClr val="bg1"/>
                </a:solidFill>
                <a:ea typeface="宋体" panose="02010600030101010101" pitchFamily="2" charset="-122"/>
                <a:cs typeface="宋体" panose="02010600030101010101" pitchFamily="2" charset="-122"/>
              </a:rPr>
              <a:t>完全相同或相等。</a:t>
            </a:r>
            <a:endParaRPr lang="zh-CN" altLang="en-US" sz="2400" b="1" dirty="0">
              <a:solidFill>
                <a:schemeClr val="bg1"/>
              </a:solidFill>
            </a:endParaRPr>
          </a:p>
        </p:txBody>
      </p:sp>
    </p:spTree>
  </p:cSld>
  <p:clrMapOvr>
    <a:masterClrMapping/>
  </p:clrMapOvr>
  <p:transition spd="med">
    <p:wipe dir="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日期占位符 3">
            <a:extLst>
              <a:ext uri="{FF2B5EF4-FFF2-40B4-BE49-F238E27FC236}">
                <a16:creationId xmlns:a16="http://schemas.microsoft.com/office/drawing/2014/main" id="{E060C453-1C8B-4B29-B8FD-CCC3C109FABB}"/>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626D2D4C-C6FE-4CBA-8688-4803E4ED0579}"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80899" name="Text Box 2">
            <a:extLst>
              <a:ext uri="{FF2B5EF4-FFF2-40B4-BE49-F238E27FC236}">
                <a16:creationId xmlns:a16="http://schemas.microsoft.com/office/drawing/2014/main" id="{CABE5E4C-4C04-4166-BF30-B4C83E72B607}"/>
              </a:ext>
            </a:extLst>
          </p:cNvPr>
          <p:cNvSpPr txBox="1">
            <a:spLocks noChangeArrowheads="1"/>
          </p:cNvSpPr>
          <p:nvPr/>
        </p:nvSpPr>
        <p:spPr bwMode="auto">
          <a:xfrm>
            <a:off x="1476375" y="858838"/>
            <a:ext cx="6119813"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宋体" panose="02010600030101010101" pitchFamily="2" charset="-122"/>
                <a:ea typeface="宋体" panose="02010600030101010101" pitchFamily="2" charset="-122"/>
              </a:rPr>
              <a:t> </a:t>
            </a:r>
            <a:r>
              <a:rPr lang="zh-CN" altLang="en-US" sz="4800" b="1">
                <a:solidFill>
                  <a:schemeClr val="bg1"/>
                </a:solidFill>
                <a:latin typeface="宋体" panose="02010600030101010101" pitchFamily="2" charset="-122"/>
                <a:ea typeface="宋体" panose="02010600030101010101" pitchFamily="2" charset="-122"/>
              </a:rPr>
              <a:t>相容关系的含义</a:t>
            </a:r>
          </a:p>
        </p:txBody>
      </p:sp>
      <p:pic>
        <p:nvPicPr>
          <p:cNvPr id="80900" name="Picture 6">
            <a:extLst>
              <a:ext uri="{FF2B5EF4-FFF2-40B4-BE49-F238E27FC236}">
                <a16:creationId xmlns:a16="http://schemas.microsoft.com/office/drawing/2014/main" id="{5AECFF18-4D05-491C-A6F5-FB2F81BA7F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75588" y="476250"/>
            <a:ext cx="1233487" cy="129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a:extLst>
              <a:ext uri="{FF2B5EF4-FFF2-40B4-BE49-F238E27FC236}">
                <a16:creationId xmlns:a16="http://schemas.microsoft.com/office/drawing/2014/main" id="{F6451159-35FF-4C13-836A-6DFB459B9388}"/>
              </a:ext>
            </a:extLst>
          </p:cNvPr>
          <p:cNvSpPr/>
          <p:nvPr/>
        </p:nvSpPr>
        <p:spPr>
          <a:xfrm>
            <a:off x="684213" y="2116138"/>
            <a:ext cx="7921625" cy="3883025"/>
          </a:xfrm>
          <a:prstGeom prst="rect">
            <a:avLst/>
          </a:prstGeom>
          <a:solidFill>
            <a:schemeClr val="accent6">
              <a:lumMod val="75000"/>
            </a:schemeClr>
          </a:solidFill>
        </p:spPr>
        <p:txBody>
          <a:bodyPr>
            <a:spAutoFit/>
          </a:bodyPr>
          <a:lstStyle/>
          <a:p>
            <a:pPr>
              <a:lnSpc>
                <a:spcPct val="150000"/>
              </a:lnSpc>
              <a:defRPr/>
            </a:pPr>
            <a:r>
              <a:rPr lang="en-US" altLang="zh-CN" sz="2400" b="1" kern="100" dirty="0">
                <a:solidFill>
                  <a:schemeClr val="bg1"/>
                </a:solidFill>
                <a:ea typeface="宋体" panose="02010600030101010101" pitchFamily="2" charset="-122"/>
                <a:cs typeface="宋体" panose="02010600030101010101" pitchFamily="2" charset="-122"/>
              </a:rPr>
              <a:t>    </a:t>
            </a:r>
            <a:r>
              <a:rPr lang="zh-CN" altLang="zh-CN" sz="2400" b="1" kern="100" dirty="0">
                <a:solidFill>
                  <a:schemeClr val="bg1"/>
                </a:solidFill>
                <a:ea typeface="宋体" panose="02010600030101010101" pitchFamily="2" charset="-122"/>
                <a:cs typeface="宋体" panose="02010600030101010101" pitchFamily="2" charset="-122"/>
              </a:rPr>
              <a:t>类似于等价关系可构造对集合的划分，</a:t>
            </a:r>
            <a:r>
              <a:rPr lang="zh-CN" altLang="zh-CN" sz="2400" b="1" kern="100" dirty="0">
                <a:solidFill>
                  <a:srgbClr val="FFFF00"/>
                </a:solidFill>
                <a:ea typeface="宋体" panose="02010600030101010101" pitchFamily="2" charset="-122"/>
                <a:cs typeface="宋体" panose="02010600030101010101" pitchFamily="2" charset="-122"/>
              </a:rPr>
              <a:t>相容关系则可构造对集合的覆盖</a:t>
            </a:r>
            <a:r>
              <a:rPr lang="zh-CN" altLang="zh-CN" sz="2400" b="1" kern="100" dirty="0">
                <a:solidFill>
                  <a:schemeClr val="bg1"/>
                </a:solidFill>
                <a:ea typeface="宋体" panose="02010600030101010101" pitchFamily="2" charset="-122"/>
                <a:cs typeface="宋体" panose="02010600030101010101" pitchFamily="2" charset="-122"/>
              </a:rPr>
              <a:t>。</a:t>
            </a:r>
            <a:endParaRPr lang="en-US" altLang="zh-CN" sz="2400" b="1" kern="100" dirty="0">
              <a:solidFill>
                <a:schemeClr val="bg1"/>
              </a:solidFill>
              <a:ea typeface="宋体" panose="02010600030101010101" pitchFamily="2" charset="-122"/>
              <a:cs typeface="宋体" panose="02010600030101010101" pitchFamily="2" charset="-122"/>
            </a:endParaRPr>
          </a:p>
          <a:p>
            <a:pPr>
              <a:lnSpc>
                <a:spcPct val="150000"/>
              </a:lnSpc>
              <a:defRPr/>
            </a:pPr>
            <a:r>
              <a:rPr lang="en-US" altLang="zh-CN" sz="2400" b="1" kern="100" dirty="0">
                <a:solidFill>
                  <a:schemeClr val="bg1"/>
                </a:solidFill>
                <a:ea typeface="宋体" panose="02010600030101010101" pitchFamily="2" charset="-122"/>
                <a:cs typeface="宋体" panose="02010600030101010101" pitchFamily="2" charset="-122"/>
              </a:rPr>
              <a:t>    </a:t>
            </a:r>
            <a:r>
              <a:rPr lang="zh-CN" altLang="zh-CN" sz="2400" b="1" kern="100" dirty="0">
                <a:solidFill>
                  <a:schemeClr val="bg1"/>
                </a:solidFill>
                <a:ea typeface="宋体" panose="02010600030101010101" pitchFamily="2" charset="-122"/>
                <a:cs typeface="宋体" panose="02010600030101010101" pitchFamily="2" charset="-122"/>
              </a:rPr>
              <a:t>与划分不同的是</a:t>
            </a:r>
            <a:r>
              <a:rPr lang="zh-CN" altLang="zh-CN" sz="2400" b="1" kern="100" dirty="0">
                <a:solidFill>
                  <a:srgbClr val="FFFF00"/>
                </a:solidFill>
                <a:ea typeface="宋体" panose="02010600030101010101" pitchFamily="2" charset="-122"/>
                <a:cs typeface="宋体" panose="02010600030101010101" pitchFamily="2" charset="-122"/>
              </a:rPr>
              <a:t>构成集合覆盖的各个相容类之间的交集可以为非空</a:t>
            </a:r>
            <a:r>
              <a:rPr lang="zh-CN" altLang="zh-CN" sz="2400" b="1" kern="100" dirty="0">
                <a:solidFill>
                  <a:schemeClr val="bg1"/>
                </a:solidFill>
                <a:ea typeface="宋体" panose="02010600030101010101" pitchFamily="2" charset="-122"/>
                <a:cs typeface="宋体" panose="02010600030101010101" pitchFamily="2" charset="-122"/>
              </a:rPr>
              <a:t>。也就是说，集合中的</a:t>
            </a:r>
            <a:r>
              <a:rPr lang="zh-CN" altLang="zh-CN" sz="2400" b="1" kern="100" dirty="0">
                <a:solidFill>
                  <a:srgbClr val="FFFF00"/>
                </a:solidFill>
                <a:ea typeface="宋体" panose="02010600030101010101" pitchFamily="2" charset="-122"/>
                <a:cs typeface="宋体" panose="02010600030101010101" pitchFamily="2" charset="-122"/>
              </a:rPr>
              <a:t>同一元素可同时属于多个不同相容类。</a:t>
            </a:r>
            <a:endParaRPr lang="en-US" altLang="zh-CN" sz="2400" b="1" kern="100" dirty="0">
              <a:solidFill>
                <a:srgbClr val="FFFF00"/>
              </a:solidFill>
              <a:ea typeface="宋体" panose="02010600030101010101" pitchFamily="2" charset="-122"/>
              <a:cs typeface="宋体" panose="02010600030101010101" pitchFamily="2" charset="-122"/>
            </a:endParaRPr>
          </a:p>
          <a:p>
            <a:pPr>
              <a:lnSpc>
                <a:spcPct val="150000"/>
              </a:lnSpc>
              <a:defRPr/>
            </a:pPr>
            <a:r>
              <a:rPr lang="en-US" altLang="zh-CN" sz="2400" b="1" kern="100" dirty="0">
                <a:solidFill>
                  <a:schemeClr val="bg1"/>
                </a:solidFill>
                <a:ea typeface="宋体" panose="02010600030101010101" pitchFamily="2" charset="-122"/>
                <a:cs typeface="宋体" panose="02010600030101010101" pitchFamily="2" charset="-122"/>
              </a:rPr>
              <a:t>    </a:t>
            </a:r>
            <a:r>
              <a:rPr lang="zh-CN" altLang="zh-CN" sz="2400" b="1" kern="100" dirty="0">
                <a:solidFill>
                  <a:schemeClr val="bg1"/>
                </a:solidFill>
                <a:ea typeface="宋体" panose="02010600030101010101" pitchFamily="2" charset="-122"/>
                <a:cs typeface="宋体" panose="02010600030101010101" pitchFamily="2" charset="-122"/>
              </a:rPr>
              <a:t>这相当于对集合中元素进行聚类</a:t>
            </a:r>
            <a:r>
              <a:rPr lang="en-US" altLang="zh-CN" sz="2400" b="1" kern="100" dirty="0">
                <a:solidFill>
                  <a:schemeClr val="bg1"/>
                </a:solidFill>
                <a:ea typeface="宋体" panose="02010600030101010101" pitchFamily="2" charset="-122"/>
                <a:cs typeface="宋体" panose="02010600030101010101" pitchFamily="2" charset="-122"/>
              </a:rPr>
              <a:t>,</a:t>
            </a:r>
            <a:r>
              <a:rPr lang="zh-CN" altLang="en-US" sz="2400" b="1" kern="100" dirty="0">
                <a:solidFill>
                  <a:schemeClr val="bg1"/>
                </a:solidFill>
                <a:ea typeface="宋体" panose="02010600030101010101" pitchFamily="2" charset="-122"/>
                <a:cs typeface="宋体" panose="02010600030101010101" pitchFamily="2" charset="-122"/>
              </a:rPr>
              <a:t> </a:t>
            </a:r>
            <a:r>
              <a:rPr lang="zh-CN" altLang="zh-CN" sz="2400" b="1" kern="100" dirty="0">
                <a:solidFill>
                  <a:schemeClr val="bg1"/>
                </a:solidFill>
                <a:ea typeface="宋体" panose="02010600030101010101" pitchFamily="2" charset="-122"/>
                <a:cs typeface="宋体" panose="02010600030101010101" pitchFamily="2" charset="-122"/>
              </a:rPr>
              <a:t>聚类过程中</a:t>
            </a:r>
            <a:r>
              <a:rPr lang="zh-CN" altLang="zh-CN" sz="2400" b="1" kern="100" dirty="0">
                <a:solidFill>
                  <a:srgbClr val="FFFF00"/>
                </a:solidFill>
                <a:ea typeface="宋体" panose="02010600030101010101" pitchFamily="2" charset="-122"/>
                <a:cs typeface="宋体" panose="02010600030101010101" pitchFamily="2" charset="-122"/>
              </a:rPr>
              <a:t>同一元素可同时聚合到多个不同的类别当中</a:t>
            </a:r>
            <a:r>
              <a:rPr lang="zh-CN" altLang="zh-CN" sz="2400" b="1" kern="100" dirty="0">
                <a:solidFill>
                  <a:schemeClr val="bg1"/>
                </a:solidFill>
                <a:ea typeface="宋体" panose="02010600030101010101" pitchFamily="2" charset="-122"/>
                <a:cs typeface="宋体" panose="02010600030101010101" pitchFamily="2" charset="-122"/>
              </a:rPr>
              <a:t>。</a:t>
            </a:r>
            <a:endParaRPr lang="zh-CN" altLang="en-US" sz="2400" b="1" dirty="0">
              <a:solidFill>
                <a:schemeClr val="bg1"/>
              </a:solidFill>
            </a:endParaRPr>
          </a:p>
        </p:txBody>
      </p:sp>
    </p:spTree>
  </p:cSld>
  <p:clrMapOvr>
    <a:masterClrMapping/>
  </p:clrMapOvr>
  <p:transition spd="med">
    <p:wipe dir="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日期占位符 3">
            <a:extLst>
              <a:ext uri="{FF2B5EF4-FFF2-40B4-BE49-F238E27FC236}">
                <a16:creationId xmlns:a16="http://schemas.microsoft.com/office/drawing/2014/main" id="{0B225A46-82A4-4FC0-AB2F-E33A90FD638D}"/>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F7801F68-224C-43AA-9BEE-E24354C089B5}"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81923" name="Text Box 2">
            <a:extLst>
              <a:ext uri="{FF2B5EF4-FFF2-40B4-BE49-F238E27FC236}">
                <a16:creationId xmlns:a16="http://schemas.microsoft.com/office/drawing/2014/main" id="{C3510476-C382-4F28-B268-AA2B2E716D31}"/>
              </a:ext>
            </a:extLst>
          </p:cNvPr>
          <p:cNvSpPr txBox="1">
            <a:spLocks noChangeArrowheads="1"/>
          </p:cNvSpPr>
          <p:nvPr/>
        </p:nvSpPr>
        <p:spPr bwMode="auto">
          <a:xfrm>
            <a:off x="1476375" y="819150"/>
            <a:ext cx="6119813"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宋体" panose="02010600030101010101" pitchFamily="2" charset="-122"/>
                <a:ea typeface="宋体" panose="02010600030101010101" pitchFamily="2" charset="-122"/>
              </a:rPr>
              <a:t> </a:t>
            </a:r>
            <a:r>
              <a:rPr lang="zh-CN" altLang="en-US" sz="4800" b="1">
                <a:solidFill>
                  <a:schemeClr val="bg1"/>
                </a:solidFill>
                <a:latin typeface="宋体" panose="02010600030101010101" pitchFamily="2" charset="-122"/>
                <a:ea typeface="宋体" panose="02010600030101010101" pitchFamily="2" charset="-122"/>
              </a:rPr>
              <a:t>相容关系的概念</a:t>
            </a:r>
          </a:p>
        </p:txBody>
      </p:sp>
      <p:pic>
        <p:nvPicPr>
          <p:cNvPr id="81924" name="Picture 6">
            <a:extLst>
              <a:ext uri="{FF2B5EF4-FFF2-40B4-BE49-F238E27FC236}">
                <a16:creationId xmlns:a16="http://schemas.microsoft.com/office/drawing/2014/main" id="{2BAFAF79-4315-4F09-8123-0068BE5F7F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75588" y="476250"/>
            <a:ext cx="1233487" cy="129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AF93E9A6-1A21-45FA-85BB-1D56216C83CA}"/>
              </a:ext>
            </a:extLst>
          </p:cNvPr>
          <p:cNvSpPr>
            <a:spLocks noRot="1" noChangeAspect="1" noMove="1" noResize="1" noEditPoints="1" noAdjustHandles="1" noChangeArrowheads="1" noChangeShapeType="1" noTextEdit="1"/>
          </p:cNvSpPr>
          <p:nvPr/>
        </p:nvSpPr>
        <p:spPr>
          <a:xfrm>
            <a:off x="683568" y="1988840"/>
            <a:ext cx="7992888" cy="2245102"/>
          </a:xfrm>
          <a:prstGeom prst="rect">
            <a:avLst/>
          </a:prstGeom>
          <a:blipFill>
            <a:blip r:embed="rId4"/>
            <a:stretch>
              <a:fillRect l="-1144" r="-1220" b="-4065"/>
            </a:stretch>
          </a:blipFill>
        </p:spPr>
        <p:txBody>
          <a:bodyPr/>
          <a:lstStyle/>
          <a:p>
            <a:pPr>
              <a:defRPr/>
            </a:pPr>
            <a:r>
              <a:rPr lang="zh-CN" altLang="en-US">
                <a:noFill/>
              </a:rPr>
              <a:t> </a:t>
            </a:r>
          </a:p>
        </p:txBody>
      </p:sp>
      <p:sp>
        <p:nvSpPr>
          <p:cNvPr id="3" name="矩形 2">
            <a:extLst>
              <a:ext uri="{FF2B5EF4-FFF2-40B4-BE49-F238E27FC236}">
                <a16:creationId xmlns:a16="http://schemas.microsoft.com/office/drawing/2014/main" id="{EE68BDB4-90AF-476A-AF4B-F21975CBF17B}"/>
              </a:ext>
            </a:extLst>
          </p:cNvPr>
          <p:cNvSpPr/>
          <p:nvPr/>
        </p:nvSpPr>
        <p:spPr>
          <a:xfrm>
            <a:off x="684213" y="4462463"/>
            <a:ext cx="7993062" cy="1690687"/>
          </a:xfrm>
          <a:prstGeom prst="rect">
            <a:avLst/>
          </a:prstGeom>
          <a:solidFill>
            <a:schemeClr val="accent6">
              <a:lumMod val="75000"/>
            </a:schemeClr>
          </a:solidFill>
        </p:spPr>
        <p:txBody>
          <a:bodyPr>
            <a:spAutoFit/>
          </a:bodyPr>
          <a:lstStyle/>
          <a:p>
            <a:pPr indent="266700" algn="just">
              <a:lnSpc>
                <a:spcPct val="150000"/>
              </a:lnSpc>
              <a:spcAft>
                <a:spcPts val="0"/>
              </a:spcAft>
              <a:defRPr/>
            </a:pPr>
            <a:r>
              <a:rPr lang="en-US" altLang="zh-CN" sz="2400" b="1" kern="100" dirty="0">
                <a:solidFill>
                  <a:schemeClr val="bg1"/>
                </a:solidFill>
                <a:latin typeface="Calibri" panose="020F0502020204030204" pitchFamily="34" charset="0"/>
                <a:ea typeface="宋体" panose="02010600030101010101" pitchFamily="2" charset="-122"/>
                <a:cs typeface="宋体" panose="02010600030101010101" pitchFamily="2" charset="-122"/>
              </a:rPr>
              <a:t>   </a:t>
            </a:r>
            <a:r>
              <a:rPr lang="zh-CN" altLang="zh-CN" sz="2400" b="1" kern="100" dirty="0">
                <a:solidFill>
                  <a:schemeClr val="bg1"/>
                </a:solidFill>
                <a:latin typeface="Calibri" panose="020F0502020204030204" pitchFamily="34" charset="0"/>
                <a:ea typeface="宋体" panose="02010600030101010101" pitchFamily="2" charset="-122"/>
                <a:cs typeface="宋体" panose="02010600030101010101" pitchFamily="2" charset="-122"/>
              </a:rPr>
              <a:t>根据上述定义，不难发现所有的</a:t>
            </a:r>
            <a:r>
              <a:rPr lang="zh-CN" altLang="zh-CN" sz="2400" b="1" kern="100" dirty="0">
                <a:solidFill>
                  <a:srgbClr val="FFFF00"/>
                </a:solidFill>
                <a:latin typeface="Calibri" panose="020F0502020204030204" pitchFamily="34" charset="0"/>
                <a:ea typeface="宋体" panose="02010600030101010101" pitchFamily="2" charset="-122"/>
                <a:cs typeface="宋体" panose="02010600030101010101" pitchFamily="2" charset="-122"/>
              </a:rPr>
              <a:t>等价关系都可以看成是一种特殊的相容关系</a:t>
            </a:r>
            <a:r>
              <a:rPr lang="zh-CN" altLang="zh-CN" sz="2400" b="1" kern="100" dirty="0">
                <a:solidFill>
                  <a:schemeClr val="bg1"/>
                </a:solidFill>
                <a:latin typeface="Calibri" panose="020F0502020204030204" pitchFamily="34" charset="0"/>
                <a:ea typeface="宋体" panose="02010600030101010101" pitchFamily="2" charset="-122"/>
                <a:cs typeface="宋体" panose="02010600030101010101" pitchFamily="2" charset="-122"/>
              </a:rPr>
              <a:t>，即满足传递性的相容关系，但相容关系不一定是等价关系。</a:t>
            </a:r>
            <a:endPar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endParaRPr>
          </a:p>
        </p:txBody>
      </p:sp>
    </p:spTree>
  </p:cSld>
  <p:clrMapOvr>
    <a:masterClrMapping/>
  </p:clrMapOvr>
  <p:transition spd="med">
    <p:wipe dir="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日期占位符 3">
            <a:extLst>
              <a:ext uri="{FF2B5EF4-FFF2-40B4-BE49-F238E27FC236}">
                <a16:creationId xmlns:a16="http://schemas.microsoft.com/office/drawing/2014/main" id="{FF09E3A2-1A6D-47BE-9C4A-167B63A005BB}"/>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8DE7F22F-47D9-4673-9AB5-5C70B3E65A9F}"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82947" name="Text Box 2">
            <a:extLst>
              <a:ext uri="{FF2B5EF4-FFF2-40B4-BE49-F238E27FC236}">
                <a16:creationId xmlns:a16="http://schemas.microsoft.com/office/drawing/2014/main" id="{5F5424E7-B197-467D-8C98-2EF2421315CF}"/>
              </a:ext>
            </a:extLst>
          </p:cNvPr>
          <p:cNvSpPr txBox="1">
            <a:spLocks noChangeArrowheads="1"/>
          </p:cNvSpPr>
          <p:nvPr/>
        </p:nvSpPr>
        <p:spPr bwMode="auto">
          <a:xfrm>
            <a:off x="1476375" y="858838"/>
            <a:ext cx="6119813"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宋体" panose="02010600030101010101" pitchFamily="2" charset="-122"/>
                <a:ea typeface="宋体" panose="02010600030101010101" pitchFamily="2" charset="-122"/>
              </a:rPr>
              <a:t> </a:t>
            </a:r>
            <a:r>
              <a:rPr lang="zh-CN" altLang="en-US" sz="5400" b="1">
                <a:solidFill>
                  <a:schemeClr val="bg1"/>
                </a:solidFill>
                <a:latin typeface="宋体" panose="02010600030101010101" pitchFamily="2" charset="-122"/>
                <a:ea typeface="宋体" panose="02010600030101010101" pitchFamily="2" charset="-122"/>
              </a:rPr>
              <a:t>例 题</a:t>
            </a:r>
          </a:p>
        </p:txBody>
      </p:sp>
      <p:pic>
        <p:nvPicPr>
          <p:cNvPr id="82948" name="Picture 6">
            <a:extLst>
              <a:ext uri="{FF2B5EF4-FFF2-40B4-BE49-F238E27FC236}">
                <a16:creationId xmlns:a16="http://schemas.microsoft.com/office/drawing/2014/main" id="{BF9E9BD7-026B-4A5B-8FB1-BC48F05966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75588" y="476250"/>
            <a:ext cx="1233487" cy="129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949" name="文本框 1">
            <a:extLst>
              <a:ext uri="{FF2B5EF4-FFF2-40B4-BE49-F238E27FC236}">
                <a16:creationId xmlns:a16="http://schemas.microsoft.com/office/drawing/2014/main" id="{0198B0B8-7FCD-4D05-83B0-F6529ABE2DE7}"/>
              </a:ext>
            </a:extLst>
          </p:cNvPr>
          <p:cNvSpPr txBox="1">
            <a:spLocks noChangeArrowheads="1"/>
          </p:cNvSpPr>
          <p:nvPr/>
        </p:nvSpPr>
        <p:spPr bwMode="auto">
          <a:xfrm>
            <a:off x="827088" y="2133600"/>
            <a:ext cx="8101012" cy="33242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nSpc>
                <a:spcPct val="150000"/>
              </a:lnSpc>
              <a:spcBef>
                <a:spcPct val="0"/>
              </a:spcBef>
              <a:buFontTx/>
              <a:buNone/>
            </a:pPr>
            <a:r>
              <a:rPr lang="zh-CN" altLang="zh-CN" sz="2800" b="1">
                <a:solidFill>
                  <a:srgbClr val="FF0000"/>
                </a:solidFill>
                <a:latin typeface="黑体" panose="02010609060101010101" pitchFamily="49" charset="-122"/>
                <a:ea typeface="黑体" panose="02010609060101010101" pitchFamily="49" charset="-122"/>
              </a:rPr>
              <a:t>【例】</a:t>
            </a:r>
            <a:r>
              <a:rPr lang="zh-CN" altLang="zh-CN" sz="2800" b="1">
                <a:latin typeface="黑体" panose="02010609060101010101" pitchFamily="49" charset="-122"/>
                <a:ea typeface="黑体" panose="02010609060101010101" pitchFamily="49" charset="-122"/>
              </a:rPr>
              <a:t>判断下列关系是否为相容关系：</a:t>
            </a:r>
          </a:p>
          <a:p>
            <a:pPr>
              <a:lnSpc>
                <a:spcPct val="150000"/>
              </a:lnSpc>
              <a:spcBef>
                <a:spcPct val="0"/>
              </a:spcBef>
              <a:buFontTx/>
              <a:buNone/>
            </a:pPr>
            <a:r>
              <a:rPr lang="zh-CN" altLang="en-US" sz="2800" b="1">
                <a:latin typeface="黑体" panose="02010609060101010101" pitchFamily="49" charset="-122"/>
                <a:ea typeface="黑体" panose="02010609060101010101" pitchFamily="49" charset="-122"/>
              </a:rPr>
              <a:t>（</a:t>
            </a:r>
            <a:r>
              <a:rPr lang="en-US" altLang="zh-CN" sz="2800" b="1">
                <a:latin typeface="黑体" panose="02010609060101010101" pitchFamily="49" charset="-122"/>
                <a:ea typeface="黑体" panose="02010609060101010101" pitchFamily="49" charset="-122"/>
              </a:rPr>
              <a:t>1</a:t>
            </a:r>
            <a:r>
              <a:rPr lang="zh-CN" altLang="en-US" sz="2800" b="1">
                <a:latin typeface="黑体" panose="02010609060101010101" pitchFamily="49" charset="-122"/>
                <a:ea typeface="黑体" panose="02010609060101010101" pitchFamily="49" charset="-122"/>
              </a:rPr>
              <a:t>）</a:t>
            </a:r>
            <a:r>
              <a:rPr lang="zh-CN" altLang="zh-CN" sz="2800" b="1">
                <a:latin typeface="黑体" panose="02010609060101010101" pitchFamily="49" charset="-122"/>
                <a:ea typeface="黑体" panose="02010609060101010101" pitchFamily="49" charset="-122"/>
              </a:rPr>
              <a:t>人群中的朋友关系；</a:t>
            </a:r>
            <a:endParaRPr lang="en-US" altLang="zh-CN" sz="2800" b="1">
              <a:latin typeface="黑体" panose="02010609060101010101" pitchFamily="49" charset="-122"/>
              <a:ea typeface="黑体" panose="02010609060101010101" pitchFamily="49" charset="-122"/>
            </a:endParaRPr>
          </a:p>
          <a:p>
            <a:pPr>
              <a:lnSpc>
                <a:spcPct val="150000"/>
              </a:lnSpc>
              <a:spcBef>
                <a:spcPct val="0"/>
              </a:spcBef>
              <a:buFontTx/>
              <a:buNone/>
            </a:pPr>
            <a:r>
              <a:rPr lang="zh-CN" altLang="zh-CN" sz="2800" b="1">
                <a:latin typeface="黑体" panose="02010609060101010101" pitchFamily="49" charset="-122"/>
                <a:ea typeface="黑体" panose="02010609060101010101" pitchFamily="49" charset="-122"/>
              </a:rPr>
              <a:t>（</a:t>
            </a:r>
            <a:r>
              <a:rPr lang="en-US" altLang="zh-CN" sz="2800" b="1">
                <a:latin typeface="黑体" panose="02010609060101010101" pitchFamily="49" charset="-122"/>
                <a:ea typeface="黑体" panose="02010609060101010101" pitchFamily="49" charset="-122"/>
              </a:rPr>
              <a:t>2</a:t>
            </a:r>
            <a:r>
              <a:rPr lang="zh-CN" altLang="zh-CN" sz="2800" b="1">
                <a:latin typeface="黑体" panose="02010609060101010101" pitchFamily="49" charset="-122"/>
                <a:ea typeface="黑体" panose="02010609060101010101" pitchFamily="49" charset="-122"/>
              </a:rPr>
              <a:t>）某校学生中的同班关系；</a:t>
            </a:r>
            <a:endParaRPr lang="en-US" altLang="zh-CN" sz="2800" b="1">
              <a:latin typeface="黑体" panose="02010609060101010101" pitchFamily="49" charset="-122"/>
              <a:ea typeface="黑体" panose="02010609060101010101" pitchFamily="49" charset="-122"/>
            </a:endParaRPr>
          </a:p>
          <a:p>
            <a:pPr>
              <a:lnSpc>
                <a:spcPct val="150000"/>
              </a:lnSpc>
              <a:spcBef>
                <a:spcPct val="0"/>
              </a:spcBef>
              <a:buFontTx/>
              <a:buNone/>
            </a:pPr>
            <a:r>
              <a:rPr lang="zh-CN" altLang="zh-CN" sz="2800" b="1">
                <a:latin typeface="黑体" panose="02010609060101010101" pitchFamily="49" charset="-122"/>
                <a:ea typeface="黑体" panose="02010609060101010101" pitchFamily="49" charset="-122"/>
              </a:rPr>
              <a:t>（</a:t>
            </a:r>
            <a:r>
              <a:rPr lang="en-US" altLang="zh-CN" sz="2800" b="1">
                <a:latin typeface="黑体" panose="02010609060101010101" pitchFamily="49" charset="-122"/>
                <a:ea typeface="黑体" panose="02010609060101010101" pitchFamily="49" charset="-122"/>
              </a:rPr>
              <a:t>3</a:t>
            </a:r>
            <a:r>
              <a:rPr lang="zh-CN" altLang="zh-CN" sz="2800" b="1">
                <a:latin typeface="黑体" panose="02010609060101010101" pitchFamily="49" charset="-122"/>
                <a:ea typeface="黑体" panose="02010609060101010101" pitchFamily="49" charset="-122"/>
              </a:rPr>
              <a:t>）集合上的包含关系。</a:t>
            </a:r>
          </a:p>
          <a:p>
            <a:pPr>
              <a:lnSpc>
                <a:spcPct val="150000"/>
              </a:lnSpc>
              <a:spcBef>
                <a:spcPct val="0"/>
              </a:spcBef>
              <a:buFontTx/>
              <a:buNone/>
            </a:pPr>
            <a:r>
              <a:rPr lang="zh-CN" altLang="zh-CN" sz="2800" b="1">
                <a:solidFill>
                  <a:srgbClr val="FF0000"/>
                </a:solidFill>
                <a:latin typeface="黑体" panose="02010609060101010101" pitchFamily="49" charset="-122"/>
                <a:ea typeface="黑体" panose="02010609060101010101" pitchFamily="49" charset="-122"/>
              </a:rPr>
              <a:t>【分析】</a:t>
            </a:r>
            <a:r>
              <a:rPr lang="zh-CN" altLang="zh-CN" sz="2800" b="1">
                <a:latin typeface="黑体" panose="02010609060101010101" pitchFamily="49" charset="-122"/>
                <a:ea typeface="黑体" panose="02010609060101010101" pitchFamily="49" charset="-122"/>
              </a:rPr>
              <a:t>关系满足自反性和对称性即为相容关系。</a:t>
            </a:r>
          </a:p>
        </p:txBody>
      </p:sp>
    </p:spTree>
  </p:cSld>
  <p:clrMapOvr>
    <a:masterClrMapping/>
  </p:clrMapOvr>
  <p:transition spd="med">
    <p:wipe dir="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日期占位符 3">
            <a:extLst>
              <a:ext uri="{FF2B5EF4-FFF2-40B4-BE49-F238E27FC236}">
                <a16:creationId xmlns:a16="http://schemas.microsoft.com/office/drawing/2014/main" id="{71A11868-EA2B-4FC4-A891-08329922DC6F}"/>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E0F5626A-789F-4AFA-8868-8ED5301FFA0F}"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83971" name="Text Box 2">
            <a:extLst>
              <a:ext uri="{FF2B5EF4-FFF2-40B4-BE49-F238E27FC236}">
                <a16:creationId xmlns:a16="http://schemas.microsoft.com/office/drawing/2014/main" id="{815BE055-FBAF-49AA-A30B-F619CAC1EDD6}"/>
              </a:ext>
            </a:extLst>
          </p:cNvPr>
          <p:cNvSpPr txBox="1">
            <a:spLocks noChangeArrowheads="1"/>
          </p:cNvSpPr>
          <p:nvPr/>
        </p:nvSpPr>
        <p:spPr bwMode="auto">
          <a:xfrm>
            <a:off x="1476375" y="858838"/>
            <a:ext cx="6119813"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宋体" panose="02010600030101010101" pitchFamily="2" charset="-122"/>
                <a:ea typeface="宋体" panose="02010600030101010101" pitchFamily="2" charset="-122"/>
              </a:rPr>
              <a:t> </a:t>
            </a:r>
            <a:r>
              <a:rPr lang="zh-CN" altLang="en-US" sz="5400" b="1">
                <a:solidFill>
                  <a:schemeClr val="bg1"/>
                </a:solidFill>
                <a:latin typeface="宋体" panose="02010600030101010101" pitchFamily="2" charset="-122"/>
                <a:ea typeface="宋体" panose="02010600030101010101" pitchFamily="2" charset="-122"/>
              </a:rPr>
              <a:t>例 题</a:t>
            </a:r>
          </a:p>
        </p:txBody>
      </p:sp>
      <p:pic>
        <p:nvPicPr>
          <p:cNvPr id="83972" name="Picture 6">
            <a:extLst>
              <a:ext uri="{FF2B5EF4-FFF2-40B4-BE49-F238E27FC236}">
                <a16:creationId xmlns:a16="http://schemas.microsoft.com/office/drawing/2014/main" id="{4C6048BA-C313-403F-817D-59A95543E0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75588" y="476250"/>
            <a:ext cx="1233487" cy="129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3973" name="文本框 1">
            <a:extLst>
              <a:ext uri="{FF2B5EF4-FFF2-40B4-BE49-F238E27FC236}">
                <a16:creationId xmlns:a16="http://schemas.microsoft.com/office/drawing/2014/main" id="{2E6C2257-7179-4437-99CC-81C09CE09438}"/>
              </a:ext>
            </a:extLst>
          </p:cNvPr>
          <p:cNvSpPr txBox="1">
            <a:spLocks noChangeArrowheads="1"/>
          </p:cNvSpPr>
          <p:nvPr/>
        </p:nvSpPr>
        <p:spPr bwMode="auto">
          <a:xfrm>
            <a:off x="395288" y="1989138"/>
            <a:ext cx="8351837" cy="38687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nSpc>
                <a:spcPct val="150000"/>
              </a:lnSpc>
              <a:spcBef>
                <a:spcPct val="0"/>
              </a:spcBef>
              <a:buFontTx/>
              <a:buNone/>
            </a:pPr>
            <a:r>
              <a:rPr lang="zh-CN" altLang="zh-CN" sz="2800" b="1">
                <a:solidFill>
                  <a:srgbClr val="FF0000"/>
                </a:solidFill>
                <a:latin typeface="黑体" panose="02010609060101010101" pitchFamily="49" charset="-122"/>
                <a:ea typeface="黑体" panose="02010609060101010101" pitchFamily="49" charset="-122"/>
              </a:rPr>
              <a:t>【解】</a:t>
            </a:r>
            <a:r>
              <a:rPr lang="zh-CN" altLang="zh-CN" sz="2800" b="1">
                <a:solidFill>
                  <a:srgbClr val="008000"/>
                </a:solidFill>
                <a:latin typeface="黑体" panose="02010609060101010101" pitchFamily="49" charset="-122"/>
                <a:ea typeface="黑体" panose="02010609060101010101" pitchFamily="49" charset="-122"/>
              </a:rPr>
              <a:t>（</a:t>
            </a:r>
            <a:r>
              <a:rPr lang="en-US" altLang="zh-CN" sz="2800" b="1">
                <a:solidFill>
                  <a:srgbClr val="008000"/>
                </a:solidFill>
                <a:latin typeface="黑体" panose="02010609060101010101" pitchFamily="49" charset="-122"/>
                <a:ea typeface="黑体" panose="02010609060101010101" pitchFamily="49" charset="-122"/>
              </a:rPr>
              <a:t>1</a:t>
            </a:r>
            <a:r>
              <a:rPr lang="zh-CN" altLang="zh-CN" sz="2800" b="1">
                <a:solidFill>
                  <a:srgbClr val="008000"/>
                </a:solidFill>
                <a:latin typeface="黑体" panose="02010609060101010101" pitchFamily="49" charset="-122"/>
                <a:ea typeface="黑体" panose="02010609060101010101" pitchFamily="49" charset="-122"/>
              </a:rPr>
              <a:t>）</a:t>
            </a:r>
            <a:r>
              <a:rPr lang="zh-CN" altLang="zh-CN" sz="2800" b="1">
                <a:latin typeface="黑体" panose="02010609060101010101" pitchFamily="49" charset="-122"/>
                <a:ea typeface="黑体" panose="02010609060101010101" pitchFamily="49" charset="-122"/>
              </a:rPr>
              <a:t>朋友关系满足自反性和对称性，但不满足传递性，故</a:t>
            </a:r>
            <a:r>
              <a:rPr lang="zh-CN" altLang="zh-CN" sz="2800" b="1">
                <a:solidFill>
                  <a:schemeClr val="accent2"/>
                </a:solidFill>
                <a:latin typeface="黑体" panose="02010609060101010101" pitchFamily="49" charset="-122"/>
                <a:ea typeface="黑体" panose="02010609060101010101" pitchFamily="49" charset="-122"/>
              </a:rPr>
              <a:t>是相容关系</a:t>
            </a:r>
            <a:r>
              <a:rPr lang="zh-CN" altLang="zh-CN" sz="2800" b="1">
                <a:latin typeface="黑体" panose="02010609060101010101" pitchFamily="49" charset="-122"/>
                <a:ea typeface="黑体" panose="02010609060101010101" pitchFamily="49" charset="-122"/>
              </a:rPr>
              <a:t>；</a:t>
            </a:r>
            <a:endParaRPr lang="en-US" altLang="zh-CN" sz="2800" b="1">
              <a:latin typeface="黑体" panose="02010609060101010101" pitchFamily="49" charset="-122"/>
              <a:ea typeface="黑体" panose="02010609060101010101" pitchFamily="49" charset="-122"/>
            </a:endParaRPr>
          </a:p>
          <a:p>
            <a:pPr>
              <a:lnSpc>
                <a:spcPct val="150000"/>
              </a:lnSpc>
              <a:spcBef>
                <a:spcPct val="0"/>
              </a:spcBef>
              <a:buFontTx/>
              <a:buNone/>
            </a:pPr>
            <a:r>
              <a:rPr lang="en-US" altLang="zh-CN" sz="2800" b="1">
                <a:solidFill>
                  <a:srgbClr val="008000"/>
                </a:solidFill>
                <a:latin typeface="黑体" panose="02010609060101010101" pitchFamily="49" charset="-122"/>
                <a:ea typeface="黑体" panose="02010609060101010101" pitchFamily="49" charset="-122"/>
              </a:rPr>
              <a:t> (2)</a:t>
            </a:r>
            <a:r>
              <a:rPr lang="zh-CN" altLang="zh-CN" sz="2800" b="1">
                <a:latin typeface="黑体" panose="02010609060101010101" pitchFamily="49" charset="-122"/>
                <a:ea typeface="黑体" panose="02010609060101010101" pitchFamily="49" charset="-122"/>
              </a:rPr>
              <a:t>同班关系满足自反性、对称性和传递性，</a:t>
            </a:r>
            <a:r>
              <a:rPr lang="zh-CN" altLang="en-US" sz="2800" b="1">
                <a:latin typeface="黑体" panose="02010609060101010101" pitchFamily="49" charset="-122"/>
                <a:ea typeface="黑体" panose="02010609060101010101" pitchFamily="49" charset="-122"/>
              </a:rPr>
              <a:t>故</a:t>
            </a:r>
            <a:r>
              <a:rPr lang="zh-CN" altLang="zh-CN" sz="2800" b="1">
                <a:solidFill>
                  <a:schemeClr val="accent2"/>
                </a:solidFill>
                <a:latin typeface="黑体" panose="02010609060101010101" pitchFamily="49" charset="-122"/>
                <a:ea typeface="黑体" panose="02010609060101010101" pitchFamily="49" charset="-122"/>
              </a:rPr>
              <a:t>是相容关系，也是等价关系</a:t>
            </a:r>
            <a:r>
              <a:rPr lang="zh-CN" altLang="en-US" sz="2800" b="1">
                <a:latin typeface="黑体" panose="02010609060101010101" pitchFamily="49" charset="-122"/>
                <a:ea typeface="黑体" panose="02010609060101010101" pitchFamily="49" charset="-122"/>
              </a:rPr>
              <a:t>；</a:t>
            </a:r>
            <a:endParaRPr lang="en-US" altLang="zh-CN" sz="2800" b="1">
              <a:latin typeface="黑体" panose="02010609060101010101" pitchFamily="49" charset="-122"/>
              <a:ea typeface="黑体" panose="02010609060101010101" pitchFamily="49" charset="-122"/>
            </a:endParaRPr>
          </a:p>
          <a:p>
            <a:pPr>
              <a:lnSpc>
                <a:spcPct val="150000"/>
              </a:lnSpc>
              <a:spcBef>
                <a:spcPct val="0"/>
              </a:spcBef>
              <a:buFontTx/>
              <a:buNone/>
            </a:pPr>
            <a:r>
              <a:rPr lang="zh-CN" altLang="zh-CN" sz="2800" b="1">
                <a:solidFill>
                  <a:srgbClr val="008000"/>
                </a:solidFill>
                <a:latin typeface="黑体" panose="02010609060101010101" pitchFamily="49" charset="-122"/>
                <a:ea typeface="黑体" panose="02010609060101010101" pitchFamily="49" charset="-122"/>
              </a:rPr>
              <a:t>（</a:t>
            </a:r>
            <a:r>
              <a:rPr lang="en-US" altLang="zh-CN" sz="2800" b="1">
                <a:solidFill>
                  <a:srgbClr val="008000"/>
                </a:solidFill>
                <a:latin typeface="黑体" panose="02010609060101010101" pitchFamily="49" charset="-122"/>
                <a:ea typeface="黑体" panose="02010609060101010101" pitchFamily="49" charset="-122"/>
              </a:rPr>
              <a:t>3</a:t>
            </a:r>
            <a:r>
              <a:rPr lang="zh-CN" altLang="zh-CN" sz="2800" b="1">
                <a:solidFill>
                  <a:srgbClr val="008000"/>
                </a:solidFill>
                <a:latin typeface="黑体" panose="02010609060101010101" pitchFamily="49" charset="-122"/>
                <a:ea typeface="黑体" panose="02010609060101010101" pitchFamily="49" charset="-122"/>
              </a:rPr>
              <a:t>）</a:t>
            </a:r>
            <a:r>
              <a:rPr lang="zh-CN" altLang="zh-CN" sz="2800" b="1">
                <a:latin typeface="黑体" panose="02010609060101010101" pitchFamily="49" charset="-122"/>
                <a:ea typeface="黑体" panose="02010609060101010101" pitchFamily="49" charset="-122"/>
              </a:rPr>
              <a:t>集合上的包含关系满足自反性，不满足对称性和传递性，</a:t>
            </a:r>
            <a:r>
              <a:rPr lang="zh-CN" altLang="en-US" sz="2800" b="1">
                <a:latin typeface="黑体" panose="02010609060101010101" pitchFamily="49" charset="-122"/>
                <a:ea typeface="黑体" panose="02010609060101010101" pitchFamily="49" charset="-122"/>
              </a:rPr>
              <a:t>故</a:t>
            </a:r>
            <a:r>
              <a:rPr lang="zh-CN" altLang="zh-CN" sz="2800" b="1">
                <a:solidFill>
                  <a:schemeClr val="accent2"/>
                </a:solidFill>
                <a:latin typeface="黑体" panose="02010609060101010101" pitchFamily="49" charset="-122"/>
                <a:ea typeface="黑体" panose="02010609060101010101" pitchFamily="49" charset="-122"/>
              </a:rPr>
              <a:t>不是相容关系</a:t>
            </a:r>
            <a:r>
              <a:rPr lang="zh-CN" altLang="zh-CN" sz="2800" b="1">
                <a:latin typeface="黑体" panose="02010609060101010101" pitchFamily="49" charset="-122"/>
                <a:ea typeface="黑体" panose="02010609060101010101" pitchFamily="49" charset="-122"/>
              </a:rPr>
              <a:t>。</a:t>
            </a:r>
            <a:endParaRPr lang="zh-CN" altLang="en-US" sz="2800" b="1">
              <a:latin typeface="黑体" panose="02010609060101010101" pitchFamily="49" charset="-122"/>
              <a:ea typeface="黑体" panose="02010609060101010101" pitchFamily="49" charset="-122"/>
            </a:endParaRPr>
          </a:p>
        </p:txBody>
      </p:sp>
    </p:spTree>
  </p:cSld>
  <p:clrMapOvr>
    <a:masterClrMapping/>
  </p:clrMapOvr>
  <p:transition spd="med">
    <p:wipe dir="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日期占位符 3">
            <a:extLst>
              <a:ext uri="{FF2B5EF4-FFF2-40B4-BE49-F238E27FC236}">
                <a16:creationId xmlns:a16="http://schemas.microsoft.com/office/drawing/2014/main" id="{70C3C27D-1A35-4879-AF00-08E0C9D09706}"/>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8187F2F4-C3B5-4979-AEA9-5C0DD5043B6F}"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84995" name="Text Box 2">
            <a:extLst>
              <a:ext uri="{FF2B5EF4-FFF2-40B4-BE49-F238E27FC236}">
                <a16:creationId xmlns:a16="http://schemas.microsoft.com/office/drawing/2014/main" id="{F32986E9-F873-4509-B0AD-346FB8AE4C00}"/>
              </a:ext>
            </a:extLst>
          </p:cNvPr>
          <p:cNvSpPr txBox="1">
            <a:spLocks noChangeArrowheads="1"/>
          </p:cNvSpPr>
          <p:nvPr/>
        </p:nvSpPr>
        <p:spPr bwMode="auto">
          <a:xfrm>
            <a:off x="1476375" y="858838"/>
            <a:ext cx="6119813"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宋体" panose="02010600030101010101" pitchFamily="2" charset="-122"/>
                <a:ea typeface="宋体" panose="02010600030101010101" pitchFamily="2" charset="-122"/>
              </a:rPr>
              <a:t> </a:t>
            </a:r>
            <a:r>
              <a:rPr lang="zh-CN" altLang="en-US" sz="5400" b="1">
                <a:solidFill>
                  <a:schemeClr val="bg1"/>
                </a:solidFill>
                <a:latin typeface="宋体" panose="02010600030101010101" pitchFamily="2" charset="-122"/>
                <a:ea typeface="宋体" panose="02010600030101010101" pitchFamily="2" charset="-122"/>
              </a:rPr>
              <a:t>例 题</a:t>
            </a:r>
          </a:p>
        </p:txBody>
      </p:sp>
      <p:pic>
        <p:nvPicPr>
          <p:cNvPr id="84996" name="Picture 6">
            <a:extLst>
              <a:ext uri="{FF2B5EF4-FFF2-40B4-BE49-F238E27FC236}">
                <a16:creationId xmlns:a16="http://schemas.microsoft.com/office/drawing/2014/main" id="{3D88720D-3D30-441C-9D6F-92C443F7E0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75588" y="476250"/>
            <a:ext cx="1233487" cy="129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E2D4F762-A3F4-4E60-B31C-A92C8F0B4B07}"/>
              </a:ext>
            </a:extLst>
          </p:cNvPr>
          <p:cNvSpPr>
            <a:spLocks noRot="1" noChangeAspect="1" noMove="1" noResize="1" noEditPoints="1" noAdjustHandles="1" noChangeArrowheads="1" noChangeShapeType="1" noTextEdit="1"/>
          </p:cNvSpPr>
          <p:nvPr/>
        </p:nvSpPr>
        <p:spPr>
          <a:xfrm>
            <a:off x="251520" y="1846947"/>
            <a:ext cx="8497514" cy="4461093"/>
          </a:xfrm>
          <a:prstGeom prst="rect">
            <a:avLst/>
          </a:prstGeom>
          <a:blipFill>
            <a:blip r:embed="rId4"/>
            <a:stretch>
              <a:fillRect l="-1076" r="-1148" b="-1639"/>
            </a:stretch>
          </a:blipFill>
        </p:spPr>
        <p:txBody>
          <a:bodyPr/>
          <a:lstStyle/>
          <a:p>
            <a:pPr>
              <a:defRPr/>
            </a:pPr>
            <a:r>
              <a:rPr lang="zh-CN" altLang="en-US">
                <a:noFill/>
              </a:rPr>
              <a:t> </a:t>
            </a:r>
          </a:p>
        </p:txBody>
      </p:sp>
    </p:spTree>
  </p:cSld>
  <p:clrMapOvr>
    <a:masterClrMapping/>
  </p:clrMapOvr>
  <p:transition spd="med">
    <p:wipe dir="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日期占位符 3">
            <a:extLst>
              <a:ext uri="{FF2B5EF4-FFF2-40B4-BE49-F238E27FC236}">
                <a16:creationId xmlns:a16="http://schemas.microsoft.com/office/drawing/2014/main" id="{068C3C4E-C68E-42D3-A951-89AFB4DAAEAA}"/>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B1201CC2-CB2A-4AC9-A792-12614ADC43A7}"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86019" name="Text Box 2">
            <a:extLst>
              <a:ext uri="{FF2B5EF4-FFF2-40B4-BE49-F238E27FC236}">
                <a16:creationId xmlns:a16="http://schemas.microsoft.com/office/drawing/2014/main" id="{22477EB9-09D1-43E4-BE1E-9F45B7797E25}"/>
              </a:ext>
            </a:extLst>
          </p:cNvPr>
          <p:cNvSpPr txBox="1">
            <a:spLocks noChangeArrowheads="1"/>
          </p:cNvSpPr>
          <p:nvPr/>
        </p:nvSpPr>
        <p:spPr bwMode="auto">
          <a:xfrm>
            <a:off x="1476375" y="858838"/>
            <a:ext cx="6119813"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宋体" panose="02010600030101010101" pitchFamily="2" charset="-122"/>
                <a:ea typeface="宋体" panose="02010600030101010101" pitchFamily="2" charset="-122"/>
              </a:rPr>
              <a:t> </a:t>
            </a:r>
            <a:r>
              <a:rPr lang="zh-CN" altLang="en-US" sz="5400" b="1">
                <a:solidFill>
                  <a:schemeClr val="bg1"/>
                </a:solidFill>
                <a:latin typeface="宋体" panose="02010600030101010101" pitchFamily="2" charset="-122"/>
                <a:ea typeface="宋体" panose="02010600030101010101" pitchFamily="2" charset="-122"/>
              </a:rPr>
              <a:t>例 题</a:t>
            </a:r>
          </a:p>
        </p:txBody>
      </p:sp>
      <p:pic>
        <p:nvPicPr>
          <p:cNvPr id="86020" name="Picture 6">
            <a:extLst>
              <a:ext uri="{FF2B5EF4-FFF2-40B4-BE49-F238E27FC236}">
                <a16:creationId xmlns:a16="http://schemas.microsoft.com/office/drawing/2014/main" id="{9DCEDBF2-00C2-433D-896C-361A429741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75588" y="476250"/>
            <a:ext cx="1233487" cy="129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a:extLst>
              <a:ext uri="{FF2B5EF4-FFF2-40B4-BE49-F238E27FC236}">
                <a16:creationId xmlns:a16="http://schemas.microsoft.com/office/drawing/2014/main" id="{2B23CAA7-CF58-421C-ABAE-754DADDF4170}"/>
              </a:ext>
            </a:extLst>
          </p:cNvPr>
          <p:cNvSpPr>
            <a:spLocks noRot="1" noChangeAspect="1" noMove="1" noResize="1" noEditPoints="1" noAdjustHandles="1" noChangeArrowheads="1" noChangeShapeType="1" noTextEdit="1"/>
          </p:cNvSpPr>
          <p:nvPr/>
        </p:nvSpPr>
        <p:spPr>
          <a:xfrm>
            <a:off x="251518" y="1993141"/>
            <a:ext cx="8640960" cy="4168705"/>
          </a:xfrm>
          <a:prstGeom prst="rect">
            <a:avLst/>
          </a:prstGeom>
          <a:blipFill>
            <a:blip r:embed="rId4"/>
            <a:stretch>
              <a:fillRect l="-1058" t="-1462" r="-1058" b="-1754"/>
            </a:stretch>
          </a:blipFill>
        </p:spPr>
        <p:txBody>
          <a:bodyPr/>
          <a:lstStyle/>
          <a:p>
            <a:pPr>
              <a:defRPr/>
            </a:pPr>
            <a:r>
              <a:rPr lang="zh-CN" altLang="en-US">
                <a:noFill/>
              </a:rPr>
              <a:t> </a:t>
            </a:r>
          </a:p>
        </p:txBody>
      </p:sp>
    </p:spTree>
  </p:cSld>
  <p:clrMapOvr>
    <a:masterClrMapping/>
  </p:clrMapOvr>
  <p:transition spd="med">
    <p:wipe dir="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日期占位符 3">
            <a:extLst>
              <a:ext uri="{FF2B5EF4-FFF2-40B4-BE49-F238E27FC236}">
                <a16:creationId xmlns:a16="http://schemas.microsoft.com/office/drawing/2014/main" id="{EAA2BC5E-3327-4663-844C-430AB63AF57C}"/>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8CF25190-4A76-4B7E-9474-0FBB1B39C5D1}"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87043" name="Text Box 2">
            <a:extLst>
              <a:ext uri="{FF2B5EF4-FFF2-40B4-BE49-F238E27FC236}">
                <a16:creationId xmlns:a16="http://schemas.microsoft.com/office/drawing/2014/main" id="{8713FD09-17EC-40E3-A132-2828C5722355}"/>
              </a:ext>
            </a:extLst>
          </p:cNvPr>
          <p:cNvSpPr txBox="1">
            <a:spLocks noChangeArrowheads="1"/>
          </p:cNvSpPr>
          <p:nvPr/>
        </p:nvSpPr>
        <p:spPr bwMode="auto">
          <a:xfrm>
            <a:off x="1476375" y="858838"/>
            <a:ext cx="6119813"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宋体" panose="02010600030101010101" pitchFamily="2" charset="-122"/>
                <a:ea typeface="宋体" panose="02010600030101010101" pitchFamily="2" charset="-122"/>
              </a:rPr>
              <a:t> </a:t>
            </a:r>
            <a:r>
              <a:rPr lang="zh-CN" altLang="en-US" sz="5400" b="1">
                <a:solidFill>
                  <a:schemeClr val="bg1"/>
                </a:solidFill>
                <a:latin typeface="宋体" panose="02010600030101010101" pitchFamily="2" charset="-122"/>
                <a:ea typeface="宋体" panose="02010600030101010101" pitchFamily="2" charset="-122"/>
              </a:rPr>
              <a:t>例 题</a:t>
            </a:r>
          </a:p>
        </p:txBody>
      </p:sp>
      <p:pic>
        <p:nvPicPr>
          <p:cNvPr id="87044" name="Picture 6">
            <a:extLst>
              <a:ext uri="{FF2B5EF4-FFF2-40B4-BE49-F238E27FC236}">
                <a16:creationId xmlns:a16="http://schemas.microsoft.com/office/drawing/2014/main" id="{0EE31116-734D-4237-A429-98FA975D64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75588" y="476250"/>
            <a:ext cx="1233487" cy="129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796793EB-8D9C-4FE1-82E2-B171B9DD67C5}"/>
              </a:ext>
            </a:extLst>
          </p:cNvPr>
          <p:cNvSpPr txBox="1">
            <a:spLocks noRot="1" noChangeAspect="1" noMove="1" noResize="1" noEditPoints="1" noAdjustHandles="1" noChangeArrowheads="1" noChangeShapeType="1" noTextEdit="1"/>
          </p:cNvSpPr>
          <p:nvPr/>
        </p:nvSpPr>
        <p:spPr>
          <a:xfrm>
            <a:off x="143793" y="2276872"/>
            <a:ext cx="8784976" cy="3323987"/>
          </a:xfrm>
          <a:prstGeom prst="rect">
            <a:avLst/>
          </a:prstGeom>
          <a:blipFill>
            <a:blip r:embed="rId4"/>
            <a:stretch>
              <a:fillRect l="-1457" r="-1041" b="-1284"/>
            </a:stretch>
          </a:blipFill>
        </p:spPr>
        <p:txBody>
          <a:bodyPr/>
          <a:lstStyle/>
          <a:p>
            <a:pPr>
              <a:defRPr/>
            </a:pPr>
            <a:r>
              <a:rPr lang="zh-CN" altLang="en-US">
                <a:noFill/>
              </a:rPr>
              <a:t> </a:t>
            </a:r>
          </a:p>
        </p:txBody>
      </p:sp>
    </p:spTree>
  </p:cSld>
  <p:clrMapOvr>
    <a:masterClrMapping/>
  </p:clrMapOvr>
  <p:transition spd="med">
    <p:wipe dir="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日期占位符 3">
            <a:extLst>
              <a:ext uri="{FF2B5EF4-FFF2-40B4-BE49-F238E27FC236}">
                <a16:creationId xmlns:a16="http://schemas.microsoft.com/office/drawing/2014/main" id="{8BAB043F-DF27-49D2-959E-335C499CCFE4}"/>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C7D292E9-96C0-414D-807F-6BFCC1CCB45B}"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88067" name="Text Box 2">
            <a:extLst>
              <a:ext uri="{FF2B5EF4-FFF2-40B4-BE49-F238E27FC236}">
                <a16:creationId xmlns:a16="http://schemas.microsoft.com/office/drawing/2014/main" id="{888D622B-9CC1-48C2-913C-73EC588DE33D}"/>
              </a:ext>
            </a:extLst>
          </p:cNvPr>
          <p:cNvSpPr txBox="1">
            <a:spLocks noChangeArrowheads="1"/>
          </p:cNvSpPr>
          <p:nvPr/>
        </p:nvSpPr>
        <p:spPr bwMode="auto">
          <a:xfrm>
            <a:off x="1476375" y="858838"/>
            <a:ext cx="6119813"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宋体" panose="02010600030101010101" pitchFamily="2" charset="-122"/>
                <a:ea typeface="宋体" panose="02010600030101010101" pitchFamily="2" charset="-122"/>
              </a:rPr>
              <a:t> </a:t>
            </a:r>
            <a:r>
              <a:rPr lang="zh-CN" altLang="en-US" sz="5400" b="1">
                <a:solidFill>
                  <a:schemeClr val="bg1"/>
                </a:solidFill>
                <a:latin typeface="宋体" panose="02010600030101010101" pitchFamily="2" charset="-122"/>
                <a:ea typeface="宋体" panose="02010600030101010101" pitchFamily="2" charset="-122"/>
              </a:rPr>
              <a:t>例 题</a:t>
            </a:r>
          </a:p>
        </p:txBody>
      </p:sp>
      <p:pic>
        <p:nvPicPr>
          <p:cNvPr id="88068" name="Picture 6">
            <a:extLst>
              <a:ext uri="{FF2B5EF4-FFF2-40B4-BE49-F238E27FC236}">
                <a16:creationId xmlns:a16="http://schemas.microsoft.com/office/drawing/2014/main" id="{64D736E9-C024-4D75-A6CF-ABF347C864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75588" y="476250"/>
            <a:ext cx="1233487" cy="129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470EAA70-4DBE-4E2E-8DC6-666C7E6FF285}"/>
              </a:ext>
            </a:extLst>
          </p:cNvPr>
          <p:cNvSpPr>
            <a:spLocks noRot="1" noChangeAspect="1" noMove="1" noResize="1" noEditPoints="1" noAdjustHandles="1" noChangeArrowheads="1" noChangeShapeType="1" noTextEdit="1"/>
          </p:cNvSpPr>
          <p:nvPr/>
        </p:nvSpPr>
        <p:spPr>
          <a:xfrm>
            <a:off x="179510" y="1916832"/>
            <a:ext cx="8856984" cy="2246769"/>
          </a:xfrm>
          <a:prstGeom prst="rect">
            <a:avLst/>
          </a:prstGeom>
          <a:blipFill>
            <a:blip r:embed="rId4"/>
            <a:stretch>
              <a:fillRect l="-688" t="-1897" r="-757" b="-3252"/>
            </a:stretch>
          </a:blipFill>
        </p:spPr>
        <p:txBody>
          <a:bodyPr/>
          <a:lstStyle/>
          <a:p>
            <a:pPr>
              <a:defRPr/>
            </a:pPr>
            <a:r>
              <a:rPr lang="zh-CN" altLang="en-US">
                <a:noFill/>
              </a:rPr>
              <a:t> </a:t>
            </a:r>
          </a:p>
        </p:txBody>
      </p:sp>
      <p:pic>
        <p:nvPicPr>
          <p:cNvPr id="88070" name="图片 3">
            <a:extLst>
              <a:ext uri="{FF2B5EF4-FFF2-40B4-BE49-F238E27FC236}">
                <a16:creationId xmlns:a16="http://schemas.microsoft.com/office/drawing/2014/main" id="{3EF7F6A5-1B71-4C77-8DF9-FFDF11DCC12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58888" y="4164013"/>
            <a:ext cx="7213600" cy="207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日期占位符 3">
            <a:extLst>
              <a:ext uri="{FF2B5EF4-FFF2-40B4-BE49-F238E27FC236}">
                <a16:creationId xmlns:a16="http://schemas.microsoft.com/office/drawing/2014/main" id="{EF0B4113-FE19-491A-9751-8AF0B92D0C76}"/>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73CC6C0E-E49C-4402-8BBD-1B102D95309C}"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89091" name="Text Box 2">
            <a:extLst>
              <a:ext uri="{FF2B5EF4-FFF2-40B4-BE49-F238E27FC236}">
                <a16:creationId xmlns:a16="http://schemas.microsoft.com/office/drawing/2014/main" id="{32A652D9-CC95-43DB-B498-269FB735C2C3}"/>
              </a:ext>
            </a:extLst>
          </p:cNvPr>
          <p:cNvSpPr txBox="1">
            <a:spLocks noChangeArrowheads="1"/>
          </p:cNvSpPr>
          <p:nvPr/>
        </p:nvSpPr>
        <p:spPr bwMode="auto">
          <a:xfrm>
            <a:off x="1476375" y="858838"/>
            <a:ext cx="6119813"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宋体" panose="02010600030101010101" pitchFamily="2" charset="-122"/>
                <a:ea typeface="宋体" panose="02010600030101010101" pitchFamily="2" charset="-122"/>
              </a:rPr>
              <a:t> </a:t>
            </a:r>
            <a:r>
              <a:rPr lang="zh-CN" altLang="en-US" sz="5400" b="1">
                <a:solidFill>
                  <a:schemeClr val="bg1"/>
                </a:solidFill>
                <a:latin typeface="宋体" panose="02010600030101010101" pitchFamily="2" charset="-122"/>
                <a:ea typeface="宋体" panose="02010600030101010101" pitchFamily="2" charset="-122"/>
              </a:rPr>
              <a:t>例 题</a:t>
            </a:r>
          </a:p>
        </p:txBody>
      </p:sp>
      <p:pic>
        <p:nvPicPr>
          <p:cNvPr id="89092" name="Picture 6">
            <a:extLst>
              <a:ext uri="{FF2B5EF4-FFF2-40B4-BE49-F238E27FC236}">
                <a16:creationId xmlns:a16="http://schemas.microsoft.com/office/drawing/2014/main" id="{01F390D5-2F80-451B-9F14-958179B923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75588" y="476250"/>
            <a:ext cx="1233487" cy="129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9093" name="Picture 7" descr="无标题23">
            <a:extLst>
              <a:ext uri="{FF2B5EF4-FFF2-40B4-BE49-F238E27FC236}">
                <a16:creationId xmlns:a16="http://schemas.microsoft.com/office/drawing/2014/main" id="{5815F314-06C8-4DBB-B1EE-39E6524CB55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0113" y="1976438"/>
            <a:ext cx="7705725" cy="418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日期占位符 3">
            <a:extLst>
              <a:ext uri="{FF2B5EF4-FFF2-40B4-BE49-F238E27FC236}">
                <a16:creationId xmlns:a16="http://schemas.microsoft.com/office/drawing/2014/main" id="{33251202-2CCD-4CD7-B4BE-B4A9E549C39D}"/>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41112C81-06BA-45E5-9A12-E6DA6A308F1A}"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90115" name="Text Box 2">
            <a:extLst>
              <a:ext uri="{FF2B5EF4-FFF2-40B4-BE49-F238E27FC236}">
                <a16:creationId xmlns:a16="http://schemas.microsoft.com/office/drawing/2014/main" id="{46B6BE8C-A502-405B-BEB2-FC60DD9246B5}"/>
              </a:ext>
            </a:extLst>
          </p:cNvPr>
          <p:cNvSpPr txBox="1">
            <a:spLocks noChangeArrowheads="1"/>
          </p:cNvSpPr>
          <p:nvPr/>
        </p:nvSpPr>
        <p:spPr bwMode="auto">
          <a:xfrm>
            <a:off x="1476375" y="692150"/>
            <a:ext cx="6119813"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宋体" panose="02010600030101010101" pitchFamily="2" charset="-122"/>
                <a:ea typeface="宋体" panose="02010600030101010101" pitchFamily="2" charset="-122"/>
              </a:rPr>
              <a:t> </a:t>
            </a:r>
            <a:r>
              <a:rPr lang="zh-CN" altLang="en-US" sz="5400" b="1">
                <a:solidFill>
                  <a:schemeClr val="bg1"/>
                </a:solidFill>
                <a:latin typeface="宋体" panose="02010600030101010101" pitchFamily="2" charset="-122"/>
                <a:ea typeface="宋体" panose="02010600030101010101" pitchFamily="2" charset="-122"/>
              </a:rPr>
              <a:t>相容关系图</a:t>
            </a:r>
          </a:p>
        </p:txBody>
      </p:sp>
      <p:pic>
        <p:nvPicPr>
          <p:cNvPr id="90116" name="Picture 6">
            <a:extLst>
              <a:ext uri="{FF2B5EF4-FFF2-40B4-BE49-F238E27FC236}">
                <a16:creationId xmlns:a16="http://schemas.microsoft.com/office/drawing/2014/main" id="{BA306B1E-8160-424B-A081-BABD9FCA51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75588" y="476250"/>
            <a:ext cx="1233487" cy="129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0117" name="图片 1">
            <a:extLst>
              <a:ext uri="{FF2B5EF4-FFF2-40B4-BE49-F238E27FC236}">
                <a16:creationId xmlns:a16="http://schemas.microsoft.com/office/drawing/2014/main" id="{185A79BB-7360-4F08-9DDE-C338E4E80D0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950" y="2997200"/>
            <a:ext cx="4572000" cy="288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0118" name="图片 3">
            <a:extLst>
              <a:ext uri="{FF2B5EF4-FFF2-40B4-BE49-F238E27FC236}">
                <a16:creationId xmlns:a16="http://schemas.microsoft.com/office/drawing/2014/main" id="{A9E5C93E-2776-4E4B-A570-46391344D62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18063" y="2997200"/>
            <a:ext cx="4217987" cy="295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0119" name="图片 4">
            <a:extLst>
              <a:ext uri="{FF2B5EF4-FFF2-40B4-BE49-F238E27FC236}">
                <a16:creationId xmlns:a16="http://schemas.microsoft.com/office/drawing/2014/main" id="{EDD45873-31A4-45AD-96D4-6DE916431C9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08175" y="1874838"/>
            <a:ext cx="55118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日期占位符 3">
            <a:extLst>
              <a:ext uri="{FF2B5EF4-FFF2-40B4-BE49-F238E27FC236}">
                <a16:creationId xmlns:a16="http://schemas.microsoft.com/office/drawing/2014/main" id="{A3CAD3FC-E551-47C0-A1BD-0A596EFEF64B}"/>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7487E89C-71DE-4E1C-A761-9382F6D183DA}"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91139" name="Text Box 2">
            <a:extLst>
              <a:ext uri="{FF2B5EF4-FFF2-40B4-BE49-F238E27FC236}">
                <a16:creationId xmlns:a16="http://schemas.microsoft.com/office/drawing/2014/main" id="{3293DE1A-31E9-47DD-8F74-D30E18E4F3A2}"/>
              </a:ext>
            </a:extLst>
          </p:cNvPr>
          <p:cNvSpPr txBox="1">
            <a:spLocks noChangeArrowheads="1"/>
          </p:cNvSpPr>
          <p:nvPr/>
        </p:nvSpPr>
        <p:spPr bwMode="auto">
          <a:xfrm>
            <a:off x="1331913" y="804863"/>
            <a:ext cx="6408737" cy="823912"/>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4800" b="1">
                <a:solidFill>
                  <a:schemeClr val="bg1"/>
                </a:solidFill>
                <a:latin typeface="宋体" panose="02010600030101010101" pitchFamily="2" charset="-122"/>
                <a:ea typeface="宋体" panose="02010600030101010101" pitchFamily="2" charset="-122"/>
              </a:rPr>
              <a:t> 简化图与简化矩阵</a:t>
            </a:r>
          </a:p>
        </p:txBody>
      </p:sp>
      <p:pic>
        <p:nvPicPr>
          <p:cNvPr id="91140" name="Picture 6">
            <a:extLst>
              <a:ext uri="{FF2B5EF4-FFF2-40B4-BE49-F238E27FC236}">
                <a16:creationId xmlns:a16="http://schemas.microsoft.com/office/drawing/2014/main" id="{FF83E0E6-B66E-49D4-86E1-D31EA87522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10513" y="476250"/>
            <a:ext cx="1233487" cy="129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141" name="Picture 6" descr="QQ截图20151103104049">
            <a:extLst>
              <a:ext uri="{FF2B5EF4-FFF2-40B4-BE49-F238E27FC236}">
                <a16:creationId xmlns:a16="http://schemas.microsoft.com/office/drawing/2014/main" id="{A4BD5147-D3C5-4489-B93C-AE2F03F654E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4213" y="2046288"/>
            <a:ext cx="8208962" cy="391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62" name="Picture 6">
            <a:extLst>
              <a:ext uri="{FF2B5EF4-FFF2-40B4-BE49-F238E27FC236}">
                <a16:creationId xmlns:a16="http://schemas.microsoft.com/office/drawing/2014/main" id="{2B06AF12-6399-4879-878C-1F8D14382D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85150" y="476250"/>
            <a:ext cx="958850" cy="1008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163" name="Text Box 2">
            <a:extLst>
              <a:ext uri="{FF2B5EF4-FFF2-40B4-BE49-F238E27FC236}">
                <a16:creationId xmlns:a16="http://schemas.microsoft.com/office/drawing/2014/main" id="{6E2CB68C-E5BC-4427-8064-5692CE80DB20}"/>
              </a:ext>
            </a:extLst>
          </p:cNvPr>
          <p:cNvSpPr txBox="1">
            <a:spLocks noChangeArrowheads="1"/>
          </p:cNvSpPr>
          <p:nvPr/>
        </p:nvSpPr>
        <p:spPr bwMode="auto">
          <a:xfrm>
            <a:off x="1331913" y="660400"/>
            <a:ext cx="6407150" cy="82391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3"/>
              </a:buBlip>
              <a:defRPr sz="2400">
                <a:solidFill>
                  <a:schemeClr val="tx1"/>
                </a:solidFill>
                <a:latin typeface="楷体_GB2312"/>
                <a:ea typeface="楷体_GB2312"/>
                <a:cs typeface="楷体_GB2312"/>
              </a:defRPr>
            </a:lvl1pPr>
            <a:lvl2pPr marL="742950" indent="-285750">
              <a:spcBef>
                <a:spcPct val="20000"/>
              </a:spcBef>
              <a:buBlip>
                <a:blip r:embed="rId3"/>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4800" b="1">
                <a:solidFill>
                  <a:schemeClr val="bg1"/>
                </a:solidFill>
                <a:latin typeface="宋体" panose="02010600030101010101" pitchFamily="2" charset="-122"/>
                <a:ea typeface="宋体" panose="02010600030101010101" pitchFamily="2" charset="-122"/>
              </a:rPr>
              <a:t> 例 题</a:t>
            </a:r>
          </a:p>
        </p:txBody>
      </p:sp>
      <p:pic>
        <p:nvPicPr>
          <p:cNvPr id="92164" name="图片 16">
            <a:extLst>
              <a:ext uri="{FF2B5EF4-FFF2-40B4-BE49-F238E27FC236}">
                <a16:creationId xmlns:a16="http://schemas.microsoft.com/office/drawing/2014/main" id="{C025F7D4-7CE5-4078-A804-92C6A49B0BC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188" y="1700213"/>
            <a:ext cx="8139112" cy="4575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日期占位符 3">
            <a:extLst>
              <a:ext uri="{FF2B5EF4-FFF2-40B4-BE49-F238E27FC236}">
                <a16:creationId xmlns:a16="http://schemas.microsoft.com/office/drawing/2014/main" id="{11360007-1D8D-4C1D-BA0D-456DF583ED25}"/>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A5EB7246-F067-41FE-A9E0-B840961ADE9F}"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pic>
        <p:nvPicPr>
          <p:cNvPr id="93187" name="Picture 6">
            <a:extLst>
              <a:ext uri="{FF2B5EF4-FFF2-40B4-BE49-F238E27FC236}">
                <a16:creationId xmlns:a16="http://schemas.microsoft.com/office/drawing/2014/main" id="{CF25B463-4DE6-4292-A94C-C97FE2DCC2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85150" y="476250"/>
            <a:ext cx="958850" cy="1008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3188" name="Text Box 2">
            <a:extLst>
              <a:ext uri="{FF2B5EF4-FFF2-40B4-BE49-F238E27FC236}">
                <a16:creationId xmlns:a16="http://schemas.microsoft.com/office/drawing/2014/main" id="{312A86ED-EF7B-4902-9C5F-6FE963372407}"/>
              </a:ext>
            </a:extLst>
          </p:cNvPr>
          <p:cNvSpPr txBox="1">
            <a:spLocks noChangeArrowheads="1"/>
          </p:cNvSpPr>
          <p:nvPr/>
        </p:nvSpPr>
        <p:spPr bwMode="auto">
          <a:xfrm>
            <a:off x="1331913" y="660400"/>
            <a:ext cx="6407150" cy="82391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4800" b="1">
                <a:solidFill>
                  <a:schemeClr val="bg1"/>
                </a:solidFill>
                <a:latin typeface="宋体" panose="02010600030101010101" pitchFamily="2" charset="-122"/>
                <a:ea typeface="宋体" panose="02010600030101010101" pitchFamily="2" charset="-122"/>
              </a:rPr>
              <a:t> 例题</a:t>
            </a:r>
          </a:p>
        </p:txBody>
      </p:sp>
      <p:sp>
        <p:nvSpPr>
          <p:cNvPr id="2" name="矩形 1">
            <a:extLst>
              <a:ext uri="{FF2B5EF4-FFF2-40B4-BE49-F238E27FC236}">
                <a16:creationId xmlns:a16="http://schemas.microsoft.com/office/drawing/2014/main" id="{42275B6D-C823-4088-8A59-D6A18A6DC68F}"/>
              </a:ext>
            </a:extLst>
          </p:cNvPr>
          <p:cNvSpPr>
            <a:spLocks noRot="1" noChangeAspect="1" noMove="1" noResize="1" noEditPoints="1" noAdjustHandles="1" noChangeArrowheads="1" noChangeShapeType="1" noTextEdit="1"/>
          </p:cNvSpPr>
          <p:nvPr/>
        </p:nvSpPr>
        <p:spPr>
          <a:xfrm>
            <a:off x="107502" y="1700806"/>
            <a:ext cx="9000492" cy="2367186"/>
          </a:xfrm>
          <a:prstGeom prst="rect">
            <a:avLst/>
          </a:prstGeom>
          <a:blipFill>
            <a:blip r:embed="rId4"/>
            <a:stretch>
              <a:fillRect l="-745" t="-258" b="-2835"/>
            </a:stretch>
          </a:blipFill>
        </p:spPr>
        <p:txBody>
          <a:bodyPr/>
          <a:lstStyle/>
          <a:p>
            <a:pPr>
              <a:defRPr/>
            </a:pPr>
            <a:r>
              <a:rPr lang="zh-CN" altLang="en-US">
                <a:noFill/>
              </a:rPr>
              <a:t> </a:t>
            </a:r>
          </a:p>
        </p:txBody>
      </p:sp>
      <p:pic>
        <p:nvPicPr>
          <p:cNvPr id="93190" name="图片 2">
            <a:extLst>
              <a:ext uri="{FF2B5EF4-FFF2-40B4-BE49-F238E27FC236}">
                <a16:creationId xmlns:a16="http://schemas.microsoft.com/office/drawing/2014/main" id="{BC94C7CC-9860-45CB-8391-EE3D41328F7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47813" y="4068763"/>
            <a:ext cx="6311900" cy="2220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日期占位符 3">
            <a:extLst>
              <a:ext uri="{FF2B5EF4-FFF2-40B4-BE49-F238E27FC236}">
                <a16:creationId xmlns:a16="http://schemas.microsoft.com/office/drawing/2014/main" id="{D0882E5E-2DD6-4973-B0CB-A8A087238F1D}"/>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C91778DE-80FE-437C-B7BB-718CB6E428C8}"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pic>
        <p:nvPicPr>
          <p:cNvPr id="94211" name="Picture 6">
            <a:extLst>
              <a:ext uri="{FF2B5EF4-FFF2-40B4-BE49-F238E27FC236}">
                <a16:creationId xmlns:a16="http://schemas.microsoft.com/office/drawing/2014/main" id="{AE98548F-E895-4A4B-8753-814F4EDDB1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75588" y="476250"/>
            <a:ext cx="1233487" cy="129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4212" name="Text Box 2">
            <a:extLst>
              <a:ext uri="{FF2B5EF4-FFF2-40B4-BE49-F238E27FC236}">
                <a16:creationId xmlns:a16="http://schemas.microsoft.com/office/drawing/2014/main" id="{CB395D13-F7EA-4FE4-8B13-7A6CF5A1D148}"/>
              </a:ext>
            </a:extLst>
          </p:cNvPr>
          <p:cNvSpPr txBox="1">
            <a:spLocks noChangeArrowheads="1"/>
          </p:cNvSpPr>
          <p:nvPr/>
        </p:nvSpPr>
        <p:spPr bwMode="auto">
          <a:xfrm>
            <a:off x="1331913" y="858838"/>
            <a:ext cx="640715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相容类的概念</a:t>
            </a:r>
          </a:p>
        </p:txBody>
      </p:sp>
      <p:sp>
        <p:nvSpPr>
          <p:cNvPr id="2" name="矩形 1">
            <a:extLst>
              <a:ext uri="{FF2B5EF4-FFF2-40B4-BE49-F238E27FC236}">
                <a16:creationId xmlns:a16="http://schemas.microsoft.com/office/drawing/2014/main" id="{760AEB0B-E4C2-4CEF-B68B-13A10E142FD5}"/>
              </a:ext>
            </a:extLst>
          </p:cNvPr>
          <p:cNvSpPr>
            <a:spLocks noRot="1" noChangeAspect="1" noMove="1" noResize="1" noEditPoints="1" noAdjustHandles="1" noChangeArrowheads="1" noChangeShapeType="1" noTextEdit="1"/>
          </p:cNvSpPr>
          <p:nvPr/>
        </p:nvSpPr>
        <p:spPr>
          <a:xfrm>
            <a:off x="495199" y="2204864"/>
            <a:ext cx="8153598" cy="3506986"/>
          </a:xfrm>
          <a:prstGeom prst="rect">
            <a:avLst/>
          </a:prstGeom>
          <a:blipFill>
            <a:blip r:embed="rId4"/>
            <a:stretch>
              <a:fillRect l="-1121" r="-1121" b="-2435"/>
            </a:stretch>
          </a:blipFill>
        </p:spPr>
        <p:txBody>
          <a:bodyPr/>
          <a:lstStyle/>
          <a:p>
            <a:pPr>
              <a:defRPr/>
            </a:pPr>
            <a:r>
              <a:rPr lang="zh-CN" altLang="en-US">
                <a:noFill/>
              </a:rPr>
              <a:t> </a:t>
            </a:r>
          </a:p>
        </p:txBody>
      </p:sp>
    </p:spTree>
  </p:cSld>
  <p:clrMapOvr>
    <a:masterClrMapping/>
  </p:clrMapOvr>
  <p:transition spd="med">
    <p:wipe dir="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日期占位符 3">
            <a:extLst>
              <a:ext uri="{FF2B5EF4-FFF2-40B4-BE49-F238E27FC236}">
                <a16:creationId xmlns:a16="http://schemas.microsoft.com/office/drawing/2014/main" id="{52B5F0F1-85BC-491D-AF87-45C13DBAFB9A}"/>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9DBB6FE8-CE61-4B39-9494-888649AACA54}"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pic>
        <p:nvPicPr>
          <p:cNvPr id="95235" name="Picture 6">
            <a:extLst>
              <a:ext uri="{FF2B5EF4-FFF2-40B4-BE49-F238E27FC236}">
                <a16:creationId xmlns:a16="http://schemas.microsoft.com/office/drawing/2014/main" id="{E4A8E4A2-28CA-4DE4-969C-5634D5AB4B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48625" y="476250"/>
            <a:ext cx="109537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5236" name="Text Box 2">
            <a:extLst>
              <a:ext uri="{FF2B5EF4-FFF2-40B4-BE49-F238E27FC236}">
                <a16:creationId xmlns:a16="http://schemas.microsoft.com/office/drawing/2014/main" id="{6F41D10C-B7E2-4256-B894-E5FE0FD5D6B7}"/>
              </a:ext>
            </a:extLst>
          </p:cNvPr>
          <p:cNvSpPr txBox="1">
            <a:spLocks noChangeArrowheads="1"/>
          </p:cNvSpPr>
          <p:nvPr/>
        </p:nvSpPr>
        <p:spPr bwMode="auto">
          <a:xfrm>
            <a:off x="1331913" y="642938"/>
            <a:ext cx="640715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例 题</a:t>
            </a:r>
          </a:p>
        </p:txBody>
      </p:sp>
      <p:pic>
        <p:nvPicPr>
          <p:cNvPr id="95237" name="图片 22">
            <a:extLst>
              <a:ext uri="{FF2B5EF4-FFF2-40B4-BE49-F238E27FC236}">
                <a16:creationId xmlns:a16="http://schemas.microsoft.com/office/drawing/2014/main" id="{3218E3CE-45F9-4A34-8C73-3AF26EE683A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750" y="1908175"/>
            <a:ext cx="8204200" cy="4284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日期占位符 3">
            <a:extLst>
              <a:ext uri="{FF2B5EF4-FFF2-40B4-BE49-F238E27FC236}">
                <a16:creationId xmlns:a16="http://schemas.microsoft.com/office/drawing/2014/main" id="{A235417E-2393-4140-9B6E-E56BE8DFE81F}"/>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6BB8DF8F-6AE6-4161-A68C-EF3C79550033}"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pic>
        <p:nvPicPr>
          <p:cNvPr id="96259" name="Picture 6">
            <a:extLst>
              <a:ext uri="{FF2B5EF4-FFF2-40B4-BE49-F238E27FC236}">
                <a16:creationId xmlns:a16="http://schemas.microsoft.com/office/drawing/2014/main" id="{23865765-3748-4F37-9C27-545276306E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75588" y="476250"/>
            <a:ext cx="1233487" cy="129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6260" name="Text Box 2">
            <a:extLst>
              <a:ext uri="{FF2B5EF4-FFF2-40B4-BE49-F238E27FC236}">
                <a16:creationId xmlns:a16="http://schemas.microsoft.com/office/drawing/2014/main" id="{5F0F5E31-B6C8-4461-88CB-C35B667790A7}"/>
              </a:ext>
            </a:extLst>
          </p:cNvPr>
          <p:cNvSpPr txBox="1">
            <a:spLocks noChangeArrowheads="1"/>
          </p:cNvSpPr>
          <p:nvPr/>
        </p:nvSpPr>
        <p:spPr bwMode="auto">
          <a:xfrm>
            <a:off x="1331913" y="858838"/>
            <a:ext cx="640715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最大相容类</a:t>
            </a:r>
          </a:p>
        </p:txBody>
      </p:sp>
      <p:pic>
        <p:nvPicPr>
          <p:cNvPr id="96261" name="图片 2">
            <a:extLst>
              <a:ext uri="{FF2B5EF4-FFF2-40B4-BE49-F238E27FC236}">
                <a16:creationId xmlns:a16="http://schemas.microsoft.com/office/drawing/2014/main" id="{9DDB1674-5C2E-41C3-AFA3-FDDBE30802E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850" y="2060575"/>
            <a:ext cx="8740775" cy="417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日期占位符 3">
            <a:extLst>
              <a:ext uri="{FF2B5EF4-FFF2-40B4-BE49-F238E27FC236}">
                <a16:creationId xmlns:a16="http://schemas.microsoft.com/office/drawing/2014/main" id="{B120B886-4D66-4504-9F9B-20EF41BD293B}"/>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0D2FC9F4-17F1-4B3C-B62B-037FA591E86A}"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pic>
        <p:nvPicPr>
          <p:cNvPr id="97283" name="Picture 6">
            <a:extLst>
              <a:ext uri="{FF2B5EF4-FFF2-40B4-BE49-F238E27FC236}">
                <a16:creationId xmlns:a16="http://schemas.microsoft.com/office/drawing/2014/main" id="{844E82B3-0498-493C-895F-7807512429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75588" y="476250"/>
            <a:ext cx="1233487" cy="129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7284" name="Text Box 2">
            <a:extLst>
              <a:ext uri="{FF2B5EF4-FFF2-40B4-BE49-F238E27FC236}">
                <a16:creationId xmlns:a16="http://schemas.microsoft.com/office/drawing/2014/main" id="{DFBF3D8F-D3A1-42EA-8526-EB877391B647}"/>
              </a:ext>
            </a:extLst>
          </p:cNvPr>
          <p:cNvSpPr txBox="1">
            <a:spLocks noChangeArrowheads="1"/>
          </p:cNvSpPr>
          <p:nvPr/>
        </p:nvSpPr>
        <p:spPr bwMode="auto">
          <a:xfrm>
            <a:off x="1331913" y="858838"/>
            <a:ext cx="640715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寻找最大相容类</a:t>
            </a:r>
          </a:p>
        </p:txBody>
      </p:sp>
      <p:sp>
        <p:nvSpPr>
          <p:cNvPr id="2" name="矩形 1">
            <a:extLst>
              <a:ext uri="{FF2B5EF4-FFF2-40B4-BE49-F238E27FC236}">
                <a16:creationId xmlns:a16="http://schemas.microsoft.com/office/drawing/2014/main" id="{E15B90E6-0032-4295-B493-471EFFEC0121}"/>
              </a:ext>
            </a:extLst>
          </p:cNvPr>
          <p:cNvSpPr/>
          <p:nvPr/>
        </p:nvSpPr>
        <p:spPr>
          <a:xfrm>
            <a:off x="792163" y="2124075"/>
            <a:ext cx="7559675" cy="3906838"/>
          </a:xfrm>
          <a:prstGeom prst="rect">
            <a:avLst/>
          </a:prstGeom>
          <a:solidFill>
            <a:schemeClr val="accent6">
              <a:lumMod val="75000"/>
            </a:schemeClr>
          </a:solidFill>
        </p:spPr>
        <p:txBody>
          <a:bodyPr>
            <a:spAutoFit/>
          </a:bodyPr>
          <a:lstStyle/>
          <a:p>
            <a:pPr marL="29210" indent="170815" algn="just">
              <a:lnSpc>
                <a:spcPct val="150000"/>
              </a:lnSpc>
              <a:spcAft>
                <a:spcPts val="0"/>
              </a:spcAft>
              <a:defRPr/>
            </a:pPr>
            <a:r>
              <a:rPr lang="en-US" altLang="zh-CN" sz="2400" b="1" kern="100" dirty="0">
                <a:solidFill>
                  <a:schemeClr val="bg1"/>
                </a:solidFill>
                <a:latin typeface="Calibri" panose="020F0502020204030204" pitchFamily="34" charset="0"/>
                <a:ea typeface="宋体" panose="02010600030101010101" pitchFamily="2" charset="-122"/>
                <a:cs typeface="宋体" panose="02010600030101010101" pitchFamily="2" charset="-122"/>
              </a:rPr>
              <a:t>  </a:t>
            </a:r>
            <a:r>
              <a:rPr lang="zh-CN" altLang="zh-CN" sz="2400" b="1" kern="100" dirty="0">
                <a:solidFill>
                  <a:schemeClr val="bg1"/>
                </a:solidFill>
                <a:latin typeface="Calibri" panose="020F0502020204030204" pitchFamily="34" charset="0"/>
                <a:ea typeface="宋体" panose="02010600030101010101" pitchFamily="2" charset="-122"/>
                <a:cs typeface="宋体" panose="02010600030101010101" pitchFamily="2" charset="-122"/>
              </a:rPr>
              <a:t>用相容关系简化关系图求最大相容类： </a:t>
            </a:r>
            <a:r>
              <a:rPr lang="en-US" altLang="zh-CN" sz="2400" b="1" kern="100" dirty="0">
                <a:solidFill>
                  <a:schemeClr val="bg1"/>
                </a:solidFill>
                <a:latin typeface="Calibri" panose="020F0502020204030204" pitchFamily="34" charset="0"/>
                <a:ea typeface="宋体" panose="02010600030101010101" pitchFamily="2" charset="-122"/>
                <a:cs typeface="宋体" panose="02010600030101010101" pitchFamily="2" charset="-122"/>
              </a:rPr>
              <a:t>                    </a:t>
            </a:r>
            <a:endPar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endParaRPr>
          </a:p>
          <a:p>
            <a:pPr marL="29210" indent="170815" algn="just">
              <a:lnSpc>
                <a:spcPct val="150000"/>
              </a:lnSpc>
              <a:spcAft>
                <a:spcPts val="0"/>
              </a:spcAft>
              <a:defRPr/>
            </a:pPr>
            <a:r>
              <a:rPr lang="en-US" altLang="zh-CN" sz="2400" b="1" kern="100" dirty="0">
                <a:solidFill>
                  <a:schemeClr val="bg1"/>
                </a:solidFill>
                <a:latin typeface="Calibri" panose="020F0502020204030204" pitchFamily="34" charset="0"/>
                <a:ea typeface="宋体" panose="02010600030101010101" pitchFamily="2" charset="-122"/>
                <a:cs typeface="宋体" panose="02010600030101010101" pitchFamily="2" charset="-122"/>
              </a:rPr>
              <a:t>    </a:t>
            </a:r>
            <a:r>
              <a:rPr lang="zh-CN" altLang="zh-CN" sz="2400" b="1" kern="100" dirty="0">
                <a:solidFill>
                  <a:schemeClr val="bg1"/>
                </a:solidFill>
                <a:latin typeface="Calibri" panose="020F0502020204030204" pitchFamily="34" charset="0"/>
                <a:ea typeface="宋体" panose="02010600030101010101" pitchFamily="2" charset="-122"/>
                <a:cs typeface="宋体" panose="02010600030101010101" pitchFamily="2" charset="-122"/>
              </a:rPr>
              <a:t>（</a:t>
            </a:r>
            <a:r>
              <a:rPr lang="en-US" altLang="zh-CN" sz="2400" b="1" kern="100" dirty="0">
                <a:solidFill>
                  <a:schemeClr val="bg1"/>
                </a:solidFill>
                <a:latin typeface="Calibri" panose="020F0502020204030204" pitchFamily="34" charset="0"/>
                <a:ea typeface="宋体" panose="02010600030101010101" pitchFamily="2" charset="-122"/>
                <a:cs typeface="宋体" panose="02010600030101010101" pitchFamily="2" charset="-122"/>
              </a:rPr>
              <a:t>1</a:t>
            </a:r>
            <a:r>
              <a:rPr lang="zh-CN" altLang="zh-CN" sz="2400" b="1" kern="100" dirty="0">
                <a:solidFill>
                  <a:schemeClr val="bg1"/>
                </a:solidFill>
                <a:latin typeface="Calibri" panose="020F0502020204030204" pitchFamily="34" charset="0"/>
                <a:ea typeface="宋体" panose="02010600030101010101" pitchFamily="2" charset="-122"/>
                <a:cs typeface="宋体" panose="02010600030101010101" pitchFamily="2" charset="-122"/>
              </a:rPr>
              <a:t>）图中</a:t>
            </a:r>
            <a:r>
              <a:rPr lang="zh-CN" altLang="zh-CN" sz="2400" b="1" kern="100" dirty="0">
                <a:solidFill>
                  <a:srgbClr val="FFFF00"/>
                </a:solidFill>
                <a:latin typeface="Calibri" panose="020F0502020204030204" pitchFamily="34" charset="0"/>
                <a:ea typeface="宋体" panose="02010600030101010101" pitchFamily="2" charset="-122"/>
                <a:cs typeface="宋体" panose="02010600030101010101" pitchFamily="2" charset="-122"/>
              </a:rPr>
              <a:t>最大完全多边形顶点构成的集合</a:t>
            </a:r>
            <a:r>
              <a:rPr lang="zh-CN" altLang="zh-CN" sz="2400" b="1" kern="100" dirty="0">
                <a:solidFill>
                  <a:schemeClr val="bg1"/>
                </a:solidFill>
                <a:latin typeface="Calibri" panose="020F0502020204030204" pitchFamily="34" charset="0"/>
                <a:ea typeface="宋体" panose="02010600030101010101" pitchFamily="2" charset="-122"/>
                <a:cs typeface="宋体" panose="02010600030101010101" pitchFamily="2" charset="-122"/>
              </a:rPr>
              <a:t>是最大相容类。 </a:t>
            </a:r>
            <a:r>
              <a:rPr lang="en-US" altLang="zh-CN" sz="2400" b="1" kern="100" dirty="0">
                <a:solidFill>
                  <a:schemeClr val="bg1"/>
                </a:solidFill>
                <a:latin typeface="Calibri" panose="020F0502020204030204" pitchFamily="34" charset="0"/>
                <a:ea typeface="宋体" panose="02010600030101010101" pitchFamily="2" charset="-122"/>
                <a:cs typeface="宋体" panose="02010600030101010101" pitchFamily="2" charset="-122"/>
              </a:rPr>
              <a:t>                   </a:t>
            </a:r>
            <a:endPar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endParaRPr>
          </a:p>
          <a:p>
            <a:pPr marL="29210" indent="170815" algn="just">
              <a:lnSpc>
                <a:spcPct val="150000"/>
              </a:lnSpc>
              <a:spcAft>
                <a:spcPts val="0"/>
              </a:spcAft>
              <a:defRPr/>
            </a:pPr>
            <a:r>
              <a:rPr lang="en-US" altLang="zh-CN" sz="2400" b="1" kern="100" dirty="0">
                <a:solidFill>
                  <a:schemeClr val="bg1"/>
                </a:solidFill>
                <a:latin typeface="Calibri" panose="020F0502020204030204" pitchFamily="34" charset="0"/>
                <a:ea typeface="宋体" panose="02010600030101010101" pitchFamily="2" charset="-122"/>
                <a:cs typeface="宋体" panose="02010600030101010101" pitchFamily="2" charset="-122"/>
              </a:rPr>
              <a:t>    </a:t>
            </a:r>
            <a:r>
              <a:rPr lang="zh-CN" altLang="zh-CN" sz="2400" b="1" kern="100" dirty="0">
                <a:solidFill>
                  <a:schemeClr val="bg1"/>
                </a:solidFill>
                <a:latin typeface="Calibri" panose="020F0502020204030204" pitchFamily="34" charset="0"/>
                <a:ea typeface="宋体" panose="02010600030101010101" pitchFamily="2" charset="-122"/>
                <a:cs typeface="宋体" panose="02010600030101010101" pitchFamily="2" charset="-122"/>
              </a:rPr>
              <a:t>（</a:t>
            </a:r>
            <a:r>
              <a:rPr lang="en-US" altLang="zh-CN" sz="2400" b="1" kern="100" dirty="0">
                <a:solidFill>
                  <a:schemeClr val="bg1"/>
                </a:solidFill>
                <a:latin typeface="Calibri" panose="020F0502020204030204" pitchFamily="34" charset="0"/>
                <a:ea typeface="宋体" panose="02010600030101010101" pitchFamily="2" charset="-122"/>
                <a:cs typeface="宋体" panose="02010600030101010101" pitchFamily="2" charset="-122"/>
              </a:rPr>
              <a:t>2</a:t>
            </a:r>
            <a:r>
              <a:rPr lang="zh-CN" altLang="zh-CN" sz="2400" b="1" kern="100" dirty="0">
                <a:solidFill>
                  <a:schemeClr val="bg1"/>
                </a:solidFill>
                <a:latin typeface="Calibri" panose="020F0502020204030204" pitchFamily="34" charset="0"/>
                <a:ea typeface="宋体" panose="02010600030101010101" pitchFamily="2" charset="-122"/>
                <a:cs typeface="宋体" panose="02010600030101010101" pitchFamily="2" charset="-122"/>
              </a:rPr>
              <a:t>）图中</a:t>
            </a:r>
            <a:r>
              <a:rPr lang="zh-CN" altLang="zh-CN" sz="2400" b="1" kern="100" dirty="0">
                <a:solidFill>
                  <a:srgbClr val="FFFF00"/>
                </a:solidFill>
                <a:latin typeface="Calibri" panose="020F0502020204030204" pitchFamily="34" charset="0"/>
                <a:ea typeface="宋体" panose="02010600030101010101" pitchFamily="2" charset="-122"/>
                <a:cs typeface="宋体" panose="02010600030101010101" pitchFamily="2" charset="-122"/>
              </a:rPr>
              <a:t>每个孤立结点构成的集合</a:t>
            </a:r>
            <a:r>
              <a:rPr lang="zh-CN" altLang="zh-CN" sz="2400" b="1" kern="100" dirty="0">
                <a:solidFill>
                  <a:schemeClr val="bg1"/>
                </a:solidFill>
                <a:latin typeface="Calibri" panose="020F0502020204030204" pitchFamily="34" charset="0"/>
                <a:ea typeface="宋体" panose="02010600030101010101" pitchFamily="2" charset="-122"/>
                <a:cs typeface="宋体" panose="02010600030101010101" pitchFamily="2" charset="-122"/>
              </a:rPr>
              <a:t>分别是一个最大相容类。 </a:t>
            </a:r>
            <a:r>
              <a:rPr lang="en-US" altLang="zh-CN" sz="2400" b="1" kern="100" dirty="0">
                <a:solidFill>
                  <a:schemeClr val="bg1"/>
                </a:solidFill>
                <a:latin typeface="Calibri" panose="020F0502020204030204" pitchFamily="34" charset="0"/>
                <a:ea typeface="宋体" panose="02010600030101010101" pitchFamily="2" charset="-122"/>
                <a:cs typeface="宋体" panose="02010600030101010101" pitchFamily="2" charset="-122"/>
              </a:rPr>
              <a:t>                   </a:t>
            </a:r>
            <a:endPar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endParaRPr>
          </a:p>
          <a:p>
            <a:pPr marL="29210" indent="170815" algn="just">
              <a:lnSpc>
                <a:spcPct val="150000"/>
              </a:lnSpc>
              <a:spcAft>
                <a:spcPts val="0"/>
              </a:spcAft>
              <a:defRPr/>
            </a:pPr>
            <a:r>
              <a:rPr lang="en-US" altLang="zh-CN" sz="2400" b="1" kern="100" dirty="0">
                <a:solidFill>
                  <a:schemeClr val="bg1"/>
                </a:solidFill>
                <a:latin typeface="Calibri" panose="020F0502020204030204" pitchFamily="34" charset="0"/>
                <a:ea typeface="宋体" panose="02010600030101010101" pitchFamily="2" charset="-122"/>
                <a:cs typeface="宋体" panose="02010600030101010101" pitchFamily="2" charset="-122"/>
              </a:rPr>
              <a:t>    </a:t>
            </a:r>
            <a:r>
              <a:rPr lang="zh-CN" altLang="zh-CN" sz="2400" b="1" kern="100" dirty="0">
                <a:solidFill>
                  <a:schemeClr val="bg1"/>
                </a:solidFill>
                <a:latin typeface="Calibri" panose="020F0502020204030204" pitchFamily="34" charset="0"/>
                <a:ea typeface="宋体" panose="02010600030101010101" pitchFamily="2" charset="-122"/>
                <a:cs typeface="宋体" panose="02010600030101010101" pitchFamily="2" charset="-122"/>
              </a:rPr>
              <a:t>（</a:t>
            </a:r>
            <a:r>
              <a:rPr lang="en-US" altLang="zh-CN" sz="2400" b="1" kern="100" dirty="0">
                <a:solidFill>
                  <a:schemeClr val="bg1"/>
                </a:solidFill>
                <a:latin typeface="Calibri" panose="020F0502020204030204" pitchFamily="34" charset="0"/>
                <a:ea typeface="宋体" panose="02010600030101010101" pitchFamily="2" charset="-122"/>
                <a:cs typeface="宋体" panose="02010600030101010101" pitchFamily="2" charset="-122"/>
              </a:rPr>
              <a:t>3</a:t>
            </a:r>
            <a:r>
              <a:rPr lang="zh-CN" altLang="zh-CN" sz="2400" b="1" kern="100" dirty="0">
                <a:solidFill>
                  <a:schemeClr val="bg1"/>
                </a:solidFill>
                <a:latin typeface="Calibri" panose="020F0502020204030204" pitchFamily="34" charset="0"/>
                <a:ea typeface="宋体" panose="02010600030101010101" pitchFamily="2" charset="-122"/>
                <a:cs typeface="宋体" panose="02010600030101010101" pitchFamily="2" charset="-122"/>
              </a:rPr>
              <a:t>）如果图中</a:t>
            </a:r>
            <a:r>
              <a:rPr lang="zh-CN" altLang="zh-CN" sz="2400" b="1" kern="100" dirty="0">
                <a:solidFill>
                  <a:srgbClr val="FFFF00"/>
                </a:solidFill>
                <a:latin typeface="Calibri" panose="020F0502020204030204" pitchFamily="34" charset="0"/>
                <a:ea typeface="宋体" panose="02010600030101010101" pitchFamily="2" charset="-122"/>
                <a:cs typeface="宋体" panose="02010600030101010101" pitchFamily="2" charset="-122"/>
              </a:rPr>
              <a:t>某边不是任何一个完全多边形的边</a:t>
            </a:r>
            <a:r>
              <a:rPr lang="zh-CN" altLang="zh-CN" sz="2400" b="1" kern="100" dirty="0">
                <a:solidFill>
                  <a:schemeClr val="bg1"/>
                </a:solidFill>
                <a:latin typeface="Calibri" panose="020F0502020204030204" pitchFamily="34" charset="0"/>
                <a:ea typeface="宋体" panose="02010600030101010101" pitchFamily="2" charset="-122"/>
                <a:cs typeface="宋体" panose="02010600030101010101" pitchFamily="2" charset="-122"/>
              </a:rPr>
              <a:t>，则</a:t>
            </a:r>
            <a:r>
              <a:rPr lang="zh-CN" altLang="zh-CN" sz="2400" b="1" kern="100" dirty="0">
                <a:solidFill>
                  <a:srgbClr val="FFFF00"/>
                </a:solidFill>
                <a:latin typeface="Calibri" panose="020F0502020204030204" pitchFamily="34" charset="0"/>
                <a:ea typeface="宋体" panose="02010600030101010101" pitchFamily="2" charset="-122"/>
                <a:cs typeface="宋体" panose="02010600030101010101" pitchFamily="2" charset="-122"/>
              </a:rPr>
              <a:t>该边的两端点构成的集合</a:t>
            </a:r>
            <a:r>
              <a:rPr lang="zh-CN" altLang="zh-CN" sz="2400" b="1" kern="100" dirty="0">
                <a:solidFill>
                  <a:schemeClr val="bg1"/>
                </a:solidFill>
                <a:latin typeface="Calibri" panose="020F0502020204030204" pitchFamily="34" charset="0"/>
                <a:ea typeface="宋体" panose="02010600030101010101" pitchFamily="2" charset="-122"/>
                <a:cs typeface="宋体" panose="02010600030101010101" pitchFamily="2" charset="-122"/>
              </a:rPr>
              <a:t>是一个最大相容类。</a:t>
            </a:r>
            <a:endPar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endParaRPr>
          </a:p>
        </p:txBody>
      </p:sp>
    </p:spTree>
  </p:cSld>
  <p:clrMapOvr>
    <a:masterClrMapping/>
  </p:clrMapOvr>
  <p:transition spd="med">
    <p:wipe dir="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日期占位符 3">
            <a:extLst>
              <a:ext uri="{FF2B5EF4-FFF2-40B4-BE49-F238E27FC236}">
                <a16:creationId xmlns:a16="http://schemas.microsoft.com/office/drawing/2014/main" id="{BD7FEAC4-4CA8-4286-8B44-2D80357AE2D9}"/>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55C1DFF1-535B-4B2C-ADED-62FB6A4E5AC1}"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pic>
        <p:nvPicPr>
          <p:cNvPr id="98307" name="Picture 6">
            <a:extLst>
              <a:ext uri="{FF2B5EF4-FFF2-40B4-BE49-F238E27FC236}">
                <a16:creationId xmlns:a16="http://schemas.microsoft.com/office/drawing/2014/main" id="{3F73E449-AC68-4669-B299-7DE23A598B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75588" y="476250"/>
            <a:ext cx="1233487" cy="129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8308" name="Text Box 2">
            <a:extLst>
              <a:ext uri="{FF2B5EF4-FFF2-40B4-BE49-F238E27FC236}">
                <a16:creationId xmlns:a16="http://schemas.microsoft.com/office/drawing/2014/main" id="{1DC05328-4268-44A9-AFD4-5287440C8856}"/>
              </a:ext>
            </a:extLst>
          </p:cNvPr>
          <p:cNvSpPr txBox="1">
            <a:spLocks noChangeArrowheads="1"/>
          </p:cNvSpPr>
          <p:nvPr/>
        </p:nvSpPr>
        <p:spPr bwMode="auto">
          <a:xfrm>
            <a:off x="1331913" y="858838"/>
            <a:ext cx="640715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寻找最大相容类</a:t>
            </a:r>
          </a:p>
        </p:txBody>
      </p:sp>
      <p:pic>
        <p:nvPicPr>
          <p:cNvPr id="98309" name="Picture 6" descr="QQ截图20151103112108">
            <a:extLst>
              <a:ext uri="{FF2B5EF4-FFF2-40B4-BE49-F238E27FC236}">
                <a16:creationId xmlns:a16="http://schemas.microsoft.com/office/drawing/2014/main" id="{C5EA1EDA-97BA-4D92-9D63-781F1250E00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188" y="2205038"/>
            <a:ext cx="8137525" cy="3744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日期占位符 3">
            <a:extLst>
              <a:ext uri="{FF2B5EF4-FFF2-40B4-BE49-F238E27FC236}">
                <a16:creationId xmlns:a16="http://schemas.microsoft.com/office/drawing/2014/main" id="{676B76EE-D80A-4D4F-B6D5-713CB3FD81DD}"/>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6AF9F0CD-C4B8-4904-B0DB-99BEAF5D7E54}"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pic>
        <p:nvPicPr>
          <p:cNvPr id="99331" name="Picture 6">
            <a:extLst>
              <a:ext uri="{FF2B5EF4-FFF2-40B4-BE49-F238E27FC236}">
                <a16:creationId xmlns:a16="http://schemas.microsoft.com/office/drawing/2014/main" id="{6508A8BC-925E-4688-B862-C486E98665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75588" y="476250"/>
            <a:ext cx="1233487" cy="129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9332" name="Text Box 2">
            <a:extLst>
              <a:ext uri="{FF2B5EF4-FFF2-40B4-BE49-F238E27FC236}">
                <a16:creationId xmlns:a16="http://schemas.microsoft.com/office/drawing/2014/main" id="{2B807C91-AF5E-4477-8C46-52E469688BCD}"/>
              </a:ext>
            </a:extLst>
          </p:cNvPr>
          <p:cNvSpPr txBox="1">
            <a:spLocks noChangeArrowheads="1"/>
          </p:cNvSpPr>
          <p:nvPr/>
        </p:nvSpPr>
        <p:spPr bwMode="auto">
          <a:xfrm>
            <a:off x="1331913" y="858838"/>
            <a:ext cx="640715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例 题</a:t>
            </a:r>
          </a:p>
        </p:txBody>
      </p:sp>
      <p:pic>
        <p:nvPicPr>
          <p:cNvPr id="99333" name="图片 7">
            <a:extLst>
              <a:ext uri="{FF2B5EF4-FFF2-40B4-BE49-F238E27FC236}">
                <a16:creationId xmlns:a16="http://schemas.microsoft.com/office/drawing/2014/main" id="{68970513-3754-4E76-907D-A5626C9676D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5650" y="2060575"/>
            <a:ext cx="7423150" cy="426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日期占位符 3">
            <a:extLst>
              <a:ext uri="{FF2B5EF4-FFF2-40B4-BE49-F238E27FC236}">
                <a16:creationId xmlns:a16="http://schemas.microsoft.com/office/drawing/2014/main" id="{19741711-305E-4ED4-851E-1C6CD46F1C47}"/>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1DF9AA79-E9E6-4490-A451-706D2195C789}"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pic>
        <p:nvPicPr>
          <p:cNvPr id="100355" name="Picture 6">
            <a:extLst>
              <a:ext uri="{FF2B5EF4-FFF2-40B4-BE49-F238E27FC236}">
                <a16:creationId xmlns:a16="http://schemas.microsoft.com/office/drawing/2014/main" id="{478E29CE-D0B8-4B6B-B006-8311012339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75588" y="476250"/>
            <a:ext cx="1233487" cy="129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0356" name="Text Box 2">
            <a:extLst>
              <a:ext uri="{FF2B5EF4-FFF2-40B4-BE49-F238E27FC236}">
                <a16:creationId xmlns:a16="http://schemas.microsoft.com/office/drawing/2014/main" id="{B6E8F87F-C35A-4803-B161-935EF9C9501B}"/>
              </a:ext>
            </a:extLst>
          </p:cNvPr>
          <p:cNvSpPr txBox="1">
            <a:spLocks noChangeArrowheads="1"/>
          </p:cNvSpPr>
          <p:nvPr/>
        </p:nvSpPr>
        <p:spPr bwMode="auto">
          <a:xfrm>
            <a:off x="1331913" y="765175"/>
            <a:ext cx="640715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例 题</a:t>
            </a:r>
          </a:p>
        </p:txBody>
      </p:sp>
      <p:pic>
        <p:nvPicPr>
          <p:cNvPr id="100357" name="图片 11">
            <a:extLst>
              <a:ext uri="{FF2B5EF4-FFF2-40B4-BE49-F238E27FC236}">
                <a16:creationId xmlns:a16="http://schemas.microsoft.com/office/drawing/2014/main" id="{93E52D03-A212-4BF1-80D7-C41A0B0741A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850" y="1989138"/>
            <a:ext cx="8774113" cy="420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日期占位符 3">
            <a:extLst>
              <a:ext uri="{FF2B5EF4-FFF2-40B4-BE49-F238E27FC236}">
                <a16:creationId xmlns:a16="http://schemas.microsoft.com/office/drawing/2014/main" id="{8221AF44-11CB-4E2D-A4F1-B2D58058D0D9}"/>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1C4AA46B-BAC8-4A4D-A6E7-0105B482695E}"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pic>
        <p:nvPicPr>
          <p:cNvPr id="101379" name="Picture 6">
            <a:extLst>
              <a:ext uri="{FF2B5EF4-FFF2-40B4-BE49-F238E27FC236}">
                <a16:creationId xmlns:a16="http://schemas.microsoft.com/office/drawing/2014/main" id="{0B1DDDB1-51CC-47EA-9471-46D37DDF48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75588" y="476250"/>
            <a:ext cx="1233487" cy="129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1380" name="Text Box 2">
            <a:extLst>
              <a:ext uri="{FF2B5EF4-FFF2-40B4-BE49-F238E27FC236}">
                <a16:creationId xmlns:a16="http://schemas.microsoft.com/office/drawing/2014/main" id="{A268B1E2-FE07-4AB3-822F-3D2DECD7562F}"/>
              </a:ext>
            </a:extLst>
          </p:cNvPr>
          <p:cNvSpPr txBox="1">
            <a:spLocks noChangeArrowheads="1"/>
          </p:cNvSpPr>
          <p:nvPr/>
        </p:nvSpPr>
        <p:spPr bwMode="auto">
          <a:xfrm>
            <a:off x="1187450" y="709613"/>
            <a:ext cx="6661150" cy="830262"/>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4800" b="1">
                <a:solidFill>
                  <a:schemeClr val="bg1"/>
                </a:solidFill>
                <a:latin typeface="宋体" panose="02010600030101010101" pitchFamily="2" charset="-122"/>
                <a:ea typeface="宋体" panose="02010600030101010101" pitchFamily="2" charset="-122"/>
              </a:rPr>
              <a:t>最大相容类存在性</a:t>
            </a:r>
          </a:p>
        </p:txBody>
      </p:sp>
      <p:sp>
        <p:nvSpPr>
          <p:cNvPr id="2" name="矩形 1">
            <a:extLst>
              <a:ext uri="{FF2B5EF4-FFF2-40B4-BE49-F238E27FC236}">
                <a16:creationId xmlns:a16="http://schemas.microsoft.com/office/drawing/2014/main" id="{554900FD-1A2B-4AEC-8ACB-14A62404468C}"/>
              </a:ext>
            </a:extLst>
          </p:cNvPr>
          <p:cNvSpPr>
            <a:spLocks noRot="1" noChangeAspect="1" noMove="1" noResize="1" noEditPoints="1" noAdjustHandles="1" noChangeArrowheads="1" noChangeShapeType="1" noTextEdit="1"/>
          </p:cNvSpPr>
          <p:nvPr/>
        </p:nvSpPr>
        <p:spPr>
          <a:xfrm>
            <a:off x="251520" y="1916832"/>
            <a:ext cx="8352928" cy="4143055"/>
          </a:xfrm>
          <a:prstGeom prst="rect">
            <a:avLst/>
          </a:prstGeom>
          <a:blipFill>
            <a:blip r:embed="rId4"/>
            <a:stretch>
              <a:fillRect l="-1095" r="-1168" b="-1765"/>
            </a:stretch>
          </a:blipFill>
        </p:spPr>
        <p:txBody>
          <a:bodyPr/>
          <a:lstStyle/>
          <a:p>
            <a:pPr>
              <a:defRPr/>
            </a:pPr>
            <a:r>
              <a:rPr lang="zh-CN" altLang="en-US">
                <a:noFill/>
              </a:rPr>
              <a:t> </a:t>
            </a:r>
          </a:p>
        </p:txBody>
      </p:sp>
    </p:spTree>
  </p:cSld>
  <p:clrMapOvr>
    <a:masterClrMapping/>
  </p:clrMapOvr>
  <p:transition spd="med">
    <p:wipe dir="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日期占位符 3">
            <a:extLst>
              <a:ext uri="{FF2B5EF4-FFF2-40B4-BE49-F238E27FC236}">
                <a16:creationId xmlns:a16="http://schemas.microsoft.com/office/drawing/2014/main" id="{21645841-3B7A-47F2-BE11-30FDFF63B8B1}"/>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2212F122-878E-4FDD-9AB9-942EC70DE4F5}" type="datetime1">
              <a:rPr lang="zh-CN" altLang="en-US" sz="1400" b="1">
                <a:latin typeface="Times New Roman" panose="02020603050405020304" pitchFamily="18" charset="0"/>
                <a:ea typeface="宋体" panose="02010600030101010101" pitchFamily="2" charset="-122"/>
              </a:rPr>
              <a:pPr eaLnBrk="1" hangingPunct="1">
                <a:spcBef>
                  <a:spcPct val="0"/>
                </a:spcBef>
                <a:buFontTx/>
                <a:buNone/>
              </a:pPr>
              <a:t>2020/9/7</a:t>
            </a:fld>
            <a:endParaRPr lang="zh-CN" altLang="en-US" sz="1400" b="1">
              <a:latin typeface="Times New Roman" panose="02020603050405020304" pitchFamily="18" charset="0"/>
              <a:ea typeface="宋体" panose="02010600030101010101" pitchFamily="2" charset="-122"/>
            </a:endParaRPr>
          </a:p>
        </p:txBody>
      </p:sp>
      <p:sp>
        <p:nvSpPr>
          <p:cNvPr id="102403" name="页脚占位符 4">
            <a:extLst>
              <a:ext uri="{FF2B5EF4-FFF2-40B4-BE49-F238E27FC236}">
                <a16:creationId xmlns:a16="http://schemas.microsoft.com/office/drawing/2014/main" id="{2CD7E9DB-B666-48E0-AF0E-6B9962577EC2}"/>
              </a:ext>
            </a:extLst>
          </p:cNvPr>
          <p:cNvSpPr txBox="1">
            <a:spLocks noGrp="1" noChangeArrowheads="1"/>
          </p:cNvSpPr>
          <p:nvPr/>
        </p:nvSpPr>
        <p:spPr bwMode="auto">
          <a:xfrm>
            <a:off x="3132138" y="64008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0"/>
              </a:spcBef>
              <a:buFontTx/>
              <a:buNone/>
            </a:pPr>
            <a:r>
              <a:rPr lang="zh-CN" altLang="en-US" sz="1400" b="1">
                <a:latin typeface="Times New Roman" panose="02020603050405020304" pitchFamily="18" charset="0"/>
                <a:ea typeface="宋体" panose="02010600030101010101" pitchFamily="2" charset="-122"/>
              </a:rPr>
              <a:t>计算机应用技术研究所</a:t>
            </a:r>
          </a:p>
        </p:txBody>
      </p:sp>
      <p:sp>
        <p:nvSpPr>
          <p:cNvPr id="102404" name="灯片编号占位符 5">
            <a:extLst>
              <a:ext uri="{FF2B5EF4-FFF2-40B4-BE49-F238E27FC236}">
                <a16:creationId xmlns:a16="http://schemas.microsoft.com/office/drawing/2014/main" id="{A3820476-4A86-4AF2-95CB-8AAAD4991E4B}"/>
              </a:ext>
            </a:extLst>
          </p:cNvPr>
          <p:cNvSpPr txBox="1">
            <a:spLocks noGrp="1" noChangeArrowheads="1"/>
          </p:cNvSpPr>
          <p:nvPr/>
        </p:nvSpPr>
        <p:spPr bwMode="auto">
          <a:xfrm>
            <a:off x="6553200" y="63563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r" eaLnBrk="1" hangingPunct="1">
              <a:spcBef>
                <a:spcPct val="0"/>
              </a:spcBef>
              <a:buFontTx/>
              <a:buNone/>
            </a:pPr>
            <a:fld id="{9756C188-6BE5-42D7-84A2-4AFD0A5E01C2}" type="slidenum">
              <a:rPr lang="en-US" altLang="zh-CN" sz="1400" b="1">
                <a:latin typeface="Times New Roman" panose="02020603050405020304" pitchFamily="18" charset="0"/>
                <a:ea typeface="宋体" panose="02010600030101010101" pitchFamily="2" charset="-122"/>
              </a:rPr>
              <a:pPr algn="r" eaLnBrk="1" hangingPunct="1">
                <a:spcBef>
                  <a:spcPct val="0"/>
                </a:spcBef>
                <a:buFontTx/>
                <a:buNone/>
              </a:pPr>
              <a:t>83</a:t>
            </a:fld>
            <a:endParaRPr lang="en-US" altLang="zh-CN" sz="1400" b="1">
              <a:latin typeface="Times New Roman" panose="02020603050405020304" pitchFamily="18" charset="0"/>
              <a:ea typeface="宋体" panose="02010600030101010101" pitchFamily="2" charset="-122"/>
            </a:endParaRPr>
          </a:p>
        </p:txBody>
      </p:sp>
      <p:sp>
        <p:nvSpPr>
          <p:cNvPr id="102405" name="Text Box 2">
            <a:extLst>
              <a:ext uri="{FF2B5EF4-FFF2-40B4-BE49-F238E27FC236}">
                <a16:creationId xmlns:a16="http://schemas.microsoft.com/office/drawing/2014/main" id="{52F8B7D4-EDEB-4FD5-A43B-AE647F82C9EA}"/>
              </a:ext>
            </a:extLst>
          </p:cNvPr>
          <p:cNvSpPr txBox="1">
            <a:spLocks noChangeArrowheads="1"/>
          </p:cNvSpPr>
          <p:nvPr/>
        </p:nvSpPr>
        <p:spPr bwMode="auto">
          <a:xfrm>
            <a:off x="1403350" y="836613"/>
            <a:ext cx="7086600" cy="923925"/>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宋体" panose="02010600030101010101" pitchFamily="2" charset="-122"/>
                <a:ea typeface="宋体" panose="02010600030101010101" pitchFamily="2" charset="-122"/>
              </a:rPr>
              <a:t> </a:t>
            </a:r>
            <a:r>
              <a:rPr lang="zh-CN" altLang="en-US" sz="4800" b="1">
                <a:solidFill>
                  <a:schemeClr val="bg1"/>
                </a:solidFill>
                <a:latin typeface="宋体" panose="02010600030101010101" pitchFamily="2" charset="-122"/>
                <a:ea typeface="宋体" panose="02010600030101010101" pitchFamily="2" charset="-122"/>
              </a:rPr>
              <a:t>相容关系与元素聚类</a:t>
            </a:r>
          </a:p>
        </p:txBody>
      </p:sp>
      <p:sp>
        <p:nvSpPr>
          <p:cNvPr id="102406" name="Rectangle 3">
            <a:extLst>
              <a:ext uri="{FF2B5EF4-FFF2-40B4-BE49-F238E27FC236}">
                <a16:creationId xmlns:a16="http://schemas.microsoft.com/office/drawing/2014/main" id="{B5358F1E-CD07-4323-B8CF-46A8DCF2FB47}"/>
              </a:ext>
            </a:extLst>
          </p:cNvPr>
          <p:cNvSpPr>
            <a:spLocks noGrp="1" noChangeArrowheads="1"/>
          </p:cNvSpPr>
          <p:nvPr>
            <p:ph type="body" idx="4294967295"/>
          </p:nvPr>
        </p:nvSpPr>
        <p:spPr>
          <a:xfrm>
            <a:off x="2051050" y="2852738"/>
            <a:ext cx="5256213" cy="216058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prstTxWarp prst="textNoShape">
              <a:avLst/>
            </a:prstTxWarp>
          </a:bodyPr>
          <a:lstStyle/>
          <a:p>
            <a:pPr eaLnBrk="1" hangingPunct="1">
              <a:lnSpc>
                <a:spcPct val="155000"/>
              </a:lnSpc>
              <a:buFont typeface="Wingdings" panose="05000000000000000000" pitchFamily="2" charset="2"/>
              <a:buChar char="4"/>
            </a:pPr>
            <a:r>
              <a:rPr lang="zh-CN" altLang="en-US" sz="3600" b="1">
                <a:effectLst/>
                <a:latin typeface="黑体" panose="02010609060101010101" pitchFamily="49" charset="-122"/>
                <a:ea typeface="黑体" panose="02010609060101010101" pitchFamily="49" charset="-122"/>
              </a:rPr>
              <a:t> 相容关系与相容类</a:t>
            </a:r>
          </a:p>
          <a:p>
            <a:pPr eaLnBrk="1" hangingPunct="1">
              <a:lnSpc>
                <a:spcPct val="155000"/>
              </a:lnSpc>
              <a:buFont typeface="Wingdings" panose="05000000000000000000" pitchFamily="2" charset="2"/>
              <a:buChar char="J"/>
            </a:pPr>
            <a:r>
              <a:rPr lang="zh-CN" altLang="en-US" sz="3600" b="1">
                <a:solidFill>
                  <a:srgbClr val="0000FF"/>
                </a:solidFill>
                <a:effectLst/>
                <a:latin typeface="黑体" panose="02010609060101010101" pitchFamily="49" charset="-122"/>
                <a:ea typeface="黑体" panose="02010609060101010101" pitchFamily="49" charset="-122"/>
              </a:rPr>
              <a:t> 集合覆盖与完全覆盖</a:t>
            </a:r>
          </a:p>
        </p:txBody>
      </p:sp>
      <p:pic>
        <p:nvPicPr>
          <p:cNvPr id="102407" name="Picture 7">
            <a:extLst>
              <a:ext uri="{FF2B5EF4-FFF2-40B4-BE49-F238E27FC236}">
                <a16:creationId xmlns:a16="http://schemas.microsoft.com/office/drawing/2014/main" id="{FEC1E1A6-091A-40A1-AD31-E32825FAF8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21575" y="4738688"/>
            <a:ext cx="1371600" cy="135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日期占位符 3">
            <a:extLst>
              <a:ext uri="{FF2B5EF4-FFF2-40B4-BE49-F238E27FC236}">
                <a16:creationId xmlns:a16="http://schemas.microsoft.com/office/drawing/2014/main" id="{842AF273-5E3D-44DE-B260-9021F5087ACD}"/>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938B22CF-989C-44D7-B5D5-383F850A8B85}"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pic>
        <p:nvPicPr>
          <p:cNvPr id="103427" name="Picture 6">
            <a:extLst>
              <a:ext uri="{FF2B5EF4-FFF2-40B4-BE49-F238E27FC236}">
                <a16:creationId xmlns:a16="http://schemas.microsoft.com/office/drawing/2014/main" id="{48851D78-4E1B-4EFE-897C-58CCA1E793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48625" y="547688"/>
            <a:ext cx="109537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428" name="Text Box 2">
            <a:extLst>
              <a:ext uri="{FF2B5EF4-FFF2-40B4-BE49-F238E27FC236}">
                <a16:creationId xmlns:a16="http://schemas.microsoft.com/office/drawing/2014/main" id="{80D8C935-66BE-47C2-BD81-8EEC0EE3DFEE}"/>
              </a:ext>
            </a:extLst>
          </p:cNvPr>
          <p:cNvSpPr txBox="1">
            <a:spLocks noChangeArrowheads="1"/>
          </p:cNvSpPr>
          <p:nvPr/>
        </p:nvSpPr>
        <p:spPr bwMode="auto">
          <a:xfrm>
            <a:off x="1331913" y="692150"/>
            <a:ext cx="640715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覆盖与划分</a:t>
            </a:r>
          </a:p>
        </p:txBody>
      </p:sp>
      <p:sp>
        <p:nvSpPr>
          <p:cNvPr id="2" name="矩形 1">
            <a:extLst>
              <a:ext uri="{FF2B5EF4-FFF2-40B4-BE49-F238E27FC236}">
                <a16:creationId xmlns:a16="http://schemas.microsoft.com/office/drawing/2014/main" id="{82798191-5CF3-4725-8638-86EB04960340}"/>
              </a:ext>
            </a:extLst>
          </p:cNvPr>
          <p:cNvSpPr/>
          <p:nvPr/>
        </p:nvSpPr>
        <p:spPr>
          <a:xfrm>
            <a:off x="684213" y="2039938"/>
            <a:ext cx="7416800" cy="3908425"/>
          </a:xfrm>
          <a:prstGeom prst="rect">
            <a:avLst/>
          </a:prstGeom>
          <a:solidFill>
            <a:schemeClr val="accent6">
              <a:lumMod val="75000"/>
            </a:schemeClr>
          </a:solidFill>
        </p:spPr>
        <p:txBody>
          <a:bodyPr>
            <a:spAutoFit/>
          </a:bodyPr>
          <a:lstStyle/>
          <a:p>
            <a:pPr indent="266700" algn="just">
              <a:lnSpc>
                <a:spcPct val="150000"/>
              </a:lnSpc>
              <a:spcAft>
                <a:spcPts val="0"/>
              </a:spcAft>
              <a:defRPr/>
            </a:pPr>
            <a:r>
              <a:rPr lang="en-US" altLang="zh-CN" sz="2400" b="1" kern="100" dirty="0">
                <a:solidFill>
                  <a:schemeClr val="bg1"/>
                </a:solidFill>
                <a:latin typeface="Calibri" panose="020F0502020204030204" pitchFamily="34" charset="0"/>
                <a:ea typeface="宋体" panose="02010600030101010101" pitchFamily="2" charset="-122"/>
                <a:cs typeface="宋体" panose="02010600030101010101" pitchFamily="2" charset="-122"/>
              </a:rPr>
              <a:t>    </a:t>
            </a:r>
            <a:r>
              <a:rPr lang="zh-CN" altLang="zh-CN" sz="2400" b="1" kern="100" dirty="0">
                <a:solidFill>
                  <a:schemeClr val="bg1"/>
                </a:solidFill>
                <a:latin typeface="Calibri" panose="020F0502020204030204" pitchFamily="34" charset="0"/>
                <a:ea typeface="宋体" panose="02010600030101010101" pitchFamily="2" charset="-122"/>
                <a:cs typeface="宋体" panose="02010600030101010101" pitchFamily="2" charset="-122"/>
              </a:rPr>
              <a:t>我们知道，集合上的任何一个等价关系都可以确定该集合的一个划分。那么，</a:t>
            </a:r>
            <a:r>
              <a:rPr lang="zh-CN" altLang="zh-CN" sz="2400" b="1" kern="100" dirty="0">
                <a:solidFill>
                  <a:srgbClr val="FFFF00"/>
                </a:solidFill>
                <a:latin typeface="Calibri" panose="020F0502020204030204" pitchFamily="34" charset="0"/>
                <a:ea typeface="宋体" panose="02010600030101010101" pitchFamily="2" charset="-122"/>
                <a:cs typeface="宋体" panose="02010600030101010101" pitchFamily="2" charset="-122"/>
              </a:rPr>
              <a:t>集合上的相容关系是否也</a:t>
            </a:r>
            <a:r>
              <a:rPr lang="zh-CN" altLang="en-US" sz="2400" b="1" kern="100" dirty="0">
                <a:solidFill>
                  <a:srgbClr val="FFFF00"/>
                </a:solidFill>
                <a:latin typeface="Calibri" panose="020F0502020204030204" pitchFamily="34" charset="0"/>
                <a:ea typeface="宋体" panose="02010600030101010101" pitchFamily="2" charset="-122"/>
                <a:cs typeface="宋体" panose="02010600030101010101" pitchFamily="2" charset="-122"/>
              </a:rPr>
              <a:t>一定</a:t>
            </a:r>
            <a:r>
              <a:rPr lang="zh-CN" altLang="zh-CN" sz="2400" b="1" kern="100" dirty="0">
                <a:solidFill>
                  <a:srgbClr val="FFFF00"/>
                </a:solidFill>
                <a:latin typeface="Calibri" panose="020F0502020204030204" pitchFamily="34" charset="0"/>
                <a:ea typeface="宋体" panose="02010600030101010101" pitchFamily="2" charset="-122"/>
                <a:cs typeface="宋体" panose="02010600030101010101" pitchFamily="2" charset="-122"/>
              </a:rPr>
              <a:t>能</a:t>
            </a:r>
            <a:r>
              <a:rPr lang="zh-CN" altLang="en-US" sz="2400" b="1" kern="100" dirty="0">
                <a:solidFill>
                  <a:srgbClr val="FFFF00"/>
                </a:solidFill>
                <a:latin typeface="Calibri" panose="020F0502020204030204" pitchFamily="34" charset="0"/>
                <a:ea typeface="宋体" panose="02010600030101010101" pitchFamily="2" charset="-122"/>
                <a:cs typeface="宋体" panose="02010600030101010101" pitchFamily="2" charset="-122"/>
              </a:rPr>
              <a:t>够</a:t>
            </a:r>
            <a:r>
              <a:rPr lang="zh-CN" altLang="zh-CN" sz="2400" b="1" kern="100" dirty="0">
                <a:solidFill>
                  <a:srgbClr val="FFFF00"/>
                </a:solidFill>
                <a:latin typeface="Calibri" panose="020F0502020204030204" pitchFamily="34" charset="0"/>
                <a:ea typeface="宋体" panose="02010600030101010101" pitchFamily="2" charset="-122"/>
                <a:cs typeface="宋体" panose="02010600030101010101" pitchFamily="2" charset="-122"/>
              </a:rPr>
              <a:t>确定该集合的一个划分呢？</a:t>
            </a:r>
            <a:endParaRPr lang="en-US" altLang="zh-CN" sz="2400" b="1" kern="100" dirty="0">
              <a:solidFill>
                <a:srgbClr val="FFFF00"/>
              </a:solidFill>
              <a:latin typeface="Calibri" panose="020F0502020204030204" pitchFamily="34" charset="0"/>
              <a:ea typeface="宋体" panose="02010600030101010101" pitchFamily="2" charset="-122"/>
              <a:cs typeface="宋体" panose="02010600030101010101" pitchFamily="2" charset="-122"/>
            </a:endParaRPr>
          </a:p>
          <a:p>
            <a:pPr indent="266700" algn="just">
              <a:lnSpc>
                <a:spcPct val="150000"/>
              </a:lnSpc>
              <a:spcAft>
                <a:spcPts val="0"/>
              </a:spcAft>
              <a:defRPr/>
            </a:pPr>
            <a:r>
              <a:rPr lang="en-US" altLang="zh-CN" sz="2400" b="1" kern="100" dirty="0">
                <a:solidFill>
                  <a:schemeClr val="bg1"/>
                </a:solidFill>
                <a:latin typeface="Calibri" panose="020F0502020204030204" pitchFamily="34" charset="0"/>
                <a:ea typeface="宋体" panose="02010600030101010101" pitchFamily="2" charset="-122"/>
                <a:cs typeface="宋体" panose="02010600030101010101" pitchFamily="2" charset="-122"/>
              </a:rPr>
              <a:t>    </a:t>
            </a:r>
            <a:r>
              <a:rPr lang="zh-CN" altLang="zh-CN" sz="2400" b="1" kern="100" dirty="0">
                <a:solidFill>
                  <a:schemeClr val="bg1"/>
                </a:solidFill>
                <a:latin typeface="Calibri" panose="020F0502020204030204" pitchFamily="34" charset="0"/>
                <a:ea typeface="宋体" panose="02010600030101010101" pitchFamily="2" charset="-122"/>
                <a:cs typeface="宋体" panose="02010600030101010101" pitchFamily="2" charset="-122"/>
              </a:rPr>
              <a:t>答案显然是否定的。因为任何一个等价关系都是相容关系，但是相容关系不一定是等价关系。</a:t>
            </a:r>
            <a:endParaRPr lang="en-US" altLang="zh-CN" sz="2400" b="1" kern="100" dirty="0">
              <a:solidFill>
                <a:schemeClr val="bg1"/>
              </a:solidFill>
              <a:latin typeface="Calibri" panose="020F0502020204030204" pitchFamily="34" charset="0"/>
              <a:ea typeface="宋体" panose="02010600030101010101" pitchFamily="2" charset="-122"/>
              <a:cs typeface="宋体" panose="02010600030101010101" pitchFamily="2" charset="-122"/>
            </a:endParaRPr>
          </a:p>
          <a:p>
            <a:pPr indent="266700" algn="just">
              <a:lnSpc>
                <a:spcPct val="150000"/>
              </a:lnSpc>
              <a:spcAft>
                <a:spcPts val="0"/>
              </a:spcAft>
              <a:defRPr/>
            </a:pPr>
            <a:r>
              <a:rPr lang="en-US" altLang="zh-CN" sz="2400" b="1" kern="100" dirty="0">
                <a:solidFill>
                  <a:schemeClr val="bg1"/>
                </a:solidFill>
                <a:latin typeface="Calibri" panose="020F0502020204030204" pitchFamily="34" charset="0"/>
                <a:ea typeface="宋体" panose="02010600030101010101" pitchFamily="2" charset="-122"/>
                <a:cs typeface="宋体" panose="02010600030101010101" pitchFamily="2" charset="-122"/>
              </a:rPr>
              <a:t>    </a:t>
            </a:r>
            <a:r>
              <a:rPr lang="zh-CN" altLang="zh-CN" sz="2400" b="1" kern="100" dirty="0">
                <a:solidFill>
                  <a:schemeClr val="bg1"/>
                </a:solidFill>
                <a:latin typeface="Calibri" panose="020F0502020204030204" pitchFamily="34" charset="0"/>
                <a:ea typeface="宋体" panose="02010600030101010101" pitchFamily="2" charset="-122"/>
                <a:cs typeface="宋体" panose="02010600030101010101" pitchFamily="2" charset="-122"/>
              </a:rPr>
              <a:t>既然</a:t>
            </a:r>
            <a:r>
              <a:rPr lang="zh-CN" altLang="en-US" sz="2400" b="1" kern="100" dirty="0">
                <a:solidFill>
                  <a:schemeClr val="bg1"/>
                </a:solidFill>
                <a:latin typeface="Calibri" panose="020F0502020204030204" pitchFamily="34" charset="0"/>
                <a:ea typeface="宋体" panose="02010600030101010101" pitchFamily="2" charset="-122"/>
                <a:cs typeface="宋体" panose="02010600030101010101" pitchFamily="2" charset="-122"/>
              </a:rPr>
              <a:t>相容</a:t>
            </a:r>
            <a:r>
              <a:rPr lang="zh-CN" altLang="zh-CN" sz="2400" b="1" kern="100" dirty="0">
                <a:solidFill>
                  <a:schemeClr val="bg1"/>
                </a:solidFill>
                <a:latin typeface="Calibri" panose="020F0502020204030204" pitchFamily="34" charset="0"/>
                <a:ea typeface="宋体" panose="02010600030101010101" pitchFamily="2" charset="-122"/>
                <a:cs typeface="宋体" panose="02010600030101010101" pitchFamily="2" charset="-122"/>
              </a:rPr>
              <a:t>关系不一定能够对集合产生一个划分，那么它</a:t>
            </a:r>
            <a:r>
              <a:rPr lang="zh-CN" altLang="zh-CN" sz="2400" b="1" kern="100" dirty="0">
                <a:solidFill>
                  <a:srgbClr val="FFFF00"/>
                </a:solidFill>
                <a:latin typeface="Calibri" panose="020F0502020204030204" pitchFamily="34" charset="0"/>
                <a:ea typeface="宋体" panose="02010600030101010101" pitchFamily="2" charset="-122"/>
                <a:cs typeface="宋体" panose="02010600030101010101" pitchFamily="2" charset="-122"/>
              </a:rPr>
              <a:t>对集合能产生什么另外的效果呢</a:t>
            </a:r>
            <a:r>
              <a:rPr lang="zh-CN" altLang="zh-CN" sz="2400" b="1" kern="100" dirty="0">
                <a:solidFill>
                  <a:schemeClr val="bg1"/>
                </a:solidFill>
                <a:latin typeface="Calibri" panose="020F0502020204030204" pitchFamily="34" charset="0"/>
                <a:ea typeface="宋体" panose="02010600030101010101" pitchFamily="2" charset="-122"/>
                <a:cs typeface="宋体" panose="02010600030101010101" pitchFamily="2" charset="-122"/>
              </a:rPr>
              <a:t>？</a:t>
            </a:r>
            <a:endPar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endParaRPr>
          </a:p>
        </p:txBody>
      </p:sp>
    </p:spTree>
  </p:cSld>
  <p:clrMapOvr>
    <a:masterClrMapping/>
  </p:clrMapOvr>
  <p:transition spd="med">
    <p:wipe dir="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日期占位符 3">
            <a:extLst>
              <a:ext uri="{FF2B5EF4-FFF2-40B4-BE49-F238E27FC236}">
                <a16:creationId xmlns:a16="http://schemas.microsoft.com/office/drawing/2014/main" id="{63F18A82-55D0-4460-828F-9C7EAE48DBAA}"/>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D2A48867-8CAA-43A1-855C-A2BA3ECBA8F2}"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pic>
        <p:nvPicPr>
          <p:cNvPr id="104451" name="Picture 6">
            <a:extLst>
              <a:ext uri="{FF2B5EF4-FFF2-40B4-BE49-F238E27FC236}">
                <a16:creationId xmlns:a16="http://schemas.microsoft.com/office/drawing/2014/main" id="{BE86C13B-B2AF-4A02-A546-8A1ECB598A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48625" y="547688"/>
            <a:ext cx="109537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4452" name="Text Box 2">
            <a:extLst>
              <a:ext uri="{FF2B5EF4-FFF2-40B4-BE49-F238E27FC236}">
                <a16:creationId xmlns:a16="http://schemas.microsoft.com/office/drawing/2014/main" id="{7C403B8C-635C-4168-BABC-994ABED64B98}"/>
              </a:ext>
            </a:extLst>
          </p:cNvPr>
          <p:cNvSpPr txBox="1">
            <a:spLocks noChangeArrowheads="1"/>
          </p:cNvSpPr>
          <p:nvPr/>
        </p:nvSpPr>
        <p:spPr bwMode="auto">
          <a:xfrm>
            <a:off x="1331913" y="692150"/>
            <a:ext cx="640715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覆盖与划分</a:t>
            </a:r>
          </a:p>
        </p:txBody>
      </p:sp>
      <p:pic>
        <p:nvPicPr>
          <p:cNvPr id="104453" name="Picture 9" descr="无标题25">
            <a:extLst>
              <a:ext uri="{FF2B5EF4-FFF2-40B4-BE49-F238E27FC236}">
                <a16:creationId xmlns:a16="http://schemas.microsoft.com/office/drawing/2014/main" id="{ABB23343-7F2A-4A79-9188-2B6642685B2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550" y="1844675"/>
            <a:ext cx="7488238" cy="428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日期占位符 3">
            <a:extLst>
              <a:ext uri="{FF2B5EF4-FFF2-40B4-BE49-F238E27FC236}">
                <a16:creationId xmlns:a16="http://schemas.microsoft.com/office/drawing/2014/main" id="{F1086336-0AAA-4C37-AE4F-099DB32F1C3F}"/>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2F7D31E9-2F42-4B5D-8764-1610FCC628C3}"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pic>
        <p:nvPicPr>
          <p:cNvPr id="105475" name="Picture 6">
            <a:extLst>
              <a:ext uri="{FF2B5EF4-FFF2-40B4-BE49-F238E27FC236}">
                <a16:creationId xmlns:a16="http://schemas.microsoft.com/office/drawing/2014/main" id="{64646518-4293-44FB-B58E-F07298FA14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48625" y="547688"/>
            <a:ext cx="109537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5476" name="Text Box 2">
            <a:extLst>
              <a:ext uri="{FF2B5EF4-FFF2-40B4-BE49-F238E27FC236}">
                <a16:creationId xmlns:a16="http://schemas.microsoft.com/office/drawing/2014/main" id="{9234B3C3-DCC5-4D09-97F6-70FF7DCB0C4C}"/>
              </a:ext>
            </a:extLst>
          </p:cNvPr>
          <p:cNvSpPr txBox="1">
            <a:spLocks noChangeArrowheads="1"/>
          </p:cNvSpPr>
          <p:nvPr/>
        </p:nvSpPr>
        <p:spPr bwMode="auto">
          <a:xfrm>
            <a:off x="1331913" y="785813"/>
            <a:ext cx="640715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例 题</a:t>
            </a:r>
          </a:p>
        </p:txBody>
      </p:sp>
      <p:pic>
        <p:nvPicPr>
          <p:cNvPr id="105477" name="Picture 6" descr="QQ截图20151103120258">
            <a:extLst>
              <a:ext uri="{FF2B5EF4-FFF2-40B4-BE49-F238E27FC236}">
                <a16:creationId xmlns:a16="http://schemas.microsoft.com/office/drawing/2014/main" id="{296CA6DF-3C45-4B43-9920-95B3DD378E2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088" y="1989138"/>
            <a:ext cx="7345362" cy="428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日期占位符 3">
            <a:extLst>
              <a:ext uri="{FF2B5EF4-FFF2-40B4-BE49-F238E27FC236}">
                <a16:creationId xmlns:a16="http://schemas.microsoft.com/office/drawing/2014/main" id="{BAC0DE16-FE0D-4F14-A4D8-DD3B35425438}"/>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10949A4A-E363-4B7C-B851-419A25CF54B7}"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pic>
        <p:nvPicPr>
          <p:cNvPr id="106499" name="Picture 6">
            <a:extLst>
              <a:ext uri="{FF2B5EF4-FFF2-40B4-BE49-F238E27FC236}">
                <a16:creationId xmlns:a16="http://schemas.microsoft.com/office/drawing/2014/main" id="{1EBCF367-F074-430D-89D6-E742659172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48625" y="547688"/>
            <a:ext cx="109537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6500" name="Text Box 2">
            <a:extLst>
              <a:ext uri="{FF2B5EF4-FFF2-40B4-BE49-F238E27FC236}">
                <a16:creationId xmlns:a16="http://schemas.microsoft.com/office/drawing/2014/main" id="{16AA5630-1D40-476B-AF84-178E331415C7}"/>
              </a:ext>
            </a:extLst>
          </p:cNvPr>
          <p:cNvSpPr txBox="1">
            <a:spLocks noChangeArrowheads="1"/>
          </p:cNvSpPr>
          <p:nvPr/>
        </p:nvSpPr>
        <p:spPr bwMode="auto">
          <a:xfrm>
            <a:off x="1331913" y="785813"/>
            <a:ext cx="640715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例 题</a:t>
            </a:r>
          </a:p>
        </p:txBody>
      </p:sp>
      <p:sp>
        <p:nvSpPr>
          <p:cNvPr id="2" name="矩形 1">
            <a:extLst>
              <a:ext uri="{FF2B5EF4-FFF2-40B4-BE49-F238E27FC236}">
                <a16:creationId xmlns:a16="http://schemas.microsoft.com/office/drawing/2014/main" id="{D2453E53-4D35-4854-BFF6-D3B27274C57E}"/>
              </a:ext>
            </a:extLst>
          </p:cNvPr>
          <p:cNvSpPr>
            <a:spLocks noRot="1" noChangeAspect="1" noMove="1" noResize="1" noEditPoints="1" noAdjustHandles="1" noChangeArrowheads="1" noChangeShapeType="1" noTextEdit="1"/>
          </p:cNvSpPr>
          <p:nvPr/>
        </p:nvSpPr>
        <p:spPr>
          <a:xfrm>
            <a:off x="107049" y="2162318"/>
            <a:ext cx="9000999" cy="3758337"/>
          </a:xfrm>
          <a:prstGeom prst="rect">
            <a:avLst/>
          </a:prstGeom>
          <a:blipFill>
            <a:blip r:embed="rId4"/>
            <a:stretch>
              <a:fillRect t="-1623" r="-542" b="-2110"/>
            </a:stretch>
          </a:blipFill>
        </p:spPr>
        <p:txBody>
          <a:bodyPr/>
          <a:lstStyle/>
          <a:p>
            <a:pPr>
              <a:defRPr/>
            </a:pPr>
            <a:r>
              <a:rPr lang="zh-CN" altLang="en-US">
                <a:noFill/>
              </a:rPr>
              <a:t> </a:t>
            </a:r>
          </a:p>
        </p:txBody>
      </p:sp>
    </p:spTree>
  </p:cSld>
  <p:clrMapOvr>
    <a:masterClrMapping/>
  </p:clrMapOvr>
  <p:transition spd="med">
    <p:wipe dir="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日期占位符 3">
            <a:extLst>
              <a:ext uri="{FF2B5EF4-FFF2-40B4-BE49-F238E27FC236}">
                <a16:creationId xmlns:a16="http://schemas.microsoft.com/office/drawing/2014/main" id="{B9CD1467-6881-4345-82CA-4B66B96C6FC9}"/>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5659725D-FCBA-4202-ADC3-E20F0BC833C2}"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pic>
        <p:nvPicPr>
          <p:cNvPr id="107523" name="Picture 6">
            <a:extLst>
              <a:ext uri="{FF2B5EF4-FFF2-40B4-BE49-F238E27FC236}">
                <a16:creationId xmlns:a16="http://schemas.microsoft.com/office/drawing/2014/main" id="{7C8519BA-8B3E-4B79-A4F4-DA95E97709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85150" y="547688"/>
            <a:ext cx="958850"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7524" name="Text Box 2">
            <a:extLst>
              <a:ext uri="{FF2B5EF4-FFF2-40B4-BE49-F238E27FC236}">
                <a16:creationId xmlns:a16="http://schemas.microsoft.com/office/drawing/2014/main" id="{7E755EF3-3881-40E9-A37B-6E39D6BBCA34}"/>
              </a:ext>
            </a:extLst>
          </p:cNvPr>
          <p:cNvSpPr txBox="1">
            <a:spLocks noChangeArrowheads="1"/>
          </p:cNvSpPr>
          <p:nvPr/>
        </p:nvSpPr>
        <p:spPr bwMode="auto">
          <a:xfrm>
            <a:off x="1368425" y="595313"/>
            <a:ext cx="640715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例 题</a:t>
            </a:r>
          </a:p>
        </p:txBody>
      </p:sp>
      <p:sp>
        <p:nvSpPr>
          <p:cNvPr id="2" name="矩形 1">
            <a:extLst>
              <a:ext uri="{FF2B5EF4-FFF2-40B4-BE49-F238E27FC236}">
                <a16:creationId xmlns:a16="http://schemas.microsoft.com/office/drawing/2014/main" id="{DE54E9BA-EB41-4686-B3F6-656EED78F172}"/>
              </a:ext>
            </a:extLst>
          </p:cNvPr>
          <p:cNvSpPr>
            <a:spLocks noRot="1" noChangeAspect="1" noMove="1" noResize="1" noEditPoints="1" noAdjustHandles="1" noChangeArrowheads="1" noChangeShapeType="1" noTextEdit="1"/>
          </p:cNvSpPr>
          <p:nvPr/>
        </p:nvSpPr>
        <p:spPr>
          <a:xfrm>
            <a:off x="350658" y="1641469"/>
            <a:ext cx="8442684" cy="4668842"/>
          </a:xfrm>
          <a:prstGeom prst="rect">
            <a:avLst/>
          </a:prstGeom>
          <a:blipFill>
            <a:blip r:embed="rId4"/>
            <a:stretch>
              <a:fillRect t="-522" r="-578" b="-1436"/>
            </a:stretch>
          </a:blipFill>
        </p:spPr>
        <p:txBody>
          <a:bodyPr/>
          <a:lstStyle/>
          <a:p>
            <a:r>
              <a:rPr lang="zh-CN" altLang="en-US">
                <a:noFill/>
              </a:rPr>
              <a:t> </a:t>
            </a:r>
          </a:p>
        </p:txBody>
      </p:sp>
    </p:spTree>
  </p:cSld>
  <p:clrMapOvr>
    <a:masterClrMapping/>
  </p:clrMapOvr>
  <p:transition spd="med">
    <p:wipe dir="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日期占位符 3">
            <a:extLst>
              <a:ext uri="{FF2B5EF4-FFF2-40B4-BE49-F238E27FC236}">
                <a16:creationId xmlns:a16="http://schemas.microsoft.com/office/drawing/2014/main" id="{42646451-7540-4E3E-AAE8-C4B5B0FDC7A2}"/>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95ACA8A2-4EE9-4F17-8466-17DCE0B1B843}"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pic>
        <p:nvPicPr>
          <p:cNvPr id="108547" name="Picture 6">
            <a:extLst>
              <a:ext uri="{FF2B5EF4-FFF2-40B4-BE49-F238E27FC236}">
                <a16:creationId xmlns:a16="http://schemas.microsoft.com/office/drawing/2014/main" id="{9493B665-55D5-4D8F-83A0-E4D0319156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48625" y="547688"/>
            <a:ext cx="109537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8548" name="Text Box 2">
            <a:extLst>
              <a:ext uri="{FF2B5EF4-FFF2-40B4-BE49-F238E27FC236}">
                <a16:creationId xmlns:a16="http://schemas.microsoft.com/office/drawing/2014/main" id="{D5729E50-872F-41BE-8EAC-3C9FE97B5D1C}"/>
              </a:ext>
            </a:extLst>
          </p:cNvPr>
          <p:cNvSpPr txBox="1">
            <a:spLocks noChangeArrowheads="1"/>
          </p:cNvSpPr>
          <p:nvPr/>
        </p:nvSpPr>
        <p:spPr bwMode="auto">
          <a:xfrm>
            <a:off x="1403350" y="692150"/>
            <a:ext cx="6407150" cy="83185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4800" b="1">
                <a:solidFill>
                  <a:schemeClr val="bg1"/>
                </a:solidFill>
                <a:latin typeface="宋体" panose="02010600030101010101" pitchFamily="2" charset="-122"/>
                <a:ea typeface="宋体" panose="02010600030101010101" pitchFamily="2" charset="-122"/>
              </a:rPr>
              <a:t> 完全覆盖的定义</a:t>
            </a:r>
          </a:p>
        </p:txBody>
      </p:sp>
      <p:pic>
        <p:nvPicPr>
          <p:cNvPr id="108549" name="图片 4">
            <a:extLst>
              <a:ext uri="{FF2B5EF4-FFF2-40B4-BE49-F238E27FC236}">
                <a16:creationId xmlns:a16="http://schemas.microsoft.com/office/drawing/2014/main" id="{FDC12719-106A-4882-B7B2-9D69B3947EC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388" y="2205038"/>
            <a:ext cx="8693150" cy="3536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日期占位符 3">
            <a:extLst>
              <a:ext uri="{FF2B5EF4-FFF2-40B4-BE49-F238E27FC236}">
                <a16:creationId xmlns:a16="http://schemas.microsoft.com/office/drawing/2014/main" id="{853F8755-05E7-4F72-B906-E91B0DA52DBA}"/>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4A7B2ED3-CE88-4B47-80DF-5F3C693901E5}"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pic>
        <p:nvPicPr>
          <p:cNvPr id="109571" name="Picture 6">
            <a:extLst>
              <a:ext uri="{FF2B5EF4-FFF2-40B4-BE49-F238E27FC236}">
                <a16:creationId xmlns:a16="http://schemas.microsoft.com/office/drawing/2014/main" id="{74B7FCD7-CB2E-4417-A5B8-1AA94B1251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48625" y="547688"/>
            <a:ext cx="109537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5CB46E56-FA31-4B99-A9A9-6CBB261287BA}"/>
              </a:ext>
            </a:extLst>
          </p:cNvPr>
          <p:cNvSpPr>
            <a:spLocks noRot="1" noChangeAspect="1" noMove="1" noResize="1" noEditPoints="1" noAdjustHandles="1" noChangeArrowheads="1" noChangeShapeType="1" noTextEdit="1"/>
          </p:cNvSpPr>
          <p:nvPr/>
        </p:nvSpPr>
        <p:spPr>
          <a:xfrm>
            <a:off x="685116" y="2106352"/>
            <a:ext cx="7992888" cy="3896518"/>
          </a:xfrm>
          <a:prstGeom prst="rect">
            <a:avLst/>
          </a:prstGeom>
          <a:blipFill>
            <a:blip r:embed="rId4"/>
            <a:stretch>
              <a:fillRect l="-1524" r="-1524" b="-2817"/>
            </a:stretch>
          </a:blipFill>
        </p:spPr>
        <p:txBody>
          <a:bodyPr/>
          <a:lstStyle/>
          <a:p>
            <a:pPr>
              <a:defRPr/>
            </a:pPr>
            <a:r>
              <a:rPr lang="zh-CN" altLang="en-US">
                <a:noFill/>
              </a:rPr>
              <a:t> </a:t>
            </a:r>
          </a:p>
        </p:txBody>
      </p:sp>
      <p:sp>
        <p:nvSpPr>
          <p:cNvPr id="109573" name="Text Box 2">
            <a:extLst>
              <a:ext uri="{FF2B5EF4-FFF2-40B4-BE49-F238E27FC236}">
                <a16:creationId xmlns:a16="http://schemas.microsoft.com/office/drawing/2014/main" id="{2491F502-CFA2-409F-BAE0-81E7302527E3}"/>
              </a:ext>
            </a:extLst>
          </p:cNvPr>
          <p:cNvSpPr txBox="1">
            <a:spLocks noChangeArrowheads="1"/>
          </p:cNvSpPr>
          <p:nvPr/>
        </p:nvSpPr>
        <p:spPr bwMode="auto">
          <a:xfrm>
            <a:off x="1331913" y="785813"/>
            <a:ext cx="6407150" cy="830262"/>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4800" b="1">
                <a:solidFill>
                  <a:schemeClr val="bg1"/>
                </a:solidFill>
                <a:latin typeface="宋体" panose="02010600030101010101" pitchFamily="2" charset="-122"/>
                <a:ea typeface="宋体" panose="02010600030101010101" pitchFamily="2" charset="-122"/>
              </a:rPr>
              <a:t> 相容关系与覆盖</a:t>
            </a:r>
          </a:p>
        </p:txBody>
      </p:sp>
    </p:spTree>
  </p:cSld>
  <p:clrMapOvr>
    <a:masterClrMapping/>
  </p:clrMapOvr>
  <p:transition spd="med">
    <p:wipe dir="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日期占位符 3">
            <a:extLst>
              <a:ext uri="{FF2B5EF4-FFF2-40B4-BE49-F238E27FC236}">
                <a16:creationId xmlns:a16="http://schemas.microsoft.com/office/drawing/2014/main" id="{7080CC25-89B9-409E-8297-EB1DD764F359}"/>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8230CF41-C0DC-4C51-9F68-733AC4B2C364}"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pic>
        <p:nvPicPr>
          <p:cNvPr id="110595" name="Picture 6">
            <a:extLst>
              <a:ext uri="{FF2B5EF4-FFF2-40B4-BE49-F238E27FC236}">
                <a16:creationId xmlns:a16="http://schemas.microsoft.com/office/drawing/2014/main" id="{2033CA00-72CA-4420-BA33-D1437FF785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48625" y="547688"/>
            <a:ext cx="109537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0596" name="Text Box 2">
            <a:extLst>
              <a:ext uri="{FF2B5EF4-FFF2-40B4-BE49-F238E27FC236}">
                <a16:creationId xmlns:a16="http://schemas.microsoft.com/office/drawing/2014/main" id="{0C485B65-2110-459A-9478-CE2918F21CA4}"/>
              </a:ext>
            </a:extLst>
          </p:cNvPr>
          <p:cNvSpPr txBox="1">
            <a:spLocks noChangeArrowheads="1"/>
          </p:cNvSpPr>
          <p:nvPr/>
        </p:nvSpPr>
        <p:spPr bwMode="auto">
          <a:xfrm>
            <a:off x="1403350" y="692150"/>
            <a:ext cx="6407150" cy="83185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4800" b="1">
                <a:solidFill>
                  <a:schemeClr val="bg1"/>
                </a:solidFill>
                <a:latin typeface="宋体" panose="02010600030101010101" pitchFamily="2" charset="-122"/>
                <a:ea typeface="宋体" panose="02010600030101010101" pitchFamily="2" charset="-122"/>
              </a:rPr>
              <a:t> 完全覆盖的构造</a:t>
            </a:r>
          </a:p>
        </p:txBody>
      </p:sp>
      <p:sp>
        <p:nvSpPr>
          <p:cNvPr id="110597" name="文本框 3">
            <a:extLst>
              <a:ext uri="{FF2B5EF4-FFF2-40B4-BE49-F238E27FC236}">
                <a16:creationId xmlns:a16="http://schemas.microsoft.com/office/drawing/2014/main" id="{FF965FC8-DD6B-4890-AC31-416036D40B88}"/>
              </a:ext>
            </a:extLst>
          </p:cNvPr>
          <p:cNvSpPr txBox="1">
            <a:spLocks noChangeArrowheads="1"/>
          </p:cNvSpPr>
          <p:nvPr/>
        </p:nvSpPr>
        <p:spPr bwMode="auto">
          <a:xfrm>
            <a:off x="5815013" y="3973513"/>
            <a:ext cx="36036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spcBef>
                <a:spcPct val="0"/>
              </a:spcBef>
              <a:buFontTx/>
              <a:buNone/>
            </a:pPr>
            <a:r>
              <a:rPr lang="en-US" altLang="zh-CN" b="1">
                <a:solidFill>
                  <a:srgbClr val="FFFF00"/>
                </a:solidFill>
                <a:latin typeface="黑体" panose="02010609060101010101" pitchFamily="49" charset="-122"/>
                <a:ea typeface="黑体" panose="02010609060101010101" pitchFamily="49" charset="-122"/>
              </a:rPr>
              <a:t>\</a:t>
            </a:r>
            <a:endParaRPr lang="zh-CN" altLang="en-US" b="1">
              <a:solidFill>
                <a:srgbClr val="FFFF00"/>
              </a:solidFill>
              <a:latin typeface="黑体" panose="02010609060101010101" pitchFamily="49" charset="-122"/>
              <a:ea typeface="黑体" panose="02010609060101010101" pitchFamily="49" charset="-122"/>
            </a:endParaRPr>
          </a:p>
        </p:txBody>
      </p:sp>
      <p:pic>
        <p:nvPicPr>
          <p:cNvPr id="110598" name="图片 2">
            <a:extLst>
              <a:ext uri="{FF2B5EF4-FFF2-40B4-BE49-F238E27FC236}">
                <a16:creationId xmlns:a16="http://schemas.microsoft.com/office/drawing/2014/main" id="{2C2C3FA0-92CE-4DD8-B2AD-EB582B752D8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388" y="1752600"/>
            <a:ext cx="8539162" cy="4557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日期占位符 3">
            <a:extLst>
              <a:ext uri="{FF2B5EF4-FFF2-40B4-BE49-F238E27FC236}">
                <a16:creationId xmlns:a16="http://schemas.microsoft.com/office/drawing/2014/main" id="{01F80177-EB49-4FBC-827E-25666F0E5159}"/>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65D39FA3-B674-419C-89A4-5CF55766A160}"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pic>
        <p:nvPicPr>
          <p:cNvPr id="111619" name="Picture 6">
            <a:extLst>
              <a:ext uri="{FF2B5EF4-FFF2-40B4-BE49-F238E27FC236}">
                <a16:creationId xmlns:a16="http://schemas.microsoft.com/office/drawing/2014/main" id="{FCCC18E4-D086-44FA-B668-F38D3790D4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48625" y="547688"/>
            <a:ext cx="109537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1620" name="Text Box 2">
            <a:extLst>
              <a:ext uri="{FF2B5EF4-FFF2-40B4-BE49-F238E27FC236}">
                <a16:creationId xmlns:a16="http://schemas.microsoft.com/office/drawing/2014/main" id="{B6168F05-5506-455C-8AD2-B73F3FBD2C44}"/>
              </a:ext>
            </a:extLst>
          </p:cNvPr>
          <p:cNvSpPr txBox="1">
            <a:spLocks noChangeArrowheads="1"/>
          </p:cNvSpPr>
          <p:nvPr/>
        </p:nvSpPr>
        <p:spPr bwMode="auto">
          <a:xfrm>
            <a:off x="1331913" y="785813"/>
            <a:ext cx="640715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例 题</a:t>
            </a:r>
          </a:p>
        </p:txBody>
      </p:sp>
      <p:pic>
        <p:nvPicPr>
          <p:cNvPr id="111621" name="图片 5">
            <a:extLst>
              <a:ext uri="{FF2B5EF4-FFF2-40B4-BE49-F238E27FC236}">
                <a16:creationId xmlns:a16="http://schemas.microsoft.com/office/drawing/2014/main" id="{0C38CFBB-349C-4FB2-81B6-5977E765E4C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8313" y="2060575"/>
            <a:ext cx="8421687" cy="422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日期占位符 3">
            <a:extLst>
              <a:ext uri="{FF2B5EF4-FFF2-40B4-BE49-F238E27FC236}">
                <a16:creationId xmlns:a16="http://schemas.microsoft.com/office/drawing/2014/main" id="{2A24CFEF-2434-4112-8F2C-02271E2BED29}"/>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CF9D55F2-5EB6-49F6-8D91-2BAF9FADFEE3}"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pic>
        <p:nvPicPr>
          <p:cNvPr id="112643" name="Picture 6">
            <a:extLst>
              <a:ext uri="{FF2B5EF4-FFF2-40B4-BE49-F238E27FC236}">
                <a16:creationId xmlns:a16="http://schemas.microsoft.com/office/drawing/2014/main" id="{D39C15A6-C9F9-40AF-9708-D938D414FF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48625" y="547688"/>
            <a:ext cx="109537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44" name="Text Box 2">
            <a:extLst>
              <a:ext uri="{FF2B5EF4-FFF2-40B4-BE49-F238E27FC236}">
                <a16:creationId xmlns:a16="http://schemas.microsoft.com/office/drawing/2014/main" id="{984D5D09-6900-4C53-92CC-94431E13F5DB}"/>
              </a:ext>
            </a:extLst>
          </p:cNvPr>
          <p:cNvSpPr txBox="1">
            <a:spLocks noChangeArrowheads="1"/>
          </p:cNvSpPr>
          <p:nvPr/>
        </p:nvSpPr>
        <p:spPr bwMode="auto">
          <a:xfrm>
            <a:off x="1331913" y="785813"/>
            <a:ext cx="6407150" cy="830262"/>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4800" b="1">
                <a:solidFill>
                  <a:schemeClr val="bg1"/>
                </a:solidFill>
                <a:latin typeface="宋体" panose="02010600030101010101" pitchFamily="2" charset="-122"/>
                <a:ea typeface="宋体" panose="02010600030101010101" pitchFamily="2" charset="-122"/>
              </a:rPr>
              <a:t> 相容关系与覆盖</a:t>
            </a:r>
          </a:p>
        </p:txBody>
      </p:sp>
      <p:sp>
        <p:nvSpPr>
          <p:cNvPr id="3" name="矩形 2">
            <a:extLst>
              <a:ext uri="{FF2B5EF4-FFF2-40B4-BE49-F238E27FC236}">
                <a16:creationId xmlns:a16="http://schemas.microsoft.com/office/drawing/2014/main" id="{3C1D5807-22F7-4CE0-92A3-2EF5F587645E}"/>
              </a:ext>
            </a:extLst>
          </p:cNvPr>
          <p:cNvSpPr>
            <a:spLocks noRot="1" noChangeAspect="1" noMove="1" noResize="1" noEditPoints="1" noAdjustHandles="1" noChangeArrowheads="1" noChangeShapeType="1" noTextEdit="1"/>
          </p:cNvSpPr>
          <p:nvPr/>
        </p:nvSpPr>
        <p:spPr>
          <a:xfrm>
            <a:off x="719570" y="2050417"/>
            <a:ext cx="7704856" cy="1378583"/>
          </a:xfrm>
          <a:prstGeom prst="rect">
            <a:avLst/>
          </a:prstGeom>
          <a:blipFill>
            <a:blip r:embed="rId4"/>
            <a:stretch>
              <a:fillRect l="-1187" t="-2203" r="-1266" b="-8811"/>
            </a:stretch>
          </a:blipFill>
        </p:spPr>
        <p:txBody>
          <a:bodyPr/>
          <a:lstStyle/>
          <a:p>
            <a:pPr>
              <a:defRPr/>
            </a:pPr>
            <a:r>
              <a:rPr lang="zh-CN" altLang="en-US">
                <a:noFill/>
              </a:rPr>
              <a:t> </a:t>
            </a:r>
          </a:p>
        </p:txBody>
      </p:sp>
      <p:sp>
        <p:nvSpPr>
          <p:cNvPr id="4" name="矩形 3">
            <a:extLst>
              <a:ext uri="{FF2B5EF4-FFF2-40B4-BE49-F238E27FC236}">
                <a16:creationId xmlns:a16="http://schemas.microsoft.com/office/drawing/2014/main" id="{D22B7952-32C5-4F5A-BB7E-9D48ACE3F27E}"/>
              </a:ext>
            </a:extLst>
          </p:cNvPr>
          <p:cNvSpPr>
            <a:spLocks noRot="1" noChangeAspect="1" noMove="1" noResize="1" noEditPoints="1" noAdjustHandles="1" noChangeArrowheads="1" noChangeShapeType="1" noTextEdit="1"/>
          </p:cNvSpPr>
          <p:nvPr/>
        </p:nvSpPr>
        <p:spPr>
          <a:xfrm>
            <a:off x="495295" y="3811434"/>
            <a:ext cx="8166407" cy="1850763"/>
          </a:xfrm>
          <a:prstGeom prst="rect">
            <a:avLst/>
          </a:prstGeom>
          <a:blipFill>
            <a:blip r:embed="rId5"/>
            <a:stretch>
              <a:fillRect l="-1119" t="-1645" r="-1119" b="-4934"/>
            </a:stretch>
          </a:blipFill>
        </p:spPr>
        <p:txBody>
          <a:bodyPr/>
          <a:lstStyle/>
          <a:p>
            <a:pPr>
              <a:defRPr/>
            </a:pPr>
            <a:r>
              <a:rPr lang="zh-CN" altLang="en-US">
                <a:noFill/>
              </a:rPr>
              <a:t> </a:t>
            </a:r>
          </a:p>
        </p:txBody>
      </p:sp>
    </p:spTree>
  </p:cSld>
  <p:clrMapOvr>
    <a:masterClrMapping/>
  </p:clrMapOvr>
  <p:transition spd="med">
    <p:wipe dir="r"/>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日期占位符 3">
            <a:extLst>
              <a:ext uri="{FF2B5EF4-FFF2-40B4-BE49-F238E27FC236}">
                <a16:creationId xmlns:a16="http://schemas.microsoft.com/office/drawing/2014/main" id="{7169AE17-CF18-43AA-BE17-D6C381740793}"/>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74A5197E-8F5E-421C-9346-7E7345484BC4}"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pic>
        <p:nvPicPr>
          <p:cNvPr id="113667" name="Picture 6">
            <a:extLst>
              <a:ext uri="{FF2B5EF4-FFF2-40B4-BE49-F238E27FC236}">
                <a16:creationId xmlns:a16="http://schemas.microsoft.com/office/drawing/2014/main" id="{8854B272-D6DC-4760-99B0-82CA75C563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48625" y="547688"/>
            <a:ext cx="109537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3668" name="Text Box 2">
            <a:extLst>
              <a:ext uri="{FF2B5EF4-FFF2-40B4-BE49-F238E27FC236}">
                <a16:creationId xmlns:a16="http://schemas.microsoft.com/office/drawing/2014/main" id="{67BC30FE-487D-4CF5-8FD4-D7B2CBA60D5A}"/>
              </a:ext>
            </a:extLst>
          </p:cNvPr>
          <p:cNvSpPr txBox="1">
            <a:spLocks noChangeArrowheads="1"/>
          </p:cNvSpPr>
          <p:nvPr/>
        </p:nvSpPr>
        <p:spPr bwMode="auto">
          <a:xfrm>
            <a:off x="1331913" y="785813"/>
            <a:ext cx="640715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例 题</a:t>
            </a:r>
          </a:p>
        </p:txBody>
      </p:sp>
      <p:pic>
        <p:nvPicPr>
          <p:cNvPr id="113669" name="Picture 6" descr="QQ截图20151103120258">
            <a:extLst>
              <a:ext uri="{FF2B5EF4-FFF2-40B4-BE49-F238E27FC236}">
                <a16:creationId xmlns:a16="http://schemas.microsoft.com/office/drawing/2014/main" id="{B42C87E6-0C76-42DA-B634-F60668FFD49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088" y="1989138"/>
            <a:ext cx="7345362" cy="428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日期占位符 3">
            <a:extLst>
              <a:ext uri="{FF2B5EF4-FFF2-40B4-BE49-F238E27FC236}">
                <a16:creationId xmlns:a16="http://schemas.microsoft.com/office/drawing/2014/main" id="{0145A16A-D707-4153-83BC-61A96F813288}"/>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525828D7-4468-47F3-BBAA-ACD650C25AD4}"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pic>
        <p:nvPicPr>
          <p:cNvPr id="114691" name="Picture 6">
            <a:extLst>
              <a:ext uri="{FF2B5EF4-FFF2-40B4-BE49-F238E27FC236}">
                <a16:creationId xmlns:a16="http://schemas.microsoft.com/office/drawing/2014/main" id="{498AB639-EEF4-4387-8236-9F238D8E20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48625" y="547688"/>
            <a:ext cx="109537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4692" name="Text Box 2">
            <a:extLst>
              <a:ext uri="{FF2B5EF4-FFF2-40B4-BE49-F238E27FC236}">
                <a16:creationId xmlns:a16="http://schemas.microsoft.com/office/drawing/2014/main" id="{410A8BB0-E399-4016-B81C-EBA140D906E0}"/>
              </a:ext>
            </a:extLst>
          </p:cNvPr>
          <p:cNvSpPr txBox="1">
            <a:spLocks noChangeArrowheads="1"/>
          </p:cNvSpPr>
          <p:nvPr/>
        </p:nvSpPr>
        <p:spPr bwMode="auto">
          <a:xfrm>
            <a:off x="1331913" y="785813"/>
            <a:ext cx="6407150" cy="830262"/>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4800" b="1">
                <a:solidFill>
                  <a:schemeClr val="bg1"/>
                </a:solidFill>
                <a:latin typeface="宋体" panose="02010600030101010101" pitchFamily="2" charset="-122"/>
                <a:ea typeface="宋体" panose="02010600030101010101" pitchFamily="2" charset="-122"/>
              </a:rPr>
              <a:t> 相容关系与覆盖</a:t>
            </a:r>
          </a:p>
        </p:txBody>
      </p:sp>
      <p:pic>
        <p:nvPicPr>
          <p:cNvPr id="114693" name="图片 6">
            <a:extLst>
              <a:ext uri="{FF2B5EF4-FFF2-40B4-BE49-F238E27FC236}">
                <a16:creationId xmlns:a16="http://schemas.microsoft.com/office/drawing/2014/main" id="{EA45A5E2-7141-4C1C-B798-F872C5E1CDE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3375" y="1811338"/>
            <a:ext cx="8477250" cy="4484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日期占位符 3">
            <a:extLst>
              <a:ext uri="{FF2B5EF4-FFF2-40B4-BE49-F238E27FC236}">
                <a16:creationId xmlns:a16="http://schemas.microsoft.com/office/drawing/2014/main" id="{3F007F12-49C5-4689-A77B-7154373F7967}"/>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71E0B034-ECB1-47D5-B9F4-A37302AE227E}"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pic>
        <p:nvPicPr>
          <p:cNvPr id="115715" name="Picture 6">
            <a:extLst>
              <a:ext uri="{FF2B5EF4-FFF2-40B4-BE49-F238E27FC236}">
                <a16:creationId xmlns:a16="http://schemas.microsoft.com/office/drawing/2014/main" id="{99466D4A-0F03-4FFB-AD9D-B29BFC29AC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48625" y="547688"/>
            <a:ext cx="109537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a:extLst>
              <a:ext uri="{FF2B5EF4-FFF2-40B4-BE49-F238E27FC236}">
                <a16:creationId xmlns:a16="http://schemas.microsoft.com/office/drawing/2014/main" id="{3F16676B-F067-4EBC-BCD5-DF1021AFACB1}"/>
              </a:ext>
            </a:extLst>
          </p:cNvPr>
          <p:cNvSpPr>
            <a:spLocks noRot="1" noChangeAspect="1" noMove="1" noResize="1" noEditPoints="1" noAdjustHandles="1" noChangeArrowheads="1" noChangeShapeType="1" noTextEdit="1"/>
          </p:cNvSpPr>
          <p:nvPr/>
        </p:nvSpPr>
        <p:spPr>
          <a:xfrm>
            <a:off x="611560" y="2135365"/>
            <a:ext cx="8114569" cy="3920943"/>
          </a:xfrm>
          <a:prstGeom prst="rect">
            <a:avLst/>
          </a:prstGeom>
          <a:blipFill>
            <a:blip r:embed="rId4"/>
            <a:stretch>
              <a:fillRect l="-1127" t="-156" r="-1202" b="-2644"/>
            </a:stretch>
          </a:blipFill>
        </p:spPr>
        <p:txBody>
          <a:bodyPr/>
          <a:lstStyle/>
          <a:p>
            <a:pPr>
              <a:defRPr/>
            </a:pPr>
            <a:r>
              <a:rPr lang="zh-CN" altLang="en-US">
                <a:noFill/>
              </a:rPr>
              <a:t> </a:t>
            </a:r>
          </a:p>
        </p:txBody>
      </p:sp>
      <p:sp>
        <p:nvSpPr>
          <p:cNvPr id="115717" name="Text Box 2">
            <a:extLst>
              <a:ext uri="{FF2B5EF4-FFF2-40B4-BE49-F238E27FC236}">
                <a16:creationId xmlns:a16="http://schemas.microsoft.com/office/drawing/2014/main" id="{1F326AF1-6BB0-428D-8E8B-9445CEB50BD1}"/>
              </a:ext>
            </a:extLst>
          </p:cNvPr>
          <p:cNvSpPr txBox="1">
            <a:spLocks noChangeArrowheads="1"/>
          </p:cNvSpPr>
          <p:nvPr/>
        </p:nvSpPr>
        <p:spPr bwMode="auto">
          <a:xfrm>
            <a:off x="1331913" y="785813"/>
            <a:ext cx="6407150" cy="830262"/>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4800" b="1">
                <a:solidFill>
                  <a:schemeClr val="bg1"/>
                </a:solidFill>
                <a:latin typeface="宋体" panose="02010600030101010101" pitchFamily="2" charset="-122"/>
                <a:ea typeface="宋体" panose="02010600030101010101" pitchFamily="2" charset="-122"/>
              </a:rPr>
              <a:t> 相容关系与覆盖</a:t>
            </a:r>
          </a:p>
        </p:txBody>
      </p:sp>
    </p:spTree>
  </p:cSld>
  <p:clrMapOvr>
    <a:masterClrMapping/>
  </p:clrMapOvr>
  <p:transition spd="med">
    <p:wipe dir="r"/>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日期占位符 3">
            <a:extLst>
              <a:ext uri="{FF2B5EF4-FFF2-40B4-BE49-F238E27FC236}">
                <a16:creationId xmlns:a16="http://schemas.microsoft.com/office/drawing/2014/main" id="{EF5B42E0-0D31-44C3-9383-9FB28E48ADB2}"/>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60C6FE92-64BA-47B0-8522-E4054D28E9A5}"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pic>
        <p:nvPicPr>
          <p:cNvPr id="116739" name="Picture 6">
            <a:extLst>
              <a:ext uri="{FF2B5EF4-FFF2-40B4-BE49-F238E27FC236}">
                <a16:creationId xmlns:a16="http://schemas.microsoft.com/office/drawing/2014/main" id="{3B15B22A-5934-4981-9C48-D47D8CD859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48625" y="547688"/>
            <a:ext cx="109537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6740" name="文本框 3">
            <a:extLst>
              <a:ext uri="{FF2B5EF4-FFF2-40B4-BE49-F238E27FC236}">
                <a16:creationId xmlns:a16="http://schemas.microsoft.com/office/drawing/2014/main" id="{62992665-BFA2-4887-8240-733A16980692}"/>
              </a:ext>
            </a:extLst>
          </p:cNvPr>
          <p:cNvSpPr txBox="1">
            <a:spLocks noChangeArrowheads="1"/>
          </p:cNvSpPr>
          <p:nvPr/>
        </p:nvSpPr>
        <p:spPr bwMode="auto">
          <a:xfrm>
            <a:off x="5815013" y="3973513"/>
            <a:ext cx="36036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spcBef>
                <a:spcPct val="0"/>
              </a:spcBef>
              <a:buFontTx/>
              <a:buNone/>
            </a:pPr>
            <a:r>
              <a:rPr lang="en-US" altLang="zh-CN" b="1">
                <a:solidFill>
                  <a:srgbClr val="FFFF00"/>
                </a:solidFill>
                <a:latin typeface="黑体" panose="02010609060101010101" pitchFamily="49" charset="-122"/>
                <a:ea typeface="黑体" panose="02010609060101010101" pitchFamily="49" charset="-122"/>
              </a:rPr>
              <a:t>\</a:t>
            </a:r>
            <a:endParaRPr lang="zh-CN" altLang="en-US" b="1">
              <a:solidFill>
                <a:srgbClr val="FFFF00"/>
              </a:solidFill>
              <a:latin typeface="黑体" panose="02010609060101010101" pitchFamily="49" charset="-122"/>
              <a:ea typeface="黑体" panose="02010609060101010101" pitchFamily="49" charset="-122"/>
            </a:endParaRPr>
          </a:p>
        </p:txBody>
      </p:sp>
      <p:sp>
        <p:nvSpPr>
          <p:cNvPr id="2" name="矩形 1">
            <a:extLst>
              <a:ext uri="{FF2B5EF4-FFF2-40B4-BE49-F238E27FC236}">
                <a16:creationId xmlns:a16="http://schemas.microsoft.com/office/drawing/2014/main" id="{15471629-697F-44F6-B802-23D20B190735}"/>
              </a:ext>
            </a:extLst>
          </p:cNvPr>
          <p:cNvSpPr>
            <a:spLocks noRot="1" noChangeAspect="1" noMove="1" noResize="1" noEditPoints="1" noAdjustHandles="1" noChangeArrowheads="1" noChangeShapeType="1" noTextEdit="1"/>
          </p:cNvSpPr>
          <p:nvPr/>
        </p:nvSpPr>
        <p:spPr>
          <a:xfrm>
            <a:off x="647562" y="1844824"/>
            <a:ext cx="7848872" cy="3961662"/>
          </a:xfrm>
          <a:prstGeom prst="rect">
            <a:avLst/>
          </a:prstGeom>
          <a:blipFill>
            <a:blip r:embed="rId4"/>
            <a:stretch>
              <a:fillRect l="-1165" b="-3385"/>
            </a:stretch>
          </a:blipFill>
        </p:spPr>
        <p:txBody>
          <a:bodyPr/>
          <a:lstStyle/>
          <a:p>
            <a:pPr>
              <a:defRPr/>
            </a:pPr>
            <a:r>
              <a:rPr lang="zh-CN" altLang="en-US">
                <a:noFill/>
              </a:rPr>
              <a:t> </a:t>
            </a:r>
          </a:p>
        </p:txBody>
      </p:sp>
      <p:sp>
        <p:nvSpPr>
          <p:cNvPr id="116742" name="Text Box 2">
            <a:extLst>
              <a:ext uri="{FF2B5EF4-FFF2-40B4-BE49-F238E27FC236}">
                <a16:creationId xmlns:a16="http://schemas.microsoft.com/office/drawing/2014/main" id="{0F75B317-C1D3-4BDD-B25D-68B104888872}"/>
              </a:ext>
            </a:extLst>
          </p:cNvPr>
          <p:cNvSpPr txBox="1">
            <a:spLocks noChangeArrowheads="1"/>
          </p:cNvSpPr>
          <p:nvPr/>
        </p:nvSpPr>
        <p:spPr bwMode="auto">
          <a:xfrm>
            <a:off x="1403350" y="692150"/>
            <a:ext cx="6407150" cy="83185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4800" b="1">
                <a:solidFill>
                  <a:schemeClr val="bg1"/>
                </a:solidFill>
                <a:latin typeface="宋体" panose="02010600030101010101" pitchFamily="2" charset="-122"/>
                <a:ea typeface="宋体" panose="02010600030101010101" pitchFamily="2" charset="-122"/>
              </a:rPr>
              <a:t> 相容关系与覆盖</a:t>
            </a:r>
          </a:p>
        </p:txBody>
      </p:sp>
    </p:spTree>
  </p:cSld>
  <p:clrMapOvr>
    <a:masterClrMapping/>
  </p:clrMapOvr>
  <p:transition spd="med">
    <p:wipe dir="r"/>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日期占位符 3">
            <a:extLst>
              <a:ext uri="{FF2B5EF4-FFF2-40B4-BE49-F238E27FC236}">
                <a16:creationId xmlns:a16="http://schemas.microsoft.com/office/drawing/2014/main" id="{84CC79AB-7C3B-4B78-B56C-72191783B380}"/>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826F7505-37C1-4424-9451-18C1F2CACDF0}"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pic>
        <p:nvPicPr>
          <p:cNvPr id="117763" name="Picture 6">
            <a:extLst>
              <a:ext uri="{FF2B5EF4-FFF2-40B4-BE49-F238E27FC236}">
                <a16:creationId xmlns:a16="http://schemas.microsoft.com/office/drawing/2014/main" id="{AE9DE8B2-4A7A-4ED0-B5A6-6F5FEFEFB8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48625" y="547688"/>
            <a:ext cx="109537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7764" name="Text Box 2">
            <a:extLst>
              <a:ext uri="{FF2B5EF4-FFF2-40B4-BE49-F238E27FC236}">
                <a16:creationId xmlns:a16="http://schemas.microsoft.com/office/drawing/2014/main" id="{FC04A9AC-EF16-4B57-9227-0C43BFACA1F9}"/>
              </a:ext>
            </a:extLst>
          </p:cNvPr>
          <p:cNvSpPr txBox="1">
            <a:spLocks noChangeArrowheads="1"/>
          </p:cNvSpPr>
          <p:nvPr/>
        </p:nvSpPr>
        <p:spPr bwMode="auto">
          <a:xfrm>
            <a:off x="1403350" y="692150"/>
            <a:ext cx="6407150" cy="83185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4800" b="1">
                <a:solidFill>
                  <a:schemeClr val="bg1"/>
                </a:solidFill>
                <a:latin typeface="宋体" panose="02010600030101010101" pitchFamily="2" charset="-122"/>
                <a:ea typeface="宋体" panose="02010600030101010101" pitchFamily="2" charset="-122"/>
              </a:rPr>
              <a:t> 相容关系与覆盖</a:t>
            </a:r>
          </a:p>
        </p:txBody>
      </p:sp>
      <p:sp>
        <p:nvSpPr>
          <p:cNvPr id="117765" name="文本框 3">
            <a:extLst>
              <a:ext uri="{FF2B5EF4-FFF2-40B4-BE49-F238E27FC236}">
                <a16:creationId xmlns:a16="http://schemas.microsoft.com/office/drawing/2014/main" id="{F7D3E56A-D947-4B46-85E2-C9B17018BDE1}"/>
              </a:ext>
            </a:extLst>
          </p:cNvPr>
          <p:cNvSpPr txBox="1">
            <a:spLocks noChangeArrowheads="1"/>
          </p:cNvSpPr>
          <p:nvPr/>
        </p:nvSpPr>
        <p:spPr bwMode="auto">
          <a:xfrm>
            <a:off x="5815013" y="3973513"/>
            <a:ext cx="36036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spcBef>
                <a:spcPct val="0"/>
              </a:spcBef>
              <a:buFontTx/>
              <a:buNone/>
            </a:pPr>
            <a:r>
              <a:rPr lang="en-US" altLang="zh-CN" b="1">
                <a:solidFill>
                  <a:srgbClr val="FFFF00"/>
                </a:solidFill>
                <a:latin typeface="黑体" panose="02010609060101010101" pitchFamily="49" charset="-122"/>
                <a:ea typeface="黑体" panose="02010609060101010101" pitchFamily="49" charset="-122"/>
              </a:rPr>
              <a:t>\</a:t>
            </a:r>
            <a:endParaRPr lang="zh-CN" altLang="en-US" b="1">
              <a:solidFill>
                <a:srgbClr val="FFFF00"/>
              </a:solidFill>
              <a:latin typeface="黑体" panose="02010609060101010101" pitchFamily="49" charset="-122"/>
              <a:ea typeface="黑体" panose="02010609060101010101" pitchFamily="49" charset="-122"/>
            </a:endParaRPr>
          </a:p>
        </p:txBody>
      </p:sp>
      <p:sp>
        <p:nvSpPr>
          <p:cNvPr id="8" name="矩形 7">
            <a:extLst>
              <a:ext uri="{FF2B5EF4-FFF2-40B4-BE49-F238E27FC236}">
                <a16:creationId xmlns:a16="http://schemas.microsoft.com/office/drawing/2014/main" id="{C9B6D06D-8338-430B-9622-63614295B62F}"/>
              </a:ext>
            </a:extLst>
          </p:cNvPr>
          <p:cNvSpPr>
            <a:spLocks noRot="1" noChangeAspect="1" noMove="1" noResize="1" noEditPoints="1" noAdjustHandles="1" noChangeArrowheads="1" noChangeShapeType="1" noTextEdit="1"/>
          </p:cNvSpPr>
          <p:nvPr/>
        </p:nvSpPr>
        <p:spPr>
          <a:xfrm>
            <a:off x="611560" y="1988840"/>
            <a:ext cx="7733401" cy="3900233"/>
          </a:xfrm>
          <a:prstGeom prst="rect">
            <a:avLst/>
          </a:prstGeom>
          <a:blipFill>
            <a:blip r:embed="rId4"/>
            <a:stretch>
              <a:fillRect l="-1182" r="-709" b="-2813"/>
            </a:stretch>
          </a:blipFill>
        </p:spPr>
        <p:txBody>
          <a:bodyPr/>
          <a:lstStyle/>
          <a:p>
            <a:pPr>
              <a:defRPr/>
            </a:pPr>
            <a:r>
              <a:rPr lang="zh-CN" altLang="en-US">
                <a:noFill/>
              </a:rPr>
              <a:t> </a:t>
            </a:r>
          </a:p>
        </p:txBody>
      </p:sp>
    </p:spTree>
  </p:cSld>
  <p:clrMapOvr>
    <a:masterClrMapping/>
  </p:clrMapOvr>
  <p:transition spd="med">
    <p:wipe dir="r"/>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日期占位符 3">
            <a:extLst>
              <a:ext uri="{FF2B5EF4-FFF2-40B4-BE49-F238E27FC236}">
                <a16:creationId xmlns:a16="http://schemas.microsoft.com/office/drawing/2014/main" id="{4439FA2B-4D60-4B91-8CBF-31583318D8D7}"/>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C3629C0A-5E5E-4136-8FE2-6C3AC7075278}"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118787" name="Text Box 2">
            <a:extLst>
              <a:ext uri="{FF2B5EF4-FFF2-40B4-BE49-F238E27FC236}">
                <a16:creationId xmlns:a16="http://schemas.microsoft.com/office/drawing/2014/main" id="{5C236C86-3A16-4A19-8253-8D4019A8CE41}"/>
              </a:ext>
            </a:extLst>
          </p:cNvPr>
          <p:cNvSpPr txBox="1">
            <a:spLocks noChangeArrowheads="1"/>
          </p:cNvSpPr>
          <p:nvPr/>
        </p:nvSpPr>
        <p:spPr bwMode="auto">
          <a:xfrm>
            <a:off x="1676400" y="1524000"/>
            <a:ext cx="6335713"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50000"/>
              </a:spcBef>
              <a:buClr>
                <a:schemeClr val="bg1"/>
              </a:buClr>
              <a:buFontTx/>
              <a:buNone/>
            </a:pPr>
            <a:r>
              <a:rPr lang="zh-CN" altLang="en-US" sz="5400">
                <a:solidFill>
                  <a:schemeClr val="bg1"/>
                </a:solidFill>
                <a:latin typeface="宋体" panose="02010600030101010101" pitchFamily="2" charset="-122"/>
                <a:ea typeface="宋体" panose="02010600030101010101" pitchFamily="2" charset="-122"/>
              </a:rPr>
              <a:t>本节内容到此结束</a:t>
            </a:r>
            <a:endParaRPr lang="en-US" altLang="zh-CN" sz="5400">
              <a:solidFill>
                <a:schemeClr val="bg1"/>
              </a:solidFill>
              <a:latin typeface="宋体" panose="02010600030101010101" pitchFamily="2" charset="-122"/>
              <a:ea typeface="宋体" panose="02010600030101010101" pitchFamily="2" charset="-122"/>
            </a:endParaRPr>
          </a:p>
        </p:txBody>
      </p:sp>
      <p:sp>
        <p:nvSpPr>
          <p:cNvPr id="118788" name="WordArt 6">
            <a:extLst>
              <a:ext uri="{FF2B5EF4-FFF2-40B4-BE49-F238E27FC236}">
                <a16:creationId xmlns:a16="http://schemas.microsoft.com/office/drawing/2014/main" id="{2EFDC421-FB28-43F9-BD38-AF8F43331969}"/>
              </a:ext>
            </a:extLst>
          </p:cNvPr>
          <p:cNvSpPr>
            <a:spLocks noChangeArrowheads="1" noChangeShapeType="1" noTextEdit="1"/>
          </p:cNvSpPr>
          <p:nvPr/>
        </p:nvSpPr>
        <p:spPr bwMode="auto">
          <a:xfrm>
            <a:off x="2590800" y="3048000"/>
            <a:ext cx="4419600" cy="2514600"/>
          </a:xfrm>
          <a:prstGeom prst="rect">
            <a:avLst/>
          </a:prstGeom>
        </p:spPr>
        <p:txBody>
          <a:bodyPr wrap="none" fromWordArt="1">
            <a:prstTxWarp prst="textCascadeUp">
              <a:avLst>
                <a:gd name="adj" fmla="val 44444"/>
              </a:avLst>
            </a:prstTxWarp>
            <a:scene3d>
              <a:camera prst="legacyPerspectiveFront">
                <a:rot lat="20519985" lon="1080000" rev="0"/>
              </a:camera>
              <a:lightRig rig="legacyHarsh2" dir="b"/>
            </a:scene3d>
            <a:sp3d extrusionH="430200" prstMaterial="legacyMatte">
              <a:extrusionClr>
                <a:srgbClr val="FF6600"/>
              </a:extrusionClr>
              <a:contourClr>
                <a:srgbClr val="FFE701"/>
              </a:contourClr>
            </a:sp3d>
          </a:bodyPr>
          <a:lstStyle/>
          <a:p>
            <a:r>
              <a:rPr lang="zh-CN" altLang="en-US" sz="3600" kern="10">
                <a:ln w="9525">
                  <a:round/>
                  <a:headEnd/>
                  <a:tailEnd/>
                </a:ln>
                <a:gradFill rotWithShape="1">
                  <a:gsLst>
                    <a:gs pos="0">
                      <a:srgbClr val="FFE701"/>
                    </a:gs>
                    <a:gs pos="100000">
                      <a:srgbClr val="FE3E02"/>
                    </a:gs>
                  </a:gsLst>
                  <a:lin ang="5400000" scaled="1"/>
                </a:gradFill>
                <a:latin typeface="宋体" panose="02010600030101010101" pitchFamily="2" charset="-122"/>
                <a:ea typeface="宋体" panose="02010600030101010101" pitchFamily="2" charset="-122"/>
              </a:rPr>
              <a:t>谢谢大家！</a:t>
            </a:r>
          </a:p>
        </p:txBody>
      </p:sp>
    </p:spTree>
  </p:cSld>
  <p:clrMapOvr>
    <a:masterClrMapping/>
  </p:clrMapOvr>
  <p:transition spd="med">
    <p:wipe dir="r"/>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日期占位符 3">
            <a:extLst>
              <a:ext uri="{FF2B5EF4-FFF2-40B4-BE49-F238E27FC236}">
                <a16:creationId xmlns:a16="http://schemas.microsoft.com/office/drawing/2014/main" id="{66DCCA5E-AEFD-4715-A88B-D24FF52D78DE}"/>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CFF7C280-02BD-4677-85DF-C480E02A82E3}" type="datetime1">
              <a:rPr lang="zh-CN" altLang="en-US" sz="1400" b="1">
                <a:solidFill>
                  <a:srgbClr val="FF0000"/>
                </a:solidFill>
                <a:latin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ndParaRPr>
          </a:p>
        </p:txBody>
      </p:sp>
      <p:sp>
        <p:nvSpPr>
          <p:cNvPr id="119811" name="Text Box 2">
            <a:extLst>
              <a:ext uri="{FF2B5EF4-FFF2-40B4-BE49-F238E27FC236}">
                <a16:creationId xmlns:a16="http://schemas.microsoft.com/office/drawing/2014/main" id="{7A3AF234-B1BE-4DB0-B802-77BCB333BE32}"/>
              </a:ext>
            </a:extLst>
          </p:cNvPr>
          <p:cNvSpPr txBox="1">
            <a:spLocks noChangeArrowheads="1"/>
          </p:cNvSpPr>
          <p:nvPr/>
        </p:nvSpPr>
        <p:spPr bwMode="auto">
          <a:xfrm>
            <a:off x="1403350" y="858838"/>
            <a:ext cx="7086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宋体" panose="02010600030101010101" pitchFamily="2" charset="-122"/>
                <a:ea typeface="宋体" panose="02010600030101010101" pitchFamily="2" charset="-122"/>
              </a:rPr>
              <a:t> </a:t>
            </a:r>
            <a:r>
              <a:rPr lang="zh-CN" altLang="en-US" sz="5400" b="1">
                <a:solidFill>
                  <a:schemeClr val="bg1"/>
                </a:solidFill>
                <a:latin typeface="宋体" panose="02010600030101010101" pitchFamily="2" charset="-122"/>
                <a:ea typeface="宋体" panose="02010600030101010101" pitchFamily="2" charset="-122"/>
              </a:rPr>
              <a:t>本章学习内容</a:t>
            </a:r>
            <a:endParaRPr lang="zh-CN" altLang="en-US" sz="4800" b="1">
              <a:ea typeface="宋体" panose="02010600030101010101" pitchFamily="2" charset="-122"/>
            </a:endParaRPr>
          </a:p>
        </p:txBody>
      </p:sp>
      <p:grpSp>
        <p:nvGrpSpPr>
          <p:cNvPr id="119812" name="Group 4">
            <a:extLst>
              <a:ext uri="{FF2B5EF4-FFF2-40B4-BE49-F238E27FC236}">
                <a16:creationId xmlns:a16="http://schemas.microsoft.com/office/drawing/2014/main" id="{4CD248CB-DA8F-495B-A280-8EC9F0767D38}"/>
              </a:ext>
            </a:extLst>
          </p:cNvPr>
          <p:cNvGrpSpPr>
            <a:grpSpLocks/>
          </p:cNvGrpSpPr>
          <p:nvPr/>
        </p:nvGrpSpPr>
        <p:grpSpPr bwMode="auto">
          <a:xfrm>
            <a:off x="2411413" y="2420938"/>
            <a:ext cx="4724400" cy="3598862"/>
            <a:chOff x="1474" y="1344"/>
            <a:chExt cx="2976" cy="2267"/>
          </a:xfrm>
        </p:grpSpPr>
        <p:sp>
          <p:nvSpPr>
            <p:cNvPr id="1170441" name="AutoShape 9">
              <a:extLst>
                <a:ext uri="{FF2B5EF4-FFF2-40B4-BE49-F238E27FC236}">
                  <a16:creationId xmlns:a16="http://schemas.microsoft.com/office/drawing/2014/main" id="{7EA1DD5D-1292-422B-9687-7F2F07E03E5D}"/>
                </a:ext>
              </a:extLst>
            </p:cNvPr>
            <p:cNvSpPr>
              <a:spLocks noChangeArrowheads="1"/>
            </p:cNvSpPr>
            <p:nvPr/>
          </p:nvSpPr>
          <p:spPr bwMode="gray">
            <a:xfrm>
              <a:off x="1714" y="1443"/>
              <a:ext cx="2736" cy="382"/>
            </a:xfrm>
            <a:prstGeom prst="roundRect">
              <a:avLst>
                <a:gd name="adj" fmla="val 16667"/>
              </a:avLst>
            </a:prstGeom>
            <a:gradFill rotWithShape="1">
              <a:gsLst>
                <a:gs pos="0">
                  <a:schemeClr val="hlink"/>
                </a:gs>
                <a:gs pos="50000">
                  <a:schemeClr val="hlink">
                    <a:gamma/>
                    <a:tint val="21176"/>
                    <a:invGamma/>
                  </a:schemeClr>
                </a:gs>
                <a:gs pos="100000">
                  <a:schemeClr val="hlink"/>
                </a:gs>
              </a:gsLst>
              <a:lin ang="5400000" scaled="1"/>
            </a:gradFill>
            <a:ln w="12700" algn="ctr">
              <a:solidFill>
                <a:schemeClr val="bg1"/>
              </a:solidFill>
              <a:round/>
            </a:ln>
            <a:effectLst/>
          </p:spPr>
          <p:txBody>
            <a:bodyPr wrap="none" anchor="ctr"/>
            <a:lstStyle/>
            <a:p>
              <a:pPr eaLnBrk="1" hangingPunct="1">
                <a:defRPr/>
              </a:pPr>
              <a:endParaRPr lang="zh-CN" altLang="en-US"/>
            </a:p>
          </p:txBody>
        </p:sp>
        <p:sp>
          <p:nvSpPr>
            <p:cNvPr id="119814" name="AutoShape 10">
              <a:extLst>
                <a:ext uri="{FF2B5EF4-FFF2-40B4-BE49-F238E27FC236}">
                  <a16:creationId xmlns:a16="http://schemas.microsoft.com/office/drawing/2014/main" id="{B3CDBF2F-854E-445E-A1C8-3A9A37362B40}"/>
                </a:ext>
              </a:extLst>
            </p:cNvPr>
            <p:cNvSpPr>
              <a:spLocks noChangeArrowheads="1"/>
            </p:cNvSpPr>
            <p:nvPr/>
          </p:nvSpPr>
          <p:spPr bwMode="auto">
            <a:xfrm>
              <a:off x="1474" y="1344"/>
              <a:ext cx="432" cy="573"/>
            </a:xfrm>
            <a:prstGeom prst="diamond">
              <a:avLst/>
            </a:prstGeom>
            <a:solidFill>
              <a:schemeClr val="hlink"/>
            </a:solidFill>
            <a:ln w="25400">
              <a:solidFill>
                <a:schemeClr val="bg1"/>
              </a:solidFill>
              <a:miter lim="800000"/>
              <a:headEnd/>
              <a:tailEnd/>
            </a:ln>
          </p:spPr>
          <p:txBody>
            <a:bodyPr wrap="none" anchor="ct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endParaRPr lang="zh-CN" altLang="en-US" sz="3200">
                <a:solidFill>
                  <a:srgbClr val="FF0000"/>
                </a:solidFill>
                <a:latin typeface="黑体" panose="02010609060101010101" pitchFamily="49" charset="-122"/>
              </a:endParaRPr>
            </a:p>
          </p:txBody>
        </p:sp>
        <p:sp>
          <p:nvSpPr>
            <p:cNvPr id="119815" name="Text Box 11">
              <a:extLst>
                <a:ext uri="{FF2B5EF4-FFF2-40B4-BE49-F238E27FC236}">
                  <a16:creationId xmlns:a16="http://schemas.microsoft.com/office/drawing/2014/main" id="{0C1CC26C-65D3-42F9-BFD6-9C6FDE9D29D2}"/>
                </a:ext>
              </a:extLst>
            </p:cNvPr>
            <p:cNvSpPr txBox="1">
              <a:spLocks noChangeArrowheads="1"/>
            </p:cNvSpPr>
            <p:nvPr/>
          </p:nvSpPr>
          <p:spPr bwMode="auto">
            <a:xfrm>
              <a:off x="1858" y="1490"/>
              <a:ext cx="242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0"/>
                </a:spcBef>
                <a:buFontTx/>
                <a:buNone/>
              </a:pPr>
              <a:r>
                <a:rPr lang="zh-CN" altLang="en-US" sz="2800" b="1">
                  <a:latin typeface="黑体" panose="02010609060101010101" pitchFamily="49" charset="-122"/>
                </a:rPr>
                <a:t>  </a:t>
              </a:r>
              <a:r>
                <a:rPr lang="zh-CN" altLang="en-US" sz="2800" b="1">
                  <a:latin typeface="黑体" panose="02010609060101010101" pitchFamily="49" charset="-122"/>
                  <a:ea typeface="黑体" panose="02010609060101010101" pitchFamily="49" charset="-122"/>
                </a:rPr>
                <a:t>等价关系与元素分类</a:t>
              </a:r>
            </a:p>
          </p:txBody>
        </p:sp>
        <p:sp>
          <p:nvSpPr>
            <p:cNvPr id="119816" name="Text Box 12">
              <a:extLst>
                <a:ext uri="{FF2B5EF4-FFF2-40B4-BE49-F238E27FC236}">
                  <a16:creationId xmlns:a16="http://schemas.microsoft.com/office/drawing/2014/main" id="{C2966AD8-5B6E-4847-80F8-E35CE915BC72}"/>
                </a:ext>
              </a:extLst>
            </p:cNvPr>
            <p:cNvSpPr txBox="1">
              <a:spLocks noChangeArrowheads="1"/>
            </p:cNvSpPr>
            <p:nvPr/>
          </p:nvSpPr>
          <p:spPr bwMode="auto">
            <a:xfrm>
              <a:off x="1568" y="1426"/>
              <a:ext cx="228"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0"/>
                </a:spcBef>
                <a:buFontTx/>
                <a:buNone/>
              </a:pPr>
              <a:r>
                <a:rPr lang="en-US" altLang="zh-CN" sz="2800" b="1">
                  <a:solidFill>
                    <a:schemeClr val="bg1"/>
                  </a:solidFill>
                  <a:latin typeface="黑体" panose="02010609060101010101" pitchFamily="49" charset="-122"/>
                </a:rPr>
                <a:t>1</a:t>
              </a:r>
            </a:p>
          </p:txBody>
        </p:sp>
        <p:sp>
          <p:nvSpPr>
            <p:cNvPr id="1170446" name="AutoShape 14">
              <a:extLst>
                <a:ext uri="{FF2B5EF4-FFF2-40B4-BE49-F238E27FC236}">
                  <a16:creationId xmlns:a16="http://schemas.microsoft.com/office/drawing/2014/main" id="{FDBB373E-6FED-4902-AE1E-24E21701E6D8}"/>
                </a:ext>
              </a:extLst>
            </p:cNvPr>
            <p:cNvSpPr>
              <a:spLocks noChangeArrowheads="1"/>
            </p:cNvSpPr>
            <p:nvPr/>
          </p:nvSpPr>
          <p:spPr bwMode="gray">
            <a:xfrm>
              <a:off x="1714" y="2024"/>
              <a:ext cx="2736" cy="375"/>
            </a:xfrm>
            <a:prstGeom prst="roundRect">
              <a:avLst>
                <a:gd name="adj" fmla="val 16667"/>
              </a:avLst>
            </a:prstGeom>
            <a:gradFill rotWithShape="1">
              <a:gsLst>
                <a:gs pos="0">
                  <a:schemeClr val="folHlink"/>
                </a:gs>
                <a:gs pos="50000">
                  <a:schemeClr val="folHlink">
                    <a:gamma/>
                    <a:tint val="21176"/>
                    <a:invGamma/>
                  </a:schemeClr>
                </a:gs>
                <a:gs pos="100000">
                  <a:schemeClr val="folHlink"/>
                </a:gs>
              </a:gsLst>
              <a:lin ang="5400000" scaled="1"/>
            </a:gradFill>
            <a:ln w="12700" algn="ctr">
              <a:solidFill>
                <a:schemeClr val="bg1"/>
              </a:solidFill>
              <a:round/>
            </a:ln>
            <a:effectLst/>
          </p:spPr>
          <p:txBody>
            <a:bodyPr wrap="none" anchor="ctr"/>
            <a:lstStyle/>
            <a:p>
              <a:pPr eaLnBrk="1" hangingPunct="1">
                <a:defRPr/>
              </a:pPr>
              <a:endParaRPr lang="zh-CN" altLang="en-US"/>
            </a:p>
          </p:txBody>
        </p:sp>
        <p:sp>
          <p:nvSpPr>
            <p:cNvPr id="119818" name="AutoShape 15">
              <a:extLst>
                <a:ext uri="{FF2B5EF4-FFF2-40B4-BE49-F238E27FC236}">
                  <a16:creationId xmlns:a16="http://schemas.microsoft.com/office/drawing/2014/main" id="{6B3DB652-ED13-4D4E-9B7C-6C3AE7FA41CC}"/>
                </a:ext>
              </a:extLst>
            </p:cNvPr>
            <p:cNvSpPr>
              <a:spLocks noChangeArrowheads="1"/>
            </p:cNvSpPr>
            <p:nvPr/>
          </p:nvSpPr>
          <p:spPr bwMode="auto">
            <a:xfrm>
              <a:off x="1474" y="1927"/>
              <a:ext cx="432" cy="560"/>
            </a:xfrm>
            <a:prstGeom prst="diamond">
              <a:avLst/>
            </a:prstGeom>
            <a:solidFill>
              <a:schemeClr val="folHlink"/>
            </a:solidFill>
            <a:ln w="25400">
              <a:solidFill>
                <a:schemeClr val="bg1"/>
              </a:solidFill>
              <a:miter lim="800000"/>
              <a:headEnd/>
              <a:tailEnd/>
            </a:ln>
          </p:spPr>
          <p:txBody>
            <a:bodyPr wrap="none" anchor="ct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endParaRPr lang="zh-CN" altLang="en-US" sz="3200">
                <a:solidFill>
                  <a:srgbClr val="FF0000"/>
                </a:solidFill>
                <a:latin typeface="黑体" panose="02010609060101010101" pitchFamily="49" charset="-122"/>
              </a:endParaRPr>
            </a:p>
          </p:txBody>
        </p:sp>
        <p:sp>
          <p:nvSpPr>
            <p:cNvPr id="119819" name="Text Box 16">
              <a:extLst>
                <a:ext uri="{FF2B5EF4-FFF2-40B4-BE49-F238E27FC236}">
                  <a16:creationId xmlns:a16="http://schemas.microsoft.com/office/drawing/2014/main" id="{837CF567-73BB-459D-9669-381E38E49D40}"/>
                </a:ext>
              </a:extLst>
            </p:cNvPr>
            <p:cNvSpPr txBox="1">
              <a:spLocks noChangeArrowheads="1"/>
            </p:cNvSpPr>
            <p:nvPr/>
          </p:nvSpPr>
          <p:spPr bwMode="auto">
            <a:xfrm>
              <a:off x="1858" y="2017"/>
              <a:ext cx="2428"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0"/>
                </a:spcBef>
                <a:buFontTx/>
                <a:buNone/>
              </a:pPr>
              <a:r>
                <a:rPr lang="zh-CN" altLang="en-US" sz="3200" b="1">
                  <a:latin typeface="黑体" panose="02010609060101010101" pitchFamily="49" charset="-122"/>
                  <a:ea typeface="黑体" panose="02010609060101010101" pitchFamily="49" charset="-122"/>
                </a:rPr>
                <a:t>  </a:t>
              </a:r>
              <a:r>
                <a:rPr lang="zh-CN" altLang="en-US" sz="2800" b="1">
                  <a:latin typeface="黑体" panose="02010609060101010101" pitchFamily="49" charset="-122"/>
                  <a:ea typeface="黑体" panose="02010609060101010101" pitchFamily="49" charset="-122"/>
                </a:rPr>
                <a:t>相容关系与元素聚类</a:t>
              </a:r>
            </a:p>
          </p:txBody>
        </p:sp>
        <p:sp>
          <p:nvSpPr>
            <p:cNvPr id="119820" name="Text Box 17">
              <a:extLst>
                <a:ext uri="{FF2B5EF4-FFF2-40B4-BE49-F238E27FC236}">
                  <a16:creationId xmlns:a16="http://schemas.microsoft.com/office/drawing/2014/main" id="{7BED4317-0776-4665-9742-249EC28A0A58}"/>
                </a:ext>
              </a:extLst>
            </p:cNvPr>
            <p:cNvSpPr txBox="1">
              <a:spLocks noChangeArrowheads="1"/>
            </p:cNvSpPr>
            <p:nvPr/>
          </p:nvSpPr>
          <p:spPr bwMode="auto">
            <a:xfrm>
              <a:off x="1568" y="2008"/>
              <a:ext cx="22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0"/>
                </a:spcBef>
                <a:buFontTx/>
                <a:buNone/>
              </a:pPr>
              <a:r>
                <a:rPr lang="en-US" altLang="zh-CN" sz="2800" b="1">
                  <a:solidFill>
                    <a:schemeClr val="bg1"/>
                  </a:solidFill>
                  <a:latin typeface="黑体" panose="02010609060101010101" pitchFamily="49" charset="-122"/>
                </a:rPr>
                <a:t>2</a:t>
              </a:r>
            </a:p>
          </p:txBody>
        </p:sp>
        <p:sp>
          <p:nvSpPr>
            <p:cNvPr id="119821" name="AutoShape 29">
              <a:extLst>
                <a:ext uri="{FF2B5EF4-FFF2-40B4-BE49-F238E27FC236}">
                  <a16:creationId xmlns:a16="http://schemas.microsoft.com/office/drawing/2014/main" id="{ADA2F651-33AB-4035-A2C3-815B4EE8828E}"/>
                </a:ext>
              </a:extLst>
            </p:cNvPr>
            <p:cNvSpPr>
              <a:spLocks noChangeArrowheads="1"/>
            </p:cNvSpPr>
            <p:nvPr/>
          </p:nvSpPr>
          <p:spPr bwMode="auto">
            <a:xfrm>
              <a:off x="1714" y="3161"/>
              <a:ext cx="2736" cy="363"/>
            </a:xfrm>
            <a:prstGeom prst="roundRect">
              <a:avLst>
                <a:gd name="adj" fmla="val 16667"/>
              </a:avLst>
            </a:prstGeom>
            <a:gradFill rotWithShape="1">
              <a:gsLst>
                <a:gs pos="0">
                  <a:srgbClr val="3366FF"/>
                </a:gs>
                <a:gs pos="50000">
                  <a:srgbClr val="D4DFFF"/>
                </a:gs>
                <a:gs pos="100000">
                  <a:srgbClr val="3366FF"/>
                </a:gs>
              </a:gsLst>
              <a:lin ang="5400000" scaled="1"/>
            </a:gradFill>
            <a:ln w="12700">
              <a:solidFill>
                <a:schemeClr val="bg1"/>
              </a:solidFill>
              <a:round/>
              <a:headEnd/>
              <a:tailEnd/>
            </a:ln>
          </p:spPr>
          <p:txBody>
            <a:bodyPr wrap="none" anchor="ct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endParaRPr lang="zh-CN" altLang="en-US" sz="3200">
                <a:solidFill>
                  <a:srgbClr val="FF0000"/>
                </a:solidFill>
                <a:latin typeface="黑体" panose="02010609060101010101" pitchFamily="49" charset="-122"/>
              </a:endParaRPr>
            </a:p>
          </p:txBody>
        </p:sp>
        <p:sp>
          <p:nvSpPr>
            <p:cNvPr id="119822" name="AutoShape 30">
              <a:extLst>
                <a:ext uri="{FF2B5EF4-FFF2-40B4-BE49-F238E27FC236}">
                  <a16:creationId xmlns:a16="http://schemas.microsoft.com/office/drawing/2014/main" id="{A5430E5C-2339-4DEE-B3A5-CACBADD14247}"/>
                </a:ext>
              </a:extLst>
            </p:cNvPr>
            <p:cNvSpPr>
              <a:spLocks noChangeArrowheads="1"/>
            </p:cNvSpPr>
            <p:nvPr/>
          </p:nvSpPr>
          <p:spPr bwMode="auto">
            <a:xfrm>
              <a:off x="1474" y="3067"/>
              <a:ext cx="432" cy="544"/>
            </a:xfrm>
            <a:prstGeom prst="diamond">
              <a:avLst/>
            </a:prstGeom>
            <a:solidFill>
              <a:srgbClr val="3366FF"/>
            </a:solidFill>
            <a:ln w="25400">
              <a:solidFill>
                <a:schemeClr val="bg1"/>
              </a:solidFill>
              <a:miter lim="800000"/>
              <a:headEnd/>
              <a:tailEnd/>
            </a:ln>
          </p:spPr>
          <p:txBody>
            <a:bodyPr wrap="none" anchor="ct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endParaRPr lang="zh-CN" altLang="en-US" sz="3200">
                <a:solidFill>
                  <a:srgbClr val="FF0000"/>
                </a:solidFill>
                <a:latin typeface="黑体" panose="02010609060101010101" pitchFamily="49" charset="-122"/>
              </a:endParaRPr>
            </a:p>
          </p:txBody>
        </p:sp>
        <p:sp>
          <p:nvSpPr>
            <p:cNvPr id="119823" name="Text Box 31">
              <a:extLst>
                <a:ext uri="{FF2B5EF4-FFF2-40B4-BE49-F238E27FC236}">
                  <a16:creationId xmlns:a16="http://schemas.microsoft.com/office/drawing/2014/main" id="{C5565076-539E-4397-A829-E7339B0093B2}"/>
                </a:ext>
              </a:extLst>
            </p:cNvPr>
            <p:cNvSpPr txBox="1">
              <a:spLocks noChangeArrowheads="1"/>
            </p:cNvSpPr>
            <p:nvPr/>
          </p:nvSpPr>
          <p:spPr bwMode="auto">
            <a:xfrm>
              <a:off x="1990" y="3206"/>
              <a:ext cx="216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0"/>
                </a:spcBef>
                <a:buFontTx/>
                <a:buNone/>
              </a:pPr>
              <a:r>
                <a:rPr lang="zh-CN" altLang="en-US" sz="2800" b="1">
                  <a:latin typeface="黑体" panose="02010609060101010101" pitchFamily="49" charset="-122"/>
                  <a:ea typeface="黑体" panose="02010609060101010101" pitchFamily="49" charset="-122"/>
                </a:rPr>
                <a:t>  特殊关系的应用</a:t>
              </a:r>
            </a:p>
          </p:txBody>
        </p:sp>
        <p:sp>
          <p:nvSpPr>
            <p:cNvPr id="119824" name="Text Box 32">
              <a:extLst>
                <a:ext uri="{FF2B5EF4-FFF2-40B4-BE49-F238E27FC236}">
                  <a16:creationId xmlns:a16="http://schemas.microsoft.com/office/drawing/2014/main" id="{47C23622-30AE-4B47-8789-FDC373FE571F}"/>
                </a:ext>
              </a:extLst>
            </p:cNvPr>
            <p:cNvSpPr txBox="1">
              <a:spLocks noChangeArrowheads="1"/>
            </p:cNvSpPr>
            <p:nvPr/>
          </p:nvSpPr>
          <p:spPr bwMode="auto">
            <a:xfrm>
              <a:off x="1568" y="3148"/>
              <a:ext cx="22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0"/>
                </a:spcBef>
                <a:buFontTx/>
                <a:buNone/>
              </a:pPr>
              <a:r>
                <a:rPr lang="en-US" altLang="zh-CN" sz="2800" b="1">
                  <a:solidFill>
                    <a:schemeClr val="bg1"/>
                  </a:solidFill>
                  <a:latin typeface="黑体" panose="02010609060101010101" pitchFamily="49" charset="-122"/>
                </a:rPr>
                <a:t>4</a:t>
              </a:r>
            </a:p>
          </p:txBody>
        </p:sp>
        <p:sp>
          <p:nvSpPr>
            <p:cNvPr id="119825" name="AutoShape 19">
              <a:extLst>
                <a:ext uri="{FF2B5EF4-FFF2-40B4-BE49-F238E27FC236}">
                  <a16:creationId xmlns:a16="http://schemas.microsoft.com/office/drawing/2014/main" id="{3FF96203-49B8-4F4C-B76B-6A344DF1F4A0}"/>
                </a:ext>
              </a:extLst>
            </p:cNvPr>
            <p:cNvSpPr>
              <a:spLocks noChangeArrowheads="1"/>
            </p:cNvSpPr>
            <p:nvPr/>
          </p:nvSpPr>
          <p:spPr bwMode="auto">
            <a:xfrm>
              <a:off x="1714" y="2587"/>
              <a:ext cx="2736" cy="374"/>
            </a:xfrm>
            <a:prstGeom prst="roundRect">
              <a:avLst>
                <a:gd name="adj" fmla="val 16667"/>
              </a:avLst>
            </a:prstGeom>
            <a:gradFill rotWithShape="1">
              <a:gsLst>
                <a:gs pos="0">
                  <a:srgbClr val="765E00"/>
                </a:gs>
                <a:gs pos="50000">
                  <a:srgbClr val="FFCC00"/>
                </a:gs>
                <a:gs pos="100000">
                  <a:srgbClr val="765E00"/>
                </a:gs>
              </a:gsLst>
              <a:lin ang="5400000" scaled="1"/>
            </a:gradFill>
            <a:ln w="12700">
              <a:solidFill>
                <a:schemeClr val="bg1"/>
              </a:solidFill>
              <a:round/>
              <a:headEnd/>
              <a:tailEnd/>
            </a:ln>
          </p:spPr>
          <p:txBody>
            <a:bodyPr wrap="none" anchor="ct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endParaRPr lang="zh-CN" altLang="en-US" sz="3200">
                <a:solidFill>
                  <a:srgbClr val="FF0000"/>
                </a:solidFill>
                <a:latin typeface="黑体" panose="02010609060101010101" pitchFamily="49" charset="-122"/>
              </a:endParaRPr>
            </a:p>
          </p:txBody>
        </p:sp>
        <p:sp>
          <p:nvSpPr>
            <p:cNvPr id="119826" name="AutoShape 20">
              <a:extLst>
                <a:ext uri="{FF2B5EF4-FFF2-40B4-BE49-F238E27FC236}">
                  <a16:creationId xmlns:a16="http://schemas.microsoft.com/office/drawing/2014/main" id="{9E9686B0-F9A6-4BB2-B80C-D25024A79A63}"/>
                </a:ext>
              </a:extLst>
            </p:cNvPr>
            <p:cNvSpPr>
              <a:spLocks noChangeArrowheads="1"/>
            </p:cNvSpPr>
            <p:nvPr/>
          </p:nvSpPr>
          <p:spPr bwMode="auto">
            <a:xfrm>
              <a:off x="1474" y="2490"/>
              <a:ext cx="432" cy="561"/>
            </a:xfrm>
            <a:prstGeom prst="diamond">
              <a:avLst/>
            </a:prstGeom>
            <a:solidFill>
              <a:srgbClr val="CC9900"/>
            </a:solidFill>
            <a:ln w="25400">
              <a:solidFill>
                <a:schemeClr val="bg1"/>
              </a:solidFill>
              <a:miter lim="800000"/>
              <a:headEnd/>
              <a:tailEnd/>
            </a:ln>
          </p:spPr>
          <p:txBody>
            <a:bodyPr wrap="none" anchor="ct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endParaRPr lang="zh-CN" altLang="en-US" sz="3200">
                <a:solidFill>
                  <a:srgbClr val="FF0000"/>
                </a:solidFill>
                <a:latin typeface="黑体" panose="02010609060101010101" pitchFamily="49" charset="-122"/>
              </a:endParaRPr>
            </a:p>
          </p:txBody>
        </p:sp>
        <p:sp>
          <p:nvSpPr>
            <p:cNvPr id="119827" name="Text Box 21">
              <a:extLst>
                <a:ext uri="{FF2B5EF4-FFF2-40B4-BE49-F238E27FC236}">
                  <a16:creationId xmlns:a16="http://schemas.microsoft.com/office/drawing/2014/main" id="{AA6A833C-B787-4802-BE14-6C15FC63D405}"/>
                </a:ext>
              </a:extLst>
            </p:cNvPr>
            <p:cNvSpPr txBox="1">
              <a:spLocks noChangeArrowheads="1"/>
            </p:cNvSpPr>
            <p:nvPr/>
          </p:nvSpPr>
          <p:spPr bwMode="auto">
            <a:xfrm>
              <a:off x="1899" y="2581"/>
              <a:ext cx="2433"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0"/>
                </a:spcBef>
                <a:buFontTx/>
                <a:buNone/>
              </a:pPr>
              <a:r>
                <a:rPr lang="zh-CN" altLang="en-US" sz="2800" b="1">
                  <a:latin typeface="黑体" panose="02010609060101010101" pitchFamily="49" charset="-122"/>
                  <a:ea typeface="黑体" panose="02010609060101010101" pitchFamily="49" charset="-122"/>
                </a:rPr>
                <a:t>  偏序关系与元素比较</a:t>
              </a:r>
            </a:p>
          </p:txBody>
        </p:sp>
        <p:sp>
          <p:nvSpPr>
            <p:cNvPr id="119828" name="Text Box 22">
              <a:extLst>
                <a:ext uri="{FF2B5EF4-FFF2-40B4-BE49-F238E27FC236}">
                  <a16:creationId xmlns:a16="http://schemas.microsoft.com/office/drawing/2014/main" id="{60C2ED55-5435-43B9-B2DC-17BED65CC947}"/>
                </a:ext>
              </a:extLst>
            </p:cNvPr>
            <p:cNvSpPr txBox="1">
              <a:spLocks noChangeArrowheads="1"/>
            </p:cNvSpPr>
            <p:nvPr/>
          </p:nvSpPr>
          <p:spPr bwMode="auto">
            <a:xfrm>
              <a:off x="1568" y="2570"/>
              <a:ext cx="228" cy="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0"/>
                </a:spcBef>
                <a:buFontTx/>
                <a:buNone/>
              </a:pPr>
              <a:r>
                <a:rPr lang="en-US" altLang="zh-CN" sz="2800" b="1">
                  <a:solidFill>
                    <a:schemeClr val="bg1"/>
                  </a:solidFill>
                  <a:latin typeface="黑体" panose="02010609060101010101" pitchFamily="49" charset="-122"/>
                </a:rPr>
                <a:t>3</a:t>
              </a:r>
            </a:p>
          </p:txBody>
        </p:sp>
      </p:grpSp>
    </p:spTree>
  </p:cSld>
  <p:clrMapOvr>
    <a:masterClrMapping/>
  </p:clrMapOvr>
  <p:transition spd="med">
    <p:wipe dir="r"/>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日期占位符 3">
            <a:extLst>
              <a:ext uri="{FF2B5EF4-FFF2-40B4-BE49-F238E27FC236}">
                <a16:creationId xmlns:a16="http://schemas.microsoft.com/office/drawing/2014/main" id="{94F81E9B-3C3F-4E51-9FD3-6173EFA9C9D8}"/>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285EA68D-6CAE-4CAA-A787-A8647E8BFDB6}" type="datetime1">
              <a:rPr lang="zh-CN" altLang="en-US" sz="1400" b="1">
                <a:latin typeface="Times New Roman" panose="02020603050405020304" pitchFamily="18" charset="0"/>
                <a:ea typeface="宋体" panose="02010600030101010101" pitchFamily="2" charset="-122"/>
              </a:rPr>
              <a:pPr eaLnBrk="1" hangingPunct="1">
                <a:spcBef>
                  <a:spcPct val="0"/>
                </a:spcBef>
                <a:buFontTx/>
                <a:buNone/>
              </a:pPr>
              <a:t>2020/9/7</a:t>
            </a:fld>
            <a:endParaRPr lang="zh-CN" altLang="en-US" sz="1400" b="1">
              <a:latin typeface="Times New Roman" panose="02020603050405020304" pitchFamily="18" charset="0"/>
              <a:ea typeface="宋体" panose="02010600030101010101" pitchFamily="2" charset="-122"/>
            </a:endParaRPr>
          </a:p>
        </p:txBody>
      </p:sp>
      <p:sp>
        <p:nvSpPr>
          <p:cNvPr id="120835" name="页脚占位符 4">
            <a:extLst>
              <a:ext uri="{FF2B5EF4-FFF2-40B4-BE49-F238E27FC236}">
                <a16:creationId xmlns:a16="http://schemas.microsoft.com/office/drawing/2014/main" id="{6B597F5E-8304-4E2C-95DC-6A7BA8253F31}"/>
              </a:ext>
            </a:extLst>
          </p:cNvPr>
          <p:cNvSpPr txBox="1">
            <a:spLocks noGrp="1" noChangeArrowheads="1"/>
          </p:cNvSpPr>
          <p:nvPr/>
        </p:nvSpPr>
        <p:spPr bwMode="auto">
          <a:xfrm>
            <a:off x="3124200" y="635635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0"/>
              </a:spcBef>
              <a:buFontTx/>
              <a:buNone/>
            </a:pPr>
            <a:r>
              <a:rPr lang="zh-CN" altLang="en-US" sz="1400" b="1">
                <a:latin typeface="Times New Roman" panose="02020603050405020304" pitchFamily="18" charset="0"/>
                <a:ea typeface="宋体" panose="02010600030101010101" pitchFamily="2" charset="-122"/>
              </a:rPr>
              <a:t>计算机应用技术研究所</a:t>
            </a:r>
          </a:p>
        </p:txBody>
      </p:sp>
      <p:sp>
        <p:nvSpPr>
          <p:cNvPr id="120836" name="灯片编号占位符 5">
            <a:extLst>
              <a:ext uri="{FF2B5EF4-FFF2-40B4-BE49-F238E27FC236}">
                <a16:creationId xmlns:a16="http://schemas.microsoft.com/office/drawing/2014/main" id="{2AF03046-E00F-49CB-8F45-009094A9BBDF}"/>
              </a:ext>
            </a:extLst>
          </p:cNvPr>
          <p:cNvSpPr txBox="1">
            <a:spLocks noGrp="1" noChangeArrowheads="1"/>
          </p:cNvSpPr>
          <p:nvPr/>
        </p:nvSpPr>
        <p:spPr bwMode="auto">
          <a:xfrm>
            <a:off x="6553200" y="63563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r" eaLnBrk="1" hangingPunct="1">
              <a:spcBef>
                <a:spcPct val="0"/>
              </a:spcBef>
              <a:buFontTx/>
              <a:buNone/>
            </a:pPr>
            <a:fld id="{26A1AAC5-1442-499C-ADC9-99BAA535FCCB}" type="slidenum">
              <a:rPr lang="en-US" altLang="zh-CN" sz="1400" b="1">
                <a:latin typeface="Times New Roman" panose="02020603050405020304" pitchFamily="18" charset="0"/>
                <a:ea typeface="宋体" panose="02010600030101010101" pitchFamily="2" charset="-122"/>
              </a:rPr>
              <a:pPr algn="r" eaLnBrk="1" hangingPunct="1">
                <a:spcBef>
                  <a:spcPct val="0"/>
                </a:spcBef>
                <a:buFontTx/>
                <a:buNone/>
              </a:pPr>
              <a:t>101</a:t>
            </a:fld>
            <a:endParaRPr lang="en-US" altLang="zh-CN" sz="1400" b="1">
              <a:latin typeface="Times New Roman" panose="02020603050405020304" pitchFamily="18" charset="0"/>
              <a:ea typeface="宋体" panose="02010600030101010101" pitchFamily="2" charset="-122"/>
            </a:endParaRPr>
          </a:p>
        </p:txBody>
      </p:sp>
      <p:sp>
        <p:nvSpPr>
          <p:cNvPr id="120837" name="Rectangle 4">
            <a:extLst>
              <a:ext uri="{FF2B5EF4-FFF2-40B4-BE49-F238E27FC236}">
                <a16:creationId xmlns:a16="http://schemas.microsoft.com/office/drawing/2014/main" id="{0BA54327-A09C-4E90-BF3E-B9522FA40FAF}"/>
              </a:ext>
            </a:extLst>
          </p:cNvPr>
          <p:cNvSpPr>
            <a:spLocks noGrp="1" noChangeArrowheads="1"/>
          </p:cNvSpPr>
          <p:nvPr>
            <p:ph type="ctrTitle" idx="4294967295"/>
          </p:nvPr>
        </p:nvSpPr>
        <p:spPr>
          <a:xfrm>
            <a:off x="827088" y="2565400"/>
            <a:ext cx="7848600" cy="1439863"/>
          </a:xfrm>
          <a:solidFill>
            <a:srgbClr val="0000FF"/>
          </a:solidFill>
        </p:spPr>
        <p:txBody>
          <a:bodyPr/>
          <a:lstStyle/>
          <a:p>
            <a:pPr eaLnBrk="1" hangingPunct="1"/>
            <a:r>
              <a:rPr lang="zh-CN" altLang="en-US" sz="6600" b="1">
                <a:solidFill>
                  <a:schemeClr val="bg1"/>
                </a:solidFill>
              </a:rPr>
              <a:t>偏序关系与元素比较</a:t>
            </a:r>
          </a:p>
        </p:txBody>
      </p:sp>
      <p:pic>
        <p:nvPicPr>
          <p:cNvPr id="120838" name="Picture 7">
            <a:extLst>
              <a:ext uri="{FF2B5EF4-FFF2-40B4-BE49-F238E27FC236}">
                <a16:creationId xmlns:a16="http://schemas.microsoft.com/office/drawing/2014/main" id="{1E3674F8-0E36-4512-BCD0-DFD9D07FA9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21575" y="4738688"/>
            <a:ext cx="1371600" cy="135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日期占位符 3">
            <a:extLst>
              <a:ext uri="{FF2B5EF4-FFF2-40B4-BE49-F238E27FC236}">
                <a16:creationId xmlns:a16="http://schemas.microsoft.com/office/drawing/2014/main" id="{393B3A3E-8178-4075-A7E1-10D460567DDE}"/>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65F54C99-D06B-4E3E-B602-6B805D3380D6}" type="datetime1">
              <a:rPr lang="zh-CN" altLang="en-US" sz="1400" b="1">
                <a:latin typeface="Times New Roman" panose="02020603050405020304" pitchFamily="18" charset="0"/>
                <a:ea typeface="宋体" panose="02010600030101010101" pitchFamily="2" charset="-122"/>
              </a:rPr>
              <a:pPr eaLnBrk="1" hangingPunct="1">
                <a:spcBef>
                  <a:spcPct val="0"/>
                </a:spcBef>
                <a:buFontTx/>
                <a:buNone/>
              </a:pPr>
              <a:t>2020/9/7</a:t>
            </a:fld>
            <a:endParaRPr lang="zh-CN" altLang="en-US" sz="1400" b="1">
              <a:latin typeface="Times New Roman" panose="02020603050405020304" pitchFamily="18" charset="0"/>
              <a:ea typeface="宋体" panose="02010600030101010101" pitchFamily="2" charset="-122"/>
            </a:endParaRPr>
          </a:p>
        </p:txBody>
      </p:sp>
      <p:sp>
        <p:nvSpPr>
          <p:cNvPr id="121859" name="页脚占位符 4">
            <a:extLst>
              <a:ext uri="{FF2B5EF4-FFF2-40B4-BE49-F238E27FC236}">
                <a16:creationId xmlns:a16="http://schemas.microsoft.com/office/drawing/2014/main" id="{0E33D651-363B-4CE2-A181-E9F7D6E5CF1F}"/>
              </a:ext>
            </a:extLst>
          </p:cNvPr>
          <p:cNvSpPr txBox="1">
            <a:spLocks noGrp="1" noChangeArrowheads="1"/>
          </p:cNvSpPr>
          <p:nvPr/>
        </p:nvSpPr>
        <p:spPr bwMode="auto">
          <a:xfrm>
            <a:off x="3124200" y="635635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0"/>
              </a:spcBef>
              <a:buFontTx/>
              <a:buNone/>
            </a:pPr>
            <a:r>
              <a:rPr lang="zh-CN" altLang="en-US" sz="1400" b="1">
                <a:latin typeface="Times New Roman" panose="02020603050405020304" pitchFamily="18" charset="0"/>
                <a:ea typeface="宋体" panose="02010600030101010101" pitchFamily="2" charset="-122"/>
              </a:rPr>
              <a:t>计算机应用技术研究所</a:t>
            </a:r>
          </a:p>
        </p:txBody>
      </p:sp>
      <p:sp>
        <p:nvSpPr>
          <p:cNvPr id="121860" name="灯片编号占位符 5">
            <a:extLst>
              <a:ext uri="{FF2B5EF4-FFF2-40B4-BE49-F238E27FC236}">
                <a16:creationId xmlns:a16="http://schemas.microsoft.com/office/drawing/2014/main" id="{CD60A59C-DDB3-46D7-BCD8-E0F6E618FC78}"/>
              </a:ext>
            </a:extLst>
          </p:cNvPr>
          <p:cNvSpPr txBox="1">
            <a:spLocks noGrp="1" noChangeArrowheads="1"/>
          </p:cNvSpPr>
          <p:nvPr/>
        </p:nvSpPr>
        <p:spPr bwMode="auto">
          <a:xfrm>
            <a:off x="6553200" y="63563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r" eaLnBrk="1" hangingPunct="1">
              <a:spcBef>
                <a:spcPct val="0"/>
              </a:spcBef>
              <a:buFontTx/>
              <a:buNone/>
            </a:pPr>
            <a:fld id="{BB778FD4-DE31-4452-9102-7444365BF1D8}" type="slidenum">
              <a:rPr lang="en-US" altLang="zh-CN" sz="1400" b="1">
                <a:latin typeface="Times New Roman" panose="02020603050405020304" pitchFamily="18" charset="0"/>
                <a:ea typeface="宋体" panose="02010600030101010101" pitchFamily="2" charset="-122"/>
              </a:rPr>
              <a:pPr algn="r" eaLnBrk="1" hangingPunct="1">
                <a:spcBef>
                  <a:spcPct val="0"/>
                </a:spcBef>
                <a:buFontTx/>
                <a:buNone/>
              </a:pPr>
              <a:t>102</a:t>
            </a:fld>
            <a:endParaRPr lang="en-US" altLang="zh-CN" sz="1400" b="1">
              <a:latin typeface="Times New Roman" panose="02020603050405020304" pitchFamily="18" charset="0"/>
              <a:ea typeface="宋体" panose="02010600030101010101" pitchFamily="2" charset="-122"/>
            </a:endParaRPr>
          </a:p>
        </p:txBody>
      </p:sp>
      <p:sp>
        <p:nvSpPr>
          <p:cNvPr id="121861" name="Text Box 2">
            <a:extLst>
              <a:ext uri="{FF2B5EF4-FFF2-40B4-BE49-F238E27FC236}">
                <a16:creationId xmlns:a16="http://schemas.microsoft.com/office/drawing/2014/main" id="{2FC2428B-23AA-4E31-A2CA-55D01D437EB3}"/>
              </a:ext>
            </a:extLst>
          </p:cNvPr>
          <p:cNvSpPr txBox="1">
            <a:spLocks noChangeArrowheads="1"/>
          </p:cNvSpPr>
          <p:nvPr/>
        </p:nvSpPr>
        <p:spPr bwMode="auto">
          <a:xfrm>
            <a:off x="1403350" y="836613"/>
            <a:ext cx="7086600" cy="923925"/>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宋体" panose="02010600030101010101" pitchFamily="2" charset="-122"/>
                <a:ea typeface="宋体" panose="02010600030101010101" pitchFamily="2" charset="-122"/>
              </a:rPr>
              <a:t> </a:t>
            </a:r>
            <a:r>
              <a:rPr lang="zh-CN" altLang="en-US" sz="4800" b="1">
                <a:solidFill>
                  <a:schemeClr val="bg1"/>
                </a:solidFill>
                <a:latin typeface="宋体" panose="02010600030101010101" pitchFamily="2" charset="-122"/>
                <a:ea typeface="宋体" panose="02010600030101010101" pitchFamily="2" charset="-122"/>
              </a:rPr>
              <a:t>偏序关系与元素比较</a:t>
            </a:r>
          </a:p>
        </p:txBody>
      </p:sp>
      <p:sp>
        <p:nvSpPr>
          <p:cNvPr id="121862" name="Rectangle 3">
            <a:extLst>
              <a:ext uri="{FF2B5EF4-FFF2-40B4-BE49-F238E27FC236}">
                <a16:creationId xmlns:a16="http://schemas.microsoft.com/office/drawing/2014/main" id="{C2B055CE-0D39-4EF6-AAE5-D527D1CEC448}"/>
              </a:ext>
            </a:extLst>
          </p:cNvPr>
          <p:cNvSpPr>
            <a:spLocks noGrp="1" noChangeArrowheads="1"/>
          </p:cNvSpPr>
          <p:nvPr>
            <p:ph type="body" idx="4294967295"/>
          </p:nvPr>
        </p:nvSpPr>
        <p:spPr>
          <a:xfrm>
            <a:off x="2195513" y="2636838"/>
            <a:ext cx="4608512" cy="259238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prstTxWarp prst="textNoShape">
              <a:avLst/>
            </a:prstTxWarp>
          </a:bodyPr>
          <a:lstStyle/>
          <a:p>
            <a:pPr eaLnBrk="1" hangingPunct="1">
              <a:lnSpc>
                <a:spcPct val="155000"/>
              </a:lnSpc>
              <a:buFont typeface="Wingdings" panose="05000000000000000000" pitchFamily="2" charset="2"/>
              <a:buChar char="J"/>
            </a:pPr>
            <a:r>
              <a:rPr lang="en-US" altLang="zh-CN" sz="3200" b="1">
                <a:solidFill>
                  <a:srgbClr val="0000FF"/>
                </a:solidFill>
                <a:effectLst/>
                <a:latin typeface="黑体" panose="02010609060101010101" pitchFamily="49" charset="-122"/>
                <a:ea typeface="黑体" panose="02010609060101010101" pitchFamily="49" charset="-122"/>
              </a:rPr>
              <a:t> </a:t>
            </a:r>
            <a:r>
              <a:rPr lang="zh-CN" altLang="en-US" sz="3200" b="1">
                <a:solidFill>
                  <a:srgbClr val="0000FF"/>
                </a:solidFill>
                <a:effectLst/>
                <a:latin typeface="黑体" panose="02010609060101010101" pitchFamily="49" charset="-122"/>
                <a:ea typeface="黑体" panose="02010609060101010101" pitchFamily="49" charset="-122"/>
              </a:rPr>
              <a:t>偏序关系与哈斯图</a:t>
            </a:r>
          </a:p>
          <a:p>
            <a:pPr eaLnBrk="1" hangingPunct="1">
              <a:lnSpc>
                <a:spcPct val="155000"/>
              </a:lnSpc>
              <a:buFont typeface="Wingdings" panose="05000000000000000000" pitchFamily="2" charset="2"/>
              <a:buChar char="4"/>
            </a:pPr>
            <a:r>
              <a:rPr lang="zh-CN" altLang="en-US" sz="3200" b="1">
                <a:effectLst/>
                <a:latin typeface="黑体" panose="02010609060101010101" pitchFamily="49" charset="-122"/>
                <a:ea typeface="黑体" panose="02010609060101010101" pitchFamily="49" charset="-122"/>
              </a:rPr>
              <a:t> 偏序集合的特殊元素</a:t>
            </a:r>
          </a:p>
          <a:p>
            <a:pPr eaLnBrk="1" hangingPunct="1">
              <a:lnSpc>
                <a:spcPct val="155000"/>
              </a:lnSpc>
              <a:buFont typeface="Wingdings" panose="05000000000000000000" pitchFamily="2" charset="2"/>
              <a:buChar char="4"/>
            </a:pPr>
            <a:r>
              <a:rPr lang="zh-CN" altLang="en-US" sz="3200" b="1">
                <a:effectLst/>
                <a:latin typeface="黑体" panose="02010609060101010101" pitchFamily="49" charset="-122"/>
                <a:ea typeface="黑体" panose="02010609060101010101" pitchFamily="49" charset="-122"/>
              </a:rPr>
              <a:t> 全序关系与良序关系</a:t>
            </a:r>
          </a:p>
        </p:txBody>
      </p:sp>
      <p:pic>
        <p:nvPicPr>
          <p:cNvPr id="121863" name="Picture 7">
            <a:extLst>
              <a:ext uri="{FF2B5EF4-FFF2-40B4-BE49-F238E27FC236}">
                <a16:creationId xmlns:a16="http://schemas.microsoft.com/office/drawing/2014/main" id="{085B3066-A409-4A4C-B71C-E06C9D1DE4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21575" y="4738688"/>
            <a:ext cx="1371600" cy="135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日期占位符 3">
            <a:extLst>
              <a:ext uri="{FF2B5EF4-FFF2-40B4-BE49-F238E27FC236}">
                <a16:creationId xmlns:a16="http://schemas.microsoft.com/office/drawing/2014/main" id="{D5D2EE25-29DE-4103-A84B-5254E7AA628C}"/>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07AD70DF-67AF-4C69-B5E8-C01428DEB7DD}"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122883" name="Rectangle 186">
            <a:extLst>
              <a:ext uri="{FF2B5EF4-FFF2-40B4-BE49-F238E27FC236}">
                <a16:creationId xmlns:a16="http://schemas.microsoft.com/office/drawing/2014/main" id="{71F1D3CE-020F-4871-A396-BDBD6618871D}"/>
              </a:ext>
            </a:extLst>
          </p:cNvPr>
          <p:cNvSpPr>
            <a:spLocks noChangeArrowheads="1"/>
          </p:cNvSpPr>
          <p:nvPr/>
        </p:nvSpPr>
        <p:spPr bwMode="auto">
          <a:xfrm>
            <a:off x="0" y="406400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endParaRPr lang="zh-CN" altLang="en-US">
              <a:latin typeface="Times New Roman" panose="02020603050405020304" pitchFamily="18" charset="0"/>
              <a:ea typeface="宋体" panose="02010600030101010101" pitchFamily="2" charset="-122"/>
            </a:endParaRPr>
          </a:p>
        </p:txBody>
      </p:sp>
      <p:sp>
        <p:nvSpPr>
          <p:cNvPr id="122884" name="Text Box 2">
            <a:extLst>
              <a:ext uri="{FF2B5EF4-FFF2-40B4-BE49-F238E27FC236}">
                <a16:creationId xmlns:a16="http://schemas.microsoft.com/office/drawing/2014/main" id="{94863F0D-B20B-42AC-B682-908B4D744E1A}"/>
              </a:ext>
            </a:extLst>
          </p:cNvPr>
          <p:cNvSpPr txBox="1">
            <a:spLocks noChangeArrowheads="1"/>
          </p:cNvSpPr>
          <p:nvPr/>
        </p:nvSpPr>
        <p:spPr bwMode="auto">
          <a:xfrm>
            <a:off x="1258888" y="930275"/>
            <a:ext cx="669766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偏序关系的概念</a:t>
            </a:r>
            <a:endParaRPr lang="en-US" altLang="zh-CN" sz="5400" b="1">
              <a:solidFill>
                <a:schemeClr val="bg1"/>
              </a:solidFill>
              <a:latin typeface="宋体" panose="02010600030101010101" pitchFamily="2" charset="-122"/>
              <a:ea typeface="宋体" panose="02010600030101010101" pitchFamily="2" charset="-122"/>
            </a:endParaRPr>
          </a:p>
        </p:txBody>
      </p:sp>
      <p:pic>
        <p:nvPicPr>
          <p:cNvPr id="122885" name="Picture 6">
            <a:extLst>
              <a:ext uri="{FF2B5EF4-FFF2-40B4-BE49-F238E27FC236}">
                <a16:creationId xmlns:a16="http://schemas.microsoft.com/office/drawing/2014/main" id="{7A9C44FB-C557-4FBD-BACF-74BA120F20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1013" y="547688"/>
            <a:ext cx="102870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9C43D014-C25F-4B3E-86DD-1BAAA362B916}"/>
              </a:ext>
            </a:extLst>
          </p:cNvPr>
          <p:cNvSpPr/>
          <p:nvPr/>
        </p:nvSpPr>
        <p:spPr>
          <a:xfrm>
            <a:off x="827088" y="2205038"/>
            <a:ext cx="7993062" cy="3506787"/>
          </a:xfrm>
          <a:prstGeom prst="rect">
            <a:avLst/>
          </a:prstGeom>
          <a:solidFill>
            <a:schemeClr val="accent6">
              <a:lumMod val="75000"/>
            </a:schemeClr>
          </a:solidFill>
        </p:spPr>
        <p:txBody>
          <a:bodyPr>
            <a:spAutoFit/>
          </a:bodyPr>
          <a:lstStyle/>
          <a:p>
            <a:pPr indent="266700">
              <a:lnSpc>
                <a:spcPct val="150000"/>
              </a:lnSpc>
              <a:spcAft>
                <a:spcPts val="0"/>
              </a:spcAft>
              <a:defRPr/>
            </a:pPr>
            <a:r>
              <a:rPr lang="en-US" altLang="zh-CN" sz="2400" b="1" kern="0" dirty="0">
                <a:solidFill>
                  <a:schemeClr val="bg1"/>
                </a:solidFill>
                <a:latin typeface="Calibri" panose="020F0502020204030204" pitchFamily="34" charset="0"/>
                <a:ea typeface="宋体" panose="02010600030101010101" pitchFamily="2" charset="-122"/>
                <a:cs typeface="宋体" panose="02010600030101010101" pitchFamily="2" charset="-122"/>
              </a:rPr>
              <a:t>     </a:t>
            </a:r>
            <a:r>
              <a:rPr lang="zh-CN" altLang="zh-CN" sz="2400" b="1" kern="0" dirty="0">
                <a:solidFill>
                  <a:srgbClr val="FFFF00"/>
                </a:solidFill>
                <a:latin typeface="Calibri" panose="020F0502020204030204" pitchFamily="34" charset="0"/>
                <a:ea typeface="宋体" panose="02010600030101010101" pitchFamily="2" charset="-122"/>
                <a:cs typeface="宋体" panose="02010600030101010101" pitchFamily="2" charset="-122"/>
              </a:rPr>
              <a:t>次序</a:t>
            </a:r>
            <a:r>
              <a:rPr lang="zh-CN" altLang="zh-CN" sz="2400" b="1" kern="0" dirty="0">
                <a:solidFill>
                  <a:schemeClr val="bg1"/>
                </a:solidFill>
                <a:latin typeface="Calibri" panose="020F0502020204030204" pitchFamily="34" charset="0"/>
                <a:ea typeface="宋体" panose="02010600030101010101" pitchFamily="2" charset="-122"/>
                <a:cs typeface="宋体" panose="02010600030101010101" pitchFamily="2" charset="-122"/>
              </a:rPr>
              <a:t>是日常生活和工作中经常遇到的一种关系，例如体育竞赛中的排名、全国高校排名、家族的长幼辈分、某单位的行政职位的级别、实数之间的大小关系、集合之间的包含关系、自然数集合上的整除关系等等</a:t>
            </a:r>
            <a:endParaRPr lang="en-US" altLang="zh-CN" sz="2400" b="1" kern="0" dirty="0">
              <a:solidFill>
                <a:schemeClr val="bg1"/>
              </a:solidFill>
              <a:latin typeface="Calibri" panose="020F0502020204030204" pitchFamily="34" charset="0"/>
              <a:ea typeface="宋体" panose="02010600030101010101" pitchFamily="2" charset="-122"/>
              <a:cs typeface="宋体" panose="02010600030101010101" pitchFamily="2" charset="-122"/>
            </a:endParaRPr>
          </a:p>
          <a:p>
            <a:pPr indent="266700">
              <a:lnSpc>
                <a:spcPct val="150000"/>
              </a:lnSpc>
              <a:spcBef>
                <a:spcPts val="1200"/>
              </a:spcBef>
              <a:spcAft>
                <a:spcPts val="0"/>
              </a:spcAft>
              <a:defRPr/>
            </a:pPr>
            <a:r>
              <a:rPr lang="en-US" altLang="zh-CN" sz="2400" b="1" kern="0" dirty="0">
                <a:solidFill>
                  <a:schemeClr val="bg1"/>
                </a:solidFill>
                <a:latin typeface="Calibri" panose="020F0502020204030204" pitchFamily="34" charset="0"/>
                <a:ea typeface="宋体" panose="02010600030101010101" pitchFamily="2" charset="-122"/>
                <a:cs typeface="宋体" panose="02010600030101010101" pitchFamily="2" charset="-122"/>
              </a:rPr>
              <a:t>    </a:t>
            </a:r>
            <a:r>
              <a:rPr lang="zh-CN" altLang="zh-CN" sz="2400" b="1" kern="0" dirty="0">
                <a:solidFill>
                  <a:srgbClr val="FFFF00"/>
                </a:solidFill>
                <a:latin typeface="Calibri" panose="020F0502020204030204" pitchFamily="34" charset="0"/>
                <a:ea typeface="宋体" panose="02010600030101010101" pitchFamily="2" charset="-122"/>
                <a:cs typeface="宋体" panose="02010600030101010101" pitchFamily="2" charset="-122"/>
              </a:rPr>
              <a:t>次序关系</a:t>
            </a:r>
            <a:r>
              <a:rPr lang="zh-CN" altLang="zh-CN" sz="2400" b="1" kern="0" dirty="0">
                <a:solidFill>
                  <a:schemeClr val="bg1"/>
                </a:solidFill>
                <a:latin typeface="Calibri" panose="020F0502020204030204" pitchFamily="34" charset="0"/>
                <a:ea typeface="宋体" panose="02010600030101010101" pitchFamily="2" charset="-122"/>
                <a:cs typeface="宋体" panose="02010600030101010101" pitchFamily="2" charset="-122"/>
              </a:rPr>
              <a:t>刻画的是对象之间</a:t>
            </a:r>
            <a:r>
              <a:rPr lang="zh-CN" altLang="zh-CN" sz="2400" b="1" kern="0" dirty="0">
                <a:solidFill>
                  <a:srgbClr val="FFFF00"/>
                </a:solidFill>
                <a:latin typeface="Calibri" panose="020F0502020204030204" pitchFamily="34" charset="0"/>
                <a:ea typeface="宋体" panose="02010600030101010101" pitchFamily="2" charset="-122"/>
                <a:cs typeface="宋体" panose="02010600030101010101" pitchFamily="2" charset="-122"/>
              </a:rPr>
              <a:t>在某方面差异性</a:t>
            </a:r>
            <a:r>
              <a:rPr lang="zh-CN" altLang="en-US" sz="2400" b="1" kern="0" dirty="0">
                <a:solidFill>
                  <a:schemeClr val="bg1"/>
                </a:solidFill>
                <a:latin typeface="Calibri" panose="020F0502020204030204" pitchFamily="34" charset="0"/>
                <a:ea typeface="宋体" panose="02010600030101010101" pitchFamily="2" charset="-122"/>
                <a:cs typeface="宋体" panose="02010600030101010101" pitchFamily="2" charset="-122"/>
              </a:rPr>
              <a:t>的</a:t>
            </a:r>
            <a:r>
              <a:rPr lang="zh-CN" altLang="zh-CN" sz="2400" b="1" kern="0" dirty="0">
                <a:solidFill>
                  <a:schemeClr val="bg1"/>
                </a:solidFill>
                <a:latin typeface="Calibri" panose="020F0502020204030204" pitchFamily="34" charset="0"/>
                <a:ea typeface="宋体" panose="02010600030101010101" pitchFamily="2" charset="-122"/>
                <a:cs typeface="宋体" panose="02010600030101010101" pitchFamily="2" charset="-122"/>
              </a:rPr>
              <a:t>比较关系。</a:t>
            </a:r>
            <a:r>
              <a:rPr lang="zh-CN" altLang="en-US" sz="2400" b="1" kern="0" dirty="0">
                <a:solidFill>
                  <a:schemeClr val="bg1"/>
                </a:solidFill>
                <a:latin typeface="Calibri" panose="020F0502020204030204" pitchFamily="34" charset="0"/>
                <a:ea typeface="宋体" panose="02010600030101010101" pitchFamily="2" charset="-122"/>
                <a:cs typeface="宋体" panose="02010600030101010101" pitchFamily="2" charset="-122"/>
              </a:rPr>
              <a:t>使用</a:t>
            </a:r>
            <a:r>
              <a:rPr lang="zh-CN" altLang="zh-CN" sz="2400" b="1" kern="0" dirty="0">
                <a:solidFill>
                  <a:schemeClr val="bg1"/>
                </a:solidFill>
                <a:latin typeface="Calibri" panose="020F0502020204030204" pitchFamily="34" charset="0"/>
                <a:ea typeface="宋体" panose="02010600030101010101" pitchFamily="2" charset="-122"/>
                <a:cs typeface="宋体" panose="02010600030101010101" pitchFamily="2" charset="-122"/>
              </a:rPr>
              <a:t>数学方法表示和处理这种</a:t>
            </a:r>
            <a:r>
              <a:rPr lang="zh-CN" altLang="en-US" sz="2400" b="1" kern="0" dirty="0">
                <a:solidFill>
                  <a:schemeClr val="bg1"/>
                </a:solidFill>
                <a:latin typeface="Calibri" panose="020F0502020204030204" pitchFamily="34" charset="0"/>
                <a:ea typeface="宋体" panose="02010600030101010101" pitchFamily="2" charset="-122"/>
                <a:cs typeface="宋体" panose="02010600030101010101" pitchFamily="2" charset="-122"/>
              </a:rPr>
              <a:t>次序</a:t>
            </a:r>
            <a:r>
              <a:rPr lang="zh-CN" altLang="zh-CN" sz="2400" b="1" kern="0" dirty="0">
                <a:solidFill>
                  <a:schemeClr val="bg1"/>
                </a:solidFill>
                <a:latin typeface="Calibri" panose="020F0502020204030204" pitchFamily="34" charset="0"/>
                <a:ea typeface="宋体" panose="02010600030101010101" pitchFamily="2" charset="-122"/>
                <a:cs typeface="宋体" panose="02010600030101010101" pitchFamily="2" charset="-122"/>
              </a:rPr>
              <a:t>关系。</a:t>
            </a:r>
            <a:endPar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endParaRPr>
          </a:p>
        </p:txBody>
      </p:sp>
    </p:spTree>
  </p:cSld>
  <p:clrMapOvr>
    <a:masterClrMapping/>
  </p:clrMapOvr>
  <p:transition spd="med">
    <p:wipe dir="r"/>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日期占位符 3">
            <a:extLst>
              <a:ext uri="{FF2B5EF4-FFF2-40B4-BE49-F238E27FC236}">
                <a16:creationId xmlns:a16="http://schemas.microsoft.com/office/drawing/2014/main" id="{E6CE676E-E26E-4FB0-AA68-4A84AD4EFEA1}"/>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0E51CE56-1E4A-4554-ABEA-84A7C7666AF9}"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123907" name="Rectangle 186">
            <a:extLst>
              <a:ext uri="{FF2B5EF4-FFF2-40B4-BE49-F238E27FC236}">
                <a16:creationId xmlns:a16="http://schemas.microsoft.com/office/drawing/2014/main" id="{A9AC5C90-796C-43A0-847E-CEA0A9AA2121}"/>
              </a:ext>
            </a:extLst>
          </p:cNvPr>
          <p:cNvSpPr>
            <a:spLocks noChangeArrowheads="1"/>
          </p:cNvSpPr>
          <p:nvPr/>
        </p:nvSpPr>
        <p:spPr bwMode="auto">
          <a:xfrm>
            <a:off x="0" y="406400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endParaRPr lang="zh-CN" altLang="en-US">
              <a:latin typeface="Times New Roman" panose="02020603050405020304" pitchFamily="18" charset="0"/>
              <a:ea typeface="宋体" panose="02010600030101010101" pitchFamily="2" charset="-122"/>
            </a:endParaRPr>
          </a:p>
        </p:txBody>
      </p:sp>
      <p:sp>
        <p:nvSpPr>
          <p:cNvPr id="123908" name="Text Box 2">
            <a:extLst>
              <a:ext uri="{FF2B5EF4-FFF2-40B4-BE49-F238E27FC236}">
                <a16:creationId xmlns:a16="http://schemas.microsoft.com/office/drawing/2014/main" id="{F9C531D1-CCCA-47D6-A2FF-0B9E5D7F956F}"/>
              </a:ext>
            </a:extLst>
          </p:cNvPr>
          <p:cNvSpPr txBox="1">
            <a:spLocks noChangeArrowheads="1"/>
          </p:cNvSpPr>
          <p:nvPr/>
        </p:nvSpPr>
        <p:spPr bwMode="auto">
          <a:xfrm>
            <a:off x="1258888" y="930275"/>
            <a:ext cx="669766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偏序关系的概念</a:t>
            </a:r>
            <a:endParaRPr lang="en-US" altLang="zh-CN" sz="5400" b="1">
              <a:solidFill>
                <a:schemeClr val="bg1"/>
              </a:solidFill>
              <a:latin typeface="宋体" panose="02010600030101010101" pitchFamily="2" charset="-122"/>
              <a:ea typeface="宋体" panose="02010600030101010101" pitchFamily="2" charset="-122"/>
            </a:endParaRPr>
          </a:p>
        </p:txBody>
      </p:sp>
      <p:pic>
        <p:nvPicPr>
          <p:cNvPr id="123909" name="Picture 6">
            <a:extLst>
              <a:ext uri="{FF2B5EF4-FFF2-40B4-BE49-F238E27FC236}">
                <a16:creationId xmlns:a16="http://schemas.microsoft.com/office/drawing/2014/main" id="{486749CE-3BA5-450B-B6E5-8CDFAED207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1013" y="547688"/>
            <a:ext cx="102870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a:extLst>
              <a:ext uri="{FF2B5EF4-FFF2-40B4-BE49-F238E27FC236}">
                <a16:creationId xmlns:a16="http://schemas.microsoft.com/office/drawing/2014/main" id="{DC142A1C-7088-4177-9737-4AC0199A2E72}"/>
              </a:ext>
            </a:extLst>
          </p:cNvPr>
          <p:cNvSpPr>
            <a:spLocks noRot="1" noChangeAspect="1" noMove="1" noResize="1" noEditPoints="1" noAdjustHandles="1" noChangeArrowheads="1" noChangeShapeType="1" noTextEdit="1"/>
          </p:cNvSpPr>
          <p:nvPr/>
        </p:nvSpPr>
        <p:spPr>
          <a:xfrm>
            <a:off x="611560" y="2175290"/>
            <a:ext cx="7848872" cy="3907097"/>
          </a:xfrm>
          <a:prstGeom prst="rect">
            <a:avLst/>
          </a:prstGeom>
          <a:blipFill>
            <a:blip r:embed="rId4"/>
            <a:stretch>
              <a:fillRect l="-1165" r="-1165" b="-2028"/>
            </a:stretch>
          </a:blipFill>
        </p:spPr>
        <p:txBody>
          <a:bodyPr/>
          <a:lstStyle/>
          <a:p>
            <a:pPr>
              <a:defRPr/>
            </a:pPr>
            <a:r>
              <a:rPr lang="zh-CN" altLang="en-US">
                <a:noFill/>
              </a:rPr>
              <a:t> </a:t>
            </a:r>
          </a:p>
        </p:txBody>
      </p:sp>
    </p:spTree>
  </p:cSld>
  <p:clrMapOvr>
    <a:masterClrMapping/>
  </p:clrMapOvr>
  <p:transition spd="med">
    <p:wipe dir="r"/>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日期占位符 3">
            <a:extLst>
              <a:ext uri="{FF2B5EF4-FFF2-40B4-BE49-F238E27FC236}">
                <a16:creationId xmlns:a16="http://schemas.microsoft.com/office/drawing/2014/main" id="{18B8056F-0157-4087-B9DE-7882F7F9A806}"/>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8699EE19-9830-4DA7-AF40-40B3D7140150}"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124931" name="Rectangle 186">
            <a:extLst>
              <a:ext uri="{FF2B5EF4-FFF2-40B4-BE49-F238E27FC236}">
                <a16:creationId xmlns:a16="http://schemas.microsoft.com/office/drawing/2014/main" id="{B64C11EB-37A9-44B6-A478-027355BCDD01}"/>
              </a:ext>
            </a:extLst>
          </p:cNvPr>
          <p:cNvSpPr>
            <a:spLocks noChangeArrowheads="1"/>
          </p:cNvSpPr>
          <p:nvPr/>
        </p:nvSpPr>
        <p:spPr bwMode="auto">
          <a:xfrm>
            <a:off x="0" y="406400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endParaRPr lang="zh-CN" altLang="en-US">
              <a:latin typeface="Times New Roman" panose="02020603050405020304" pitchFamily="18" charset="0"/>
              <a:ea typeface="宋体" panose="02010600030101010101" pitchFamily="2" charset="-122"/>
            </a:endParaRPr>
          </a:p>
        </p:txBody>
      </p:sp>
      <p:sp>
        <p:nvSpPr>
          <p:cNvPr id="124932" name="Text Box 2">
            <a:extLst>
              <a:ext uri="{FF2B5EF4-FFF2-40B4-BE49-F238E27FC236}">
                <a16:creationId xmlns:a16="http://schemas.microsoft.com/office/drawing/2014/main" id="{C15E945E-FA9C-4CCB-B1F4-AE9CA14D5A76}"/>
              </a:ext>
            </a:extLst>
          </p:cNvPr>
          <p:cNvSpPr txBox="1">
            <a:spLocks noChangeArrowheads="1"/>
          </p:cNvSpPr>
          <p:nvPr/>
        </p:nvSpPr>
        <p:spPr bwMode="auto">
          <a:xfrm>
            <a:off x="1330325" y="714375"/>
            <a:ext cx="6697663"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例 题</a:t>
            </a:r>
            <a:endParaRPr lang="en-US" altLang="zh-CN" sz="5400" b="1">
              <a:solidFill>
                <a:schemeClr val="bg1"/>
              </a:solidFill>
              <a:latin typeface="宋体" panose="02010600030101010101" pitchFamily="2" charset="-122"/>
              <a:ea typeface="宋体" panose="02010600030101010101" pitchFamily="2" charset="-122"/>
            </a:endParaRPr>
          </a:p>
        </p:txBody>
      </p:sp>
      <p:pic>
        <p:nvPicPr>
          <p:cNvPr id="124933" name="Picture 6">
            <a:extLst>
              <a:ext uri="{FF2B5EF4-FFF2-40B4-BE49-F238E27FC236}">
                <a16:creationId xmlns:a16="http://schemas.microsoft.com/office/drawing/2014/main" id="{B49EA46C-029E-4B2F-A488-464D193139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1013" y="547688"/>
            <a:ext cx="102870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4934" name="图片 1">
            <a:extLst>
              <a:ext uri="{FF2B5EF4-FFF2-40B4-BE49-F238E27FC236}">
                <a16:creationId xmlns:a16="http://schemas.microsoft.com/office/drawing/2014/main" id="{C2FD8675-F5F5-45CD-81D3-8F19CACAE4D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2988" y="1870075"/>
            <a:ext cx="7175500" cy="220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4935" name="图片 2">
            <a:extLst>
              <a:ext uri="{FF2B5EF4-FFF2-40B4-BE49-F238E27FC236}">
                <a16:creationId xmlns:a16="http://schemas.microsoft.com/office/drawing/2014/main" id="{F489E15B-3ED2-4B82-A164-E6C747D33C5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03350" y="4122738"/>
            <a:ext cx="6816725" cy="202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日期占位符 3">
            <a:extLst>
              <a:ext uri="{FF2B5EF4-FFF2-40B4-BE49-F238E27FC236}">
                <a16:creationId xmlns:a16="http://schemas.microsoft.com/office/drawing/2014/main" id="{A444B8A5-7971-49BD-83B1-C685CB149236}"/>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0EB9F6C9-11F6-4970-962D-69E3016E0645}"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125955" name="Rectangle 186">
            <a:extLst>
              <a:ext uri="{FF2B5EF4-FFF2-40B4-BE49-F238E27FC236}">
                <a16:creationId xmlns:a16="http://schemas.microsoft.com/office/drawing/2014/main" id="{F7D8AF1E-7512-4726-A98A-BD6527854AC8}"/>
              </a:ext>
            </a:extLst>
          </p:cNvPr>
          <p:cNvSpPr>
            <a:spLocks noChangeArrowheads="1"/>
          </p:cNvSpPr>
          <p:nvPr/>
        </p:nvSpPr>
        <p:spPr bwMode="auto">
          <a:xfrm>
            <a:off x="0" y="406400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endParaRPr lang="zh-CN" altLang="en-US">
              <a:latin typeface="Times New Roman" panose="02020603050405020304" pitchFamily="18" charset="0"/>
              <a:ea typeface="宋体" panose="02010600030101010101" pitchFamily="2" charset="-122"/>
            </a:endParaRPr>
          </a:p>
        </p:txBody>
      </p:sp>
      <p:sp>
        <p:nvSpPr>
          <p:cNvPr id="125956" name="Text Box 2">
            <a:extLst>
              <a:ext uri="{FF2B5EF4-FFF2-40B4-BE49-F238E27FC236}">
                <a16:creationId xmlns:a16="http://schemas.microsoft.com/office/drawing/2014/main" id="{90F81E9A-D024-4332-8424-93C7B25799FA}"/>
              </a:ext>
            </a:extLst>
          </p:cNvPr>
          <p:cNvSpPr txBox="1">
            <a:spLocks noChangeArrowheads="1"/>
          </p:cNvSpPr>
          <p:nvPr/>
        </p:nvSpPr>
        <p:spPr bwMode="auto">
          <a:xfrm>
            <a:off x="1258888" y="930275"/>
            <a:ext cx="6697662" cy="923925"/>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a:t>
            </a:r>
            <a:r>
              <a:rPr lang="zh-CN" altLang="en-US" sz="4800" b="1">
                <a:solidFill>
                  <a:schemeClr val="bg1"/>
                </a:solidFill>
                <a:latin typeface="宋体" panose="02010600030101010101" pitchFamily="2" charset="-122"/>
                <a:ea typeface="宋体" panose="02010600030101010101" pitchFamily="2" charset="-122"/>
              </a:rPr>
              <a:t>偏序关系概念要点</a:t>
            </a:r>
            <a:endParaRPr lang="en-US" altLang="zh-CN" sz="4800" b="1">
              <a:solidFill>
                <a:schemeClr val="bg1"/>
              </a:solidFill>
              <a:latin typeface="宋体" panose="02010600030101010101" pitchFamily="2" charset="-122"/>
              <a:ea typeface="宋体" panose="02010600030101010101" pitchFamily="2" charset="-122"/>
            </a:endParaRPr>
          </a:p>
        </p:txBody>
      </p:sp>
      <p:pic>
        <p:nvPicPr>
          <p:cNvPr id="125957" name="Picture 6">
            <a:extLst>
              <a:ext uri="{FF2B5EF4-FFF2-40B4-BE49-F238E27FC236}">
                <a16:creationId xmlns:a16="http://schemas.microsoft.com/office/drawing/2014/main" id="{C045140C-442F-45C6-8064-15AD4FE782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1013" y="547688"/>
            <a:ext cx="102870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1D7301D8-7952-4611-973B-D99BA4D47B75}"/>
              </a:ext>
            </a:extLst>
          </p:cNvPr>
          <p:cNvSpPr>
            <a:spLocks noRot="1" noChangeAspect="1" noMove="1" noResize="1" noEditPoints="1" noAdjustHandles="1" noChangeArrowheads="1" noChangeShapeType="1" noTextEdit="1"/>
          </p:cNvSpPr>
          <p:nvPr/>
        </p:nvSpPr>
        <p:spPr>
          <a:xfrm>
            <a:off x="899592" y="2067049"/>
            <a:ext cx="7506832" cy="3883755"/>
          </a:xfrm>
          <a:prstGeom prst="rect">
            <a:avLst/>
          </a:prstGeom>
          <a:blipFill>
            <a:blip r:embed="rId4"/>
            <a:stretch>
              <a:fillRect l="-1300" r="-1219" b="-2669"/>
            </a:stretch>
          </a:blipFill>
        </p:spPr>
        <p:txBody>
          <a:bodyPr/>
          <a:lstStyle/>
          <a:p>
            <a:pPr>
              <a:defRPr/>
            </a:pPr>
            <a:r>
              <a:rPr lang="zh-CN" altLang="en-US">
                <a:noFill/>
              </a:rPr>
              <a:t> </a:t>
            </a:r>
          </a:p>
        </p:txBody>
      </p:sp>
    </p:spTree>
  </p:cSld>
  <p:clrMapOvr>
    <a:masterClrMapping/>
  </p:clrMapOvr>
  <p:transition spd="med">
    <p:wipe dir="r"/>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日期占位符 3">
            <a:extLst>
              <a:ext uri="{FF2B5EF4-FFF2-40B4-BE49-F238E27FC236}">
                <a16:creationId xmlns:a16="http://schemas.microsoft.com/office/drawing/2014/main" id="{0CCFA230-8EF7-4C95-9F46-ED581768FD33}"/>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897D67EA-0E29-45B9-B705-E71AD23A235B}"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126979" name="Rectangle 186">
            <a:extLst>
              <a:ext uri="{FF2B5EF4-FFF2-40B4-BE49-F238E27FC236}">
                <a16:creationId xmlns:a16="http://schemas.microsoft.com/office/drawing/2014/main" id="{F2E368F3-234F-480F-87AB-63A8E640A8D4}"/>
              </a:ext>
            </a:extLst>
          </p:cNvPr>
          <p:cNvSpPr>
            <a:spLocks noChangeArrowheads="1"/>
          </p:cNvSpPr>
          <p:nvPr/>
        </p:nvSpPr>
        <p:spPr bwMode="auto">
          <a:xfrm>
            <a:off x="0" y="406400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endParaRPr lang="zh-CN" altLang="en-US">
              <a:latin typeface="Times New Roman" panose="02020603050405020304" pitchFamily="18" charset="0"/>
              <a:ea typeface="宋体" panose="02010600030101010101" pitchFamily="2" charset="-122"/>
            </a:endParaRPr>
          </a:p>
        </p:txBody>
      </p:sp>
      <p:pic>
        <p:nvPicPr>
          <p:cNvPr id="126980" name="Picture 6">
            <a:extLst>
              <a:ext uri="{FF2B5EF4-FFF2-40B4-BE49-F238E27FC236}">
                <a16:creationId xmlns:a16="http://schemas.microsoft.com/office/drawing/2014/main" id="{49568DA0-07C2-4AF9-A76A-0728F8C8EC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1013" y="547688"/>
            <a:ext cx="102870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a:extLst>
              <a:ext uri="{FF2B5EF4-FFF2-40B4-BE49-F238E27FC236}">
                <a16:creationId xmlns:a16="http://schemas.microsoft.com/office/drawing/2014/main" id="{6076ADC6-79BD-46CB-9A1E-D42798FC8AF3}"/>
              </a:ext>
            </a:extLst>
          </p:cNvPr>
          <p:cNvSpPr>
            <a:spLocks noRot="1" noChangeAspect="1" noMove="1" noResize="1" noEditPoints="1" noAdjustHandles="1" noChangeArrowheads="1" noChangeShapeType="1" noTextEdit="1"/>
          </p:cNvSpPr>
          <p:nvPr/>
        </p:nvSpPr>
        <p:spPr>
          <a:xfrm>
            <a:off x="539552" y="2204864"/>
            <a:ext cx="7920880" cy="3907095"/>
          </a:xfrm>
          <a:prstGeom prst="rect">
            <a:avLst/>
          </a:prstGeom>
          <a:blipFill>
            <a:blip r:embed="rId4"/>
            <a:stretch>
              <a:fillRect l="-1232" b="-2028"/>
            </a:stretch>
          </a:blipFill>
        </p:spPr>
        <p:txBody>
          <a:bodyPr/>
          <a:lstStyle/>
          <a:p>
            <a:pPr>
              <a:defRPr/>
            </a:pPr>
            <a:r>
              <a:rPr lang="zh-CN" altLang="en-US">
                <a:noFill/>
              </a:rPr>
              <a:t> </a:t>
            </a:r>
          </a:p>
        </p:txBody>
      </p:sp>
      <p:sp>
        <p:nvSpPr>
          <p:cNvPr id="126982" name="Text Box 2">
            <a:extLst>
              <a:ext uri="{FF2B5EF4-FFF2-40B4-BE49-F238E27FC236}">
                <a16:creationId xmlns:a16="http://schemas.microsoft.com/office/drawing/2014/main" id="{29877D07-7A80-4114-81A7-72324145B9D1}"/>
              </a:ext>
            </a:extLst>
          </p:cNvPr>
          <p:cNvSpPr txBox="1">
            <a:spLocks noChangeArrowheads="1"/>
          </p:cNvSpPr>
          <p:nvPr/>
        </p:nvSpPr>
        <p:spPr bwMode="auto">
          <a:xfrm>
            <a:off x="1258888" y="930275"/>
            <a:ext cx="6697662" cy="923925"/>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a:t>
            </a:r>
            <a:r>
              <a:rPr lang="zh-CN" altLang="en-US" sz="4800" b="1">
                <a:solidFill>
                  <a:schemeClr val="bg1"/>
                </a:solidFill>
                <a:latin typeface="宋体" panose="02010600030101010101" pitchFamily="2" charset="-122"/>
                <a:ea typeface="宋体" panose="02010600030101010101" pitchFamily="2" charset="-122"/>
              </a:rPr>
              <a:t>偏序关系概念要点</a:t>
            </a:r>
            <a:endParaRPr lang="en-US" altLang="zh-CN" sz="4800" b="1">
              <a:solidFill>
                <a:schemeClr val="bg1"/>
              </a:solidFill>
              <a:latin typeface="宋体" panose="02010600030101010101" pitchFamily="2" charset="-122"/>
              <a:ea typeface="宋体" panose="02010600030101010101" pitchFamily="2" charset="-122"/>
            </a:endParaRPr>
          </a:p>
        </p:txBody>
      </p:sp>
    </p:spTree>
  </p:cSld>
  <p:clrMapOvr>
    <a:masterClrMapping/>
  </p:clrMapOvr>
  <p:transition spd="med">
    <p:wipe dir="r"/>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日期占位符 3">
            <a:extLst>
              <a:ext uri="{FF2B5EF4-FFF2-40B4-BE49-F238E27FC236}">
                <a16:creationId xmlns:a16="http://schemas.microsoft.com/office/drawing/2014/main" id="{DF4E832C-1AF9-4D8E-B296-C3AFCE127600}"/>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AED86B36-25A2-4761-A69C-FDA4C823412E}"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128003" name="Rectangle 186">
            <a:extLst>
              <a:ext uri="{FF2B5EF4-FFF2-40B4-BE49-F238E27FC236}">
                <a16:creationId xmlns:a16="http://schemas.microsoft.com/office/drawing/2014/main" id="{F01BA122-5B77-4A95-A68C-24B9796DABD1}"/>
              </a:ext>
            </a:extLst>
          </p:cNvPr>
          <p:cNvSpPr>
            <a:spLocks noChangeArrowheads="1"/>
          </p:cNvSpPr>
          <p:nvPr/>
        </p:nvSpPr>
        <p:spPr bwMode="auto">
          <a:xfrm>
            <a:off x="0" y="406400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endParaRPr lang="zh-CN" altLang="en-US">
              <a:latin typeface="Times New Roman" panose="02020603050405020304" pitchFamily="18" charset="0"/>
              <a:ea typeface="宋体" panose="02010600030101010101" pitchFamily="2" charset="-122"/>
            </a:endParaRPr>
          </a:p>
        </p:txBody>
      </p:sp>
      <p:pic>
        <p:nvPicPr>
          <p:cNvPr id="128004" name="Picture 6">
            <a:extLst>
              <a:ext uri="{FF2B5EF4-FFF2-40B4-BE49-F238E27FC236}">
                <a16:creationId xmlns:a16="http://schemas.microsoft.com/office/drawing/2014/main" id="{8C9501C9-9F3A-465E-9E14-BC064560D2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1013" y="547688"/>
            <a:ext cx="102870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24B1A271-73D2-43E7-BD2E-6E07643D1A3E}"/>
              </a:ext>
            </a:extLst>
          </p:cNvPr>
          <p:cNvSpPr>
            <a:spLocks noRot="1" noChangeAspect="1" noMove="1" noResize="1" noEditPoints="1" noAdjustHandles="1" noChangeArrowheads="1" noChangeShapeType="1" noTextEdit="1"/>
          </p:cNvSpPr>
          <p:nvPr/>
        </p:nvSpPr>
        <p:spPr>
          <a:xfrm>
            <a:off x="683568" y="2348880"/>
            <a:ext cx="7776864" cy="3283848"/>
          </a:xfrm>
          <a:prstGeom prst="rect">
            <a:avLst/>
          </a:prstGeom>
          <a:blipFill>
            <a:blip r:embed="rId4"/>
            <a:stretch>
              <a:fillRect l="-1176" t="-742" r="-1254" b="-2412"/>
            </a:stretch>
          </a:blipFill>
        </p:spPr>
        <p:txBody>
          <a:bodyPr/>
          <a:lstStyle/>
          <a:p>
            <a:pPr>
              <a:defRPr/>
            </a:pPr>
            <a:r>
              <a:rPr lang="zh-CN" altLang="en-US">
                <a:noFill/>
              </a:rPr>
              <a:t> </a:t>
            </a:r>
          </a:p>
        </p:txBody>
      </p:sp>
      <p:sp>
        <p:nvSpPr>
          <p:cNvPr id="128006" name="Text Box 2">
            <a:extLst>
              <a:ext uri="{FF2B5EF4-FFF2-40B4-BE49-F238E27FC236}">
                <a16:creationId xmlns:a16="http://schemas.microsoft.com/office/drawing/2014/main" id="{F22CA418-B3BF-4DFA-BBA9-8FDC607593D4}"/>
              </a:ext>
            </a:extLst>
          </p:cNvPr>
          <p:cNvSpPr txBox="1">
            <a:spLocks noChangeArrowheads="1"/>
          </p:cNvSpPr>
          <p:nvPr/>
        </p:nvSpPr>
        <p:spPr bwMode="auto">
          <a:xfrm>
            <a:off x="1258888" y="714375"/>
            <a:ext cx="669766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例 题</a:t>
            </a:r>
            <a:endParaRPr lang="en-US" altLang="zh-CN" sz="5400" b="1">
              <a:solidFill>
                <a:schemeClr val="bg1"/>
              </a:solidFill>
              <a:latin typeface="宋体" panose="02010600030101010101" pitchFamily="2" charset="-122"/>
              <a:ea typeface="宋体" panose="02010600030101010101" pitchFamily="2" charset="-122"/>
            </a:endParaRPr>
          </a:p>
        </p:txBody>
      </p:sp>
    </p:spTree>
  </p:cSld>
  <p:clrMapOvr>
    <a:masterClrMapping/>
  </p:clrMapOvr>
  <p:transition spd="med">
    <p:wipe dir="r"/>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日期占位符 3">
            <a:extLst>
              <a:ext uri="{FF2B5EF4-FFF2-40B4-BE49-F238E27FC236}">
                <a16:creationId xmlns:a16="http://schemas.microsoft.com/office/drawing/2014/main" id="{2506BC7C-6880-4437-A2AD-3E6258AD6630}"/>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BF785353-8A21-4093-961E-5FD985700F2D}"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129027" name="Rectangle 186">
            <a:extLst>
              <a:ext uri="{FF2B5EF4-FFF2-40B4-BE49-F238E27FC236}">
                <a16:creationId xmlns:a16="http://schemas.microsoft.com/office/drawing/2014/main" id="{AEB7E9FD-69DA-4DA1-9CEB-8C6A72B4DE5B}"/>
              </a:ext>
            </a:extLst>
          </p:cNvPr>
          <p:cNvSpPr>
            <a:spLocks noChangeArrowheads="1"/>
          </p:cNvSpPr>
          <p:nvPr/>
        </p:nvSpPr>
        <p:spPr bwMode="auto">
          <a:xfrm>
            <a:off x="0" y="406400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endParaRPr lang="zh-CN" altLang="en-US">
              <a:latin typeface="Times New Roman" panose="02020603050405020304" pitchFamily="18" charset="0"/>
              <a:ea typeface="宋体" panose="02010600030101010101" pitchFamily="2" charset="-122"/>
            </a:endParaRPr>
          </a:p>
        </p:txBody>
      </p:sp>
      <p:pic>
        <p:nvPicPr>
          <p:cNvPr id="129028" name="Picture 6">
            <a:extLst>
              <a:ext uri="{FF2B5EF4-FFF2-40B4-BE49-F238E27FC236}">
                <a16:creationId xmlns:a16="http://schemas.microsoft.com/office/drawing/2014/main" id="{5AC85F38-3EC3-4515-BFED-B329B1A164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1013" y="547688"/>
            <a:ext cx="102870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9029" name="图片 2">
            <a:extLst>
              <a:ext uri="{FF2B5EF4-FFF2-40B4-BE49-F238E27FC236}">
                <a16:creationId xmlns:a16="http://schemas.microsoft.com/office/drawing/2014/main" id="{024EA687-D5E8-41CA-A7C8-AB887D7457E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0113" y="3068638"/>
            <a:ext cx="7646987" cy="278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3">
            <a:extLst>
              <a:ext uri="{FF2B5EF4-FFF2-40B4-BE49-F238E27FC236}">
                <a16:creationId xmlns:a16="http://schemas.microsoft.com/office/drawing/2014/main" id="{F65ACC4F-C943-427A-A781-E7A553142EAC}"/>
              </a:ext>
            </a:extLst>
          </p:cNvPr>
          <p:cNvSpPr/>
          <p:nvPr/>
        </p:nvSpPr>
        <p:spPr>
          <a:xfrm>
            <a:off x="539750" y="2236788"/>
            <a:ext cx="7127875" cy="584200"/>
          </a:xfrm>
          <a:prstGeom prst="rect">
            <a:avLst/>
          </a:prstGeom>
          <a:solidFill>
            <a:schemeClr val="bg1"/>
          </a:solidFill>
          <a:ln>
            <a:solidFill>
              <a:schemeClr val="bg1"/>
            </a:solidFill>
          </a:ln>
        </p:spPr>
        <p:txBody>
          <a:bodyPr>
            <a:spAutoFit/>
          </a:bodyPr>
          <a:lstStyle/>
          <a:p>
            <a:pPr>
              <a:defRPr/>
            </a:pPr>
            <a:r>
              <a:rPr lang="zh-CN" altLang="zh-CN" b="1" kern="100" dirty="0">
                <a:solidFill>
                  <a:schemeClr val="tx1"/>
                </a:solidFill>
                <a:ea typeface="宋体" panose="02010600030101010101" pitchFamily="2" charset="-122"/>
                <a:cs typeface="Times New Roman" panose="02020603050405020304" pitchFamily="18" charset="0"/>
              </a:rPr>
              <a:t>该</a:t>
            </a:r>
            <a:r>
              <a:rPr lang="zh-CN" altLang="en-US" b="1" kern="100" dirty="0">
                <a:solidFill>
                  <a:schemeClr val="tx1"/>
                </a:solidFill>
                <a:ea typeface="宋体" panose="02010600030101010101" pitchFamily="2" charset="-122"/>
                <a:cs typeface="Times New Roman" panose="02020603050405020304" pitchFamily="18" charset="0"/>
              </a:rPr>
              <a:t>偏序</a:t>
            </a:r>
            <a:r>
              <a:rPr lang="zh-CN" altLang="zh-CN" b="1" kern="100" dirty="0">
                <a:solidFill>
                  <a:schemeClr val="tx1"/>
                </a:solidFill>
                <a:ea typeface="宋体" panose="02010600030101010101" pitchFamily="2" charset="-122"/>
                <a:cs typeface="Times New Roman" panose="02020603050405020304" pitchFamily="18" charset="0"/>
              </a:rPr>
              <a:t>关系的关系矩阵和关系图</a:t>
            </a:r>
            <a:r>
              <a:rPr lang="zh-CN" altLang="en-US" b="1" kern="100" dirty="0">
                <a:solidFill>
                  <a:schemeClr val="tx1"/>
                </a:solidFill>
                <a:ea typeface="宋体" panose="02010600030101010101" pitchFamily="2" charset="-122"/>
                <a:cs typeface="Times New Roman" panose="02020603050405020304" pitchFamily="18" charset="0"/>
              </a:rPr>
              <a:t>如下：</a:t>
            </a:r>
            <a:endParaRPr lang="zh-CN" altLang="en-US" b="1" dirty="0">
              <a:solidFill>
                <a:schemeClr val="tx1"/>
              </a:solidFill>
            </a:endParaRPr>
          </a:p>
        </p:txBody>
      </p:sp>
      <p:sp>
        <p:nvSpPr>
          <p:cNvPr id="129031" name="Text Box 2">
            <a:extLst>
              <a:ext uri="{FF2B5EF4-FFF2-40B4-BE49-F238E27FC236}">
                <a16:creationId xmlns:a16="http://schemas.microsoft.com/office/drawing/2014/main" id="{BB6DF15B-3C13-4372-B2C4-3D1B411D726A}"/>
              </a:ext>
            </a:extLst>
          </p:cNvPr>
          <p:cNvSpPr txBox="1">
            <a:spLocks noChangeArrowheads="1"/>
          </p:cNvSpPr>
          <p:nvPr/>
        </p:nvSpPr>
        <p:spPr bwMode="auto">
          <a:xfrm>
            <a:off x="1258888" y="714375"/>
            <a:ext cx="669766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例 题</a:t>
            </a:r>
            <a:endParaRPr lang="en-US" altLang="zh-CN" sz="5400" b="1">
              <a:solidFill>
                <a:schemeClr val="bg1"/>
              </a:solidFill>
              <a:latin typeface="宋体" panose="02010600030101010101" pitchFamily="2" charset="-122"/>
              <a:ea typeface="宋体" panose="02010600030101010101" pitchFamily="2" charset="-122"/>
            </a:endParaRPr>
          </a:p>
        </p:txBody>
      </p:sp>
    </p:spTree>
  </p:cSld>
  <p:clrMapOvr>
    <a:masterClrMapping/>
  </p:clrMapOvr>
  <p:transition spd="med">
    <p:wipe dir="r"/>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日期占位符 3">
            <a:extLst>
              <a:ext uri="{FF2B5EF4-FFF2-40B4-BE49-F238E27FC236}">
                <a16:creationId xmlns:a16="http://schemas.microsoft.com/office/drawing/2014/main" id="{CE95C6F8-7006-4A66-86C0-36AE1823C5E6}"/>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5AD16386-4A6F-436A-AB2A-C0440BFC4F26}"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130051" name="Rectangle 186">
            <a:extLst>
              <a:ext uri="{FF2B5EF4-FFF2-40B4-BE49-F238E27FC236}">
                <a16:creationId xmlns:a16="http://schemas.microsoft.com/office/drawing/2014/main" id="{BB2D4E97-BBD3-46DC-9159-0A86E07DFC40}"/>
              </a:ext>
            </a:extLst>
          </p:cNvPr>
          <p:cNvSpPr>
            <a:spLocks noChangeArrowheads="1"/>
          </p:cNvSpPr>
          <p:nvPr/>
        </p:nvSpPr>
        <p:spPr bwMode="auto">
          <a:xfrm>
            <a:off x="0" y="406400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endParaRPr lang="zh-CN" altLang="en-US">
              <a:latin typeface="Times New Roman" panose="02020603050405020304" pitchFamily="18" charset="0"/>
              <a:ea typeface="宋体" panose="02010600030101010101" pitchFamily="2" charset="-122"/>
            </a:endParaRPr>
          </a:p>
        </p:txBody>
      </p:sp>
      <p:pic>
        <p:nvPicPr>
          <p:cNvPr id="130052" name="Picture 6">
            <a:extLst>
              <a:ext uri="{FF2B5EF4-FFF2-40B4-BE49-F238E27FC236}">
                <a16:creationId xmlns:a16="http://schemas.microsoft.com/office/drawing/2014/main" id="{64A1A8A6-C4B6-4B71-8081-F6B539360B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1013" y="547688"/>
            <a:ext cx="102870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0053" name="Text Box 2">
            <a:extLst>
              <a:ext uri="{FF2B5EF4-FFF2-40B4-BE49-F238E27FC236}">
                <a16:creationId xmlns:a16="http://schemas.microsoft.com/office/drawing/2014/main" id="{3E0E1E5F-E006-44DA-BB2D-EC418FA75C63}"/>
              </a:ext>
            </a:extLst>
          </p:cNvPr>
          <p:cNvSpPr txBox="1">
            <a:spLocks noChangeArrowheads="1"/>
          </p:cNvSpPr>
          <p:nvPr/>
        </p:nvSpPr>
        <p:spPr bwMode="auto">
          <a:xfrm>
            <a:off x="1258888" y="714375"/>
            <a:ext cx="669766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拟序关系</a:t>
            </a:r>
            <a:endParaRPr lang="en-US" altLang="zh-CN" sz="5400" b="1">
              <a:solidFill>
                <a:schemeClr val="bg1"/>
              </a:solidFill>
              <a:latin typeface="宋体" panose="02010600030101010101" pitchFamily="2" charset="-122"/>
              <a:ea typeface="宋体" panose="02010600030101010101" pitchFamily="2" charset="-122"/>
            </a:endParaRPr>
          </a:p>
        </p:txBody>
      </p:sp>
      <p:sp>
        <p:nvSpPr>
          <p:cNvPr id="2" name="矩形 1">
            <a:extLst>
              <a:ext uri="{FF2B5EF4-FFF2-40B4-BE49-F238E27FC236}">
                <a16:creationId xmlns:a16="http://schemas.microsoft.com/office/drawing/2014/main" id="{6848B84E-6125-43C9-BDA5-3FC4A5D5D9FB}"/>
              </a:ext>
            </a:extLst>
          </p:cNvPr>
          <p:cNvSpPr>
            <a:spLocks noRot="1" noChangeAspect="1" noMove="1" noResize="1" noEditPoints="1" noAdjustHandles="1" noChangeArrowheads="1" noChangeShapeType="1" noTextEdit="1"/>
          </p:cNvSpPr>
          <p:nvPr/>
        </p:nvSpPr>
        <p:spPr>
          <a:xfrm>
            <a:off x="431538" y="1844824"/>
            <a:ext cx="8280920" cy="4248855"/>
          </a:xfrm>
          <a:prstGeom prst="rect">
            <a:avLst/>
          </a:prstGeom>
          <a:blipFill>
            <a:blip r:embed="rId4"/>
            <a:stretch>
              <a:fillRect l="-1178" t="-717" r="-1105" b="-1722"/>
            </a:stretch>
          </a:blipFill>
        </p:spPr>
        <p:txBody>
          <a:bodyPr/>
          <a:lstStyle/>
          <a:p>
            <a:pPr>
              <a:defRPr/>
            </a:pPr>
            <a:r>
              <a:rPr lang="zh-CN" altLang="en-US">
                <a:noFill/>
              </a:rPr>
              <a:t> </a:t>
            </a:r>
          </a:p>
        </p:txBody>
      </p:sp>
    </p:spTree>
  </p:cSld>
  <p:clrMapOvr>
    <a:masterClrMapping/>
  </p:clrMapOvr>
  <p:transition spd="med">
    <p:wipe dir="r"/>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日期占位符 3">
            <a:extLst>
              <a:ext uri="{FF2B5EF4-FFF2-40B4-BE49-F238E27FC236}">
                <a16:creationId xmlns:a16="http://schemas.microsoft.com/office/drawing/2014/main" id="{E4ABDE91-5707-4FFB-9CCD-2984D01E7526}"/>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10ED835A-41F0-41DB-8FCD-E73864A82699}"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131075" name="Rectangle 186">
            <a:extLst>
              <a:ext uri="{FF2B5EF4-FFF2-40B4-BE49-F238E27FC236}">
                <a16:creationId xmlns:a16="http://schemas.microsoft.com/office/drawing/2014/main" id="{41E824EA-D214-4FC1-98C3-BE59C7132CDB}"/>
              </a:ext>
            </a:extLst>
          </p:cNvPr>
          <p:cNvSpPr>
            <a:spLocks noChangeArrowheads="1"/>
          </p:cNvSpPr>
          <p:nvPr/>
        </p:nvSpPr>
        <p:spPr bwMode="auto">
          <a:xfrm>
            <a:off x="0" y="406400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endParaRPr lang="zh-CN" altLang="en-US">
              <a:latin typeface="Times New Roman" panose="02020603050405020304" pitchFamily="18" charset="0"/>
              <a:ea typeface="宋体" panose="02010600030101010101" pitchFamily="2" charset="-122"/>
            </a:endParaRPr>
          </a:p>
        </p:txBody>
      </p:sp>
      <p:pic>
        <p:nvPicPr>
          <p:cNvPr id="131076" name="Picture 6">
            <a:extLst>
              <a:ext uri="{FF2B5EF4-FFF2-40B4-BE49-F238E27FC236}">
                <a16:creationId xmlns:a16="http://schemas.microsoft.com/office/drawing/2014/main" id="{D5DF26CC-5738-4891-A97D-498CD7F3FF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1013" y="547688"/>
            <a:ext cx="102870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1077" name="Text Box 2">
            <a:extLst>
              <a:ext uri="{FF2B5EF4-FFF2-40B4-BE49-F238E27FC236}">
                <a16:creationId xmlns:a16="http://schemas.microsoft.com/office/drawing/2014/main" id="{7930CD14-3782-4B88-85E9-AA81F19668AF}"/>
              </a:ext>
            </a:extLst>
          </p:cNvPr>
          <p:cNvSpPr txBox="1">
            <a:spLocks noChangeArrowheads="1"/>
          </p:cNvSpPr>
          <p:nvPr/>
        </p:nvSpPr>
        <p:spPr bwMode="auto">
          <a:xfrm>
            <a:off x="1258888" y="714375"/>
            <a:ext cx="6697662" cy="83026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4800" b="1">
                <a:solidFill>
                  <a:schemeClr val="bg1"/>
                </a:solidFill>
                <a:latin typeface="宋体" panose="02010600030101010101" pitchFamily="2" charset="-122"/>
                <a:ea typeface="宋体" panose="02010600030101010101" pitchFamily="2" charset="-122"/>
              </a:rPr>
              <a:t> 拟序关系概念要点</a:t>
            </a:r>
            <a:endParaRPr lang="en-US" altLang="zh-CN" sz="4800" b="1">
              <a:solidFill>
                <a:schemeClr val="bg1"/>
              </a:solidFill>
              <a:latin typeface="宋体" panose="02010600030101010101" pitchFamily="2" charset="-122"/>
              <a:ea typeface="宋体" panose="02010600030101010101" pitchFamily="2" charset="-122"/>
            </a:endParaRPr>
          </a:p>
        </p:txBody>
      </p:sp>
      <p:sp>
        <p:nvSpPr>
          <p:cNvPr id="3" name="矩形 2">
            <a:extLst>
              <a:ext uri="{FF2B5EF4-FFF2-40B4-BE49-F238E27FC236}">
                <a16:creationId xmlns:a16="http://schemas.microsoft.com/office/drawing/2014/main" id="{4F0BB4CE-260B-436C-8DB2-F0CC942FFA7B}"/>
              </a:ext>
            </a:extLst>
          </p:cNvPr>
          <p:cNvSpPr>
            <a:spLocks noRot="1" noChangeAspect="1" noMove="1" noResize="1" noEditPoints="1" noAdjustHandles="1" noChangeArrowheads="1" noChangeShapeType="1" noTextEdit="1"/>
          </p:cNvSpPr>
          <p:nvPr/>
        </p:nvSpPr>
        <p:spPr>
          <a:xfrm>
            <a:off x="539552" y="1844824"/>
            <a:ext cx="7848872" cy="3907095"/>
          </a:xfrm>
          <a:prstGeom prst="rect">
            <a:avLst/>
          </a:prstGeom>
          <a:blipFill>
            <a:blip r:embed="rId4"/>
            <a:stretch>
              <a:fillRect l="-1243" r="-1166" b="-2028"/>
            </a:stretch>
          </a:blipFill>
        </p:spPr>
        <p:txBody>
          <a:bodyPr/>
          <a:lstStyle/>
          <a:p>
            <a:pPr>
              <a:defRPr/>
            </a:pPr>
            <a:r>
              <a:rPr lang="zh-CN" altLang="en-US">
                <a:noFill/>
              </a:rPr>
              <a:t> </a:t>
            </a:r>
          </a:p>
        </p:txBody>
      </p:sp>
    </p:spTree>
  </p:cSld>
  <p:clrMapOvr>
    <a:masterClrMapping/>
  </p:clrMapOvr>
  <p:transition spd="med">
    <p:wipe dir="r"/>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日期占位符 3">
            <a:extLst>
              <a:ext uri="{FF2B5EF4-FFF2-40B4-BE49-F238E27FC236}">
                <a16:creationId xmlns:a16="http://schemas.microsoft.com/office/drawing/2014/main" id="{0D5C4A6F-04BA-47BA-9E9B-6969857715D7}"/>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333C13B6-8C25-41AD-8E61-E88C3C53F9AF}"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132099" name="Rectangle 186">
            <a:extLst>
              <a:ext uri="{FF2B5EF4-FFF2-40B4-BE49-F238E27FC236}">
                <a16:creationId xmlns:a16="http://schemas.microsoft.com/office/drawing/2014/main" id="{4129CD5B-0CD5-40A2-ABDF-EE5158FF3174}"/>
              </a:ext>
            </a:extLst>
          </p:cNvPr>
          <p:cNvSpPr>
            <a:spLocks noChangeArrowheads="1"/>
          </p:cNvSpPr>
          <p:nvPr/>
        </p:nvSpPr>
        <p:spPr bwMode="auto">
          <a:xfrm>
            <a:off x="0" y="406400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endParaRPr lang="zh-CN" altLang="en-US">
              <a:latin typeface="Times New Roman" panose="02020603050405020304" pitchFamily="18" charset="0"/>
              <a:ea typeface="宋体" panose="02010600030101010101" pitchFamily="2" charset="-122"/>
            </a:endParaRPr>
          </a:p>
        </p:txBody>
      </p:sp>
      <p:sp>
        <p:nvSpPr>
          <p:cNvPr id="132100" name="Text Box 2">
            <a:extLst>
              <a:ext uri="{FF2B5EF4-FFF2-40B4-BE49-F238E27FC236}">
                <a16:creationId xmlns:a16="http://schemas.microsoft.com/office/drawing/2014/main" id="{8D24682E-2CFF-4C1D-B144-57E929FD25DB}"/>
              </a:ext>
            </a:extLst>
          </p:cNvPr>
          <p:cNvSpPr txBox="1">
            <a:spLocks noChangeArrowheads="1"/>
          </p:cNvSpPr>
          <p:nvPr/>
        </p:nvSpPr>
        <p:spPr bwMode="auto">
          <a:xfrm>
            <a:off x="1258888" y="765175"/>
            <a:ext cx="6624637" cy="82391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4800" b="1">
                <a:solidFill>
                  <a:schemeClr val="bg1"/>
                </a:solidFill>
                <a:latin typeface="宋体" panose="02010600030101010101" pitchFamily="2" charset="-122"/>
                <a:ea typeface="宋体" panose="02010600030101010101" pitchFamily="2" charset="-122"/>
              </a:rPr>
              <a:t> 偏序关系图的化简</a:t>
            </a:r>
            <a:endParaRPr lang="en-US" altLang="zh-CN" sz="4800" b="1">
              <a:solidFill>
                <a:schemeClr val="bg1"/>
              </a:solidFill>
              <a:latin typeface="宋体" panose="02010600030101010101" pitchFamily="2" charset="-122"/>
              <a:ea typeface="宋体" panose="02010600030101010101" pitchFamily="2" charset="-122"/>
            </a:endParaRPr>
          </a:p>
        </p:txBody>
      </p:sp>
      <p:pic>
        <p:nvPicPr>
          <p:cNvPr id="132101" name="Picture 6">
            <a:extLst>
              <a:ext uri="{FF2B5EF4-FFF2-40B4-BE49-F238E27FC236}">
                <a16:creationId xmlns:a16="http://schemas.microsoft.com/office/drawing/2014/main" id="{EB76AE98-9E04-4506-B9A3-B99AB9B6CE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1013" y="547688"/>
            <a:ext cx="102870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2102" name="Picture 8" descr="QQ截图20151103143638">
            <a:extLst>
              <a:ext uri="{FF2B5EF4-FFF2-40B4-BE49-F238E27FC236}">
                <a16:creationId xmlns:a16="http://schemas.microsoft.com/office/drawing/2014/main" id="{AA1CB6A0-7F3C-4646-8602-AE22BACA408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5650" y="1962150"/>
            <a:ext cx="7969250" cy="399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日期占位符 3">
            <a:extLst>
              <a:ext uri="{FF2B5EF4-FFF2-40B4-BE49-F238E27FC236}">
                <a16:creationId xmlns:a16="http://schemas.microsoft.com/office/drawing/2014/main" id="{2DF8C718-207F-4476-AE31-CB5E295C0822}"/>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F5BD9CEB-6778-4AE0-BEBB-DF19EEAA6597}"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133123" name="Rectangle 186">
            <a:extLst>
              <a:ext uri="{FF2B5EF4-FFF2-40B4-BE49-F238E27FC236}">
                <a16:creationId xmlns:a16="http://schemas.microsoft.com/office/drawing/2014/main" id="{3CB97EC1-3ABD-42F7-BF5D-D4DF6B98EC4D}"/>
              </a:ext>
            </a:extLst>
          </p:cNvPr>
          <p:cNvSpPr>
            <a:spLocks noChangeArrowheads="1"/>
          </p:cNvSpPr>
          <p:nvPr/>
        </p:nvSpPr>
        <p:spPr bwMode="auto">
          <a:xfrm>
            <a:off x="0" y="406400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endParaRPr lang="zh-CN" altLang="en-US">
              <a:latin typeface="Times New Roman" panose="02020603050405020304" pitchFamily="18" charset="0"/>
              <a:ea typeface="宋体" panose="02010600030101010101" pitchFamily="2" charset="-122"/>
            </a:endParaRPr>
          </a:p>
        </p:txBody>
      </p:sp>
      <p:pic>
        <p:nvPicPr>
          <p:cNvPr id="133124" name="Picture 6">
            <a:extLst>
              <a:ext uri="{FF2B5EF4-FFF2-40B4-BE49-F238E27FC236}">
                <a16:creationId xmlns:a16="http://schemas.microsoft.com/office/drawing/2014/main" id="{66E1037E-DBAA-4EA1-AE03-E7D00DEF68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1013" y="547688"/>
            <a:ext cx="102870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25" name="Text Box 2">
            <a:extLst>
              <a:ext uri="{FF2B5EF4-FFF2-40B4-BE49-F238E27FC236}">
                <a16:creationId xmlns:a16="http://schemas.microsoft.com/office/drawing/2014/main" id="{CC973CE5-0CFB-46BA-B295-3BC7C5734314}"/>
              </a:ext>
            </a:extLst>
          </p:cNvPr>
          <p:cNvSpPr txBox="1">
            <a:spLocks noChangeArrowheads="1"/>
          </p:cNvSpPr>
          <p:nvPr/>
        </p:nvSpPr>
        <p:spPr bwMode="auto">
          <a:xfrm>
            <a:off x="1258888" y="765175"/>
            <a:ext cx="6624637" cy="82391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4800" b="1">
                <a:solidFill>
                  <a:schemeClr val="bg1"/>
                </a:solidFill>
                <a:latin typeface="宋体" panose="02010600030101010101" pitchFamily="2" charset="-122"/>
                <a:ea typeface="宋体" panose="02010600030101010101" pitchFamily="2" charset="-122"/>
              </a:rPr>
              <a:t> 偏序关系图的化简</a:t>
            </a:r>
            <a:endParaRPr lang="en-US" altLang="zh-CN" sz="4800" b="1">
              <a:solidFill>
                <a:schemeClr val="bg1"/>
              </a:solidFill>
              <a:latin typeface="宋体" panose="02010600030101010101" pitchFamily="2" charset="-122"/>
              <a:ea typeface="宋体" panose="02010600030101010101" pitchFamily="2" charset="-122"/>
            </a:endParaRPr>
          </a:p>
        </p:txBody>
      </p:sp>
      <p:pic>
        <p:nvPicPr>
          <p:cNvPr id="133126" name="Picture 9" descr="QQ截图20151103144059">
            <a:extLst>
              <a:ext uri="{FF2B5EF4-FFF2-40B4-BE49-F238E27FC236}">
                <a16:creationId xmlns:a16="http://schemas.microsoft.com/office/drawing/2014/main" id="{1424F269-D3BA-4310-89CA-94EEC86BDB0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0113" y="1912938"/>
            <a:ext cx="7489825" cy="414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日期占位符 3">
            <a:extLst>
              <a:ext uri="{FF2B5EF4-FFF2-40B4-BE49-F238E27FC236}">
                <a16:creationId xmlns:a16="http://schemas.microsoft.com/office/drawing/2014/main" id="{F32F1DE8-A2E3-4744-83BC-F7428285E18B}"/>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D82799F2-1F26-4724-9C5C-0905372B7087}"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134147" name="Rectangle 186">
            <a:extLst>
              <a:ext uri="{FF2B5EF4-FFF2-40B4-BE49-F238E27FC236}">
                <a16:creationId xmlns:a16="http://schemas.microsoft.com/office/drawing/2014/main" id="{BAA4BB7E-C5AE-48F3-9348-914057A5D646}"/>
              </a:ext>
            </a:extLst>
          </p:cNvPr>
          <p:cNvSpPr>
            <a:spLocks noChangeArrowheads="1"/>
          </p:cNvSpPr>
          <p:nvPr/>
        </p:nvSpPr>
        <p:spPr bwMode="auto">
          <a:xfrm>
            <a:off x="0" y="406400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endParaRPr lang="zh-CN" altLang="en-US">
              <a:latin typeface="Times New Roman" panose="02020603050405020304" pitchFamily="18" charset="0"/>
              <a:ea typeface="宋体" panose="02010600030101010101" pitchFamily="2" charset="-122"/>
            </a:endParaRPr>
          </a:p>
        </p:txBody>
      </p:sp>
      <p:sp>
        <p:nvSpPr>
          <p:cNvPr id="134148" name="Text Box 2">
            <a:extLst>
              <a:ext uri="{FF2B5EF4-FFF2-40B4-BE49-F238E27FC236}">
                <a16:creationId xmlns:a16="http://schemas.microsoft.com/office/drawing/2014/main" id="{3CE72022-2F01-4C4C-A9AA-31E3369B300A}"/>
              </a:ext>
            </a:extLst>
          </p:cNvPr>
          <p:cNvSpPr txBox="1">
            <a:spLocks noChangeArrowheads="1"/>
          </p:cNvSpPr>
          <p:nvPr/>
        </p:nvSpPr>
        <p:spPr bwMode="auto">
          <a:xfrm>
            <a:off x="1258888" y="692150"/>
            <a:ext cx="669766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例 题</a:t>
            </a:r>
            <a:endParaRPr lang="en-US" altLang="zh-CN" sz="5400" b="1">
              <a:solidFill>
                <a:schemeClr val="bg1"/>
              </a:solidFill>
              <a:latin typeface="宋体" panose="02010600030101010101" pitchFamily="2" charset="-122"/>
              <a:ea typeface="宋体" panose="02010600030101010101" pitchFamily="2" charset="-122"/>
            </a:endParaRPr>
          </a:p>
        </p:txBody>
      </p:sp>
      <p:pic>
        <p:nvPicPr>
          <p:cNvPr id="134149" name="Picture 6">
            <a:extLst>
              <a:ext uri="{FF2B5EF4-FFF2-40B4-BE49-F238E27FC236}">
                <a16:creationId xmlns:a16="http://schemas.microsoft.com/office/drawing/2014/main" id="{B29E7E12-6ED0-49D9-9FAD-0B6973BC5A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1013" y="547688"/>
            <a:ext cx="102870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84C07A27-575A-469B-96F6-1F1708648346}"/>
              </a:ext>
            </a:extLst>
          </p:cNvPr>
          <p:cNvSpPr>
            <a:spLocks noRot="1" noChangeAspect="1" noMove="1" noResize="1" noEditPoints="1" noAdjustHandles="1" noChangeArrowheads="1" noChangeShapeType="1" noTextEdit="1"/>
          </p:cNvSpPr>
          <p:nvPr/>
        </p:nvSpPr>
        <p:spPr>
          <a:xfrm>
            <a:off x="251520" y="1929097"/>
            <a:ext cx="8424936" cy="4197367"/>
          </a:xfrm>
          <a:prstGeom prst="rect">
            <a:avLst/>
          </a:prstGeom>
          <a:blipFill>
            <a:blip r:embed="rId4"/>
            <a:stretch>
              <a:fillRect l="-1085" t="-581" r="-1158" b="-1887"/>
            </a:stretch>
          </a:blipFill>
        </p:spPr>
        <p:txBody>
          <a:bodyPr/>
          <a:lstStyle/>
          <a:p>
            <a:pPr>
              <a:defRPr/>
            </a:pPr>
            <a:r>
              <a:rPr lang="zh-CN" altLang="en-US">
                <a:noFill/>
              </a:rPr>
              <a:t> </a:t>
            </a:r>
          </a:p>
        </p:txBody>
      </p:sp>
    </p:spTree>
  </p:cSld>
  <p:clrMapOvr>
    <a:masterClrMapping/>
  </p:clrMapOvr>
  <p:transition spd="med">
    <p:wipe dir="r"/>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日期占位符 3">
            <a:extLst>
              <a:ext uri="{FF2B5EF4-FFF2-40B4-BE49-F238E27FC236}">
                <a16:creationId xmlns:a16="http://schemas.microsoft.com/office/drawing/2014/main" id="{7659BCEF-752C-4E36-8794-EEF79D678F88}"/>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6E7B5669-BBFF-43A2-BFCE-67083B4E906E}"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135171" name="Rectangle 186">
            <a:extLst>
              <a:ext uri="{FF2B5EF4-FFF2-40B4-BE49-F238E27FC236}">
                <a16:creationId xmlns:a16="http://schemas.microsoft.com/office/drawing/2014/main" id="{5D1E6ED9-66B3-4350-AA67-FA3B0D798C08}"/>
              </a:ext>
            </a:extLst>
          </p:cNvPr>
          <p:cNvSpPr>
            <a:spLocks noChangeArrowheads="1"/>
          </p:cNvSpPr>
          <p:nvPr/>
        </p:nvSpPr>
        <p:spPr bwMode="auto">
          <a:xfrm>
            <a:off x="0" y="406400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endParaRPr lang="zh-CN" altLang="en-US">
              <a:latin typeface="Times New Roman" panose="02020603050405020304" pitchFamily="18" charset="0"/>
              <a:ea typeface="宋体" panose="02010600030101010101" pitchFamily="2" charset="-122"/>
            </a:endParaRPr>
          </a:p>
        </p:txBody>
      </p:sp>
      <p:sp>
        <p:nvSpPr>
          <p:cNvPr id="135172" name="Text Box 2">
            <a:extLst>
              <a:ext uri="{FF2B5EF4-FFF2-40B4-BE49-F238E27FC236}">
                <a16:creationId xmlns:a16="http://schemas.microsoft.com/office/drawing/2014/main" id="{14283EAC-569D-48F5-B5C8-16AED012FE4E}"/>
              </a:ext>
            </a:extLst>
          </p:cNvPr>
          <p:cNvSpPr txBox="1">
            <a:spLocks noChangeArrowheads="1"/>
          </p:cNvSpPr>
          <p:nvPr/>
        </p:nvSpPr>
        <p:spPr bwMode="auto">
          <a:xfrm>
            <a:off x="1258888" y="692150"/>
            <a:ext cx="669766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例 题</a:t>
            </a:r>
            <a:endParaRPr lang="en-US" altLang="zh-CN" sz="5400" b="1">
              <a:solidFill>
                <a:schemeClr val="bg1"/>
              </a:solidFill>
              <a:latin typeface="宋体" panose="02010600030101010101" pitchFamily="2" charset="-122"/>
              <a:ea typeface="宋体" panose="02010600030101010101" pitchFamily="2" charset="-122"/>
            </a:endParaRPr>
          </a:p>
        </p:txBody>
      </p:sp>
      <p:pic>
        <p:nvPicPr>
          <p:cNvPr id="135173" name="Picture 6">
            <a:extLst>
              <a:ext uri="{FF2B5EF4-FFF2-40B4-BE49-F238E27FC236}">
                <a16:creationId xmlns:a16="http://schemas.microsoft.com/office/drawing/2014/main" id="{07F2BE39-09A0-4AFA-B919-B16A620D66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1013" y="547688"/>
            <a:ext cx="102870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5174" name="Picture 8" descr="QQ截图20151103150004">
            <a:extLst>
              <a:ext uri="{FF2B5EF4-FFF2-40B4-BE49-F238E27FC236}">
                <a16:creationId xmlns:a16="http://schemas.microsoft.com/office/drawing/2014/main" id="{2E45AEC5-EA1B-4F2B-B656-41B42D2B176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2275" y="2487613"/>
            <a:ext cx="6119813" cy="368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5879207A-C185-488B-AE56-48DCEE5201A9}"/>
              </a:ext>
            </a:extLst>
          </p:cNvPr>
          <p:cNvSpPr>
            <a:spLocks noRot="1" noChangeAspect="1" noMove="1" noResize="1" noEditPoints="1" noAdjustHandles="1" noChangeArrowheads="1" noChangeShapeType="1" noTextEdit="1"/>
          </p:cNvSpPr>
          <p:nvPr/>
        </p:nvSpPr>
        <p:spPr>
          <a:xfrm>
            <a:off x="611560" y="1772814"/>
            <a:ext cx="4968552" cy="584777"/>
          </a:xfrm>
          <a:prstGeom prst="rect">
            <a:avLst/>
          </a:prstGeom>
          <a:blipFill>
            <a:blip r:embed="rId5"/>
            <a:stretch>
              <a:fillRect l="-3067" t="-18750" b="-35417"/>
            </a:stretch>
          </a:blipFill>
        </p:spPr>
        <p:txBody>
          <a:bodyPr/>
          <a:lstStyle/>
          <a:p>
            <a:pPr>
              <a:defRPr/>
            </a:pPr>
            <a:r>
              <a:rPr lang="zh-CN" altLang="en-US">
                <a:noFill/>
              </a:rPr>
              <a:t> </a:t>
            </a:r>
          </a:p>
        </p:txBody>
      </p:sp>
    </p:spTree>
  </p:cSld>
  <p:clrMapOvr>
    <a:masterClrMapping/>
  </p:clrMapOvr>
  <p:transition spd="med">
    <p:wipe dir="r"/>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日期占位符 3">
            <a:extLst>
              <a:ext uri="{FF2B5EF4-FFF2-40B4-BE49-F238E27FC236}">
                <a16:creationId xmlns:a16="http://schemas.microsoft.com/office/drawing/2014/main" id="{F194FE9A-7C3A-4F3F-8783-43D06E55CA7C}"/>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1A93BC64-7D3B-49D2-B7AC-165BE0E84D8F}"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136195" name="Rectangle 186">
            <a:extLst>
              <a:ext uri="{FF2B5EF4-FFF2-40B4-BE49-F238E27FC236}">
                <a16:creationId xmlns:a16="http://schemas.microsoft.com/office/drawing/2014/main" id="{4B6A5C0A-00F9-4DDF-A39B-875FDAA1DF3B}"/>
              </a:ext>
            </a:extLst>
          </p:cNvPr>
          <p:cNvSpPr>
            <a:spLocks noChangeArrowheads="1"/>
          </p:cNvSpPr>
          <p:nvPr/>
        </p:nvSpPr>
        <p:spPr bwMode="auto">
          <a:xfrm>
            <a:off x="0" y="406400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endParaRPr lang="zh-CN" altLang="en-US">
              <a:latin typeface="Times New Roman" panose="02020603050405020304" pitchFamily="18" charset="0"/>
              <a:ea typeface="宋体" panose="02010600030101010101" pitchFamily="2" charset="-122"/>
            </a:endParaRPr>
          </a:p>
        </p:txBody>
      </p:sp>
      <p:pic>
        <p:nvPicPr>
          <p:cNvPr id="136196" name="Picture 6">
            <a:extLst>
              <a:ext uri="{FF2B5EF4-FFF2-40B4-BE49-F238E27FC236}">
                <a16:creationId xmlns:a16="http://schemas.microsoft.com/office/drawing/2014/main" id="{8635B94A-B5ED-4C9D-BF5A-ACCB1DC1D3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1013" y="547688"/>
            <a:ext cx="102870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6197" name="Text Box 2">
            <a:extLst>
              <a:ext uri="{FF2B5EF4-FFF2-40B4-BE49-F238E27FC236}">
                <a16:creationId xmlns:a16="http://schemas.microsoft.com/office/drawing/2014/main" id="{19DEA112-5D81-4689-B787-DBDB1F2D1F29}"/>
              </a:ext>
            </a:extLst>
          </p:cNvPr>
          <p:cNvSpPr txBox="1">
            <a:spLocks noChangeArrowheads="1"/>
          </p:cNvSpPr>
          <p:nvPr/>
        </p:nvSpPr>
        <p:spPr bwMode="auto">
          <a:xfrm>
            <a:off x="1258888" y="765175"/>
            <a:ext cx="6624637" cy="82391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4800" b="1">
                <a:solidFill>
                  <a:schemeClr val="bg1"/>
                </a:solidFill>
                <a:latin typeface="宋体" panose="02010600030101010101" pitchFamily="2" charset="-122"/>
                <a:ea typeface="宋体" panose="02010600030101010101" pitchFamily="2" charset="-122"/>
              </a:rPr>
              <a:t> 偏序关系图的化简</a:t>
            </a:r>
            <a:endParaRPr lang="en-US" altLang="zh-CN" sz="4800" b="1">
              <a:solidFill>
                <a:schemeClr val="bg1"/>
              </a:solidFill>
              <a:latin typeface="宋体" panose="02010600030101010101" pitchFamily="2" charset="-122"/>
              <a:ea typeface="宋体" panose="02010600030101010101" pitchFamily="2" charset="-122"/>
            </a:endParaRPr>
          </a:p>
        </p:txBody>
      </p:sp>
      <p:sp>
        <p:nvSpPr>
          <p:cNvPr id="3" name="矩形 2">
            <a:extLst>
              <a:ext uri="{FF2B5EF4-FFF2-40B4-BE49-F238E27FC236}">
                <a16:creationId xmlns:a16="http://schemas.microsoft.com/office/drawing/2014/main" id="{FA79C523-CEC2-4F02-9CC9-1CE6B1434911}"/>
              </a:ext>
            </a:extLst>
          </p:cNvPr>
          <p:cNvSpPr>
            <a:spLocks noRot="1" noChangeAspect="1" noMove="1" noResize="1" noEditPoints="1" noAdjustHandles="1" noChangeArrowheads="1" noChangeShapeType="1" noTextEdit="1"/>
          </p:cNvSpPr>
          <p:nvPr/>
        </p:nvSpPr>
        <p:spPr>
          <a:xfrm>
            <a:off x="214722" y="1844824"/>
            <a:ext cx="8712968" cy="3944285"/>
          </a:xfrm>
          <a:prstGeom prst="rect">
            <a:avLst/>
          </a:prstGeom>
          <a:blipFill>
            <a:blip r:embed="rId4"/>
            <a:stretch>
              <a:fillRect l="-1049" t="-155" r="-1049" b="-2009"/>
            </a:stretch>
          </a:blipFill>
        </p:spPr>
        <p:txBody>
          <a:bodyPr/>
          <a:lstStyle/>
          <a:p>
            <a:pPr>
              <a:defRPr/>
            </a:pPr>
            <a:r>
              <a:rPr lang="zh-CN" altLang="en-US">
                <a:noFill/>
              </a:rPr>
              <a:t> </a:t>
            </a:r>
          </a:p>
        </p:txBody>
      </p:sp>
    </p:spTree>
  </p:cSld>
  <p:clrMapOvr>
    <a:masterClrMapping/>
  </p:clrMapOvr>
  <p:transition spd="med">
    <p:wipe dir="r"/>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日期占位符 3">
            <a:extLst>
              <a:ext uri="{FF2B5EF4-FFF2-40B4-BE49-F238E27FC236}">
                <a16:creationId xmlns:a16="http://schemas.microsoft.com/office/drawing/2014/main" id="{9F43BC19-6690-4586-8977-85E01BC6BE60}"/>
              </a:ext>
            </a:extLst>
          </p:cNvPr>
          <p:cNvSpPr txBox="1">
            <a:spLocks noGrp="1" noChangeArrowheads="1"/>
          </p:cNvSpPr>
          <p:nvPr/>
        </p:nvSpPr>
        <p:spPr bwMode="auto">
          <a:xfrm>
            <a:off x="684213" y="64008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7B428D23-FCD4-4F14-B4F8-F4D5310ABBC9}"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137219" name="Text Box 2">
            <a:extLst>
              <a:ext uri="{FF2B5EF4-FFF2-40B4-BE49-F238E27FC236}">
                <a16:creationId xmlns:a16="http://schemas.microsoft.com/office/drawing/2014/main" id="{06FBC9E2-D6DF-4C14-88C7-12F86FAB0B31}"/>
              </a:ext>
            </a:extLst>
          </p:cNvPr>
          <p:cNvSpPr txBox="1">
            <a:spLocks noChangeArrowheads="1"/>
          </p:cNvSpPr>
          <p:nvPr/>
        </p:nvSpPr>
        <p:spPr bwMode="auto">
          <a:xfrm>
            <a:off x="1258888" y="714375"/>
            <a:ext cx="669766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例 题</a:t>
            </a:r>
            <a:endParaRPr lang="en-US" altLang="zh-CN" sz="5400" b="1">
              <a:solidFill>
                <a:schemeClr val="bg1"/>
              </a:solidFill>
              <a:latin typeface="宋体" panose="02010600030101010101" pitchFamily="2" charset="-122"/>
              <a:ea typeface="宋体" panose="02010600030101010101" pitchFamily="2" charset="-122"/>
            </a:endParaRPr>
          </a:p>
        </p:txBody>
      </p:sp>
      <p:pic>
        <p:nvPicPr>
          <p:cNvPr id="137220" name="Picture 6">
            <a:extLst>
              <a:ext uri="{FF2B5EF4-FFF2-40B4-BE49-F238E27FC236}">
                <a16:creationId xmlns:a16="http://schemas.microsoft.com/office/drawing/2014/main" id="{008761B7-00BE-4F0B-ADB9-8BEC613D79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1013" y="547688"/>
            <a:ext cx="102870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7221" name="图片 1">
            <a:extLst>
              <a:ext uri="{FF2B5EF4-FFF2-40B4-BE49-F238E27FC236}">
                <a16:creationId xmlns:a16="http://schemas.microsoft.com/office/drawing/2014/main" id="{02874133-2215-4DC7-A730-30D32F57339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1288" y="1809750"/>
            <a:ext cx="8861425" cy="4500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日期占位符 3">
            <a:extLst>
              <a:ext uri="{FF2B5EF4-FFF2-40B4-BE49-F238E27FC236}">
                <a16:creationId xmlns:a16="http://schemas.microsoft.com/office/drawing/2014/main" id="{CA9519BE-2C5A-4314-BD9A-7549FF1DE9CD}"/>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53BA626C-0163-4C21-89BA-988A3936E2FB}"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138243" name="Rectangle 186">
            <a:extLst>
              <a:ext uri="{FF2B5EF4-FFF2-40B4-BE49-F238E27FC236}">
                <a16:creationId xmlns:a16="http://schemas.microsoft.com/office/drawing/2014/main" id="{BAC4BFF0-B023-499A-AE42-D493407BCC3E}"/>
              </a:ext>
            </a:extLst>
          </p:cNvPr>
          <p:cNvSpPr>
            <a:spLocks noChangeArrowheads="1"/>
          </p:cNvSpPr>
          <p:nvPr/>
        </p:nvSpPr>
        <p:spPr bwMode="auto">
          <a:xfrm>
            <a:off x="0" y="407670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endParaRPr lang="zh-CN" altLang="en-US">
              <a:latin typeface="Times New Roman" panose="02020603050405020304" pitchFamily="18" charset="0"/>
              <a:ea typeface="宋体" panose="02010600030101010101" pitchFamily="2" charset="-122"/>
            </a:endParaRPr>
          </a:p>
        </p:txBody>
      </p:sp>
      <p:sp>
        <p:nvSpPr>
          <p:cNvPr id="138244" name="Text Box 2">
            <a:extLst>
              <a:ext uri="{FF2B5EF4-FFF2-40B4-BE49-F238E27FC236}">
                <a16:creationId xmlns:a16="http://schemas.microsoft.com/office/drawing/2014/main" id="{64366B95-341F-4339-A34A-CCBECE34BD63}"/>
              </a:ext>
            </a:extLst>
          </p:cNvPr>
          <p:cNvSpPr txBox="1">
            <a:spLocks noChangeArrowheads="1"/>
          </p:cNvSpPr>
          <p:nvPr/>
        </p:nvSpPr>
        <p:spPr bwMode="auto">
          <a:xfrm>
            <a:off x="1258888" y="785813"/>
            <a:ext cx="669766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例 题</a:t>
            </a:r>
            <a:endParaRPr lang="en-US" altLang="zh-CN" sz="5400" b="1">
              <a:solidFill>
                <a:schemeClr val="bg1"/>
              </a:solidFill>
              <a:latin typeface="宋体" panose="02010600030101010101" pitchFamily="2" charset="-122"/>
              <a:ea typeface="宋体" panose="02010600030101010101" pitchFamily="2" charset="-122"/>
            </a:endParaRPr>
          </a:p>
        </p:txBody>
      </p:sp>
      <p:pic>
        <p:nvPicPr>
          <p:cNvPr id="138245" name="Picture 6">
            <a:extLst>
              <a:ext uri="{FF2B5EF4-FFF2-40B4-BE49-F238E27FC236}">
                <a16:creationId xmlns:a16="http://schemas.microsoft.com/office/drawing/2014/main" id="{D6974FE5-6243-4924-A897-9A088529DB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1013" y="547688"/>
            <a:ext cx="102870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8246" name="图片 6">
            <a:extLst>
              <a:ext uri="{FF2B5EF4-FFF2-40B4-BE49-F238E27FC236}">
                <a16:creationId xmlns:a16="http://schemas.microsoft.com/office/drawing/2014/main" id="{0DB53164-6DE9-4CC6-8528-3F0B88271D4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925" y="1860550"/>
            <a:ext cx="8943975" cy="4465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日期占位符 3">
            <a:extLst>
              <a:ext uri="{FF2B5EF4-FFF2-40B4-BE49-F238E27FC236}">
                <a16:creationId xmlns:a16="http://schemas.microsoft.com/office/drawing/2014/main" id="{C27CF8B6-B76A-4FF7-892D-9F00DDCBC9CC}"/>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7B008E10-E492-433B-8D6E-29B0CF8F703D}" type="datetime1">
              <a:rPr lang="zh-CN" altLang="en-US" sz="1400" b="1">
                <a:latin typeface="Times New Roman" panose="02020603050405020304" pitchFamily="18" charset="0"/>
                <a:ea typeface="宋体" panose="02010600030101010101" pitchFamily="2" charset="-122"/>
              </a:rPr>
              <a:pPr eaLnBrk="1" hangingPunct="1">
                <a:spcBef>
                  <a:spcPct val="0"/>
                </a:spcBef>
                <a:buFontTx/>
                <a:buNone/>
              </a:pPr>
              <a:t>2020/9/7</a:t>
            </a:fld>
            <a:endParaRPr lang="zh-CN" altLang="en-US" sz="1400" b="1">
              <a:latin typeface="Times New Roman" panose="02020603050405020304" pitchFamily="18" charset="0"/>
              <a:ea typeface="宋体" panose="02010600030101010101" pitchFamily="2" charset="-122"/>
            </a:endParaRPr>
          </a:p>
        </p:txBody>
      </p:sp>
      <p:sp>
        <p:nvSpPr>
          <p:cNvPr id="139267" name="页脚占位符 4">
            <a:extLst>
              <a:ext uri="{FF2B5EF4-FFF2-40B4-BE49-F238E27FC236}">
                <a16:creationId xmlns:a16="http://schemas.microsoft.com/office/drawing/2014/main" id="{5C6EB0C7-E677-46B7-A444-C9A6BFB006A8}"/>
              </a:ext>
            </a:extLst>
          </p:cNvPr>
          <p:cNvSpPr txBox="1">
            <a:spLocks noGrp="1" noChangeArrowheads="1"/>
          </p:cNvSpPr>
          <p:nvPr/>
        </p:nvSpPr>
        <p:spPr bwMode="auto">
          <a:xfrm>
            <a:off x="3124200" y="635635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0"/>
              </a:spcBef>
              <a:buFontTx/>
              <a:buNone/>
            </a:pPr>
            <a:r>
              <a:rPr lang="zh-CN" altLang="en-US" sz="1400" b="1">
                <a:latin typeface="Times New Roman" panose="02020603050405020304" pitchFamily="18" charset="0"/>
                <a:ea typeface="宋体" panose="02010600030101010101" pitchFamily="2" charset="-122"/>
              </a:rPr>
              <a:t>计算机应用技术研究所</a:t>
            </a:r>
          </a:p>
        </p:txBody>
      </p:sp>
      <p:sp>
        <p:nvSpPr>
          <p:cNvPr id="139268" name="灯片编号占位符 5">
            <a:extLst>
              <a:ext uri="{FF2B5EF4-FFF2-40B4-BE49-F238E27FC236}">
                <a16:creationId xmlns:a16="http://schemas.microsoft.com/office/drawing/2014/main" id="{0DBB41A2-CDFA-4BB5-93E7-0255D271C9DB}"/>
              </a:ext>
            </a:extLst>
          </p:cNvPr>
          <p:cNvSpPr txBox="1">
            <a:spLocks noGrp="1" noChangeArrowheads="1"/>
          </p:cNvSpPr>
          <p:nvPr/>
        </p:nvSpPr>
        <p:spPr bwMode="auto">
          <a:xfrm>
            <a:off x="6553200" y="63563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r" eaLnBrk="1" hangingPunct="1">
              <a:spcBef>
                <a:spcPct val="0"/>
              </a:spcBef>
              <a:buFontTx/>
              <a:buNone/>
            </a:pPr>
            <a:fld id="{14875D9A-D9CE-4428-8C26-46A66AB1F515}" type="slidenum">
              <a:rPr lang="en-US" altLang="zh-CN" sz="1400" b="1">
                <a:latin typeface="Times New Roman" panose="02020603050405020304" pitchFamily="18" charset="0"/>
                <a:ea typeface="宋体" panose="02010600030101010101" pitchFamily="2" charset="-122"/>
              </a:rPr>
              <a:pPr algn="r" eaLnBrk="1" hangingPunct="1">
                <a:spcBef>
                  <a:spcPct val="0"/>
                </a:spcBef>
                <a:buFontTx/>
                <a:buNone/>
              </a:pPr>
              <a:t>119</a:t>
            </a:fld>
            <a:endParaRPr lang="en-US" altLang="zh-CN" sz="1400" b="1">
              <a:latin typeface="Times New Roman" panose="02020603050405020304" pitchFamily="18" charset="0"/>
              <a:ea typeface="宋体" panose="02010600030101010101" pitchFamily="2" charset="-122"/>
            </a:endParaRPr>
          </a:p>
        </p:txBody>
      </p:sp>
      <p:sp>
        <p:nvSpPr>
          <p:cNvPr id="139269" name="Text Box 2">
            <a:extLst>
              <a:ext uri="{FF2B5EF4-FFF2-40B4-BE49-F238E27FC236}">
                <a16:creationId xmlns:a16="http://schemas.microsoft.com/office/drawing/2014/main" id="{18CA5158-9041-41B9-A21F-87D57A6A49D4}"/>
              </a:ext>
            </a:extLst>
          </p:cNvPr>
          <p:cNvSpPr txBox="1">
            <a:spLocks noChangeArrowheads="1"/>
          </p:cNvSpPr>
          <p:nvPr/>
        </p:nvSpPr>
        <p:spPr bwMode="auto">
          <a:xfrm>
            <a:off x="1403350" y="836613"/>
            <a:ext cx="7086600" cy="830262"/>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en-US" altLang="zh-CN" sz="4800" b="1">
                <a:solidFill>
                  <a:schemeClr val="bg1"/>
                </a:solidFill>
                <a:latin typeface="宋体" panose="02010600030101010101" pitchFamily="2" charset="-122"/>
                <a:ea typeface="宋体" panose="02010600030101010101" pitchFamily="2" charset="-122"/>
              </a:rPr>
              <a:t> </a:t>
            </a:r>
            <a:r>
              <a:rPr lang="zh-CN" altLang="en-US" sz="4800" b="1">
                <a:solidFill>
                  <a:schemeClr val="bg1"/>
                </a:solidFill>
                <a:latin typeface="宋体" panose="02010600030101010101" pitchFamily="2" charset="-122"/>
                <a:ea typeface="宋体" panose="02010600030101010101" pitchFamily="2" charset="-122"/>
              </a:rPr>
              <a:t>偏序关系与元素比较</a:t>
            </a:r>
          </a:p>
        </p:txBody>
      </p:sp>
      <p:pic>
        <p:nvPicPr>
          <p:cNvPr id="139270" name="Picture 7">
            <a:extLst>
              <a:ext uri="{FF2B5EF4-FFF2-40B4-BE49-F238E27FC236}">
                <a16:creationId xmlns:a16="http://schemas.microsoft.com/office/drawing/2014/main" id="{0C13FE86-765F-4CE5-82FD-89D2C395D5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21575" y="4738688"/>
            <a:ext cx="1371600" cy="135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9271" name="Rectangle 3">
            <a:extLst>
              <a:ext uri="{FF2B5EF4-FFF2-40B4-BE49-F238E27FC236}">
                <a16:creationId xmlns:a16="http://schemas.microsoft.com/office/drawing/2014/main" id="{7DD37FAC-CC74-4318-84B1-F0CA607E8A69}"/>
              </a:ext>
            </a:extLst>
          </p:cNvPr>
          <p:cNvSpPr txBox="1">
            <a:spLocks noChangeArrowheads="1"/>
          </p:cNvSpPr>
          <p:nvPr/>
        </p:nvSpPr>
        <p:spPr bwMode="auto">
          <a:xfrm>
            <a:off x="2268538" y="2492375"/>
            <a:ext cx="4606925" cy="25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lnSpc>
                <a:spcPct val="155000"/>
              </a:lnSpc>
              <a:buFont typeface="Wingdings" panose="05000000000000000000" pitchFamily="2" charset="2"/>
              <a:buChar char="4"/>
            </a:pPr>
            <a:r>
              <a:rPr lang="en-US" altLang="zh-CN" sz="3200" b="1">
                <a:latin typeface="黑体" panose="02010609060101010101" pitchFamily="49" charset="-122"/>
                <a:ea typeface="黑体" panose="02010609060101010101" pitchFamily="49" charset="-122"/>
              </a:rPr>
              <a:t> </a:t>
            </a:r>
            <a:r>
              <a:rPr lang="zh-CN" altLang="en-US" sz="3200" b="1">
                <a:latin typeface="黑体" panose="02010609060101010101" pitchFamily="49" charset="-122"/>
                <a:ea typeface="黑体" panose="02010609060101010101" pitchFamily="49" charset="-122"/>
              </a:rPr>
              <a:t>偏序关系与哈斯图</a:t>
            </a:r>
          </a:p>
          <a:p>
            <a:pPr eaLnBrk="1" hangingPunct="1">
              <a:lnSpc>
                <a:spcPct val="155000"/>
              </a:lnSpc>
              <a:buFont typeface="Wingdings" panose="05000000000000000000" pitchFamily="2" charset="2"/>
              <a:buChar char="J"/>
            </a:pPr>
            <a:r>
              <a:rPr lang="zh-CN" altLang="en-US" sz="3200" b="1">
                <a:solidFill>
                  <a:srgbClr val="0000FF"/>
                </a:solidFill>
                <a:latin typeface="黑体" panose="02010609060101010101" pitchFamily="49" charset="-122"/>
                <a:ea typeface="黑体" panose="02010609060101010101" pitchFamily="49" charset="-122"/>
              </a:rPr>
              <a:t> 偏序集合的特殊元素</a:t>
            </a:r>
          </a:p>
          <a:p>
            <a:pPr eaLnBrk="1" hangingPunct="1">
              <a:lnSpc>
                <a:spcPct val="155000"/>
              </a:lnSpc>
              <a:buFont typeface="Wingdings" panose="05000000000000000000" pitchFamily="2" charset="2"/>
              <a:buChar char="4"/>
            </a:pPr>
            <a:r>
              <a:rPr lang="zh-CN" altLang="en-US" sz="3200" b="1">
                <a:latin typeface="黑体" panose="02010609060101010101" pitchFamily="49" charset="-122"/>
                <a:ea typeface="黑体" panose="02010609060101010101" pitchFamily="49" charset="-122"/>
              </a:rPr>
              <a:t> 全序关系与良序关系</a:t>
            </a:r>
          </a:p>
        </p:txBody>
      </p:sp>
    </p:spTree>
  </p:cSld>
  <p:clrMapOvr>
    <a:masterClrMapping/>
  </p:clrMapOvr>
  <p:transition spd="med">
    <p:wipe dir="r"/>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日期占位符 3">
            <a:extLst>
              <a:ext uri="{FF2B5EF4-FFF2-40B4-BE49-F238E27FC236}">
                <a16:creationId xmlns:a16="http://schemas.microsoft.com/office/drawing/2014/main" id="{3F41E908-A4EB-4C7B-ABAC-508598B77C2F}"/>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496E3ABB-5ACF-42A1-A62D-8C04DFDEBE77}"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140291" name="Rectangle 186">
            <a:extLst>
              <a:ext uri="{FF2B5EF4-FFF2-40B4-BE49-F238E27FC236}">
                <a16:creationId xmlns:a16="http://schemas.microsoft.com/office/drawing/2014/main" id="{70A816C7-6B6F-4B38-95F0-3B4EB47558F3}"/>
              </a:ext>
            </a:extLst>
          </p:cNvPr>
          <p:cNvSpPr>
            <a:spLocks noChangeArrowheads="1"/>
          </p:cNvSpPr>
          <p:nvPr/>
        </p:nvSpPr>
        <p:spPr bwMode="auto">
          <a:xfrm>
            <a:off x="0" y="406400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endParaRPr lang="zh-CN" altLang="en-US">
              <a:latin typeface="Times New Roman" panose="02020603050405020304" pitchFamily="18" charset="0"/>
              <a:ea typeface="宋体" panose="02010600030101010101" pitchFamily="2" charset="-122"/>
            </a:endParaRPr>
          </a:p>
        </p:txBody>
      </p:sp>
      <p:sp>
        <p:nvSpPr>
          <p:cNvPr id="140292" name="Text Box 2">
            <a:extLst>
              <a:ext uri="{FF2B5EF4-FFF2-40B4-BE49-F238E27FC236}">
                <a16:creationId xmlns:a16="http://schemas.microsoft.com/office/drawing/2014/main" id="{8D00CA17-0196-44F9-9E6C-8E9FD9890976}"/>
              </a:ext>
            </a:extLst>
          </p:cNvPr>
          <p:cNvSpPr txBox="1">
            <a:spLocks noChangeArrowheads="1"/>
          </p:cNvSpPr>
          <p:nvPr/>
        </p:nvSpPr>
        <p:spPr bwMode="auto">
          <a:xfrm>
            <a:off x="1258888" y="692150"/>
            <a:ext cx="669766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特殊元素</a:t>
            </a:r>
            <a:endParaRPr lang="en-US" altLang="zh-CN" sz="5400" b="1">
              <a:solidFill>
                <a:schemeClr val="bg1"/>
              </a:solidFill>
              <a:latin typeface="宋体" panose="02010600030101010101" pitchFamily="2" charset="-122"/>
              <a:ea typeface="宋体" panose="02010600030101010101" pitchFamily="2" charset="-122"/>
            </a:endParaRPr>
          </a:p>
        </p:txBody>
      </p:sp>
      <p:pic>
        <p:nvPicPr>
          <p:cNvPr id="140293" name="Picture 6">
            <a:extLst>
              <a:ext uri="{FF2B5EF4-FFF2-40B4-BE49-F238E27FC236}">
                <a16:creationId xmlns:a16="http://schemas.microsoft.com/office/drawing/2014/main" id="{E0205363-F8F8-4A4B-89B4-28E3EE88C3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1013" y="547688"/>
            <a:ext cx="102870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014B7189-6280-47B7-89E9-89FF092ABFCA}"/>
              </a:ext>
            </a:extLst>
          </p:cNvPr>
          <p:cNvSpPr/>
          <p:nvPr/>
        </p:nvSpPr>
        <p:spPr>
          <a:xfrm>
            <a:off x="323850" y="1773238"/>
            <a:ext cx="8420100" cy="4246562"/>
          </a:xfrm>
          <a:prstGeom prst="rect">
            <a:avLst/>
          </a:prstGeom>
          <a:solidFill>
            <a:schemeClr val="accent6">
              <a:lumMod val="75000"/>
            </a:schemeClr>
          </a:solidFill>
        </p:spPr>
        <p:txBody>
          <a:bodyPr>
            <a:spAutoFit/>
          </a:bodyPr>
          <a:lstStyle/>
          <a:p>
            <a:pPr eaLnBrk="1" hangingPunct="1">
              <a:lnSpc>
                <a:spcPts val="3600"/>
              </a:lnSpc>
              <a:defRPr/>
            </a:pPr>
            <a:r>
              <a:rPr lang="en-US" altLang="zh-CN" sz="2400" b="1" noProof="1">
                <a:solidFill>
                  <a:schemeClr val="bg1"/>
                </a:solidFill>
                <a:ea typeface="宋体" panose="02010600030101010101" pitchFamily="2" charset="-122"/>
              </a:rPr>
              <a:t>    </a:t>
            </a:r>
            <a:r>
              <a:rPr lang="zh-CN" altLang="zh-CN" sz="2400" b="1" noProof="1">
                <a:solidFill>
                  <a:schemeClr val="bg1"/>
                </a:solidFill>
                <a:ea typeface="宋体" panose="02010600030101010101" pitchFamily="2" charset="-122"/>
              </a:rPr>
              <a:t>偏序集中的偏序关系主要用于集合中元素的差异性比较，既然有比较，就有可能产生一些</a:t>
            </a:r>
            <a:r>
              <a:rPr lang="zh-CN" altLang="zh-CN" sz="2400" b="1" noProof="1">
                <a:solidFill>
                  <a:srgbClr val="FFFF00"/>
                </a:solidFill>
                <a:ea typeface="宋体" panose="02010600030101010101" pitchFamily="2" charset="-122"/>
              </a:rPr>
              <a:t>特殊元素</a:t>
            </a:r>
            <a:r>
              <a:rPr lang="zh-CN" altLang="en-US" sz="2400" b="1" noProof="1">
                <a:solidFill>
                  <a:schemeClr val="bg1"/>
                </a:solidFill>
                <a:ea typeface="宋体" panose="02010600030101010101" pitchFamily="2" charset="-122"/>
              </a:rPr>
              <a:t>。</a:t>
            </a:r>
            <a:endParaRPr lang="en-US" altLang="zh-CN" sz="2400" b="1" noProof="1">
              <a:solidFill>
                <a:schemeClr val="bg1"/>
              </a:solidFill>
              <a:ea typeface="宋体" panose="02010600030101010101" pitchFamily="2" charset="-122"/>
            </a:endParaRPr>
          </a:p>
          <a:p>
            <a:pPr eaLnBrk="1" hangingPunct="1">
              <a:lnSpc>
                <a:spcPts val="3600"/>
              </a:lnSpc>
              <a:defRPr/>
            </a:pPr>
            <a:r>
              <a:rPr lang="en-US" altLang="zh-CN" sz="2400" b="1" noProof="1">
                <a:solidFill>
                  <a:schemeClr val="bg1"/>
                </a:solidFill>
                <a:ea typeface="宋体" panose="02010600030101010101" pitchFamily="2" charset="-122"/>
              </a:rPr>
              <a:t>    </a:t>
            </a:r>
            <a:r>
              <a:rPr lang="zh-CN" altLang="zh-CN" sz="2400" b="1" noProof="1">
                <a:solidFill>
                  <a:schemeClr val="bg1"/>
                </a:solidFill>
                <a:ea typeface="宋体" panose="02010600030101010101" pitchFamily="2" charset="-122"/>
              </a:rPr>
              <a:t>例如可能会存在某个特殊元素，</a:t>
            </a:r>
            <a:r>
              <a:rPr lang="zh-CN" altLang="zh-CN" sz="2400" b="1" noProof="1">
                <a:solidFill>
                  <a:srgbClr val="FFFF00"/>
                </a:solidFill>
                <a:ea typeface="宋体" panose="02010600030101010101" pitchFamily="2" charset="-122"/>
              </a:rPr>
              <a:t>该元素先于集合中所有元素</a:t>
            </a:r>
            <a:r>
              <a:rPr lang="zh-CN" altLang="zh-CN" sz="2400" b="1" noProof="1">
                <a:solidFill>
                  <a:schemeClr val="bg1"/>
                </a:solidFill>
                <a:ea typeface="宋体" panose="02010600030101010101" pitchFamily="2" charset="-122"/>
              </a:rPr>
              <a:t>或者</a:t>
            </a:r>
            <a:r>
              <a:rPr lang="zh-CN" altLang="zh-CN" sz="2400" b="1" noProof="1">
                <a:solidFill>
                  <a:srgbClr val="FFFF00"/>
                </a:solidFill>
                <a:ea typeface="宋体" panose="02010600030101010101" pitchFamily="2" charset="-122"/>
              </a:rPr>
              <a:t>除其自身外集合没有其它元素先于该元素</a:t>
            </a:r>
            <a:r>
              <a:rPr lang="zh-CN" altLang="zh-CN" sz="2400" b="1" noProof="1">
                <a:solidFill>
                  <a:schemeClr val="bg1"/>
                </a:solidFill>
                <a:ea typeface="宋体" panose="02010600030101010101" pitchFamily="2" charset="-122"/>
              </a:rPr>
              <a:t>，由此得到偏序集中</a:t>
            </a:r>
            <a:r>
              <a:rPr lang="zh-CN" altLang="zh-CN" sz="2400" b="1" noProof="1">
                <a:solidFill>
                  <a:srgbClr val="FFFF00"/>
                </a:solidFill>
                <a:ea typeface="宋体" panose="02010600030101010101" pitchFamily="2" charset="-122"/>
              </a:rPr>
              <a:t>最小元</a:t>
            </a:r>
            <a:r>
              <a:rPr lang="zh-CN" altLang="zh-CN" sz="2400" b="1" noProof="1">
                <a:solidFill>
                  <a:schemeClr val="bg1"/>
                </a:solidFill>
                <a:ea typeface="宋体" panose="02010600030101010101" pitchFamily="2" charset="-122"/>
              </a:rPr>
              <a:t>和</a:t>
            </a:r>
            <a:r>
              <a:rPr lang="zh-CN" altLang="zh-CN" sz="2400" b="1" noProof="1">
                <a:solidFill>
                  <a:srgbClr val="FFFF00"/>
                </a:solidFill>
                <a:ea typeface="宋体" panose="02010600030101010101" pitchFamily="2" charset="-122"/>
              </a:rPr>
              <a:t>极小元</a:t>
            </a:r>
            <a:r>
              <a:rPr lang="zh-CN" altLang="zh-CN" sz="2400" b="1" noProof="1">
                <a:solidFill>
                  <a:schemeClr val="bg1"/>
                </a:solidFill>
                <a:ea typeface="宋体" panose="02010600030101010101" pitchFamily="2" charset="-122"/>
              </a:rPr>
              <a:t>的概念。</a:t>
            </a:r>
            <a:endParaRPr lang="en-US" altLang="zh-CN" sz="2400" b="1" noProof="1">
              <a:solidFill>
                <a:schemeClr val="bg1"/>
              </a:solidFill>
              <a:ea typeface="宋体" panose="02010600030101010101" pitchFamily="2" charset="-122"/>
            </a:endParaRPr>
          </a:p>
          <a:p>
            <a:pPr eaLnBrk="1" hangingPunct="1">
              <a:lnSpc>
                <a:spcPts val="3600"/>
              </a:lnSpc>
              <a:defRPr/>
            </a:pPr>
            <a:r>
              <a:rPr lang="en-US" altLang="zh-CN" sz="2400" b="1" noProof="1">
                <a:solidFill>
                  <a:schemeClr val="bg1"/>
                </a:solidFill>
                <a:ea typeface="宋体" panose="02010600030101010101" pitchFamily="2" charset="-122"/>
              </a:rPr>
              <a:t>    </a:t>
            </a:r>
            <a:r>
              <a:rPr lang="zh-CN" altLang="zh-CN" sz="2400" b="1" noProof="1">
                <a:solidFill>
                  <a:schemeClr val="bg1"/>
                </a:solidFill>
                <a:ea typeface="宋体" panose="02010600030101010101" pitchFamily="2" charset="-122"/>
              </a:rPr>
              <a:t>与此相对应，偏序集中也可能存在名为</a:t>
            </a:r>
            <a:r>
              <a:rPr lang="zh-CN" altLang="zh-CN" sz="2400" b="1" noProof="1">
                <a:solidFill>
                  <a:srgbClr val="FFFF00"/>
                </a:solidFill>
                <a:ea typeface="宋体" panose="02010600030101010101" pitchFamily="2" charset="-122"/>
              </a:rPr>
              <a:t>最大元</a:t>
            </a:r>
            <a:r>
              <a:rPr lang="zh-CN" altLang="en-US" sz="2400" b="1" noProof="1">
                <a:solidFill>
                  <a:schemeClr val="bg1"/>
                </a:solidFill>
                <a:ea typeface="宋体" panose="02010600030101010101" pitchFamily="2" charset="-122"/>
              </a:rPr>
              <a:t>和</a:t>
            </a:r>
            <a:r>
              <a:rPr lang="zh-CN" altLang="zh-CN" sz="2400" b="1" noProof="1">
                <a:solidFill>
                  <a:srgbClr val="FFFF00"/>
                </a:solidFill>
                <a:ea typeface="宋体" panose="02010600030101010101" pitchFamily="2" charset="-122"/>
              </a:rPr>
              <a:t>极大元</a:t>
            </a:r>
            <a:r>
              <a:rPr lang="zh-CN" altLang="zh-CN" sz="2400" b="1" noProof="1">
                <a:solidFill>
                  <a:schemeClr val="bg1"/>
                </a:solidFill>
                <a:ea typeface="宋体" panose="02010600030101010101" pitchFamily="2" charset="-122"/>
              </a:rPr>
              <a:t>的特殊元素。</a:t>
            </a:r>
            <a:endParaRPr lang="en-US" altLang="zh-CN" sz="2400" b="1" noProof="1">
              <a:solidFill>
                <a:schemeClr val="bg1"/>
              </a:solidFill>
              <a:ea typeface="宋体" panose="02010600030101010101" pitchFamily="2" charset="-122"/>
            </a:endParaRPr>
          </a:p>
          <a:p>
            <a:pPr eaLnBrk="1" hangingPunct="1">
              <a:lnSpc>
                <a:spcPts val="3600"/>
              </a:lnSpc>
              <a:defRPr/>
            </a:pPr>
            <a:r>
              <a:rPr lang="en-US" altLang="zh-CN" sz="2400" b="1" noProof="1">
                <a:solidFill>
                  <a:schemeClr val="bg1"/>
                </a:solidFill>
                <a:ea typeface="宋体" panose="02010600030101010101" pitchFamily="2" charset="-122"/>
              </a:rPr>
              <a:t>    </a:t>
            </a:r>
            <a:r>
              <a:rPr lang="zh-CN" altLang="zh-CN" sz="2400" b="1" noProof="1">
                <a:solidFill>
                  <a:schemeClr val="bg1"/>
                </a:solidFill>
                <a:ea typeface="宋体" panose="02010600030101010101" pitchFamily="2" charset="-122"/>
              </a:rPr>
              <a:t>不难看出，在哈斯图中一些特殊的点，如</a:t>
            </a:r>
            <a:r>
              <a:rPr lang="zh-CN" altLang="zh-CN" sz="2400" b="1" noProof="1">
                <a:solidFill>
                  <a:srgbClr val="FFFF00"/>
                </a:solidFill>
                <a:ea typeface="宋体" panose="02010600030101010101" pitchFamily="2" charset="-122"/>
              </a:rPr>
              <a:t>最高层的点</a:t>
            </a:r>
            <a:r>
              <a:rPr lang="zh-CN" altLang="zh-CN" sz="2400" b="1" noProof="1">
                <a:solidFill>
                  <a:schemeClr val="bg1"/>
                </a:solidFill>
                <a:ea typeface="宋体" panose="02010600030101010101" pitchFamily="2" charset="-122"/>
              </a:rPr>
              <a:t>，</a:t>
            </a:r>
            <a:r>
              <a:rPr lang="zh-CN" altLang="zh-CN" sz="2400" b="1" noProof="1">
                <a:solidFill>
                  <a:srgbClr val="FFFF00"/>
                </a:solidFill>
                <a:ea typeface="宋体" panose="02010600030101010101" pitchFamily="2" charset="-122"/>
              </a:rPr>
              <a:t>最底层的点</a:t>
            </a:r>
            <a:r>
              <a:rPr lang="zh-CN" altLang="zh-CN" sz="2400" b="1" noProof="1">
                <a:solidFill>
                  <a:schemeClr val="bg1"/>
                </a:solidFill>
                <a:ea typeface="宋体" panose="02010600030101010101" pitchFamily="2" charset="-122"/>
              </a:rPr>
              <a:t>等等，</a:t>
            </a:r>
            <a:r>
              <a:rPr lang="zh-CN" altLang="zh-CN" sz="2400" b="1" noProof="1">
                <a:solidFill>
                  <a:srgbClr val="FFFF00"/>
                </a:solidFill>
                <a:ea typeface="宋体" panose="02010600030101010101" pitchFamily="2" charset="-122"/>
              </a:rPr>
              <a:t>它们都是偏序集中的特殊元素</a:t>
            </a:r>
            <a:r>
              <a:rPr lang="zh-CN" altLang="zh-CN" sz="2400" b="1" noProof="1">
                <a:solidFill>
                  <a:schemeClr val="bg1"/>
                </a:solidFill>
                <a:ea typeface="宋体" panose="02010600030101010101" pitchFamily="2" charset="-122"/>
              </a:rPr>
              <a:t>。</a:t>
            </a:r>
            <a:endParaRPr lang="zh-CN" altLang="en-US" sz="2400" b="1" noProof="1">
              <a:solidFill>
                <a:schemeClr val="bg1"/>
              </a:solidFill>
            </a:endParaRPr>
          </a:p>
        </p:txBody>
      </p:sp>
    </p:spTree>
  </p:cSld>
  <p:clrMapOvr>
    <a:masterClrMapping/>
  </p:clrMapOvr>
  <p:transition spd="med">
    <p:wipe dir="r"/>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日期占位符 3">
            <a:extLst>
              <a:ext uri="{FF2B5EF4-FFF2-40B4-BE49-F238E27FC236}">
                <a16:creationId xmlns:a16="http://schemas.microsoft.com/office/drawing/2014/main" id="{21B8B843-41E3-4AFC-88E5-7741F349B4F4}"/>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0C3EAE84-A571-4027-88DE-4A56B4A8D458}"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141315" name="Rectangle 186">
            <a:extLst>
              <a:ext uri="{FF2B5EF4-FFF2-40B4-BE49-F238E27FC236}">
                <a16:creationId xmlns:a16="http://schemas.microsoft.com/office/drawing/2014/main" id="{6048C88B-0C7A-43D1-94CE-F06A5A20C871}"/>
              </a:ext>
            </a:extLst>
          </p:cNvPr>
          <p:cNvSpPr>
            <a:spLocks noChangeArrowheads="1"/>
          </p:cNvSpPr>
          <p:nvPr/>
        </p:nvSpPr>
        <p:spPr bwMode="auto">
          <a:xfrm>
            <a:off x="0" y="406400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endParaRPr lang="zh-CN" altLang="en-US">
              <a:latin typeface="Times New Roman" panose="02020603050405020304" pitchFamily="18" charset="0"/>
              <a:ea typeface="宋体" panose="02010600030101010101" pitchFamily="2" charset="-122"/>
            </a:endParaRPr>
          </a:p>
        </p:txBody>
      </p:sp>
      <p:sp>
        <p:nvSpPr>
          <p:cNvPr id="141316" name="Text Box 2">
            <a:extLst>
              <a:ext uri="{FF2B5EF4-FFF2-40B4-BE49-F238E27FC236}">
                <a16:creationId xmlns:a16="http://schemas.microsoft.com/office/drawing/2014/main" id="{A7A07900-B4F2-4DC5-8320-14D278BCED8E}"/>
              </a:ext>
            </a:extLst>
          </p:cNvPr>
          <p:cNvSpPr txBox="1">
            <a:spLocks noChangeArrowheads="1"/>
          </p:cNvSpPr>
          <p:nvPr/>
        </p:nvSpPr>
        <p:spPr bwMode="auto">
          <a:xfrm>
            <a:off x="1258888" y="692150"/>
            <a:ext cx="6697662" cy="83026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4800" b="1">
                <a:solidFill>
                  <a:schemeClr val="bg1"/>
                </a:solidFill>
                <a:latin typeface="宋体" panose="02010600030101010101" pitchFamily="2" charset="-122"/>
                <a:ea typeface="宋体" panose="02010600030101010101" pitchFamily="2" charset="-122"/>
              </a:rPr>
              <a:t> 特殊元素定义</a:t>
            </a:r>
            <a:endParaRPr lang="en-US" altLang="zh-CN" sz="4800" b="1">
              <a:solidFill>
                <a:schemeClr val="bg1"/>
              </a:solidFill>
              <a:latin typeface="宋体" panose="02010600030101010101" pitchFamily="2" charset="-122"/>
              <a:ea typeface="宋体" panose="02010600030101010101" pitchFamily="2" charset="-122"/>
            </a:endParaRPr>
          </a:p>
        </p:txBody>
      </p:sp>
      <p:pic>
        <p:nvPicPr>
          <p:cNvPr id="141317" name="Picture 6">
            <a:extLst>
              <a:ext uri="{FF2B5EF4-FFF2-40B4-BE49-F238E27FC236}">
                <a16:creationId xmlns:a16="http://schemas.microsoft.com/office/drawing/2014/main" id="{3653DEC8-3F44-41DD-B95E-0BD32EF782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1013" y="547688"/>
            <a:ext cx="102870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AE4709E3-2AB7-4FE3-BF4A-E9DEE8FF16C9}"/>
              </a:ext>
            </a:extLst>
          </p:cNvPr>
          <p:cNvSpPr>
            <a:spLocks noRot="1" noChangeAspect="1" noMove="1" noResize="1" noEditPoints="1" noAdjustHandles="1" noChangeArrowheads="1" noChangeShapeType="1" noTextEdit="1"/>
          </p:cNvSpPr>
          <p:nvPr/>
        </p:nvSpPr>
        <p:spPr>
          <a:xfrm>
            <a:off x="323528" y="1844824"/>
            <a:ext cx="8424936" cy="4247317"/>
          </a:xfrm>
          <a:prstGeom prst="rect">
            <a:avLst/>
          </a:prstGeom>
          <a:blipFill>
            <a:blip r:embed="rId4"/>
            <a:stretch>
              <a:fillRect l="-1085" t="-575" r="-1158" b="-3161"/>
            </a:stretch>
          </a:blipFill>
        </p:spPr>
        <p:txBody>
          <a:bodyPr/>
          <a:lstStyle/>
          <a:p>
            <a:pPr>
              <a:defRPr/>
            </a:pPr>
            <a:r>
              <a:rPr lang="zh-CN" altLang="en-US" noProof="1">
                <a:noFill/>
              </a:rPr>
              <a:t> </a:t>
            </a:r>
          </a:p>
        </p:txBody>
      </p:sp>
    </p:spTree>
  </p:cSld>
  <p:clrMapOvr>
    <a:masterClrMapping/>
  </p:clrMapOvr>
  <p:transition spd="med">
    <p:wipe dir="r"/>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日期占位符 3">
            <a:extLst>
              <a:ext uri="{FF2B5EF4-FFF2-40B4-BE49-F238E27FC236}">
                <a16:creationId xmlns:a16="http://schemas.microsoft.com/office/drawing/2014/main" id="{F4D22C9C-00BD-46B7-A48E-2E3FA4C5C7D8}"/>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3A4F7648-4EB0-4C66-8712-F91E71368C6A}"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142339" name="Rectangle 186">
            <a:extLst>
              <a:ext uri="{FF2B5EF4-FFF2-40B4-BE49-F238E27FC236}">
                <a16:creationId xmlns:a16="http://schemas.microsoft.com/office/drawing/2014/main" id="{2406BC87-B17F-4DA0-AFB6-0FD1E679330F}"/>
              </a:ext>
            </a:extLst>
          </p:cNvPr>
          <p:cNvSpPr>
            <a:spLocks noChangeArrowheads="1"/>
          </p:cNvSpPr>
          <p:nvPr/>
        </p:nvSpPr>
        <p:spPr bwMode="auto">
          <a:xfrm>
            <a:off x="0" y="406400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endParaRPr lang="zh-CN" altLang="en-US">
              <a:latin typeface="Times New Roman" panose="02020603050405020304" pitchFamily="18" charset="0"/>
              <a:ea typeface="宋体" panose="02010600030101010101" pitchFamily="2" charset="-122"/>
            </a:endParaRPr>
          </a:p>
        </p:txBody>
      </p:sp>
      <p:sp>
        <p:nvSpPr>
          <p:cNvPr id="142340" name="Text Box 2">
            <a:extLst>
              <a:ext uri="{FF2B5EF4-FFF2-40B4-BE49-F238E27FC236}">
                <a16:creationId xmlns:a16="http://schemas.microsoft.com/office/drawing/2014/main" id="{1791AF65-9F81-40C8-9FA3-CF99183A5E8F}"/>
              </a:ext>
            </a:extLst>
          </p:cNvPr>
          <p:cNvSpPr txBox="1">
            <a:spLocks noChangeArrowheads="1"/>
          </p:cNvSpPr>
          <p:nvPr/>
        </p:nvSpPr>
        <p:spPr bwMode="auto">
          <a:xfrm>
            <a:off x="1258888" y="692150"/>
            <a:ext cx="669766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概念理解要点</a:t>
            </a:r>
            <a:endParaRPr lang="en-US" altLang="zh-CN" sz="5400" b="1">
              <a:solidFill>
                <a:schemeClr val="bg1"/>
              </a:solidFill>
              <a:latin typeface="宋体" panose="02010600030101010101" pitchFamily="2" charset="-122"/>
              <a:ea typeface="宋体" panose="02010600030101010101" pitchFamily="2" charset="-122"/>
            </a:endParaRPr>
          </a:p>
        </p:txBody>
      </p:sp>
      <p:pic>
        <p:nvPicPr>
          <p:cNvPr id="142341" name="Picture 6">
            <a:extLst>
              <a:ext uri="{FF2B5EF4-FFF2-40B4-BE49-F238E27FC236}">
                <a16:creationId xmlns:a16="http://schemas.microsoft.com/office/drawing/2014/main" id="{D78BE098-6A0F-4F11-BEFC-71353E3192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1013" y="547688"/>
            <a:ext cx="102870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2342" name="图片 15">
            <a:extLst>
              <a:ext uri="{FF2B5EF4-FFF2-40B4-BE49-F238E27FC236}">
                <a16:creationId xmlns:a16="http://schemas.microsoft.com/office/drawing/2014/main" id="{E91B202C-F38B-468A-B8DE-3FB39FF2F7B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8313" y="2152650"/>
            <a:ext cx="8308975" cy="382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日期占位符 3">
            <a:extLst>
              <a:ext uri="{FF2B5EF4-FFF2-40B4-BE49-F238E27FC236}">
                <a16:creationId xmlns:a16="http://schemas.microsoft.com/office/drawing/2014/main" id="{80CD1091-173C-4E19-997A-C07D7934CC2E}"/>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A4DE7746-6391-4F7A-9F33-A4D8654AD44B}"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143363" name="Rectangle 186">
            <a:extLst>
              <a:ext uri="{FF2B5EF4-FFF2-40B4-BE49-F238E27FC236}">
                <a16:creationId xmlns:a16="http://schemas.microsoft.com/office/drawing/2014/main" id="{D125D793-2AF4-4D67-90DF-F99461D88069}"/>
              </a:ext>
            </a:extLst>
          </p:cNvPr>
          <p:cNvSpPr>
            <a:spLocks noChangeArrowheads="1"/>
          </p:cNvSpPr>
          <p:nvPr/>
        </p:nvSpPr>
        <p:spPr bwMode="auto">
          <a:xfrm>
            <a:off x="0" y="406400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endParaRPr lang="zh-CN" altLang="en-US">
              <a:latin typeface="Times New Roman" panose="02020603050405020304" pitchFamily="18" charset="0"/>
              <a:ea typeface="宋体" panose="02010600030101010101" pitchFamily="2" charset="-122"/>
            </a:endParaRPr>
          </a:p>
        </p:txBody>
      </p:sp>
      <p:sp>
        <p:nvSpPr>
          <p:cNvPr id="143364" name="Text Box 2">
            <a:extLst>
              <a:ext uri="{FF2B5EF4-FFF2-40B4-BE49-F238E27FC236}">
                <a16:creationId xmlns:a16="http://schemas.microsoft.com/office/drawing/2014/main" id="{60E6FEBD-F223-4213-9D27-12C91D25A7BA}"/>
              </a:ext>
            </a:extLst>
          </p:cNvPr>
          <p:cNvSpPr txBox="1">
            <a:spLocks noChangeArrowheads="1"/>
          </p:cNvSpPr>
          <p:nvPr/>
        </p:nvSpPr>
        <p:spPr bwMode="auto">
          <a:xfrm>
            <a:off x="1258888" y="692150"/>
            <a:ext cx="669766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最元的存在性</a:t>
            </a:r>
            <a:endParaRPr lang="en-US" altLang="zh-CN" sz="5400" b="1">
              <a:solidFill>
                <a:schemeClr val="bg1"/>
              </a:solidFill>
              <a:latin typeface="宋体" panose="02010600030101010101" pitchFamily="2" charset="-122"/>
              <a:ea typeface="宋体" panose="02010600030101010101" pitchFamily="2" charset="-122"/>
            </a:endParaRPr>
          </a:p>
        </p:txBody>
      </p:sp>
      <p:pic>
        <p:nvPicPr>
          <p:cNvPr id="143365" name="Picture 6">
            <a:extLst>
              <a:ext uri="{FF2B5EF4-FFF2-40B4-BE49-F238E27FC236}">
                <a16:creationId xmlns:a16="http://schemas.microsoft.com/office/drawing/2014/main" id="{094A1898-74A3-4E54-935F-1330DB0815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1013" y="547688"/>
            <a:ext cx="102870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2C791625-BEF6-4BFA-A035-411028D4FAAB}"/>
              </a:ext>
            </a:extLst>
          </p:cNvPr>
          <p:cNvSpPr>
            <a:spLocks noRot="1" noChangeAspect="1" noMove="1" noResize="1" noEditPoints="1" noAdjustHandles="1" noChangeArrowheads="1" noChangeShapeType="1" noTextEdit="1"/>
          </p:cNvSpPr>
          <p:nvPr/>
        </p:nvSpPr>
        <p:spPr>
          <a:xfrm>
            <a:off x="359246" y="1844824"/>
            <a:ext cx="8496944" cy="4154984"/>
          </a:xfrm>
          <a:prstGeom prst="rect">
            <a:avLst/>
          </a:prstGeom>
          <a:blipFill>
            <a:blip r:embed="rId4"/>
            <a:stretch>
              <a:fillRect l="-1148" t="-1762" r="-4735" b="-1909"/>
            </a:stretch>
          </a:blipFill>
        </p:spPr>
        <p:txBody>
          <a:bodyPr/>
          <a:lstStyle/>
          <a:p>
            <a:pPr>
              <a:defRPr/>
            </a:pPr>
            <a:r>
              <a:rPr lang="zh-CN" altLang="en-US" noProof="1">
                <a:noFill/>
              </a:rPr>
              <a:t> </a:t>
            </a:r>
          </a:p>
        </p:txBody>
      </p:sp>
    </p:spTree>
  </p:cSld>
  <p:clrMapOvr>
    <a:masterClrMapping/>
  </p:clrMapOvr>
  <p:transition spd="med">
    <p:wipe dir="r"/>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日期占位符 3">
            <a:extLst>
              <a:ext uri="{FF2B5EF4-FFF2-40B4-BE49-F238E27FC236}">
                <a16:creationId xmlns:a16="http://schemas.microsoft.com/office/drawing/2014/main" id="{3726F324-D546-4A30-83C9-1052645F41A9}"/>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A3EDC201-9736-44E4-AA4D-5918949148C4}"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144387" name="Rectangle 186">
            <a:extLst>
              <a:ext uri="{FF2B5EF4-FFF2-40B4-BE49-F238E27FC236}">
                <a16:creationId xmlns:a16="http://schemas.microsoft.com/office/drawing/2014/main" id="{0E14E5C7-5943-4143-9792-C8680747C3AB}"/>
              </a:ext>
            </a:extLst>
          </p:cNvPr>
          <p:cNvSpPr>
            <a:spLocks noChangeArrowheads="1"/>
          </p:cNvSpPr>
          <p:nvPr/>
        </p:nvSpPr>
        <p:spPr bwMode="auto">
          <a:xfrm>
            <a:off x="0" y="406400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endParaRPr lang="zh-CN" altLang="en-US">
              <a:latin typeface="Times New Roman" panose="02020603050405020304" pitchFamily="18" charset="0"/>
              <a:ea typeface="宋体" panose="02010600030101010101" pitchFamily="2" charset="-122"/>
            </a:endParaRPr>
          </a:p>
        </p:txBody>
      </p:sp>
      <p:sp>
        <p:nvSpPr>
          <p:cNvPr id="144388" name="Text Box 2">
            <a:extLst>
              <a:ext uri="{FF2B5EF4-FFF2-40B4-BE49-F238E27FC236}">
                <a16:creationId xmlns:a16="http://schemas.microsoft.com/office/drawing/2014/main" id="{07D57F65-1362-4774-8239-8553238510F3}"/>
              </a:ext>
            </a:extLst>
          </p:cNvPr>
          <p:cNvSpPr txBox="1">
            <a:spLocks noChangeArrowheads="1"/>
          </p:cNvSpPr>
          <p:nvPr/>
        </p:nvSpPr>
        <p:spPr bwMode="auto">
          <a:xfrm>
            <a:off x="1258888" y="692150"/>
            <a:ext cx="669766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例 题</a:t>
            </a:r>
            <a:endParaRPr lang="en-US" altLang="zh-CN" sz="5400" b="1">
              <a:solidFill>
                <a:schemeClr val="bg1"/>
              </a:solidFill>
              <a:latin typeface="宋体" panose="02010600030101010101" pitchFamily="2" charset="-122"/>
              <a:ea typeface="宋体" panose="02010600030101010101" pitchFamily="2" charset="-122"/>
            </a:endParaRPr>
          </a:p>
        </p:txBody>
      </p:sp>
      <p:pic>
        <p:nvPicPr>
          <p:cNvPr id="144389" name="Picture 6">
            <a:extLst>
              <a:ext uri="{FF2B5EF4-FFF2-40B4-BE49-F238E27FC236}">
                <a16:creationId xmlns:a16="http://schemas.microsoft.com/office/drawing/2014/main" id="{834A7A04-A610-4ED0-AC93-856F86C42A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1013" y="547688"/>
            <a:ext cx="102870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a:extLst>
              <a:ext uri="{FF2B5EF4-FFF2-40B4-BE49-F238E27FC236}">
                <a16:creationId xmlns:a16="http://schemas.microsoft.com/office/drawing/2014/main" id="{943F4BAC-1E01-4D01-8EF1-DD4C21256424}"/>
              </a:ext>
            </a:extLst>
          </p:cNvPr>
          <p:cNvSpPr>
            <a:spLocks noRot="1" noChangeAspect="1" noMove="1" noResize="1" noEditPoints="1" noAdjustHandles="1" noChangeArrowheads="1" noChangeShapeType="1" noTextEdit="1"/>
          </p:cNvSpPr>
          <p:nvPr/>
        </p:nvSpPr>
        <p:spPr>
          <a:xfrm>
            <a:off x="251234" y="1765675"/>
            <a:ext cx="8712968" cy="2367186"/>
          </a:xfrm>
          <a:prstGeom prst="rect">
            <a:avLst/>
          </a:prstGeom>
          <a:blipFill>
            <a:blip r:embed="rId4"/>
            <a:stretch>
              <a:fillRect l="-699" t="-515" r="-699" b="-2835"/>
            </a:stretch>
          </a:blipFill>
        </p:spPr>
        <p:txBody>
          <a:bodyPr/>
          <a:lstStyle/>
          <a:p>
            <a:pPr>
              <a:defRPr/>
            </a:pPr>
            <a:r>
              <a:rPr lang="zh-CN" altLang="en-US" noProof="1">
                <a:noFill/>
              </a:rPr>
              <a:t> </a:t>
            </a:r>
          </a:p>
        </p:txBody>
      </p:sp>
      <p:pic>
        <p:nvPicPr>
          <p:cNvPr id="144391" name="图片 3">
            <a:extLst>
              <a:ext uri="{FF2B5EF4-FFF2-40B4-BE49-F238E27FC236}">
                <a16:creationId xmlns:a16="http://schemas.microsoft.com/office/drawing/2014/main" id="{D992209A-EB7D-463B-B2CF-0946A1BD86A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1188" y="4221163"/>
            <a:ext cx="8151812" cy="208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日期占位符 3">
            <a:extLst>
              <a:ext uri="{FF2B5EF4-FFF2-40B4-BE49-F238E27FC236}">
                <a16:creationId xmlns:a16="http://schemas.microsoft.com/office/drawing/2014/main" id="{B9DF086F-9B65-454D-ABBE-FBC502BBACEA}"/>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2D2D450A-C74D-454F-B5CB-E04BC3DD513B}"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145411" name="Rectangle 186">
            <a:extLst>
              <a:ext uri="{FF2B5EF4-FFF2-40B4-BE49-F238E27FC236}">
                <a16:creationId xmlns:a16="http://schemas.microsoft.com/office/drawing/2014/main" id="{8EB2FE2C-C967-44BC-8D4A-CC7A116042CC}"/>
              </a:ext>
            </a:extLst>
          </p:cNvPr>
          <p:cNvSpPr>
            <a:spLocks noChangeArrowheads="1"/>
          </p:cNvSpPr>
          <p:nvPr/>
        </p:nvSpPr>
        <p:spPr bwMode="auto">
          <a:xfrm>
            <a:off x="0" y="406400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endParaRPr lang="zh-CN" altLang="en-US">
              <a:latin typeface="Times New Roman" panose="02020603050405020304" pitchFamily="18" charset="0"/>
              <a:ea typeface="宋体" panose="02010600030101010101" pitchFamily="2" charset="-122"/>
            </a:endParaRPr>
          </a:p>
        </p:txBody>
      </p:sp>
      <p:sp>
        <p:nvSpPr>
          <p:cNvPr id="145412" name="Text Box 2">
            <a:extLst>
              <a:ext uri="{FF2B5EF4-FFF2-40B4-BE49-F238E27FC236}">
                <a16:creationId xmlns:a16="http://schemas.microsoft.com/office/drawing/2014/main" id="{260913C6-4C6E-4903-A3C3-573103685545}"/>
              </a:ext>
            </a:extLst>
          </p:cNvPr>
          <p:cNvSpPr txBox="1">
            <a:spLocks noChangeArrowheads="1"/>
          </p:cNvSpPr>
          <p:nvPr/>
        </p:nvSpPr>
        <p:spPr bwMode="auto">
          <a:xfrm>
            <a:off x="1258888" y="692150"/>
            <a:ext cx="669766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最元的唯一性</a:t>
            </a:r>
            <a:endParaRPr lang="en-US" altLang="zh-CN" sz="5400" b="1">
              <a:solidFill>
                <a:schemeClr val="bg1"/>
              </a:solidFill>
              <a:latin typeface="宋体" panose="02010600030101010101" pitchFamily="2" charset="-122"/>
              <a:ea typeface="宋体" panose="02010600030101010101" pitchFamily="2" charset="-122"/>
            </a:endParaRPr>
          </a:p>
        </p:txBody>
      </p:sp>
      <p:pic>
        <p:nvPicPr>
          <p:cNvPr id="145413" name="Picture 6">
            <a:extLst>
              <a:ext uri="{FF2B5EF4-FFF2-40B4-BE49-F238E27FC236}">
                <a16:creationId xmlns:a16="http://schemas.microsoft.com/office/drawing/2014/main" id="{CEE5EA80-8212-41B7-81AE-CB9915B6FB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1013" y="547688"/>
            <a:ext cx="102870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4C9F5FF9-BD16-4DD2-A17A-1FDAA32C14C7}"/>
              </a:ext>
            </a:extLst>
          </p:cNvPr>
          <p:cNvSpPr>
            <a:spLocks noRot="1" noChangeAspect="1" noMove="1" noResize="1" noEditPoints="1" noAdjustHandles="1" noChangeArrowheads="1" noChangeShapeType="1" noTextEdit="1"/>
          </p:cNvSpPr>
          <p:nvPr/>
        </p:nvSpPr>
        <p:spPr>
          <a:xfrm>
            <a:off x="534730" y="1742970"/>
            <a:ext cx="8280920" cy="4524316"/>
          </a:xfrm>
          <a:prstGeom prst="rect">
            <a:avLst/>
          </a:prstGeom>
          <a:blipFill>
            <a:blip r:embed="rId4"/>
            <a:stretch>
              <a:fillRect l="-1104" r="-1104" b="-270"/>
            </a:stretch>
          </a:blipFill>
        </p:spPr>
        <p:txBody>
          <a:bodyPr/>
          <a:lstStyle/>
          <a:p>
            <a:pPr>
              <a:defRPr/>
            </a:pPr>
            <a:r>
              <a:rPr lang="zh-CN" altLang="en-US" noProof="1">
                <a:noFill/>
              </a:rPr>
              <a:t> </a:t>
            </a:r>
          </a:p>
        </p:txBody>
      </p:sp>
    </p:spTree>
  </p:cSld>
  <p:clrMapOvr>
    <a:masterClrMapping/>
  </p:clrMapOvr>
  <p:transition spd="med">
    <p:wipe dir="r"/>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日期占位符 3">
            <a:extLst>
              <a:ext uri="{FF2B5EF4-FFF2-40B4-BE49-F238E27FC236}">
                <a16:creationId xmlns:a16="http://schemas.microsoft.com/office/drawing/2014/main" id="{D2DC5994-6303-413F-AEF6-97DE50B01351}"/>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05BB886A-E7CC-4B9A-BE86-B320F12AE3C4}"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146435" name="Rectangle 186">
            <a:extLst>
              <a:ext uri="{FF2B5EF4-FFF2-40B4-BE49-F238E27FC236}">
                <a16:creationId xmlns:a16="http://schemas.microsoft.com/office/drawing/2014/main" id="{6159259B-B1C9-4D87-B598-D2CC62C8A0BF}"/>
              </a:ext>
            </a:extLst>
          </p:cNvPr>
          <p:cNvSpPr>
            <a:spLocks noChangeArrowheads="1"/>
          </p:cNvSpPr>
          <p:nvPr/>
        </p:nvSpPr>
        <p:spPr bwMode="auto">
          <a:xfrm>
            <a:off x="0" y="406400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endParaRPr lang="zh-CN" altLang="en-US">
              <a:latin typeface="Times New Roman" panose="02020603050405020304" pitchFamily="18" charset="0"/>
              <a:ea typeface="宋体" panose="02010600030101010101" pitchFamily="2" charset="-122"/>
            </a:endParaRPr>
          </a:p>
        </p:txBody>
      </p:sp>
      <p:sp>
        <p:nvSpPr>
          <p:cNvPr id="146436" name="Text Box 2">
            <a:extLst>
              <a:ext uri="{FF2B5EF4-FFF2-40B4-BE49-F238E27FC236}">
                <a16:creationId xmlns:a16="http://schemas.microsoft.com/office/drawing/2014/main" id="{A916E83D-E42A-4F88-91AD-33FA937B3385}"/>
              </a:ext>
            </a:extLst>
          </p:cNvPr>
          <p:cNvSpPr txBox="1">
            <a:spLocks noChangeArrowheads="1"/>
          </p:cNvSpPr>
          <p:nvPr/>
        </p:nvSpPr>
        <p:spPr bwMode="auto">
          <a:xfrm>
            <a:off x="1258888" y="692150"/>
            <a:ext cx="669766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极元的存在性</a:t>
            </a:r>
            <a:endParaRPr lang="en-US" altLang="zh-CN" sz="5400" b="1">
              <a:solidFill>
                <a:schemeClr val="bg1"/>
              </a:solidFill>
              <a:latin typeface="宋体" panose="02010600030101010101" pitchFamily="2" charset="-122"/>
              <a:ea typeface="宋体" panose="02010600030101010101" pitchFamily="2" charset="-122"/>
            </a:endParaRPr>
          </a:p>
        </p:txBody>
      </p:sp>
      <p:pic>
        <p:nvPicPr>
          <p:cNvPr id="146437" name="Picture 6">
            <a:extLst>
              <a:ext uri="{FF2B5EF4-FFF2-40B4-BE49-F238E27FC236}">
                <a16:creationId xmlns:a16="http://schemas.microsoft.com/office/drawing/2014/main" id="{961474D9-7451-47E5-894B-C435C07F88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1013" y="547688"/>
            <a:ext cx="102870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a:extLst>
              <a:ext uri="{FF2B5EF4-FFF2-40B4-BE49-F238E27FC236}">
                <a16:creationId xmlns:a16="http://schemas.microsoft.com/office/drawing/2014/main" id="{FB078FB7-DCC2-49CC-9BC2-98AFB03A38D5}"/>
              </a:ext>
            </a:extLst>
          </p:cNvPr>
          <p:cNvSpPr>
            <a:spLocks noRot="1" noChangeAspect="1" noMove="1" noResize="1" noEditPoints="1" noAdjustHandles="1" noChangeArrowheads="1" noChangeShapeType="1" noTextEdit="1"/>
          </p:cNvSpPr>
          <p:nvPr/>
        </p:nvSpPr>
        <p:spPr>
          <a:xfrm>
            <a:off x="341281" y="2060848"/>
            <a:ext cx="8461226" cy="1569660"/>
          </a:xfrm>
          <a:prstGeom prst="rect">
            <a:avLst/>
          </a:prstGeom>
          <a:blipFill>
            <a:blip r:embed="rId4"/>
            <a:stretch>
              <a:fillRect t="-4651" r="-216" b="-6202"/>
            </a:stretch>
          </a:blipFill>
        </p:spPr>
        <p:txBody>
          <a:bodyPr/>
          <a:lstStyle/>
          <a:p>
            <a:pPr>
              <a:defRPr/>
            </a:pPr>
            <a:r>
              <a:rPr lang="zh-CN" altLang="en-US" noProof="1">
                <a:noFill/>
              </a:rPr>
              <a:t> </a:t>
            </a:r>
          </a:p>
        </p:txBody>
      </p:sp>
      <p:sp>
        <p:nvSpPr>
          <p:cNvPr id="4" name="矩形 3">
            <a:extLst>
              <a:ext uri="{FF2B5EF4-FFF2-40B4-BE49-F238E27FC236}">
                <a16:creationId xmlns:a16="http://schemas.microsoft.com/office/drawing/2014/main" id="{76D90A56-8842-4271-9031-79D708527581}"/>
              </a:ext>
            </a:extLst>
          </p:cNvPr>
          <p:cNvSpPr>
            <a:spLocks noRot="1" noChangeAspect="1" noMove="1" noResize="1" noEditPoints="1" noAdjustHandles="1" noChangeArrowheads="1" noChangeShapeType="1" noTextEdit="1"/>
          </p:cNvSpPr>
          <p:nvPr/>
        </p:nvSpPr>
        <p:spPr>
          <a:xfrm>
            <a:off x="314492" y="3861454"/>
            <a:ext cx="8514803" cy="2308324"/>
          </a:xfrm>
          <a:prstGeom prst="rect">
            <a:avLst/>
          </a:prstGeom>
          <a:blipFill>
            <a:blip r:embed="rId5"/>
            <a:stretch>
              <a:fillRect l="-1146" t="-3166" r="-1146" b="-5013"/>
            </a:stretch>
          </a:blipFill>
        </p:spPr>
        <p:txBody>
          <a:bodyPr/>
          <a:lstStyle/>
          <a:p>
            <a:pPr>
              <a:defRPr/>
            </a:pPr>
            <a:r>
              <a:rPr lang="zh-CN" altLang="en-US" noProof="1">
                <a:noFill/>
              </a:rPr>
              <a:t> </a:t>
            </a:r>
          </a:p>
        </p:txBody>
      </p:sp>
    </p:spTree>
  </p:cSld>
  <p:clrMapOvr>
    <a:masterClrMapping/>
  </p:clrMapOvr>
  <p:transition spd="med">
    <p:wipe dir="r"/>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日期占位符 3">
            <a:extLst>
              <a:ext uri="{FF2B5EF4-FFF2-40B4-BE49-F238E27FC236}">
                <a16:creationId xmlns:a16="http://schemas.microsoft.com/office/drawing/2014/main" id="{13468538-3126-4E77-99D7-35745274A98C}"/>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FE5233A9-B9B1-4BEA-8CF6-A1086504A3CB}"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147459" name="Rectangle 186">
            <a:extLst>
              <a:ext uri="{FF2B5EF4-FFF2-40B4-BE49-F238E27FC236}">
                <a16:creationId xmlns:a16="http://schemas.microsoft.com/office/drawing/2014/main" id="{DCFE3C26-5A4B-4DF1-BA3A-BBC86DF1E0DD}"/>
              </a:ext>
            </a:extLst>
          </p:cNvPr>
          <p:cNvSpPr>
            <a:spLocks noChangeArrowheads="1"/>
          </p:cNvSpPr>
          <p:nvPr/>
        </p:nvSpPr>
        <p:spPr bwMode="auto">
          <a:xfrm>
            <a:off x="0" y="407670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endParaRPr lang="zh-CN" altLang="en-US">
              <a:latin typeface="Times New Roman" panose="02020603050405020304" pitchFamily="18" charset="0"/>
              <a:ea typeface="宋体" panose="02010600030101010101" pitchFamily="2" charset="-122"/>
            </a:endParaRPr>
          </a:p>
        </p:txBody>
      </p:sp>
      <p:sp>
        <p:nvSpPr>
          <p:cNvPr id="147460" name="Text Box 2">
            <a:extLst>
              <a:ext uri="{FF2B5EF4-FFF2-40B4-BE49-F238E27FC236}">
                <a16:creationId xmlns:a16="http://schemas.microsoft.com/office/drawing/2014/main" id="{F487B390-9328-43D5-B991-FBC9BA2C9F31}"/>
              </a:ext>
            </a:extLst>
          </p:cNvPr>
          <p:cNvSpPr txBox="1">
            <a:spLocks noChangeArrowheads="1"/>
          </p:cNvSpPr>
          <p:nvPr/>
        </p:nvSpPr>
        <p:spPr bwMode="auto">
          <a:xfrm>
            <a:off x="1258888" y="692150"/>
            <a:ext cx="669766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例 题</a:t>
            </a:r>
            <a:endParaRPr lang="en-US" altLang="zh-CN" sz="5400" b="1">
              <a:solidFill>
                <a:schemeClr val="bg1"/>
              </a:solidFill>
              <a:latin typeface="宋体" panose="02010600030101010101" pitchFamily="2" charset="-122"/>
              <a:ea typeface="宋体" panose="02010600030101010101" pitchFamily="2" charset="-122"/>
            </a:endParaRPr>
          </a:p>
        </p:txBody>
      </p:sp>
      <p:pic>
        <p:nvPicPr>
          <p:cNvPr id="147461" name="Picture 6">
            <a:extLst>
              <a:ext uri="{FF2B5EF4-FFF2-40B4-BE49-F238E27FC236}">
                <a16:creationId xmlns:a16="http://schemas.microsoft.com/office/drawing/2014/main" id="{B192F625-A9A9-430D-925F-D9CDE7AE50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1013" y="547688"/>
            <a:ext cx="102870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7462" name="Picture 12" descr="QQ截图20151103155531">
            <a:extLst>
              <a:ext uri="{FF2B5EF4-FFF2-40B4-BE49-F238E27FC236}">
                <a16:creationId xmlns:a16="http://schemas.microsoft.com/office/drawing/2014/main" id="{4EC157AF-0A25-4828-A698-859E2AC1AB8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550" y="1844675"/>
            <a:ext cx="7777163" cy="417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日期占位符 3">
            <a:extLst>
              <a:ext uri="{FF2B5EF4-FFF2-40B4-BE49-F238E27FC236}">
                <a16:creationId xmlns:a16="http://schemas.microsoft.com/office/drawing/2014/main" id="{0BF60658-D625-4782-B07F-3EE2C8B68CE8}"/>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B2367D50-69EB-4DEE-9C6E-057B926D82BF}"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148483" name="Rectangle 186">
            <a:extLst>
              <a:ext uri="{FF2B5EF4-FFF2-40B4-BE49-F238E27FC236}">
                <a16:creationId xmlns:a16="http://schemas.microsoft.com/office/drawing/2014/main" id="{4D830317-5E1D-4D38-ABDB-5BA663D95A16}"/>
              </a:ext>
            </a:extLst>
          </p:cNvPr>
          <p:cNvSpPr>
            <a:spLocks noChangeArrowheads="1"/>
          </p:cNvSpPr>
          <p:nvPr/>
        </p:nvSpPr>
        <p:spPr bwMode="auto">
          <a:xfrm>
            <a:off x="0" y="407670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endParaRPr lang="zh-CN" altLang="en-US">
              <a:latin typeface="Times New Roman" panose="02020603050405020304" pitchFamily="18" charset="0"/>
              <a:ea typeface="宋体" panose="02010600030101010101" pitchFamily="2" charset="-122"/>
            </a:endParaRPr>
          </a:p>
        </p:txBody>
      </p:sp>
      <p:sp>
        <p:nvSpPr>
          <p:cNvPr id="148484" name="Text Box 2">
            <a:extLst>
              <a:ext uri="{FF2B5EF4-FFF2-40B4-BE49-F238E27FC236}">
                <a16:creationId xmlns:a16="http://schemas.microsoft.com/office/drawing/2014/main" id="{12B901A8-2998-4693-B62E-741F953E84A3}"/>
              </a:ext>
            </a:extLst>
          </p:cNvPr>
          <p:cNvSpPr txBox="1">
            <a:spLocks noChangeArrowheads="1"/>
          </p:cNvSpPr>
          <p:nvPr/>
        </p:nvSpPr>
        <p:spPr bwMode="auto">
          <a:xfrm>
            <a:off x="1258888" y="692150"/>
            <a:ext cx="669766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例 题</a:t>
            </a:r>
            <a:endParaRPr lang="en-US" altLang="zh-CN" sz="5400" b="1">
              <a:solidFill>
                <a:schemeClr val="bg1"/>
              </a:solidFill>
              <a:latin typeface="宋体" panose="02010600030101010101" pitchFamily="2" charset="-122"/>
              <a:ea typeface="宋体" panose="02010600030101010101" pitchFamily="2" charset="-122"/>
            </a:endParaRPr>
          </a:p>
        </p:txBody>
      </p:sp>
      <p:pic>
        <p:nvPicPr>
          <p:cNvPr id="148485" name="Picture 6">
            <a:extLst>
              <a:ext uri="{FF2B5EF4-FFF2-40B4-BE49-F238E27FC236}">
                <a16:creationId xmlns:a16="http://schemas.microsoft.com/office/drawing/2014/main" id="{7FEE2FBF-FEBC-4EA4-BACD-E79BAB86FD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1013" y="547688"/>
            <a:ext cx="102870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8486" name="Picture 8" descr="QQ截图20151103155838">
            <a:extLst>
              <a:ext uri="{FF2B5EF4-FFF2-40B4-BE49-F238E27FC236}">
                <a16:creationId xmlns:a16="http://schemas.microsoft.com/office/drawing/2014/main" id="{AACD747B-0076-413F-B39C-7C83C8B56CA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5038" y="1836738"/>
            <a:ext cx="7958137" cy="418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日期占位符 3">
            <a:extLst>
              <a:ext uri="{FF2B5EF4-FFF2-40B4-BE49-F238E27FC236}">
                <a16:creationId xmlns:a16="http://schemas.microsoft.com/office/drawing/2014/main" id="{C0ED0668-7F3D-4FDC-B59B-9A11B0C69B22}"/>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ACE4904B-A063-4F00-A4E4-BDC4722A28D8}"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149507" name="Rectangle 186">
            <a:extLst>
              <a:ext uri="{FF2B5EF4-FFF2-40B4-BE49-F238E27FC236}">
                <a16:creationId xmlns:a16="http://schemas.microsoft.com/office/drawing/2014/main" id="{CDFB62F0-8064-494F-BB84-6390E5C5E026}"/>
              </a:ext>
            </a:extLst>
          </p:cNvPr>
          <p:cNvSpPr>
            <a:spLocks noChangeArrowheads="1"/>
          </p:cNvSpPr>
          <p:nvPr/>
        </p:nvSpPr>
        <p:spPr bwMode="auto">
          <a:xfrm>
            <a:off x="0" y="407670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endParaRPr lang="zh-CN" altLang="en-US">
              <a:latin typeface="Times New Roman" panose="02020603050405020304" pitchFamily="18" charset="0"/>
              <a:ea typeface="宋体" panose="02010600030101010101" pitchFamily="2" charset="-122"/>
            </a:endParaRPr>
          </a:p>
        </p:txBody>
      </p:sp>
      <p:sp>
        <p:nvSpPr>
          <p:cNvPr id="149508" name="Text Box 2">
            <a:extLst>
              <a:ext uri="{FF2B5EF4-FFF2-40B4-BE49-F238E27FC236}">
                <a16:creationId xmlns:a16="http://schemas.microsoft.com/office/drawing/2014/main" id="{8EC5AD30-7FD5-4184-AF9C-A5BED2F9762C}"/>
              </a:ext>
            </a:extLst>
          </p:cNvPr>
          <p:cNvSpPr txBox="1">
            <a:spLocks noChangeArrowheads="1"/>
          </p:cNvSpPr>
          <p:nvPr/>
        </p:nvSpPr>
        <p:spPr bwMode="auto">
          <a:xfrm>
            <a:off x="1258888" y="692150"/>
            <a:ext cx="669766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例 题</a:t>
            </a:r>
            <a:endParaRPr lang="en-US" altLang="zh-CN" sz="5400" b="1">
              <a:solidFill>
                <a:schemeClr val="bg1"/>
              </a:solidFill>
              <a:latin typeface="宋体" panose="02010600030101010101" pitchFamily="2" charset="-122"/>
              <a:ea typeface="宋体" panose="02010600030101010101" pitchFamily="2" charset="-122"/>
            </a:endParaRPr>
          </a:p>
        </p:txBody>
      </p:sp>
      <p:pic>
        <p:nvPicPr>
          <p:cNvPr id="149509" name="Picture 6">
            <a:extLst>
              <a:ext uri="{FF2B5EF4-FFF2-40B4-BE49-F238E27FC236}">
                <a16:creationId xmlns:a16="http://schemas.microsoft.com/office/drawing/2014/main" id="{543DE272-F363-4E0F-934A-988CD2E026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1013" y="547688"/>
            <a:ext cx="102870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9510" name="Picture 7" descr="QQ截图20151103163337">
            <a:extLst>
              <a:ext uri="{FF2B5EF4-FFF2-40B4-BE49-F238E27FC236}">
                <a16:creationId xmlns:a16="http://schemas.microsoft.com/office/drawing/2014/main" id="{2368501E-BCD8-483E-A291-4B385D5FACD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2988" y="1844675"/>
            <a:ext cx="7380287" cy="434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日期占位符 3">
            <a:extLst>
              <a:ext uri="{FF2B5EF4-FFF2-40B4-BE49-F238E27FC236}">
                <a16:creationId xmlns:a16="http://schemas.microsoft.com/office/drawing/2014/main" id="{EB897D22-3E25-42BF-8B26-D2F4FF8B36A5}"/>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4EE86E20-219C-4F00-821E-57481398C6A3}"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150531" name="Rectangle 186">
            <a:extLst>
              <a:ext uri="{FF2B5EF4-FFF2-40B4-BE49-F238E27FC236}">
                <a16:creationId xmlns:a16="http://schemas.microsoft.com/office/drawing/2014/main" id="{62EF42D0-E37D-4DB4-9C15-3597971951CA}"/>
              </a:ext>
            </a:extLst>
          </p:cNvPr>
          <p:cNvSpPr>
            <a:spLocks noChangeArrowheads="1"/>
          </p:cNvSpPr>
          <p:nvPr/>
        </p:nvSpPr>
        <p:spPr bwMode="auto">
          <a:xfrm>
            <a:off x="0" y="407670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endParaRPr lang="zh-CN" altLang="en-US">
              <a:latin typeface="Times New Roman" panose="02020603050405020304" pitchFamily="18" charset="0"/>
              <a:ea typeface="宋体" panose="02010600030101010101" pitchFamily="2" charset="-122"/>
            </a:endParaRPr>
          </a:p>
        </p:txBody>
      </p:sp>
      <p:sp>
        <p:nvSpPr>
          <p:cNvPr id="150532" name="Text Box 2">
            <a:extLst>
              <a:ext uri="{FF2B5EF4-FFF2-40B4-BE49-F238E27FC236}">
                <a16:creationId xmlns:a16="http://schemas.microsoft.com/office/drawing/2014/main" id="{C5AD7B4E-D59D-40A6-97FF-3C6295BE03D1}"/>
              </a:ext>
            </a:extLst>
          </p:cNvPr>
          <p:cNvSpPr txBox="1">
            <a:spLocks noChangeArrowheads="1"/>
          </p:cNvSpPr>
          <p:nvPr/>
        </p:nvSpPr>
        <p:spPr bwMode="auto">
          <a:xfrm>
            <a:off x="1258888" y="692150"/>
            <a:ext cx="669766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例 题</a:t>
            </a:r>
            <a:endParaRPr lang="en-US" altLang="zh-CN" sz="5400" b="1">
              <a:solidFill>
                <a:schemeClr val="bg1"/>
              </a:solidFill>
              <a:latin typeface="宋体" panose="02010600030101010101" pitchFamily="2" charset="-122"/>
              <a:ea typeface="宋体" panose="02010600030101010101" pitchFamily="2" charset="-122"/>
            </a:endParaRPr>
          </a:p>
        </p:txBody>
      </p:sp>
      <p:pic>
        <p:nvPicPr>
          <p:cNvPr id="150533" name="Picture 6">
            <a:extLst>
              <a:ext uri="{FF2B5EF4-FFF2-40B4-BE49-F238E27FC236}">
                <a16:creationId xmlns:a16="http://schemas.microsoft.com/office/drawing/2014/main" id="{2E5C9EC9-7730-4789-BA0C-ACD268F817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1013" y="547688"/>
            <a:ext cx="102870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0534" name="Picture 9" descr="QQ截图20151103162210">
            <a:extLst>
              <a:ext uri="{FF2B5EF4-FFF2-40B4-BE49-F238E27FC236}">
                <a16:creationId xmlns:a16="http://schemas.microsoft.com/office/drawing/2014/main" id="{CD774D93-36F4-4170-912F-70AEC756082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9638" y="2028825"/>
            <a:ext cx="7705725" cy="3905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日期占位符 3">
            <a:extLst>
              <a:ext uri="{FF2B5EF4-FFF2-40B4-BE49-F238E27FC236}">
                <a16:creationId xmlns:a16="http://schemas.microsoft.com/office/drawing/2014/main" id="{450F1275-824B-4057-8C48-8C59B8D95FD4}"/>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9E5A8077-512C-4630-9080-BD4F149C8D52}"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151555" name="Rectangle 186">
            <a:extLst>
              <a:ext uri="{FF2B5EF4-FFF2-40B4-BE49-F238E27FC236}">
                <a16:creationId xmlns:a16="http://schemas.microsoft.com/office/drawing/2014/main" id="{232087AC-449E-4F05-94DB-FF49AAA81B8A}"/>
              </a:ext>
            </a:extLst>
          </p:cNvPr>
          <p:cNvSpPr>
            <a:spLocks noChangeArrowheads="1"/>
          </p:cNvSpPr>
          <p:nvPr/>
        </p:nvSpPr>
        <p:spPr bwMode="auto">
          <a:xfrm>
            <a:off x="0" y="407670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endParaRPr lang="zh-CN" altLang="en-US">
              <a:latin typeface="Times New Roman" panose="02020603050405020304" pitchFamily="18" charset="0"/>
              <a:ea typeface="宋体" panose="02010600030101010101" pitchFamily="2" charset="-122"/>
            </a:endParaRPr>
          </a:p>
        </p:txBody>
      </p:sp>
      <p:sp>
        <p:nvSpPr>
          <p:cNvPr id="151556" name="Text Box 2">
            <a:extLst>
              <a:ext uri="{FF2B5EF4-FFF2-40B4-BE49-F238E27FC236}">
                <a16:creationId xmlns:a16="http://schemas.microsoft.com/office/drawing/2014/main" id="{091D5F84-C705-4E34-81F2-625DBC31CC1E}"/>
              </a:ext>
            </a:extLst>
          </p:cNvPr>
          <p:cNvSpPr txBox="1">
            <a:spLocks noChangeArrowheads="1"/>
          </p:cNvSpPr>
          <p:nvPr/>
        </p:nvSpPr>
        <p:spPr bwMode="auto">
          <a:xfrm>
            <a:off x="1258888" y="692150"/>
            <a:ext cx="669766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上界与下界</a:t>
            </a:r>
            <a:endParaRPr lang="en-US" altLang="zh-CN" sz="5400" b="1">
              <a:solidFill>
                <a:schemeClr val="bg1"/>
              </a:solidFill>
              <a:latin typeface="宋体" panose="02010600030101010101" pitchFamily="2" charset="-122"/>
              <a:ea typeface="宋体" panose="02010600030101010101" pitchFamily="2" charset="-122"/>
            </a:endParaRPr>
          </a:p>
        </p:txBody>
      </p:sp>
      <p:pic>
        <p:nvPicPr>
          <p:cNvPr id="151557" name="Picture 6">
            <a:extLst>
              <a:ext uri="{FF2B5EF4-FFF2-40B4-BE49-F238E27FC236}">
                <a16:creationId xmlns:a16="http://schemas.microsoft.com/office/drawing/2014/main" id="{DEF31A08-F24F-4AA1-92BB-767D99DF1C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1013" y="547688"/>
            <a:ext cx="102870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CC539043-3425-4F45-8D17-F219598857FD}"/>
              </a:ext>
            </a:extLst>
          </p:cNvPr>
          <p:cNvSpPr>
            <a:spLocks noRot="1" noChangeAspect="1" noMove="1" noResize="1" noEditPoints="1" noAdjustHandles="1" noChangeArrowheads="1" noChangeShapeType="1" noTextEdit="1"/>
          </p:cNvSpPr>
          <p:nvPr/>
        </p:nvSpPr>
        <p:spPr>
          <a:xfrm>
            <a:off x="323528" y="1890561"/>
            <a:ext cx="8496944" cy="4207177"/>
          </a:xfrm>
          <a:prstGeom prst="rect">
            <a:avLst/>
          </a:prstGeom>
          <a:blipFill>
            <a:blip r:embed="rId4"/>
            <a:stretch>
              <a:fillRect l="-1076" t="-580" r="-1148" b="-1739"/>
            </a:stretch>
          </a:blipFill>
        </p:spPr>
        <p:txBody>
          <a:bodyPr/>
          <a:lstStyle/>
          <a:p>
            <a:pPr>
              <a:defRPr/>
            </a:pPr>
            <a:r>
              <a:rPr lang="zh-CN" altLang="en-US">
                <a:noFill/>
              </a:rPr>
              <a:t> </a:t>
            </a:r>
          </a:p>
        </p:txBody>
      </p:sp>
    </p:spTree>
  </p:cSld>
  <p:clrMapOvr>
    <a:masterClrMapping/>
  </p:clrMapOvr>
  <p:transition spd="med">
    <p:wipe dir="r"/>
  </p:transition>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日期占位符 3">
            <a:extLst>
              <a:ext uri="{FF2B5EF4-FFF2-40B4-BE49-F238E27FC236}">
                <a16:creationId xmlns:a16="http://schemas.microsoft.com/office/drawing/2014/main" id="{08826487-2644-4690-B6BD-DA558D81367B}"/>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D19C733B-8537-4160-BA5F-E3A15FE459CE}"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152579" name="Rectangle 186">
            <a:extLst>
              <a:ext uri="{FF2B5EF4-FFF2-40B4-BE49-F238E27FC236}">
                <a16:creationId xmlns:a16="http://schemas.microsoft.com/office/drawing/2014/main" id="{386F15BB-6883-403C-AB18-1E6AC7CFEA01}"/>
              </a:ext>
            </a:extLst>
          </p:cNvPr>
          <p:cNvSpPr>
            <a:spLocks noChangeArrowheads="1"/>
          </p:cNvSpPr>
          <p:nvPr/>
        </p:nvSpPr>
        <p:spPr bwMode="auto">
          <a:xfrm>
            <a:off x="0" y="407670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endParaRPr lang="zh-CN" altLang="en-US">
              <a:latin typeface="Times New Roman" panose="02020603050405020304" pitchFamily="18" charset="0"/>
              <a:ea typeface="宋体" panose="02010600030101010101" pitchFamily="2" charset="-122"/>
            </a:endParaRPr>
          </a:p>
        </p:txBody>
      </p:sp>
      <p:sp>
        <p:nvSpPr>
          <p:cNvPr id="152580" name="Text Box 2">
            <a:extLst>
              <a:ext uri="{FF2B5EF4-FFF2-40B4-BE49-F238E27FC236}">
                <a16:creationId xmlns:a16="http://schemas.microsoft.com/office/drawing/2014/main" id="{B4D7C270-3923-4B9B-AEE3-99A6A2C92138}"/>
              </a:ext>
            </a:extLst>
          </p:cNvPr>
          <p:cNvSpPr txBox="1">
            <a:spLocks noChangeArrowheads="1"/>
          </p:cNvSpPr>
          <p:nvPr/>
        </p:nvSpPr>
        <p:spPr bwMode="auto">
          <a:xfrm>
            <a:off x="1258888" y="692150"/>
            <a:ext cx="669766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概念理解要点</a:t>
            </a:r>
            <a:endParaRPr lang="en-US" altLang="zh-CN" sz="5400" b="1">
              <a:solidFill>
                <a:schemeClr val="bg1"/>
              </a:solidFill>
              <a:latin typeface="宋体" panose="02010600030101010101" pitchFamily="2" charset="-122"/>
              <a:ea typeface="宋体" panose="02010600030101010101" pitchFamily="2" charset="-122"/>
            </a:endParaRPr>
          </a:p>
        </p:txBody>
      </p:sp>
      <p:pic>
        <p:nvPicPr>
          <p:cNvPr id="152581" name="Picture 6">
            <a:extLst>
              <a:ext uri="{FF2B5EF4-FFF2-40B4-BE49-F238E27FC236}">
                <a16:creationId xmlns:a16="http://schemas.microsoft.com/office/drawing/2014/main" id="{5AE493CE-5AB5-44D4-B60D-55342BF223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1013" y="547688"/>
            <a:ext cx="102870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a:extLst>
              <a:ext uri="{FF2B5EF4-FFF2-40B4-BE49-F238E27FC236}">
                <a16:creationId xmlns:a16="http://schemas.microsoft.com/office/drawing/2014/main" id="{06FF8927-1E9F-476A-AE7E-C66899DAA8A2}"/>
              </a:ext>
            </a:extLst>
          </p:cNvPr>
          <p:cNvSpPr>
            <a:spLocks noRot="1" noChangeAspect="1" noMove="1" noResize="1" noEditPoints="1" noAdjustHandles="1" noChangeArrowheads="1" noChangeShapeType="1" noTextEdit="1"/>
          </p:cNvSpPr>
          <p:nvPr/>
        </p:nvSpPr>
        <p:spPr>
          <a:xfrm>
            <a:off x="684213" y="2060848"/>
            <a:ext cx="8212837" cy="3745513"/>
          </a:xfrm>
          <a:prstGeom prst="rect">
            <a:avLst/>
          </a:prstGeom>
          <a:blipFill>
            <a:blip r:embed="rId4"/>
            <a:stretch>
              <a:fillRect l="-1114" t="-651" r="-1188" b="-2117"/>
            </a:stretch>
          </a:blipFill>
        </p:spPr>
        <p:txBody>
          <a:bodyPr/>
          <a:lstStyle/>
          <a:p>
            <a:pPr>
              <a:defRPr/>
            </a:pPr>
            <a:r>
              <a:rPr lang="zh-CN" altLang="en-US">
                <a:noFill/>
              </a:rPr>
              <a:t> </a:t>
            </a:r>
          </a:p>
        </p:txBody>
      </p:sp>
    </p:spTree>
  </p:cSld>
  <p:clrMapOvr>
    <a:masterClrMapping/>
  </p:clrMapOvr>
  <p:transition spd="med">
    <p:wipe dir="r"/>
  </p:transition>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日期占位符 3">
            <a:extLst>
              <a:ext uri="{FF2B5EF4-FFF2-40B4-BE49-F238E27FC236}">
                <a16:creationId xmlns:a16="http://schemas.microsoft.com/office/drawing/2014/main" id="{C4C62FF9-FC67-44A1-AB7E-61D21AF0D211}"/>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5C7E586B-0435-4D2E-9966-5F36DE319C85}"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153603" name="Rectangle 186">
            <a:extLst>
              <a:ext uri="{FF2B5EF4-FFF2-40B4-BE49-F238E27FC236}">
                <a16:creationId xmlns:a16="http://schemas.microsoft.com/office/drawing/2014/main" id="{7395B468-0553-4A58-AD39-87DCF627B130}"/>
              </a:ext>
            </a:extLst>
          </p:cNvPr>
          <p:cNvSpPr>
            <a:spLocks noChangeArrowheads="1"/>
          </p:cNvSpPr>
          <p:nvPr/>
        </p:nvSpPr>
        <p:spPr bwMode="auto">
          <a:xfrm>
            <a:off x="0" y="407670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endParaRPr lang="zh-CN" altLang="en-US">
              <a:latin typeface="Times New Roman" panose="02020603050405020304" pitchFamily="18" charset="0"/>
              <a:ea typeface="宋体" panose="02010600030101010101" pitchFamily="2" charset="-122"/>
            </a:endParaRPr>
          </a:p>
        </p:txBody>
      </p:sp>
      <p:sp>
        <p:nvSpPr>
          <p:cNvPr id="153604" name="Text Box 2">
            <a:extLst>
              <a:ext uri="{FF2B5EF4-FFF2-40B4-BE49-F238E27FC236}">
                <a16:creationId xmlns:a16="http://schemas.microsoft.com/office/drawing/2014/main" id="{D4D814B0-9014-4972-8305-314BB8AA9FBE}"/>
              </a:ext>
            </a:extLst>
          </p:cNvPr>
          <p:cNvSpPr txBox="1">
            <a:spLocks noChangeArrowheads="1"/>
          </p:cNvSpPr>
          <p:nvPr/>
        </p:nvSpPr>
        <p:spPr bwMode="auto">
          <a:xfrm>
            <a:off x="1258888" y="785813"/>
            <a:ext cx="669766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例 题</a:t>
            </a:r>
            <a:endParaRPr lang="en-US" altLang="zh-CN" sz="5400" b="1">
              <a:solidFill>
                <a:schemeClr val="bg1"/>
              </a:solidFill>
              <a:latin typeface="宋体" panose="02010600030101010101" pitchFamily="2" charset="-122"/>
              <a:ea typeface="宋体" panose="02010600030101010101" pitchFamily="2" charset="-122"/>
            </a:endParaRPr>
          </a:p>
        </p:txBody>
      </p:sp>
      <p:pic>
        <p:nvPicPr>
          <p:cNvPr id="153605" name="Picture 6">
            <a:extLst>
              <a:ext uri="{FF2B5EF4-FFF2-40B4-BE49-F238E27FC236}">
                <a16:creationId xmlns:a16="http://schemas.microsoft.com/office/drawing/2014/main" id="{C5CF5D5C-AE9B-41E0-8CBF-15619D5109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1013" y="547688"/>
            <a:ext cx="102870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06" name="Picture 8" descr="QQ截图20151103164333">
            <a:extLst>
              <a:ext uri="{FF2B5EF4-FFF2-40B4-BE49-F238E27FC236}">
                <a16:creationId xmlns:a16="http://schemas.microsoft.com/office/drawing/2014/main" id="{CB8E7DD8-FE2E-4954-967B-D30F61CEACA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088" y="2033588"/>
            <a:ext cx="8064500" cy="4014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日期占位符 3">
            <a:extLst>
              <a:ext uri="{FF2B5EF4-FFF2-40B4-BE49-F238E27FC236}">
                <a16:creationId xmlns:a16="http://schemas.microsoft.com/office/drawing/2014/main" id="{CA52799E-1FCB-4692-9E92-29AFA9912257}"/>
              </a:ext>
            </a:extLst>
          </p:cNvPr>
          <p:cNvSpPr txBox="1">
            <a:spLocks noGrp="1" noChangeArrowheads="1"/>
          </p:cNvSpPr>
          <p:nvPr/>
        </p:nvSpPr>
        <p:spPr bwMode="auto">
          <a:xfrm>
            <a:off x="827088" y="64008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E2A1721C-8A3A-451E-A698-8363DA67AAFA}"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154627" name="Rectangle 186">
            <a:extLst>
              <a:ext uri="{FF2B5EF4-FFF2-40B4-BE49-F238E27FC236}">
                <a16:creationId xmlns:a16="http://schemas.microsoft.com/office/drawing/2014/main" id="{39107616-D1AC-455E-8A07-BF3A1610E44C}"/>
              </a:ext>
            </a:extLst>
          </p:cNvPr>
          <p:cNvSpPr>
            <a:spLocks noChangeArrowheads="1"/>
          </p:cNvSpPr>
          <p:nvPr/>
        </p:nvSpPr>
        <p:spPr bwMode="auto">
          <a:xfrm>
            <a:off x="0" y="407670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endParaRPr lang="zh-CN" altLang="en-US">
              <a:latin typeface="Times New Roman" panose="02020603050405020304" pitchFamily="18" charset="0"/>
              <a:ea typeface="宋体" panose="02010600030101010101" pitchFamily="2" charset="-122"/>
            </a:endParaRPr>
          </a:p>
        </p:txBody>
      </p:sp>
      <p:sp>
        <p:nvSpPr>
          <p:cNvPr id="154628" name="Text Box 2">
            <a:extLst>
              <a:ext uri="{FF2B5EF4-FFF2-40B4-BE49-F238E27FC236}">
                <a16:creationId xmlns:a16="http://schemas.microsoft.com/office/drawing/2014/main" id="{16FF7A4A-35AE-4121-AFEE-7FA63EBA0189}"/>
              </a:ext>
            </a:extLst>
          </p:cNvPr>
          <p:cNvSpPr txBox="1">
            <a:spLocks noChangeArrowheads="1"/>
          </p:cNvSpPr>
          <p:nvPr/>
        </p:nvSpPr>
        <p:spPr bwMode="auto">
          <a:xfrm>
            <a:off x="1258888" y="620713"/>
            <a:ext cx="669766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例 题</a:t>
            </a:r>
            <a:endParaRPr lang="en-US" altLang="zh-CN" sz="5400" b="1">
              <a:solidFill>
                <a:schemeClr val="bg1"/>
              </a:solidFill>
              <a:latin typeface="宋体" panose="02010600030101010101" pitchFamily="2" charset="-122"/>
              <a:ea typeface="宋体" panose="02010600030101010101" pitchFamily="2" charset="-122"/>
            </a:endParaRPr>
          </a:p>
        </p:txBody>
      </p:sp>
      <p:pic>
        <p:nvPicPr>
          <p:cNvPr id="154629" name="Picture 6">
            <a:extLst>
              <a:ext uri="{FF2B5EF4-FFF2-40B4-BE49-F238E27FC236}">
                <a16:creationId xmlns:a16="http://schemas.microsoft.com/office/drawing/2014/main" id="{187E18DB-AB3E-4641-BAD5-07C695E64D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1013" y="547688"/>
            <a:ext cx="102870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4630" name="Picture 9" descr="QQ截图20151103164905">
            <a:extLst>
              <a:ext uri="{FF2B5EF4-FFF2-40B4-BE49-F238E27FC236}">
                <a16:creationId xmlns:a16="http://schemas.microsoft.com/office/drawing/2014/main" id="{3DEBFAB5-1525-4B7C-B615-D79B8BA3B3A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2163" y="2006600"/>
            <a:ext cx="8172450" cy="3943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日期占位符 3">
            <a:extLst>
              <a:ext uri="{FF2B5EF4-FFF2-40B4-BE49-F238E27FC236}">
                <a16:creationId xmlns:a16="http://schemas.microsoft.com/office/drawing/2014/main" id="{ACF426AA-5B34-462B-B7B7-A96DAEEB850E}"/>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AA50F66C-AD83-4332-A64C-36A82E8BC454}"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155651" name="Rectangle 186">
            <a:extLst>
              <a:ext uri="{FF2B5EF4-FFF2-40B4-BE49-F238E27FC236}">
                <a16:creationId xmlns:a16="http://schemas.microsoft.com/office/drawing/2014/main" id="{E3387580-4D25-4E1F-B776-A3B402DC6C5B}"/>
              </a:ext>
            </a:extLst>
          </p:cNvPr>
          <p:cNvSpPr>
            <a:spLocks noChangeArrowheads="1"/>
          </p:cNvSpPr>
          <p:nvPr/>
        </p:nvSpPr>
        <p:spPr bwMode="auto">
          <a:xfrm>
            <a:off x="0" y="407670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endParaRPr lang="zh-CN" altLang="en-US">
              <a:latin typeface="Times New Roman" panose="02020603050405020304" pitchFamily="18" charset="0"/>
              <a:ea typeface="宋体" panose="02010600030101010101" pitchFamily="2" charset="-122"/>
            </a:endParaRPr>
          </a:p>
        </p:txBody>
      </p:sp>
      <p:sp>
        <p:nvSpPr>
          <p:cNvPr id="155652" name="Text Box 2">
            <a:extLst>
              <a:ext uri="{FF2B5EF4-FFF2-40B4-BE49-F238E27FC236}">
                <a16:creationId xmlns:a16="http://schemas.microsoft.com/office/drawing/2014/main" id="{5F305141-1CA2-423D-9B4D-B5148B6DE6D0}"/>
              </a:ext>
            </a:extLst>
          </p:cNvPr>
          <p:cNvSpPr txBox="1">
            <a:spLocks noChangeArrowheads="1"/>
          </p:cNvSpPr>
          <p:nvPr/>
        </p:nvSpPr>
        <p:spPr bwMode="auto">
          <a:xfrm>
            <a:off x="1258888" y="620713"/>
            <a:ext cx="669766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例 题</a:t>
            </a:r>
            <a:endParaRPr lang="en-US" altLang="zh-CN" sz="5400" b="1">
              <a:solidFill>
                <a:schemeClr val="bg1"/>
              </a:solidFill>
              <a:latin typeface="宋体" panose="02010600030101010101" pitchFamily="2" charset="-122"/>
              <a:ea typeface="宋体" panose="02010600030101010101" pitchFamily="2" charset="-122"/>
            </a:endParaRPr>
          </a:p>
        </p:txBody>
      </p:sp>
      <p:pic>
        <p:nvPicPr>
          <p:cNvPr id="155653" name="Picture 6">
            <a:extLst>
              <a:ext uri="{FF2B5EF4-FFF2-40B4-BE49-F238E27FC236}">
                <a16:creationId xmlns:a16="http://schemas.microsoft.com/office/drawing/2014/main" id="{2E2E8000-AC27-4EEB-9D99-0543E121B3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1013" y="547688"/>
            <a:ext cx="102870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5654" name="Picture 10" descr="QQ截图20151103165509">
            <a:extLst>
              <a:ext uri="{FF2B5EF4-FFF2-40B4-BE49-F238E27FC236}">
                <a16:creationId xmlns:a16="http://schemas.microsoft.com/office/drawing/2014/main" id="{FE9EFEA2-8476-4675-9F6A-7585CDE6DC6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0113" y="1844675"/>
            <a:ext cx="7993062" cy="428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日期占位符 3">
            <a:extLst>
              <a:ext uri="{FF2B5EF4-FFF2-40B4-BE49-F238E27FC236}">
                <a16:creationId xmlns:a16="http://schemas.microsoft.com/office/drawing/2014/main" id="{7E2DDC22-9DE6-4FDE-BA74-C849456F67B9}"/>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B6E218A2-5839-4061-BCAC-51957FB830E9}"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156675" name="Rectangle 186">
            <a:extLst>
              <a:ext uri="{FF2B5EF4-FFF2-40B4-BE49-F238E27FC236}">
                <a16:creationId xmlns:a16="http://schemas.microsoft.com/office/drawing/2014/main" id="{D61A667B-7448-421B-83E9-F68ED4AAF473}"/>
              </a:ext>
            </a:extLst>
          </p:cNvPr>
          <p:cNvSpPr>
            <a:spLocks noChangeArrowheads="1"/>
          </p:cNvSpPr>
          <p:nvPr/>
        </p:nvSpPr>
        <p:spPr bwMode="auto">
          <a:xfrm>
            <a:off x="0" y="407670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endParaRPr lang="zh-CN" altLang="en-US">
              <a:latin typeface="Times New Roman" panose="02020603050405020304" pitchFamily="18" charset="0"/>
              <a:ea typeface="宋体" panose="02010600030101010101" pitchFamily="2" charset="-122"/>
            </a:endParaRPr>
          </a:p>
        </p:txBody>
      </p:sp>
      <p:sp>
        <p:nvSpPr>
          <p:cNvPr id="156676" name="Text Box 2">
            <a:extLst>
              <a:ext uri="{FF2B5EF4-FFF2-40B4-BE49-F238E27FC236}">
                <a16:creationId xmlns:a16="http://schemas.microsoft.com/office/drawing/2014/main" id="{EF1C9E12-1972-48DD-8F0C-40CC256E41C6}"/>
              </a:ext>
            </a:extLst>
          </p:cNvPr>
          <p:cNvSpPr txBox="1">
            <a:spLocks noChangeArrowheads="1"/>
          </p:cNvSpPr>
          <p:nvPr/>
        </p:nvSpPr>
        <p:spPr bwMode="auto">
          <a:xfrm>
            <a:off x="1258888" y="620713"/>
            <a:ext cx="669766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例 题</a:t>
            </a:r>
            <a:endParaRPr lang="en-US" altLang="zh-CN" sz="5400" b="1">
              <a:solidFill>
                <a:schemeClr val="bg1"/>
              </a:solidFill>
              <a:latin typeface="宋体" panose="02010600030101010101" pitchFamily="2" charset="-122"/>
              <a:ea typeface="宋体" panose="02010600030101010101" pitchFamily="2" charset="-122"/>
            </a:endParaRPr>
          </a:p>
        </p:txBody>
      </p:sp>
      <p:pic>
        <p:nvPicPr>
          <p:cNvPr id="156677" name="Picture 6">
            <a:extLst>
              <a:ext uri="{FF2B5EF4-FFF2-40B4-BE49-F238E27FC236}">
                <a16:creationId xmlns:a16="http://schemas.microsoft.com/office/drawing/2014/main" id="{7FDBD6D1-FC6B-4A89-B9D8-B68E779B06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1013" y="547688"/>
            <a:ext cx="102870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6678" name="Picture 9" descr="无标题36">
            <a:extLst>
              <a:ext uri="{FF2B5EF4-FFF2-40B4-BE49-F238E27FC236}">
                <a16:creationId xmlns:a16="http://schemas.microsoft.com/office/drawing/2014/main" id="{CB422B09-6496-4B58-A063-1B74FE44100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550" y="1844675"/>
            <a:ext cx="7993063" cy="400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日期占位符 3">
            <a:extLst>
              <a:ext uri="{FF2B5EF4-FFF2-40B4-BE49-F238E27FC236}">
                <a16:creationId xmlns:a16="http://schemas.microsoft.com/office/drawing/2014/main" id="{139B55E9-9BA5-42DE-93AE-A9A9CE1E2973}"/>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5AF1DA57-C577-45AB-84AC-2ED6692F5A3C}"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157699" name="Rectangle 186">
            <a:extLst>
              <a:ext uri="{FF2B5EF4-FFF2-40B4-BE49-F238E27FC236}">
                <a16:creationId xmlns:a16="http://schemas.microsoft.com/office/drawing/2014/main" id="{1C329907-7D83-4C22-B127-4A6AA3DC8568}"/>
              </a:ext>
            </a:extLst>
          </p:cNvPr>
          <p:cNvSpPr>
            <a:spLocks noChangeArrowheads="1"/>
          </p:cNvSpPr>
          <p:nvPr/>
        </p:nvSpPr>
        <p:spPr bwMode="auto">
          <a:xfrm>
            <a:off x="0" y="407670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endParaRPr lang="zh-CN" altLang="en-US">
              <a:latin typeface="Times New Roman" panose="02020603050405020304" pitchFamily="18" charset="0"/>
              <a:ea typeface="宋体" panose="02010600030101010101" pitchFamily="2" charset="-122"/>
            </a:endParaRPr>
          </a:p>
        </p:txBody>
      </p:sp>
      <p:sp>
        <p:nvSpPr>
          <p:cNvPr id="157700" name="Text Box 2">
            <a:extLst>
              <a:ext uri="{FF2B5EF4-FFF2-40B4-BE49-F238E27FC236}">
                <a16:creationId xmlns:a16="http://schemas.microsoft.com/office/drawing/2014/main" id="{AC85E1BC-EE79-40DB-9842-C51CC67C865B}"/>
              </a:ext>
            </a:extLst>
          </p:cNvPr>
          <p:cNvSpPr txBox="1">
            <a:spLocks noChangeArrowheads="1"/>
          </p:cNvSpPr>
          <p:nvPr/>
        </p:nvSpPr>
        <p:spPr bwMode="auto">
          <a:xfrm>
            <a:off x="1258888" y="858838"/>
            <a:ext cx="669766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例 题</a:t>
            </a:r>
            <a:endParaRPr lang="en-US" altLang="zh-CN" sz="5400" b="1">
              <a:solidFill>
                <a:schemeClr val="bg1"/>
              </a:solidFill>
              <a:latin typeface="宋体" panose="02010600030101010101" pitchFamily="2" charset="-122"/>
              <a:ea typeface="宋体" panose="02010600030101010101" pitchFamily="2" charset="-122"/>
            </a:endParaRPr>
          </a:p>
        </p:txBody>
      </p:sp>
      <p:pic>
        <p:nvPicPr>
          <p:cNvPr id="157701" name="Picture 6">
            <a:extLst>
              <a:ext uri="{FF2B5EF4-FFF2-40B4-BE49-F238E27FC236}">
                <a16:creationId xmlns:a16="http://schemas.microsoft.com/office/drawing/2014/main" id="{97D1F0EE-F7A8-4092-85B8-18B8EB96EE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1013" y="547688"/>
            <a:ext cx="102870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7702" name="Picture 9" descr="无标题37">
            <a:extLst>
              <a:ext uri="{FF2B5EF4-FFF2-40B4-BE49-F238E27FC236}">
                <a16:creationId xmlns:a16="http://schemas.microsoft.com/office/drawing/2014/main" id="{03C258AD-2069-48BC-B624-D87AF402DBE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088" y="2386013"/>
            <a:ext cx="7956550" cy="3381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日期占位符 3">
            <a:extLst>
              <a:ext uri="{FF2B5EF4-FFF2-40B4-BE49-F238E27FC236}">
                <a16:creationId xmlns:a16="http://schemas.microsoft.com/office/drawing/2014/main" id="{02D28E0A-BE5B-4E11-ACD6-09ABF28CF3C2}"/>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3E371390-5EB8-42C5-ADE7-FE9C02EB90FD}"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158723" name="Rectangle 186">
            <a:extLst>
              <a:ext uri="{FF2B5EF4-FFF2-40B4-BE49-F238E27FC236}">
                <a16:creationId xmlns:a16="http://schemas.microsoft.com/office/drawing/2014/main" id="{E80CE1B1-047C-4362-90E7-E59CE3519DC6}"/>
              </a:ext>
            </a:extLst>
          </p:cNvPr>
          <p:cNvSpPr>
            <a:spLocks noChangeArrowheads="1"/>
          </p:cNvSpPr>
          <p:nvPr/>
        </p:nvSpPr>
        <p:spPr bwMode="auto">
          <a:xfrm>
            <a:off x="0" y="407670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endParaRPr lang="zh-CN" altLang="en-US">
              <a:latin typeface="Times New Roman" panose="02020603050405020304" pitchFamily="18" charset="0"/>
              <a:ea typeface="宋体" panose="02010600030101010101" pitchFamily="2" charset="-122"/>
            </a:endParaRPr>
          </a:p>
        </p:txBody>
      </p:sp>
      <p:sp>
        <p:nvSpPr>
          <p:cNvPr id="158724" name="Text Box 2">
            <a:extLst>
              <a:ext uri="{FF2B5EF4-FFF2-40B4-BE49-F238E27FC236}">
                <a16:creationId xmlns:a16="http://schemas.microsoft.com/office/drawing/2014/main" id="{F444CBB9-733F-4A27-A730-A6138584B77A}"/>
              </a:ext>
            </a:extLst>
          </p:cNvPr>
          <p:cNvSpPr txBox="1">
            <a:spLocks noChangeArrowheads="1"/>
          </p:cNvSpPr>
          <p:nvPr/>
        </p:nvSpPr>
        <p:spPr bwMode="auto">
          <a:xfrm>
            <a:off x="1258888" y="692150"/>
            <a:ext cx="669766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特殊元的性质</a:t>
            </a:r>
            <a:endParaRPr lang="en-US" altLang="zh-CN" sz="5400" b="1">
              <a:solidFill>
                <a:schemeClr val="bg1"/>
              </a:solidFill>
              <a:latin typeface="宋体" panose="02010600030101010101" pitchFamily="2" charset="-122"/>
              <a:ea typeface="宋体" panose="02010600030101010101" pitchFamily="2" charset="-122"/>
            </a:endParaRPr>
          </a:p>
        </p:txBody>
      </p:sp>
      <p:pic>
        <p:nvPicPr>
          <p:cNvPr id="158725" name="Picture 6">
            <a:extLst>
              <a:ext uri="{FF2B5EF4-FFF2-40B4-BE49-F238E27FC236}">
                <a16:creationId xmlns:a16="http://schemas.microsoft.com/office/drawing/2014/main" id="{D43D08F4-1B27-4D9B-AD50-3282C09783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1013" y="547688"/>
            <a:ext cx="102870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349E56C1-0748-4F52-A935-58FFBDD01632}"/>
              </a:ext>
            </a:extLst>
          </p:cNvPr>
          <p:cNvSpPr>
            <a:spLocks noRot="1" noChangeAspect="1" noMove="1" noResize="1" noEditPoints="1" noAdjustHandles="1" noChangeArrowheads="1" noChangeShapeType="1" noTextEdit="1"/>
          </p:cNvSpPr>
          <p:nvPr/>
        </p:nvSpPr>
        <p:spPr>
          <a:xfrm>
            <a:off x="184150" y="2124044"/>
            <a:ext cx="8712968" cy="3676263"/>
          </a:xfrm>
          <a:prstGeom prst="rect">
            <a:avLst/>
          </a:prstGeom>
          <a:blipFill>
            <a:blip r:embed="rId4"/>
            <a:stretch>
              <a:fillRect b="-2985"/>
            </a:stretch>
          </a:blipFill>
        </p:spPr>
        <p:txBody>
          <a:bodyPr/>
          <a:lstStyle/>
          <a:p>
            <a:pPr>
              <a:defRPr/>
            </a:pPr>
            <a:r>
              <a:rPr lang="zh-CN" altLang="en-US">
                <a:noFill/>
              </a:rPr>
              <a:t> </a:t>
            </a:r>
          </a:p>
        </p:txBody>
      </p:sp>
    </p:spTree>
  </p:cSld>
  <p:clrMapOvr>
    <a:masterClrMapping/>
  </p:clrMapOvr>
  <p:transition spd="med">
    <p:wipe dir="r"/>
  </p:transition>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日期占位符 3">
            <a:extLst>
              <a:ext uri="{FF2B5EF4-FFF2-40B4-BE49-F238E27FC236}">
                <a16:creationId xmlns:a16="http://schemas.microsoft.com/office/drawing/2014/main" id="{B88AFDC8-955A-4395-933B-E10C78A73DFD}"/>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A879E859-4B27-4779-B227-885FCAE95BDC}"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159747" name="Rectangle 186">
            <a:extLst>
              <a:ext uri="{FF2B5EF4-FFF2-40B4-BE49-F238E27FC236}">
                <a16:creationId xmlns:a16="http://schemas.microsoft.com/office/drawing/2014/main" id="{E7B3F6F5-71A3-4171-9283-84F3B9EBC75D}"/>
              </a:ext>
            </a:extLst>
          </p:cNvPr>
          <p:cNvSpPr>
            <a:spLocks noChangeArrowheads="1"/>
          </p:cNvSpPr>
          <p:nvPr/>
        </p:nvSpPr>
        <p:spPr bwMode="auto">
          <a:xfrm>
            <a:off x="0" y="407670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endParaRPr lang="zh-CN" altLang="en-US">
              <a:latin typeface="Times New Roman" panose="02020603050405020304" pitchFamily="18" charset="0"/>
              <a:ea typeface="宋体" panose="02010600030101010101" pitchFamily="2" charset="-122"/>
            </a:endParaRPr>
          </a:p>
        </p:txBody>
      </p:sp>
      <p:sp>
        <p:nvSpPr>
          <p:cNvPr id="159748" name="Text Box 2">
            <a:extLst>
              <a:ext uri="{FF2B5EF4-FFF2-40B4-BE49-F238E27FC236}">
                <a16:creationId xmlns:a16="http://schemas.microsoft.com/office/drawing/2014/main" id="{08A62DE3-421C-4C01-B60B-9FC9A7F1D8D5}"/>
              </a:ext>
            </a:extLst>
          </p:cNvPr>
          <p:cNvSpPr txBox="1">
            <a:spLocks noChangeArrowheads="1"/>
          </p:cNvSpPr>
          <p:nvPr/>
        </p:nvSpPr>
        <p:spPr bwMode="auto">
          <a:xfrm>
            <a:off x="1258888" y="858838"/>
            <a:ext cx="669766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例 题</a:t>
            </a:r>
            <a:endParaRPr lang="en-US" altLang="zh-CN" sz="5400" b="1">
              <a:solidFill>
                <a:schemeClr val="bg1"/>
              </a:solidFill>
              <a:latin typeface="宋体" panose="02010600030101010101" pitchFamily="2" charset="-122"/>
              <a:ea typeface="宋体" panose="02010600030101010101" pitchFamily="2" charset="-122"/>
            </a:endParaRPr>
          </a:p>
        </p:txBody>
      </p:sp>
      <p:pic>
        <p:nvPicPr>
          <p:cNvPr id="159749" name="Picture 6">
            <a:extLst>
              <a:ext uri="{FF2B5EF4-FFF2-40B4-BE49-F238E27FC236}">
                <a16:creationId xmlns:a16="http://schemas.microsoft.com/office/drawing/2014/main" id="{369C89FB-E56F-473B-B079-D1D140FA07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1013" y="547688"/>
            <a:ext cx="102870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BFA34F7A-F38F-4429-B518-3CE4F10CCB36}"/>
              </a:ext>
            </a:extLst>
          </p:cNvPr>
          <p:cNvSpPr>
            <a:spLocks noRot="1" noChangeAspect="1" noMove="1" noResize="1" noEditPoints="1" noAdjustHandles="1" noChangeArrowheads="1" noChangeShapeType="1" noTextEdit="1"/>
          </p:cNvSpPr>
          <p:nvPr/>
        </p:nvSpPr>
        <p:spPr>
          <a:xfrm>
            <a:off x="323528" y="2204864"/>
            <a:ext cx="8697246" cy="3934475"/>
          </a:xfrm>
          <a:prstGeom prst="rect">
            <a:avLst/>
          </a:prstGeom>
          <a:blipFill>
            <a:blip r:embed="rId4"/>
            <a:stretch>
              <a:fillRect l="-1051" t="-155" r="-701" b="-2326"/>
            </a:stretch>
          </a:blipFill>
        </p:spPr>
        <p:txBody>
          <a:bodyPr/>
          <a:lstStyle/>
          <a:p>
            <a:pPr>
              <a:defRPr/>
            </a:pPr>
            <a:r>
              <a:rPr lang="zh-CN" altLang="en-US">
                <a:noFill/>
              </a:rPr>
              <a:t> </a:t>
            </a:r>
          </a:p>
        </p:txBody>
      </p:sp>
    </p:spTree>
  </p:cSld>
  <p:clrMapOvr>
    <a:masterClrMapping/>
  </p:clrMapOvr>
  <p:transition spd="med">
    <p:wipe dir="r"/>
  </p:transition>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日期占位符 3">
            <a:extLst>
              <a:ext uri="{FF2B5EF4-FFF2-40B4-BE49-F238E27FC236}">
                <a16:creationId xmlns:a16="http://schemas.microsoft.com/office/drawing/2014/main" id="{6500157E-E15A-4096-9B3C-F3850CFC16E9}"/>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1931BBF9-A08C-4D93-A121-BCB379C27AAD}"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160771" name="Rectangle 186">
            <a:extLst>
              <a:ext uri="{FF2B5EF4-FFF2-40B4-BE49-F238E27FC236}">
                <a16:creationId xmlns:a16="http://schemas.microsoft.com/office/drawing/2014/main" id="{2CBEB020-85E7-4268-B8BB-184E99B23F65}"/>
              </a:ext>
            </a:extLst>
          </p:cNvPr>
          <p:cNvSpPr>
            <a:spLocks noChangeArrowheads="1"/>
          </p:cNvSpPr>
          <p:nvPr/>
        </p:nvSpPr>
        <p:spPr bwMode="auto">
          <a:xfrm>
            <a:off x="0" y="407670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endParaRPr lang="zh-CN" altLang="en-US">
              <a:latin typeface="Times New Roman" panose="02020603050405020304" pitchFamily="18" charset="0"/>
              <a:ea typeface="宋体" panose="02010600030101010101" pitchFamily="2" charset="-122"/>
            </a:endParaRPr>
          </a:p>
        </p:txBody>
      </p:sp>
      <p:sp>
        <p:nvSpPr>
          <p:cNvPr id="160772" name="Text Box 2">
            <a:extLst>
              <a:ext uri="{FF2B5EF4-FFF2-40B4-BE49-F238E27FC236}">
                <a16:creationId xmlns:a16="http://schemas.microsoft.com/office/drawing/2014/main" id="{472E694C-7391-42C7-85D7-964FC905A93D}"/>
              </a:ext>
            </a:extLst>
          </p:cNvPr>
          <p:cNvSpPr txBox="1">
            <a:spLocks noChangeArrowheads="1"/>
          </p:cNvSpPr>
          <p:nvPr/>
        </p:nvSpPr>
        <p:spPr bwMode="auto">
          <a:xfrm>
            <a:off x="1258888" y="692150"/>
            <a:ext cx="669766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总 结</a:t>
            </a:r>
            <a:endParaRPr lang="en-US" altLang="zh-CN" sz="5400" b="1">
              <a:solidFill>
                <a:schemeClr val="bg1"/>
              </a:solidFill>
              <a:latin typeface="宋体" panose="02010600030101010101" pitchFamily="2" charset="-122"/>
              <a:ea typeface="宋体" panose="02010600030101010101" pitchFamily="2" charset="-122"/>
            </a:endParaRPr>
          </a:p>
        </p:txBody>
      </p:sp>
      <p:pic>
        <p:nvPicPr>
          <p:cNvPr id="160773" name="Picture 6">
            <a:extLst>
              <a:ext uri="{FF2B5EF4-FFF2-40B4-BE49-F238E27FC236}">
                <a16:creationId xmlns:a16="http://schemas.microsoft.com/office/drawing/2014/main" id="{1173EAA6-02DA-48A6-8480-D6C5DEC1FC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1013" y="547688"/>
            <a:ext cx="102870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0774" name="图片 7">
            <a:extLst>
              <a:ext uri="{FF2B5EF4-FFF2-40B4-BE49-F238E27FC236}">
                <a16:creationId xmlns:a16="http://schemas.microsoft.com/office/drawing/2014/main" id="{8FB21589-E761-4CEC-A448-A86AA0DF925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4213" y="1916113"/>
            <a:ext cx="8031162" cy="419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日期占位符 3">
            <a:extLst>
              <a:ext uri="{FF2B5EF4-FFF2-40B4-BE49-F238E27FC236}">
                <a16:creationId xmlns:a16="http://schemas.microsoft.com/office/drawing/2014/main" id="{C8B47999-42B7-4A3B-B92F-CE3BE0D6CE13}"/>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210ED5AB-9FE8-4B3C-9934-4618A788C1FF}"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161795" name="Rectangle 186">
            <a:extLst>
              <a:ext uri="{FF2B5EF4-FFF2-40B4-BE49-F238E27FC236}">
                <a16:creationId xmlns:a16="http://schemas.microsoft.com/office/drawing/2014/main" id="{E96AAA95-81CC-419B-A9EE-C0618CB5D022}"/>
              </a:ext>
            </a:extLst>
          </p:cNvPr>
          <p:cNvSpPr>
            <a:spLocks noChangeArrowheads="1"/>
          </p:cNvSpPr>
          <p:nvPr/>
        </p:nvSpPr>
        <p:spPr bwMode="auto">
          <a:xfrm>
            <a:off x="0" y="407670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endParaRPr lang="zh-CN" altLang="en-US">
              <a:latin typeface="Times New Roman" panose="02020603050405020304" pitchFamily="18" charset="0"/>
              <a:ea typeface="宋体" panose="02010600030101010101" pitchFamily="2" charset="-122"/>
            </a:endParaRPr>
          </a:p>
        </p:txBody>
      </p:sp>
      <p:sp>
        <p:nvSpPr>
          <p:cNvPr id="161796" name="Text Box 2">
            <a:extLst>
              <a:ext uri="{FF2B5EF4-FFF2-40B4-BE49-F238E27FC236}">
                <a16:creationId xmlns:a16="http://schemas.microsoft.com/office/drawing/2014/main" id="{8419A44C-6383-4FFC-B740-832F5425D0BD}"/>
              </a:ext>
            </a:extLst>
          </p:cNvPr>
          <p:cNvSpPr txBox="1">
            <a:spLocks noChangeArrowheads="1"/>
          </p:cNvSpPr>
          <p:nvPr/>
        </p:nvSpPr>
        <p:spPr bwMode="auto">
          <a:xfrm>
            <a:off x="1258888" y="692150"/>
            <a:ext cx="669766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例 题</a:t>
            </a:r>
            <a:endParaRPr lang="en-US" altLang="zh-CN" sz="5400" b="1">
              <a:solidFill>
                <a:schemeClr val="bg1"/>
              </a:solidFill>
              <a:latin typeface="宋体" panose="02010600030101010101" pitchFamily="2" charset="-122"/>
              <a:ea typeface="宋体" panose="02010600030101010101" pitchFamily="2" charset="-122"/>
            </a:endParaRPr>
          </a:p>
        </p:txBody>
      </p:sp>
      <p:pic>
        <p:nvPicPr>
          <p:cNvPr id="161797" name="Picture 6">
            <a:extLst>
              <a:ext uri="{FF2B5EF4-FFF2-40B4-BE49-F238E27FC236}">
                <a16:creationId xmlns:a16="http://schemas.microsoft.com/office/drawing/2014/main" id="{20193D67-F1FE-48C4-9201-B3B2AE7D17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1013" y="547688"/>
            <a:ext cx="102870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FA4A2A24-98DE-4E43-ACEE-08C4B964E161}"/>
              </a:ext>
            </a:extLst>
          </p:cNvPr>
          <p:cNvSpPr>
            <a:spLocks noRot="1" noChangeAspect="1" noMove="1" noResize="1" noEditPoints="1" noAdjustHandles="1" noChangeArrowheads="1" noChangeShapeType="1" noTextEdit="1"/>
          </p:cNvSpPr>
          <p:nvPr/>
        </p:nvSpPr>
        <p:spPr>
          <a:xfrm>
            <a:off x="467544" y="1844824"/>
            <a:ext cx="8136904" cy="1898853"/>
          </a:xfrm>
          <a:prstGeom prst="rect">
            <a:avLst/>
          </a:prstGeom>
          <a:blipFill>
            <a:blip r:embed="rId4"/>
            <a:stretch>
              <a:fillRect l="-1199" t="-1286" r="-1199" b="-5145"/>
            </a:stretch>
          </a:blipFill>
        </p:spPr>
        <p:txBody>
          <a:bodyPr/>
          <a:lstStyle/>
          <a:p>
            <a:pPr>
              <a:defRPr/>
            </a:pPr>
            <a:r>
              <a:rPr lang="zh-CN" altLang="en-US">
                <a:noFill/>
              </a:rPr>
              <a:t> </a:t>
            </a:r>
          </a:p>
        </p:txBody>
      </p:sp>
      <p:pic>
        <p:nvPicPr>
          <p:cNvPr id="161799" name="图片 3">
            <a:extLst>
              <a:ext uri="{FF2B5EF4-FFF2-40B4-BE49-F238E27FC236}">
                <a16:creationId xmlns:a16="http://schemas.microsoft.com/office/drawing/2014/main" id="{0C8A45B0-F8A4-4244-BEF6-1E7AEBCBA66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39975" y="3789363"/>
            <a:ext cx="4176713" cy="2525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日期占位符 3">
            <a:extLst>
              <a:ext uri="{FF2B5EF4-FFF2-40B4-BE49-F238E27FC236}">
                <a16:creationId xmlns:a16="http://schemas.microsoft.com/office/drawing/2014/main" id="{5102C5A1-1636-499A-A5E7-FE86A7FEF537}"/>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F01D4CCF-6965-487A-BECC-1CAD310FBD3E}"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162819" name="Rectangle 186">
            <a:extLst>
              <a:ext uri="{FF2B5EF4-FFF2-40B4-BE49-F238E27FC236}">
                <a16:creationId xmlns:a16="http://schemas.microsoft.com/office/drawing/2014/main" id="{62AEACD1-7DF3-4064-A621-C9496B9DE928}"/>
              </a:ext>
            </a:extLst>
          </p:cNvPr>
          <p:cNvSpPr>
            <a:spLocks noChangeArrowheads="1"/>
          </p:cNvSpPr>
          <p:nvPr/>
        </p:nvSpPr>
        <p:spPr bwMode="auto">
          <a:xfrm>
            <a:off x="0" y="407670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endParaRPr lang="zh-CN" altLang="en-US">
              <a:latin typeface="Times New Roman" panose="02020603050405020304" pitchFamily="18" charset="0"/>
              <a:ea typeface="宋体" panose="02010600030101010101" pitchFamily="2" charset="-122"/>
            </a:endParaRPr>
          </a:p>
        </p:txBody>
      </p:sp>
      <p:sp>
        <p:nvSpPr>
          <p:cNvPr id="162820" name="Text Box 2">
            <a:extLst>
              <a:ext uri="{FF2B5EF4-FFF2-40B4-BE49-F238E27FC236}">
                <a16:creationId xmlns:a16="http://schemas.microsoft.com/office/drawing/2014/main" id="{E7619A00-025D-4C9E-82D0-FA0E8D63C712}"/>
              </a:ext>
            </a:extLst>
          </p:cNvPr>
          <p:cNvSpPr txBox="1">
            <a:spLocks noChangeArrowheads="1"/>
          </p:cNvSpPr>
          <p:nvPr/>
        </p:nvSpPr>
        <p:spPr bwMode="auto">
          <a:xfrm>
            <a:off x="1258888" y="692150"/>
            <a:ext cx="669766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例 题</a:t>
            </a:r>
            <a:endParaRPr lang="en-US" altLang="zh-CN" sz="5400" b="1">
              <a:solidFill>
                <a:schemeClr val="bg1"/>
              </a:solidFill>
              <a:latin typeface="宋体" panose="02010600030101010101" pitchFamily="2" charset="-122"/>
              <a:ea typeface="宋体" panose="02010600030101010101" pitchFamily="2" charset="-122"/>
            </a:endParaRPr>
          </a:p>
        </p:txBody>
      </p:sp>
      <p:pic>
        <p:nvPicPr>
          <p:cNvPr id="162821" name="Picture 6">
            <a:extLst>
              <a:ext uri="{FF2B5EF4-FFF2-40B4-BE49-F238E27FC236}">
                <a16:creationId xmlns:a16="http://schemas.microsoft.com/office/drawing/2014/main" id="{986B7A86-669A-4D6B-AE7A-D33DA4137E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1013" y="547688"/>
            <a:ext cx="102870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a:extLst>
              <a:ext uri="{FF2B5EF4-FFF2-40B4-BE49-F238E27FC236}">
                <a16:creationId xmlns:a16="http://schemas.microsoft.com/office/drawing/2014/main" id="{727BEA0C-0ED4-457C-9048-E146D83E4359}"/>
              </a:ext>
            </a:extLst>
          </p:cNvPr>
          <p:cNvSpPr>
            <a:spLocks noRot="1" noChangeAspect="1" noMove="1" noResize="1" noEditPoints="1" noAdjustHandles="1" noChangeArrowheads="1" noChangeShapeType="1" noTextEdit="1"/>
          </p:cNvSpPr>
          <p:nvPr/>
        </p:nvSpPr>
        <p:spPr>
          <a:xfrm>
            <a:off x="251520" y="1963877"/>
            <a:ext cx="8712968" cy="1889043"/>
          </a:xfrm>
          <a:prstGeom prst="rect">
            <a:avLst/>
          </a:prstGeom>
          <a:blipFill>
            <a:blip r:embed="rId4"/>
            <a:stretch>
              <a:fillRect l="-1049" t="-1290" r="-1049" b="-5484"/>
            </a:stretch>
          </a:blipFill>
        </p:spPr>
        <p:txBody>
          <a:bodyPr/>
          <a:lstStyle/>
          <a:p>
            <a:pPr>
              <a:defRPr/>
            </a:pPr>
            <a:r>
              <a:rPr lang="zh-CN" altLang="en-US">
                <a:noFill/>
              </a:rPr>
              <a:t> </a:t>
            </a:r>
          </a:p>
        </p:txBody>
      </p:sp>
      <p:pic>
        <p:nvPicPr>
          <p:cNvPr id="162823" name="图片 4">
            <a:extLst>
              <a:ext uri="{FF2B5EF4-FFF2-40B4-BE49-F238E27FC236}">
                <a16:creationId xmlns:a16="http://schemas.microsoft.com/office/drawing/2014/main" id="{118E6A64-B8E1-4B25-B3C1-A45BEBD8BEA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2075" y="4076700"/>
            <a:ext cx="9058275" cy="188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日期占位符 3">
            <a:extLst>
              <a:ext uri="{FF2B5EF4-FFF2-40B4-BE49-F238E27FC236}">
                <a16:creationId xmlns:a16="http://schemas.microsoft.com/office/drawing/2014/main" id="{1395F9AD-A6F8-4C32-9AA2-7EA4027299E7}"/>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9023DE9A-9EBC-4199-BF80-1142833ECA8E}"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163843" name="Rectangle 186">
            <a:extLst>
              <a:ext uri="{FF2B5EF4-FFF2-40B4-BE49-F238E27FC236}">
                <a16:creationId xmlns:a16="http://schemas.microsoft.com/office/drawing/2014/main" id="{DAFFE496-B478-4C5C-93F4-28BEC1C37F6B}"/>
              </a:ext>
            </a:extLst>
          </p:cNvPr>
          <p:cNvSpPr>
            <a:spLocks noChangeArrowheads="1"/>
          </p:cNvSpPr>
          <p:nvPr/>
        </p:nvSpPr>
        <p:spPr bwMode="auto">
          <a:xfrm>
            <a:off x="0" y="407670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endParaRPr lang="zh-CN" altLang="en-US">
              <a:latin typeface="Times New Roman" panose="02020603050405020304" pitchFamily="18" charset="0"/>
              <a:ea typeface="宋体" panose="02010600030101010101" pitchFamily="2" charset="-122"/>
            </a:endParaRPr>
          </a:p>
        </p:txBody>
      </p:sp>
      <p:sp>
        <p:nvSpPr>
          <p:cNvPr id="163844" name="Text Box 2">
            <a:extLst>
              <a:ext uri="{FF2B5EF4-FFF2-40B4-BE49-F238E27FC236}">
                <a16:creationId xmlns:a16="http://schemas.microsoft.com/office/drawing/2014/main" id="{ED4B63E9-FE8F-426C-A94E-8C0EC201B1B2}"/>
              </a:ext>
            </a:extLst>
          </p:cNvPr>
          <p:cNvSpPr txBox="1">
            <a:spLocks noChangeArrowheads="1"/>
          </p:cNvSpPr>
          <p:nvPr/>
        </p:nvSpPr>
        <p:spPr bwMode="auto">
          <a:xfrm>
            <a:off x="1258888" y="692150"/>
            <a:ext cx="669766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例 题</a:t>
            </a:r>
            <a:endParaRPr lang="en-US" altLang="zh-CN" sz="5400" b="1">
              <a:solidFill>
                <a:schemeClr val="bg1"/>
              </a:solidFill>
              <a:latin typeface="宋体" panose="02010600030101010101" pitchFamily="2" charset="-122"/>
              <a:ea typeface="宋体" panose="02010600030101010101" pitchFamily="2" charset="-122"/>
            </a:endParaRPr>
          </a:p>
        </p:txBody>
      </p:sp>
      <p:pic>
        <p:nvPicPr>
          <p:cNvPr id="163845" name="Picture 6">
            <a:extLst>
              <a:ext uri="{FF2B5EF4-FFF2-40B4-BE49-F238E27FC236}">
                <a16:creationId xmlns:a16="http://schemas.microsoft.com/office/drawing/2014/main" id="{709A8026-19B8-4EA7-95B8-0F8DCD5051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1013" y="547688"/>
            <a:ext cx="102870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65357FB7-7213-4B1D-9CA7-3D4895781AC6}"/>
              </a:ext>
            </a:extLst>
          </p:cNvPr>
          <p:cNvSpPr>
            <a:spLocks noRot="1" noChangeAspect="1" noMove="1" noResize="1" noEditPoints="1" noAdjustHandles="1" noChangeArrowheads="1" noChangeShapeType="1" noTextEdit="1"/>
          </p:cNvSpPr>
          <p:nvPr/>
        </p:nvSpPr>
        <p:spPr>
          <a:xfrm>
            <a:off x="224089" y="2040602"/>
            <a:ext cx="8767259" cy="3907095"/>
          </a:xfrm>
          <a:prstGeom prst="rect">
            <a:avLst/>
          </a:prstGeom>
          <a:blipFill>
            <a:blip r:embed="rId4"/>
            <a:stretch>
              <a:fillRect l="-1113" r="-1043" b="-2028"/>
            </a:stretch>
          </a:blipFill>
        </p:spPr>
        <p:txBody>
          <a:bodyPr/>
          <a:lstStyle/>
          <a:p>
            <a:pPr>
              <a:defRPr/>
            </a:pPr>
            <a:r>
              <a:rPr lang="zh-CN" altLang="en-US">
                <a:noFill/>
              </a:rPr>
              <a:t> </a:t>
            </a:r>
          </a:p>
        </p:txBody>
      </p:sp>
    </p:spTree>
  </p:cSld>
  <p:clrMapOvr>
    <a:masterClrMapping/>
  </p:clrMapOvr>
  <p:transition spd="med">
    <p:wipe dir="r"/>
  </p:transition>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日期占位符 3">
            <a:extLst>
              <a:ext uri="{FF2B5EF4-FFF2-40B4-BE49-F238E27FC236}">
                <a16:creationId xmlns:a16="http://schemas.microsoft.com/office/drawing/2014/main" id="{D4C3B670-F042-4D84-AEA5-9D90EA8EBE88}"/>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59CCC3A1-3905-4469-A395-AFF552CD9509}"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164867" name="Rectangle 186">
            <a:extLst>
              <a:ext uri="{FF2B5EF4-FFF2-40B4-BE49-F238E27FC236}">
                <a16:creationId xmlns:a16="http://schemas.microsoft.com/office/drawing/2014/main" id="{0326D42C-6B36-4771-8C7B-74A5F8CCDA5A}"/>
              </a:ext>
            </a:extLst>
          </p:cNvPr>
          <p:cNvSpPr>
            <a:spLocks noChangeArrowheads="1"/>
          </p:cNvSpPr>
          <p:nvPr/>
        </p:nvSpPr>
        <p:spPr bwMode="auto">
          <a:xfrm>
            <a:off x="0" y="407670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endParaRPr lang="zh-CN" altLang="en-US">
              <a:latin typeface="Times New Roman" panose="02020603050405020304" pitchFamily="18" charset="0"/>
              <a:ea typeface="宋体" panose="02010600030101010101" pitchFamily="2" charset="-122"/>
            </a:endParaRPr>
          </a:p>
        </p:txBody>
      </p:sp>
      <p:sp>
        <p:nvSpPr>
          <p:cNvPr id="164868" name="Text Box 2">
            <a:extLst>
              <a:ext uri="{FF2B5EF4-FFF2-40B4-BE49-F238E27FC236}">
                <a16:creationId xmlns:a16="http://schemas.microsoft.com/office/drawing/2014/main" id="{C1DD72BE-7253-4CCE-93CC-098BE765AD47}"/>
              </a:ext>
            </a:extLst>
          </p:cNvPr>
          <p:cNvSpPr txBox="1">
            <a:spLocks noChangeArrowheads="1"/>
          </p:cNvSpPr>
          <p:nvPr/>
        </p:nvSpPr>
        <p:spPr bwMode="auto">
          <a:xfrm>
            <a:off x="1258888" y="692150"/>
            <a:ext cx="669766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例 题</a:t>
            </a:r>
            <a:endParaRPr lang="en-US" altLang="zh-CN" sz="5400" b="1">
              <a:solidFill>
                <a:schemeClr val="bg1"/>
              </a:solidFill>
              <a:latin typeface="宋体" panose="02010600030101010101" pitchFamily="2" charset="-122"/>
              <a:ea typeface="宋体" panose="02010600030101010101" pitchFamily="2" charset="-122"/>
            </a:endParaRPr>
          </a:p>
        </p:txBody>
      </p:sp>
      <p:pic>
        <p:nvPicPr>
          <p:cNvPr id="164869" name="Picture 6">
            <a:extLst>
              <a:ext uri="{FF2B5EF4-FFF2-40B4-BE49-F238E27FC236}">
                <a16:creationId xmlns:a16="http://schemas.microsoft.com/office/drawing/2014/main" id="{E51902B8-6180-47EC-8ABD-E118C3E7A4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1013" y="547688"/>
            <a:ext cx="102870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106F21EF-17B9-44F9-A8EF-8AED69C233A9}"/>
              </a:ext>
            </a:extLst>
          </p:cNvPr>
          <p:cNvSpPr>
            <a:spLocks noRot="1" noChangeAspect="1" noMove="1" noResize="1" noEditPoints="1" noAdjustHandles="1" noChangeArrowheads="1" noChangeShapeType="1" noTextEdit="1"/>
          </p:cNvSpPr>
          <p:nvPr/>
        </p:nvSpPr>
        <p:spPr>
          <a:xfrm>
            <a:off x="200351" y="1772816"/>
            <a:ext cx="8620121" cy="461665"/>
          </a:xfrm>
          <a:prstGeom prst="rect">
            <a:avLst/>
          </a:prstGeom>
          <a:blipFill>
            <a:blip r:embed="rId4"/>
            <a:stretch>
              <a:fillRect t="-15789" r="-4597" b="-30263"/>
            </a:stretch>
          </a:blipFill>
        </p:spPr>
        <p:txBody>
          <a:bodyPr/>
          <a:lstStyle/>
          <a:p>
            <a:pPr>
              <a:defRPr/>
            </a:pPr>
            <a:r>
              <a:rPr lang="zh-CN" altLang="en-US">
                <a:noFill/>
              </a:rPr>
              <a:t> </a:t>
            </a:r>
          </a:p>
        </p:txBody>
      </p:sp>
      <p:pic>
        <p:nvPicPr>
          <p:cNvPr id="164871" name="图片 2">
            <a:extLst>
              <a:ext uri="{FF2B5EF4-FFF2-40B4-BE49-F238E27FC236}">
                <a16:creationId xmlns:a16="http://schemas.microsoft.com/office/drawing/2014/main" id="{DDB7F3CE-31A8-49EF-BD84-A44D211E7D3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33600" y="2276475"/>
            <a:ext cx="4876800" cy="2141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4872" name="图片 3">
            <a:extLst>
              <a:ext uri="{FF2B5EF4-FFF2-40B4-BE49-F238E27FC236}">
                <a16:creationId xmlns:a16="http://schemas.microsoft.com/office/drawing/2014/main" id="{CBB66FC5-0C16-4117-A0B7-A5704B3B919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3688" y="4398963"/>
            <a:ext cx="8556625" cy="1982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日期占位符 3">
            <a:extLst>
              <a:ext uri="{FF2B5EF4-FFF2-40B4-BE49-F238E27FC236}">
                <a16:creationId xmlns:a16="http://schemas.microsoft.com/office/drawing/2014/main" id="{8D85DA95-360B-4505-9B60-C6DF649F1CA2}"/>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1E1438CE-8CFB-4652-A7A3-944ECA6BAC62}" type="datetime1">
              <a:rPr lang="zh-CN" altLang="en-US" sz="1400" b="1">
                <a:latin typeface="Times New Roman" panose="02020603050405020304" pitchFamily="18" charset="0"/>
                <a:ea typeface="宋体" panose="02010600030101010101" pitchFamily="2" charset="-122"/>
              </a:rPr>
              <a:pPr eaLnBrk="1" hangingPunct="1">
                <a:spcBef>
                  <a:spcPct val="0"/>
                </a:spcBef>
                <a:buFontTx/>
                <a:buNone/>
              </a:pPr>
              <a:t>2020/9/7</a:t>
            </a:fld>
            <a:endParaRPr lang="zh-CN" altLang="en-US" sz="1400" b="1">
              <a:latin typeface="Times New Roman" panose="02020603050405020304" pitchFamily="18" charset="0"/>
              <a:ea typeface="宋体" panose="02010600030101010101" pitchFamily="2" charset="-122"/>
            </a:endParaRPr>
          </a:p>
        </p:txBody>
      </p:sp>
      <p:sp>
        <p:nvSpPr>
          <p:cNvPr id="165891" name="页脚占位符 4">
            <a:extLst>
              <a:ext uri="{FF2B5EF4-FFF2-40B4-BE49-F238E27FC236}">
                <a16:creationId xmlns:a16="http://schemas.microsoft.com/office/drawing/2014/main" id="{139B30E1-83DC-4FF8-BD2C-80E81B50F8F8}"/>
              </a:ext>
            </a:extLst>
          </p:cNvPr>
          <p:cNvSpPr txBox="1">
            <a:spLocks noGrp="1" noChangeArrowheads="1"/>
          </p:cNvSpPr>
          <p:nvPr/>
        </p:nvSpPr>
        <p:spPr bwMode="auto">
          <a:xfrm>
            <a:off x="3124200" y="635635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0"/>
              </a:spcBef>
              <a:buFontTx/>
              <a:buNone/>
            </a:pPr>
            <a:r>
              <a:rPr lang="zh-CN" altLang="en-US" sz="1400" b="1">
                <a:latin typeface="Times New Roman" panose="02020603050405020304" pitchFamily="18" charset="0"/>
                <a:ea typeface="宋体" panose="02010600030101010101" pitchFamily="2" charset="-122"/>
              </a:rPr>
              <a:t>计算机应用技术研究所</a:t>
            </a:r>
          </a:p>
        </p:txBody>
      </p:sp>
      <p:sp>
        <p:nvSpPr>
          <p:cNvPr id="165892" name="灯片编号占位符 5">
            <a:extLst>
              <a:ext uri="{FF2B5EF4-FFF2-40B4-BE49-F238E27FC236}">
                <a16:creationId xmlns:a16="http://schemas.microsoft.com/office/drawing/2014/main" id="{01B81EE4-D36C-4DDF-9665-5D7B7BFACD6E}"/>
              </a:ext>
            </a:extLst>
          </p:cNvPr>
          <p:cNvSpPr txBox="1">
            <a:spLocks noGrp="1" noChangeArrowheads="1"/>
          </p:cNvSpPr>
          <p:nvPr/>
        </p:nvSpPr>
        <p:spPr bwMode="auto">
          <a:xfrm>
            <a:off x="6553200" y="63563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r" eaLnBrk="1" hangingPunct="1">
              <a:spcBef>
                <a:spcPct val="0"/>
              </a:spcBef>
              <a:buFontTx/>
              <a:buNone/>
            </a:pPr>
            <a:fld id="{E307A399-D683-40A1-9347-D18E3D9437C5}" type="slidenum">
              <a:rPr lang="en-US" altLang="zh-CN" sz="1400" b="1">
                <a:latin typeface="Times New Roman" panose="02020603050405020304" pitchFamily="18" charset="0"/>
                <a:ea typeface="宋体" panose="02010600030101010101" pitchFamily="2" charset="-122"/>
              </a:rPr>
              <a:pPr algn="r" eaLnBrk="1" hangingPunct="1">
                <a:spcBef>
                  <a:spcPct val="0"/>
                </a:spcBef>
                <a:buFontTx/>
                <a:buNone/>
              </a:pPr>
              <a:t>145</a:t>
            </a:fld>
            <a:endParaRPr lang="en-US" altLang="zh-CN" sz="1400" b="1">
              <a:latin typeface="Times New Roman" panose="02020603050405020304" pitchFamily="18" charset="0"/>
              <a:ea typeface="宋体" panose="02010600030101010101" pitchFamily="2" charset="-122"/>
            </a:endParaRPr>
          </a:p>
        </p:txBody>
      </p:sp>
      <p:sp>
        <p:nvSpPr>
          <p:cNvPr id="165893" name="Text Box 2">
            <a:extLst>
              <a:ext uri="{FF2B5EF4-FFF2-40B4-BE49-F238E27FC236}">
                <a16:creationId xmlns:a16="http://schemas.microsoft.com/office/drawing/2014/main" id="{84C4B517-8C4F-40A1-8199-FA6D029319AC}"/>
              </a:ext>
            </a:extLst>
          </p:cNvPr>
          <p:cNvSpPr txBox="1">
            <a:spLocks noChangeArrowheads="1"/>
          </p:cNvSpPr>
          <p:nvPr/>
        </p:nvSpPr>
        <p:spPr bwMode="auto">
          <a:xfrm>
            <a:off x="1403350" y="836613"/>
            <a:ext cx="7086600" cy="923925"/>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宋体" panose="02010600030101010101" pitchFamily="2" charset="-122"/>
                <a:ea typeface="宋体" panose="02010600030101010101" pitchFamily="2" charset="-122"/>
              </a:rPr>
              <a:t> </a:t>
            </a:r>
            <a:r>
              <a:rPr lang="zh-CN" altLang="en-US" sz="4800" b="1">
                <a:solidFill>
                  <a:schemeClr val="bg1"/>
                </a:solidFill>
                <a:latin typeface="宋体" panose="02010600030101010101" pitchFamily="2" charset="-122"/>
                <a:ea typeface="宋体" panose="02010600030101010101" pitchFamily="2" charset="-122"/>
              </a:rPr>
              <a:t>偏序关系与元素比较</a:t>
            </a:r>
          </a:p>
        </p:txBody>
      </p:sp>
      <p:pic>
        <p:nvPicPr>
          <p:cNvPr id="165894" name="Picture 7">
            <a:extLst>
              <a:ext uri="{FF2B5EF4-FFF2-40B4-BE49-F238E27FC236}">
                <a16:creationId xmlns:a16="http://schemas.microsoft.com/office/drawing/2014/main" id="{8B3419FC-3AC2-4A91-8F3E-5F5283B462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21575" y="4738688"/>
            <a:ext cx="1371600" cy="135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5895" name="Rectangle 3">
            <a:extLst>
              <a:ext uri="{FF2B5EF4-FFF2-40B4-BE49-F238E27FC236}">
                <a16:creationId xmlns:a16="http://schemas.microsoft.com/office/drawing/2014/main" id="{465A58A2-BB74-4190-87B3-BE5A8FA29788}"/>
              </a:ext>
            </a:extLst>
          </p:cNvPr>
          <p:cNvSpPr txBox="1">
            <a:spLocks noChangeArrowheads="1"/>
          </p:cNvSpPr>
          <p:nvPr/>
        </p:nvSpPr>
        <p:spPr bwMode="auto">
          <a:xfrm>
            <a:off x="2484438" y="2636838"/>
            <a:ext cx="4608512" cy="2592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lnSpc>
                <a:spcPct val="155000"/>
              </a:lnSpc>
              <a:buFont typeface="Wingdings" panose="05000000000000000000" pitchFamily="2" charset="2"/>
              <a:buChar char="4"/>
            </a:pPr>
            <a:r>
              <a:rPr lang="en-US" altLang="zh-CN" sz="3200" b="1">
                <a:latin typeface="黑体" panose="02010609060101010101" pitchFamily="49" charset="-122"/>
                <a:ea typeface="黑体" panose="02010609060101010101" pitchFamily="49" charset="-122"/>
              </a:rPr>
              <a:t> </a:t>
            </a:r>
            <a:r>
              <a:rPr lang="zh-CN" altLang="en-US" sz="3200" b="1">
                <a:latin typeface="黑体" panose="02010609060101010101" pitchFamily="49" charset="-122"/>
                <a:ea typeface="黑体" panose="02010609060101010101" pitchFamily="49" charset="-122"/>
              </a:rPr>
              <a:t>偏序关系与哈斯图</a:t>
            </a:r>
          </a:p>
          <a:p>
            <a:pPr eaLnBrk="1" hangingPunct="1">
              <a:lnSpc>
                <a:spcPct val="155000"/>
              </a:lnSpc>
              <a:buFont typeface="Wingdings" panose="05000000000000000000" pitchFamily="2" charset="2"/>
              <a:buChar char="4"/>
            </a:pPr>
            <a:r>
              <a:rPr lang="zh-CN" altLang="en-US" sz="3200" b="1">
                <a:latin typeface="黑体" panose="02010609060101010101" pitchFamily="49" charset="-122"/>
                <a:ea typeface="黑体" panose="02010609060101010101" pitchFamily="49" charset="-122"/>
              </a:rPr>
              <a:t> 偏序集合的特殊元素</a:t>
            </a:r>
          </a:p>
          <a:p>
            <a:pPr eaLnBrk="1" hangingPunct="1">
              <a:lnSpc>
                <a:spcPct val="155000"/>
              </a:lnSpc>
              <a:buFont typeface="Wingdings" panose="05000000000000000000" pitchFamily="2" charset="2"/>
              <a:buChar char="J"/>
            </a:pPr>
            <a:r>
              <a:rPr lang="zh-CN" altLang="en-US" sz="3200" b="1">
                <a:solidFill>
                  <a:srgbClr val="0000FF"/>
                </a:solidFill>
                <a:latin typeface="黑体" panose="02010609060101010101" pitchFamily="49" charset="-122"/>
                <a:ea typeface="黑体" panose="02010609060101010101" pitchFamily="49" charset="-122"/>
              </a:rPr>
              <a:t> 全序关系与良序关系</a:t>
            </a:r>
          </a:p>
        </p:txBody>
      </p:sp>
    </p:spTree>
  </p:cSld>
  <p:clrMapOvr>
    <a:masterClrMapping/>
  </p:clrMapOvr>
  <p:transition spd="med">
    <p:wipe dir="r"/>
  </p:transition>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日期占位符 3">
            <a:extLst>
              <a:ext uri="{FF2B5EF4-FFF2-40B4-BE49-F238E27FC236}">
                <a16:creationId xmlns:a16="http://schemas.microsoft.com/office/drawing/2014/main" id="{B215243F-D55A-486B-91C6-5E6DB4E79628}"/>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F24CA57E-38ED-4635-94A6-3B41A6625DCA}"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166915" name="Text Box 2">
            <a:extLst>
              <a:ext uri="{FF2B5EF4-FFF2-40B4-BE49-F238E27FC236}">
                <a16:creationId xmlns:a16="http://schemas.microsoft.com/office/drawing/2014/main" id="{747D1974-B650-41FD-9BB2-EBE067FB3250}"/>
              </a:ext>
            </a:extLst>
          </p:cNvPr>
          <p:cNvSpPr txBox="1">
            <a:spLocks noChangeArrowheads="1"/>
          </p:cNvSpPr>
          <p:nvPr/>
        </p:nvSpPr>
        <p:spPr bwMode="auto">
          <a:xfrm>
            <a:off x="1258888" y="785813"/>
            <a:ext cx="669766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全序关系的概念</a:t>
            </a:r>
            <a:endParaRPr lang="en-US" altLang="zh-CN" sz="5400" b="1">
              <a:solidFill>
                <a:schemeClr val="bg1"/>
              </a:solidFill>
              <a:latin typeface="宋体" panose="02010600030101010101" pitchFamily="2" charset="-122"/>
              <a:ea typeface="宋体" panose="02010600030101010101" pitchFamily="2" charset="-122"/>
            </a:endParaRPr>
          </a:p>
        </p:txBody>
      </p:sp>
      <p:pic>
        <p:nvPicPr>
          <p:cNvPr id="166916" name="Picture 6">
            <a:extLst>
              <a:ext uri="{FF2B5EF4-FFF2-40B4-BE49-F238E27FC236}">
                <a16:creationId xmlns:a16="http://schemas.microsoft.com/office/drawing/2014/main" id="{5BFA5766-CA2B-4AA9-87C6-6FC33D43E1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1013" y="547688"/>
            <a:ext cx="102870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8D87A45E-4B33-4672-8927-6AABBA42D0DD}"/>
              </a:ext>
            </a:extLst>
          </p:cNvPr>
          <p:cNvSpPr>
            <a:spLocks noRot="1" noChangeAspect="1" noMove="1" noResize="1" noEditPoints="1" noAdjustHandles="1" noChangeArrowheads="1" noChangeShapeType="1" noTextEdit="1"/>
          </p:cNvSpPr>
          <p:nvPr/>
        </p:nvSpPr>
        <p:spPr>
          <a:xfrm>
            <a:off x="683568" y="1949062"/>
            <a:ext cx="7413256" cy="4183838"/>
          </a:xfrm>
          <a:prstGeom prst="rect">
            <a:avLst/>
          </a:prstGeom>
          <a:blipFill>
            <a:blip r:embed="rId4"/>
            <a:stretch>
              <a:fillRect l="-1234" t="-583" r="-3043" b="-2332"/>
            </a:stretch>
          </a:blipFill>
        </p:spPr>
        <p:txBody>
          <a:bodyPr/>
          <a:lstStyle/>
          <a:p>
            <a:pPr>
              <a:defRPr/>
            </a:pPr>
            <a:r>
              <a:rPr lang="zh-CN" altLang="en-US">
                <a:noFill/>
              </a:rPr>
              <a:t> </a:t>
            </a:r>
          </a:p>
        </p:txBody>
      </p:sp>
    </p:spTree>
  </p:cSld>
  <p:clrMapOvr>
    <a:masterClrMapping/>
  </p:clrMapOvr>
  <p:transition spd="med">
    <p:wipe dir="r"/>
  </p:transition>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日期占位符 3">
            <a:extLst>
              <a:ext uri="{FF2B5EF4-FFF2-40B4-BE49-F238E27FC236}">
                <a16:creationId xmlns:a16="http://schemas.microsoft.com/office/drawing/2014/main" id="{F32FB69A-DC8C-4E72-B6E1-6E7610B767C6}"/>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D34F063B-AF23-4A9B-941F-C311A57E7A83}"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167939" name="Text Box 2">
            <a:extLst>
              <a:ext uri="{FF2B5EF4-FFF2-40B4-BE49-F238E27FC236}">
                <a16:creationId xmlns:a16="http://schemas.microsoft.com/office/drawing/2014/main" id="{9D9FAC13-F75D-4E4A-9FC8-151BC75B4FFD}"/>
              </a:ext>
            </a:extLst>
          </p:cNvPr>
          <p:cNvSpPr txBox="1">
            <a:spLocks noChangeArrowheads="1"/>
          </p:cNvSpPr>
          <p:nvPr/>
        </p:nvSpPr>
        <p:spPr bwMode="auto">
          <a:xfrm>
            <a:off x="1258888" y="785813"/>
            <a:ext cx="669766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全序关系的概念</a:t>
            </a:r>
            <a:endParaRPr lang="en-US" altLang="zh-CN" sz="5400" b="1">
              <a:solidFill>
                <a:schemeClr val="bg1"/>
              </a:solidFill>
              <a:latin typeface="宋体" panose="02010600030101010101" pitchFamily="2" charset="-122"/>
              <a:ea typeface="宋体" panose="02010600030101010101" pitchFamily="2" charset="-122"/>
            </a:endParaRPr>
          </a:p>
        </p:txBody>
      </p:sp>
      <p:pic>
        <p:nvPicPr>
          <p:cNvPr id="167940" name="Picture 6">
            <a:extLst>
              <a:ext uri="{FF2B5EF4-FFF2-40B4-BE49-F238E27FC236}">
                <a16:creationId xmlns:a16="http://schemas.microsoft.com/office/drawing/2014/main" id="{49F7AFE3-A51C-4381-BAAE-496B224E0D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1013" y="547688"/>
            <a:ext cx="102870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A130430D-DF6E-4CA3-90F2-55323F4239E4}"/>
              </a:ext>
            </a:extLst>
          </p:cNvPr>
          <p:cNvSpPr>
            <a:spLocks noRot="1" noChangeAspect="1" noMove="1" noResize="1" noEditPoints="1" noAdjustHandles="1" noChangeArrowheads="1" noChangeShapeType="1" noTextEdit="1"/>
          </p:cNvSpPr>
          <p:nvPr/>
        </p:nvSpPr>
        <p:spPr>
          <a:xfrm>
            <a:off x="751665" y="2363672"/>
            <a:ext cx="7640669" cy="2245102"/>
          </a:xfrm>
          <a:prstGeom prst="rect">
            <a:avLst/>
          </a:prstGeom>
          <a:blipFill>
            <a:blip r:embed="rId4"/>
            <a:stretch>
              <a:fillRect l="-1196" r="-1196" b="-4348"/>
            </a:stretch>
          </a:blipFill>
        </p:spPr>
        <p:txBody>
          <a:bodyPr/>
          <a:lstStyle/>
          <a:p>
            <a:pPr>
              <a:defRPr/>
            </a:pPr>
            <a:r>
              <a:rPr lang="zh-CN" altLang="en-US">
                <a:noFill/>
              </a:rPr>
              <a:t> </a:t>
            </a:r>
          </a:p>
        </p:txBody>
      </p:sp>
      <p:sp>
        <p:nvSpPr>
          <p:cNvPr id="167942" name="矩形 2">
            <a:extLst>
              <a:ext uri="{FF2B5EF4-FFF2-40B4-BE49-F238E27FC236}">
                <a16:creationId xmlns:a16="http://schemas.microsoft.com/office/drawing/2014/main" id="{7318CE9F-06E6-41E6-8366-F363A2579106}"/>
              </a:ext>
            </a:extLst>
          </p:cNvPr>
          <p:cNvSpPr>
            <a:spLocks noChangeArrowheads="1"/>
          </p:cNvSpPr>
          <p:nvPr/>
        </p:nvSpPr>
        <p:spPr bwMode="auto">
          <a:xfrm>
            <a:off x="1362075" y="5024438"/>
            <a:ext cx="6769100" cy="6381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667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lnSpc>
                <a:spcPct val="150000"/>
              </a:lnSpc>
              <a:spcBef>
                <a:spcPct val="0"/>
              </a:spcBef>
              <a:buFontTx/>
              <a:buNone/>
            </a:pPr>
            <a:r>
              <a:rPr lang="zh-CN" altLang="zh-CN" sz="2800" b="1">
                <a:solidFill>
                  <a:srgbClr val="0000FF"/>
                </a:solidFill>
                <a:latin typeface="黑体" panose="02010609060101010101" pitchFamily="49" charset="-122"/>
                <a:ea typeface="宋体" panose="02010600030101010101" pitchFamily="2" charset="-122"/>
              </a:rPr>
              <a:t>全序关系必定是偏序关系，</a:t>
            </a:r>
            <a:r>
              <a:rPr lang="zh-CN" altLang="en-US" sz="2800" b="1">
                <a:solidFill>
                  <a:srgbClr val="0000FF"/>
                </a:solidFill>
                <a:latin typeface="黑体" panose="02010609060101010101" pitchFamily="49" charset="-122"/>
                <a:ea typeface="宋体" panose="02010600030101010101" pitchFamily="2" charset="-122"/>
              </a:rPr>
              <a:t>反之不然</a:t>
            </a:r>
            <a:r>
              <a:rPr lang="zh-CN" altLang="zh-CN" sz="2800" b="1">
                <a:solidFill>
                  <a:srgbClr val="0000FF"/>
                </a:solidFill>
                <a:latin typeface="黑体" panose="02010609060101010101" pitchFamily="49" charset="-122"/>
                <a:ea typeface="宋体" panose="02010600030101010101" pitchFamily="2" charset="-122"/>
              </a:rPr>
              <a:t>。</a:t>
            </a:r>
            <a:endParaRPr lang="zh-CN" altLang="zh-CN" sz="2800" b="1">
              <a:solidFill>
                <a:srgbClr val="0000FF"/>
              </a:solidFill>
              <a:latin typeface="黑体" panose="02010609060101010101" pitchFamily="49" charset="-122"/>
              <a:ea typeface="黑体" panose="02010609060101010101" pitchFamily="49" charset="-122"/>
              <a:cs typeface="Times New Roman" panose="02020603050405020304" pitchFamily="18" charset="0"/>
            </a:endParaRPr>
          </a:p>
        </p:txBody>
      </p:sp>
    </p:spTree>
  </p:cSld>
  <p:clrMapOvr>
    <a:masterClrMapping/>
  </p:clrMapOvr>
  <p:transition spd="med">
    <p:wipe dir="r"/>
  </p:transition>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日期占位符 3">
            <a:extLst>
              <a:ext uri="{FF2B5EF4-FFF2-40B4-BE49-F238E27FC236}">
                <a16:creationId xmlns:a16="http://schemas.microsoft.com/office/drawing/2014/main" id="{7D82F7B6-7216-41D7-8A89-3BE13F13FC75}"/>
              </a:ext>
            </a:extLst>
          </p:cNvPr>
          <p:cNvSpPr txBox="1">
            <a:spLocks noGrp="1" noChangeArrowheads="1"/>
          </p:cNvSpPr>
          <p:nvPr/>
        </p:nvSpPr>
        <p:spPr bwMode="auto">
          <a:xfrm>
            <a:off x="684213" y="64008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FCE06F6C-FD20-4B89-AEBD-5E376CE3EA4D}"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168963" name="Text Box 2">
            <a:extLst>
              <a:ext uri="{FF2B5EF4-FFF2-40B4-BE49-F238E27FC236}">
                <a16:creationId xmlns:a16="http://schemas.microsoft.com/office/drawing/2014/main" id="{75B18D72-1E68-4039-9339-74B61D4EE1A1}"/>
              </a:ext>
            </a:extLst>
          </p:cNvPr>
          <p:cNvSpPr txBox="1">
            <a:spLocks noChangeArrowheads="1"/>
          </p:cNvSpPr>
          <p:nvPr/>
        </p:nvSpPr>
        <p:spPr bwMode="auto">
          <a:xfrm>
            <a:off x="1258888" y="692150"/>
            <a:ext cx="669766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例 题</a:t>
            </a:r>
            <a:endParaRPr lang="en-US" altLang="zh-CN" sz="5400" b="1">
              <a:solidFill>
                <a:schemeClr val="bg1"/>
              </a:solidFill>
              <a:latin typeface="宋体" panose="02010600030101010101" pitchFamily="2" charset="-122"/>
              <a:ea typeface="宋体" panose="02010600030101010101" pitchFamily="2" charset="-122"/>
            </a:endParaRPr>
          </a:p>
        </p:txBody>
      </p:sp>
      <p:pic>
        <p:nvPicPr>
          <p:cNvPr id="168964" name="Picture 6">
            <a:extLst>
              <a:ext uri="{FF2B5EF4-FFF2-40B4-BE49-F238E27FC236}">
                <a16:creationId xmlns:a16="http://schemas.microsoft.com/office/drawing/2014/main" id="{E22BB12D-FDA7-4C46-A5FA-E54003F7BA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1013" y="547688"/>
            <a:ext cx="102870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F23022A4-20E3-4136-9396-94F07244A55B}"/>
              </a:ext>
            </a:extLst>
          </p:cNvPr>
          <p:cNvSpPr>
            <a:spLocks noRot="1" noChangeAspect="1" noMove="1" noResize="1" noEditPoints="1" noAdjustHandles="1" noChangeArrowheads="1" noChangeShapeType="1" noTextEdit="1"/>
          </p:cNvSpPr>
          <p:nvPr/>
        </p:nvSpPr>
        <p:spPr>
          <a:xfrm>
            <a:off x="611560" y="2050127"/>
            <a:ext cx="7920880" cy="3907095"/>
          </a:xfrm>
          <a:prstGeom prst="rect">
            <a:avLst/>
          </a:prstGeom>
          <a:blipFill>
            <a:blip r:embed="rId4"/>
            <a:stretch>
              <a:fillRect l="-1154" r="-4923" b="-2028"/>
            </a:stretch>
          </a:blipFill>
        </p:spPr>
        <p:txBody>
          <a:bodyPr/>
          <a:lstStyle/>
          <a:p>
            <a:pPr>
              <a:defRPr/>
            </a:pPr>
            <a:r>
              <a:rPr lang="zh-CN" altLang="en-US">
                <a:noFill/>
              </a:rPr>
              <a:t> </a:t>
            </a:r>
          </a:p>
        </p:txBody>
      </p:sp>
    </p:spTree>
  </p:cSld>
  <p:clrMapOvr>
    <a:masterClrMapping/>
  </p:clrMapOvr>
  <p:transition spd="med">
    <p:wipe dir="r"/>
  </p:transition>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日期占位符 3">
            <a:extLst>
              <a:ext uri="{FF2B5EF4-FFF2-40B4-BE49-F238E27FC236}">
                <a16:creationId xmlns:a16="http://schemas.microsoft.com/office/drawing/2014/main" id="{D8F9CF04-10E6-42EA-B4F6-695C537234DD}"/>
              </a:ext>
            </a:extLst>
          </p:cNvPr>
          <p:cNvSpPr txBox="1">
            <a:spLocks noGrp="1" noChangeArrowheads="1"/>
          </p:cNvSpPr>
          <p:nvPr/>
        </p:nvSpPr>
        <p:spPr bwMode="auto">
          <a:xfrm>
            <a:off x="684213" y="64008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3E569AA4-038A-413C-8E62-BE73DA479D6C}"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169987" name="Text Box 2">
            <a:extLst>
              <a:ext uri="{FF2B5EF4-FFF2-40B4-BE49-F238E27FC236}">
                <a16:creationId xmlns:a16="http://schemas.microsoft.com/office/drawing/2014/main" id="{5890B38C-D87C-429D-B3E9-4A83534B8022}"/>
              </a:ext>
            </a:extLst>
          </p:cNvPr>
          <p:cNvSpPr txBox="1">
            <a:spLocks noChangeArrowheads="1"/>
          </p:cNvSpPr>
          <p:nvPr/>
        </p:nvSpPr>
        <p:spPr bwMode="auto">
          <a:xfrm>
            <a:off x="1258888" y="692150"/>
            <a:ext cx="669766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例 题</a:t>
            </a:r>
            <a:endParaRPr lang="en-US" altLang="zh-CN" sz="5400" b="1">
              <a:solidFill>
                <a:schemeClr val="bg1"/>
              </a:solidFill>
              <a:latin typeface="宋体" panose="02010600030101010101" pitchFamily="2" charset="-122"/>
              <a:ea typeface="宋体" panose="02010600030101010101" pitchFamily="2" charset="-122"/>
            </a:endParaRPr>
          </a:p>
        </p:txBody>
      </p:sp>
      <p:pic>
        <p:nvPicPr>
          <p:cNvPr id="169988" name="Picture 6">
            <a:extLst>
              <a:ext uri="{FF2B5EF4-FFF2-40B4-BE49-F238E27FC236}">
                <a16:creationId xmlns:a16="http://schemas.microsoft.com/office/drawing/2014/main" id="{823DE640-1F91-4D2E-BA5D-53F338F7E5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1013" y="547688"/>
            <a:ext cx="102870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a:extLst>
              <a:ext uri="{FF2B5EF4-FFF2-40B4-BE49-F238E27FC236}">
                <a16:creationId xmlns:a16="http://schemas.microsoft.com/office/drawing/2014/main" id="{D455FBBF-1D14-4B72-BFA9-AE151FA282D8}"/>
              </a:ext>
            </a:extLst>
          </p:cNvPr>
          <p:cNvSpPr>
            <a:spLocks noRot="1" noChangeAspect="1" noMove="1" noResize="1" noEditPoints="1" noAdjustHandles="1" noChangeArrowheads="1" noChangeShapeType="1" noTextEdit="1"/>
          </p:cNvSpPr>
          <p:nvPr/>
        </p:nvSpPr>
        <p:spPr>
          <a:xfrm>
            <a:off x="286481" y="1916832"/>
            <a:ext cx="8605999" cy="1569660"/>
          </a:xfrm>
          <a:prstGeom prst="rect">
            <a:avLst/>
          </a:prstGeom>
          <a:blipFill>
            <a:blip r:embed="rId4"/>
            <a:stretch>
              <a:fillRect l="-1133" t="-4651" r="-1062" b="-8140"/>
            </a:stretch>
          </a:blipFill>
        </p:spPr>
        <p:txBody>
          <a:bodyPr/>
          <a:lstStyle/>
          <a:p>
            <a:pPr>
              <a:defRPr/>
            </a:pPr>
            <a:r>
              <a:rPr lang="zh-CN" altLang="en-US">
                <a:noFill/>
              </a:rPr>
              <a:t> </a:t>
            </a:r>
          </a:p>
        </p:txBody>
      </p:sp>
      <p:pic>
        <p:nvPicPr>
          <p:cNvPr id="169990" name="图片 3">
            <a:extLst>
              <a:ext uri="{FF2B5EF4-FFF2-40B4-BE49-F238E27FC236}">
                <a16:creationId xmlns:a16="http://schemas.microsoft.com/office/drawing/2014/main" id="{47C074DD-E6FF-4DF1-A0ED-B90684E89CB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31913" y="3573463"/>
            <a:ext cx="6692900" cy="269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日期占位符 3">
            <a:extLst>
              <a:ext uri="{FF2B5EF4-FFF2-40B4-BE49-F238E27FC236}">
                <a16:creationId xmlns:a16="http://schemas.microsoft.com/office/drawing/2014/main" id="{EC1998E0-C783-4827-A296-8031353616A9}"/>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4FA16319-9C85-41BC-AF43-F9208FDE9C2B}"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171011" name="Rectangle 186">
            <a:extLst>
              <a:ext uri="{FF2B5EF4-FFF2-40B4-BE49-F238E27FC236}">
                <a16:creationId xmlns:a16="http://schemas.microsoft.com/office/drawing/2014/main" id="{895952EE-D833-4742-BA6D-DBDBCC2E557C}"/>
              </a:ext>
            </a:extLst>
          </p:cNvPr>
          <p:cNvSpPr>
            <a:spLocks noChangeArrowheads="1"/>
          </p:cNvSpPr>
          <p:nvPr/>
        </p:nvSpPr>
        <p:spPr bwMode="auto">
          <a:xfrm>
            <a:off x="0" y="407670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endParaRPr lang="zh-CN" altLang="en-US">
              <a:latin typeface="Times New Roman" panose="02020603050405020304" pitchFamily="18" charset="0"/>
              <a:ea typeface="宋体" panose="02010600030101010101" pitchFamily="2" charset="-122"/>
            </a:endParaRPr>
          </a:p>
        </p:txBody>
      </p:sp>
      <p:pic>
        <p:nvPicPr>
          <p:cNvPr id="171012" name="Picture 6">
            <a:extLst>
              <a:ext uri="{FF2B5EF4-FFF2-40B4-BE49-F238E27FC236}">
                <a16:creationId xmlns:a16="http://schemas.microsoft.com/office/drawing/2014/main" id="{9A19CF90-07EB-4257-ADE1-E7133FF99E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1013" y="547688"/>
            <a:ext cx="102870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1013" name="Text Box 2">
            <a:extLst>
              <a:ext uri="{FF2B5EF4-FFF2-40B4-BE49-F238E27FC236}">
                <a16:creationId xmlns:a16="http://schemas.microsoft.com/office/drawing/2014/main" id="{2586A8A2-CB50-4BCA-A6C8-49904BC60A6C}"/>
              </a:ext>
            </a:extLst>
          </p:cNvPr>
          <p:cNvSpPr txBox="1">
            <a:spLocks noChangeArrowheads="1"/>
          </p:cNvSpPr>
          <p:nvPr/>
        </p:nvSpPr>
        <p:spPr bwMode="auto">
          <a:xfrm>
            <a:off x="1258888" y="785813"/>
            <a:ext cx="669766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反链的概念</a:t>
            </a:r>
            <a:endParaRPr lang="en-US" altLang="zh-CN" sz="5400" b="1">
              <a:solidFill>
                <a:schemeClr val="bg1"/>
              </a:solidFill>
              <a:latin typeface="宋体" panose="02010600030101010101" pitchFamily="2" charset="-122"/>
              <a:ea typeface="宋体" panose="02010600030101010101" pitchFamily="2" charset="-122"/>
            </a:endParaRPr>
          </a:p>
        </p:txBody>
      </p:sp>
      <p:sp>
        <p:nvSpPr>
          <p:cNvPr id="2" name="矩形 1">
            <a:extLst>
              <a:ext uri="{FF2B5EF4-FFF2-40B4-BE49-F238E27FC236}">
                <a16:creationId xmlns:a16="http://schemas.microsoft.com/office/drawing/2014/main" id="{FE672307-6E70-4E46-835C-340085C4C15C}"/>
              </a:ext>
            </a:extLst>
          </p:cNvPr>
          <p:cNvSpPr>
            <a:spLocks noRot="1" noChangeAspect="1" noMove="1" noResize="1" noEditPoints="1" noAdjustHandles="1" noChangeArrowheads="1" noChangeShapeType="1" noTextEdit="1"/>
          </p:cNvSpPr>
          <p:nvPr/>
        </p:nvSpPr>
        <p:spPr>
          <a:xfrm>
            <a:off x="323528" y="1916832"/>
            <a:ext cx="8640960" cy="2308324"/>
          </a:xfrm>
          <a:prstGeom prst="rect">
            <a:avLst/>
          </a:prstGeom>
          <a:blipFill>
            <a:blip r:embed="rId4"/>
            <a:stretch>
              <a:fillRect l="-1058" t="-3166" r="-1058" b="-3958"/>
            </a:stretch>
          </a:blipFill>
        </p:spPr>
        <p:txBody>
          <a:bodyPr/>
          <a:lstStyle/>
          <a:p>
            <a:pPr>
              <a:defRPr/>
            </a:pPr>
            <a:r>
              <a:rPr lang="zh-CN" altLang="en-US">
                <a:noFill/>
              </a:rPr>
              <a:t> </a:t>
            </a:r>
          </a:p>
        </p:txBody>
      </p:sp>
      <p:sp>
        <p:nvSpPr>
          <p:cNvPr id="5" name="矩形 4">
            <a:extLst>
              <a:ext uri="{FF2B5EF4-FFF2-40B4-BE49-F238E27FC236}">
                <a16:creationId xmlns:a16="http://schemas.microsoft.com/office/drawing/2014/main" id="{AF5AB3F0-30F2-4E15-A916-E528025BECE6}"/>
              </a:ext>
            </a:extLst>
          </p:cNvPr>
          <p:cNvSpPr>
            <a:spLocks noRot="1" noChangeAspect="1" noMove="1" noResize="1" noEditPoints="1" noAdjustHandles="1" noChangeArrowheads="1" noChangeShapeType="1" noTextEdit="1"/>
          </p:cNvSpPr>
          <p:nvPr/>
        </p:nvSpPr>
        <p:spPr>
          <a:xfrm>
            <a:off x="557596" y="4458304"/>
            <a:ext cx="8049659" cy="1691104"/>
          </a:xfrm>
          <a:prstGeom prst="rect">
            <a:avLst/>
          </a:prstGeom>
          <a:blipFill>
            <a:blip r:embed="rId5"/>
            <a:stretch>
              <a:fillRect l="-1136" r="-1136" b="-7554"/>
            </a:stretch>
          </a:blipFill>
        </p:spPr>
        <p:txBody>
          <a:bodyPr/>
          <a:lstStyle/>
          <a:p>
            <a:pPr>
              <a:defRPr/>
            </a:pPr>
            <a:r>
              <a:rPr lang="zh-CN" altLang="en-US">
                <a:noFill/>
              </a:rPr>
              <a:t> </a:t>
            </a:r>
          </a:p>
        </p:txBody>
      </p:sp>
    </p:spTree>
  </p:cSld>
  <p:clrMapOvr>
    <a:masterClrMapping/>
  </p:clrMapOvr>
  <p:transition spd="med">
    <p:wipe dir="r"/>
  </p:transition>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日期占位符 3">
            <a:extLst>
              <a:ext uri="{FF2B5EF4-FFF2-40B4-BE49-F238E27FC236}">
                <a16:creationId xmlns:a16="http://schemas.microsoft.com/office/drawing/2014/main" id="{9DEF04CA-9FF2-4D15-82CB-437A2C1F567B}"/>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BF89C108-8B05-4990-924A-16FB935E6FC2}"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172035" name="Rectangle 186">
            <a:extLst>
              <a:ext uri="{FF2B5EF4-FFF2-40B4-BE49-F238E27FC236}">
                <a16:creationId xmlns:a16="http://schemas.microsoft.com/office/drawing/2014/main" id="{6E78B851-6851-467D-B632-E884E68B0D06}"/>
              </a:ext>
            </a:extLst>
          </p:cNvPr>
          <p:cNvSpPr>
            <a:spLocks noChangeArrowheads="1"/>
          </p:cNvSpPr>
          <p:nvPr/>
        </p:nvSpPr>
        <p:spPr bwMode="auto">
          <a:xfrm>
            <a:off x="0" y="407670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endParaRPr lang="zh-CN" altLang="en-US">
              <a:latin typeface="Times New Roman" panose="02020603050405020304" pitchFamily="18" charset="0"/>
              <a:ea typeface="宋体" panose="02010600030101010101" pitchFamily="2" charset="-122"/>
            </a:endParaRPr>
          </a:p>
        </p:txBody>
      </p:sp>
      <p:pic>
        <p:nvPicPr>
          <p:cNvPr id="172036" name="Picture 6">
            <a:extLst>
              <a:ext uri="{FF2B5EF4-FFF2-40B4-BE49-F238E27FC236}">
                <a16:creationId xmlns:a16="http://schemas.microsoft.com/office/drawing/2014/main" id="{9BBE0B2F-529D-4E37-9307-A43F61D76E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1013" y="547688"/>
            <a:ext cx="102870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2037" name="Text Box 2">
            <a:extLst>
              <a:ext uri="{FF2B5EF4-FFF2-40B4-BE49-F238E27FC236}">
                <a16:creationId xmlns:a16="http://schemas.microsoft.com/office/drawing/2014/main" id="{46962268-7364-45F5-A081-A095D6722CB5}"/>
              </a:ext>
            </a:extLst>
          </p:cNvPr>
          <p:cNvSpPr txBox="1">
            <a:spLocks noChangeArrowheads="1"/>
          </p:cNvSpPr>
          <p:nvPr/>
        </p:nvSpPr>
        <p:spPr bwMode="auto">
          <a:xfrm>
            <a:off x="1258888" y="785813"/>
            <a:ext cx="669766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反链的概念</a:t>
            </a:r>
            <a:endParaRPr lang="en-US" altLang="zh-CN" sz="5400" b="1">
              <a:solidFill>
                <a:schemeClr val="bg1"/>
              </a:solidFill>
              <a:latin typeface="宋体" panose="02010600030101010101" pitchFamily="2" charset="-122"/>
              <a:ea typeface="宋体" panose="02010600030101010101" pitchFamily="2" charset="-122"/>
            </a:endParaRPr>
          </a:p>
        </p:txBody>
      </p:sp>
      <p:sp>
        <p:nvSpPr>
          <p:cNvPr id="3" name="矩形 2">
            <a:extLst>
              <a:ext uri="{FF2B5EF4-FFF2-40B4-BE49-F238E27FC236}">
                <a16:creationId xmlns:a16="http://schemas.microsoft.com/office/drawing/2014/main" id="{F145E0B6-A4C4-4EA4-8A3C-BC95CDA3F100}"/>
              </a:ext>
            </a:extLst>
          </p:cNvPr>
          <p:cNvSpPr/>
          <p:nvPr/>
        </p:nvSpPr>
        <p:spPr>
          <a:xfrm>
            <a:off x="576263" y="1998663"/>
            <a:ext cx="8062912" cy="3906837"/>
          </a:xfrm>
          <a:prstGeom prst="rect">
            <a:avLst/>
          </a:prstGeom>
          <a:solidFill>
            <a:schemeClr val="accent6">
              <a:lumMod val="75000"/>
            </a:schemeClr>
          </a:solidFill>
        </p:spPr>
        <p:txBody>
          <a:bodyPr>
            <a:spAutoFit/>
          </a:bodyPr>
          <a:lstStyle/>
          <a:p>
            <a:pPr indent="266700" algn="just">
              <a:lnSpc>
                <a:spcPct val="150000"/>
              </a:lnSpc>
              <a:spcAft>
                <a:spcPts val="0"/>
              </a:spcAft>
              <a:defRPr/>
            </a:pPr>
            <a:r>
              <a:rPr lang="en-US"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    </a:t>
            </a:r>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偏序集中的链表达了</a:t>
            </a:r>
            <a:r>
              <a:rPr lang="zh-CN" altLang="zh-CN" sz="2400" b="1" kern="100" dirty="0">
                <a:solidFill>
                  <a:srgbClr val="FFFF00"/>
                </a:solidFill>
                <a:latin typeface="Calibri" panose="020F0502020204030204" pitchFamily="34" charset="0"/>
                <a:ea typeface="宋体" panose="02010600030101010101" pitchFamily="2" charset="-122"/>
                <a:cs typeface="Times New Roman" panose="02020603050405020304" pitchFamily="18" charset="0"/>
              </a:rPr>
              <a:t>偏序集中部分元素之间存在</a:t>
            </a:r>
            <a:r>
              <a:rPr lang="zh-CN" altLang="en-US" sz="2400" b="1" kern="100" dirty="0">
                <a:solidFill>
                  <a:srgbClr val="FFFF00"/>
                </a:solidFill>
                <a:latin typeface="Calibri" panose="020F0502020204030204" pitchFamily="34" charset="0"/>
                <a:ea typeface="宋体" panose="02010600030101010101" pitchFamily="2" charset="-122"/>
                <a:cs typeface="Times New Roman" panose="02020603050405020304" pitchFamily="18" charset="0"/>
              </a:rPr>
              <a:t>的</a:t>
            </a:r>
            <a:r>
              <a:rPr lang="zh-CN" altLang="zh-CN" sz="2400" b="1" kern="100" dirty="0">
                <a:solidFill>
                  <a:srgbClr val="FFFF00"/>
                </a:solidFill>
                <a:latin typeface="Calibri" panose="020F0502020204030204" pitchFamily="34" charset="0"/>
                <a:ea typeface="宋体" panose="02010600030101010101" pitchFamily="2" charset="-122"/>
                <a:cs typeface="Times New Roman" panose="02020603050405020304" pitchFamily="18" charset="0"/>
              </a:rPr>
              <a:t>全序关系</a:t>
            </a:r>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，反链则表达了偏序集中</a:t>
            </a:r>
            <a:r>
              <a:rPr lang="zh-CN" altLang="zh-CN" sz="2400" b="1" kern="100" dirty="0">
                <a:solidFill>
                  <a:srgbClr val="FFFF00"/>
                </a:solidFill>
                <a:latin typeface="Calibri" panose="020F0502020204030204" pitchFamily="34" charset="0"/>
                <a:ea typeface="宋体" panose="02010600030101010101" pitchFamily="2" charset="-122"/>
                <a:cs typeface="Times New Roman" panose="02020603050405020304" pitchFamily="18" charset="0"/>
              </a:rPr>
              <a:t>部分元素相互之间不存在任何序关系</a:t>
            </a:r>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a:t>
            </a:r>
            <a:endParaRPr lang="en-US"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endParaRPr>
          </a:p>
          <a:p>
            <a:pPr indent="266700" algn="just">
              <a:lnSpc>
                <a:spcPct val="150000"/>
              </a:lnSpc>
              <a:spcAft>
                <a:spcPts val="0"/>
              </a:spcAft>
              <a:defRPr/>
            </a:pPr>
            <a:r>
              <a:rPr lang="en-US"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    </a:t>
            </a:r>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链表达的是一种</a:t>
            </a:r>
            <a:r>
              <a:rPr lang="zh-CN" altLang="zh-CN" sz="2400" b="1" kern="100" dirty="0">
                <a:solidFill>
                  <a:srgbClr val="FFFF00"/>
                </a:solidFill>
                <a:latin typeface="Calibri" panose="020F0502020204030204" pitchFamily="34" charset="0"/>
                <a:ea typeface="宋体" panose="02010600030101010101" pitchFamily="2" charset="-122"/>
                <a:cs typeface="Times New Roman" panose="02020603050405020304" pitchFamily="18" charset="0"/>
              </a:rPr>
              <a:t>串行执行结构</a:t>
            </a:r>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，反链表达的是一种</a:t>
            </a:r>
            <a:r>
              <a:rPr lang="zh-CN" altLang="zh-CN" sz="2400" b="1" kern="100" dirty="0">
                <a:solidFill>
                  <a:srgbClr val="FFFF00"/>
                </a:solidFill>
                <a:latin typeface="Calibri" panose="020F0502020204030204" pitchFamily="34" charset="0"/>
                <a:ea typeface="宋体" panose="02010600030101010101" pitchFamily="2" charset="-122"/>
                <a:cs typeface="Times New Roman" panose="02020603050405020304" pitchFamily="18" charset="0"/>
              </a:rPr>
              <a:t>并行执行结构</a:t>
            </a:r>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a:t>
            </a:r>
            <a:endParaRPr lang="en-US"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endParaRPr>
          </a:p>
          <a:p>
            <a:pPr indent="266700" algn="just">
              <a:lnSpc>
                <a:spcPct val="150000"/>
              </a:lnSpc>
              <a:spcAft>
                <a:spcPts val="0"/>
              </a:spcAft>
              <a:defRPr/>
            </a:pPr>
            <a:r>
              <a:rPr lang="en-US"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   </a:t>
            </a:r>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因此，可以使用偏序集中链和反链的概念优化实际问题求解的业务流程，有效提高问题求解的工作效率。</a:t>
            </a:r>
          </a:p>
        </p:txBody>
      </p:sp>
    </p:spTree>
  </p:cSld>
  <p:clrMapOvr>
    <a:masterClrMapping/>
  </p:clrMapOvr>
  <p:transition spd="med">
    <p:wipe dir="r"/>
  </p:transition>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日期占位符 3">
            <a:extLst>
              <a:ext uri="{FF2B5EF4-FFF2-40B4-BE49-F238E27FC236}">
                <a16:creationId xmlns:a16="http://schemas.microsoft.com/office/drawing/2014/main" id="{130C0485-72B9-4425-AE21-BC4C403B48EB}"/>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CF3E6AD9-9DBB-4105-A2BB-05F9C60BA038}"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173059" name="Rectangle 186">
            <a:extLst>
              <a:ext uri="{FF2B5EF4-FFF2-40B4-BE49-F238E27FC236}">
                <a16:creationId xmlns:a16="http://schemas.microsoft.com/office/drawing/2014/main" id="{7A8D15D1-ACA2-4BA5-85EB-A6FF0E503E65}"/>
              </a:ext>
            </a:extLst>
          </p:cNvPr>
          <p:cNvSpPr>
            <a:spLocks noChangeArrowheads="1"/>
          </p:cNvSpPr>
          <p:nvPr/>
        </p:nvSpPr>
        <p:spPr bwMode="auto">
          <a:xfrm>
            <a:off x="0" y="407670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endParaRPr lang="zh-CN" altLang="en-US">
              <a:latin typeface="Times New Roman" panose="02020603050405020304" pitchFamily="18" charset="0"/>
              <a:ea typeface="宋体" panose="02010600030101010101" pitchFamily="2" charset="-122"/>
            </a:endParaRPr>
          </a:p>
        </p:txBody>
      </p:sp>
      <p:pic>
        <p:nvPicPr>
          <p:cNvPr id="173060" name="Picture 6">
            <a:extLst>
              <a:ext uri="{FF2B5EF4-FFF2-40B4-BE49-F238E27FC236}">
                <a16:creationId xmlns:a16="http://schemas.microsoft.com/office/drawing/2014/main" id="{2DC81D4F-7AFA-47C4-98DC-FEA10668A8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1013" y="547688"/>
            <a:ext cx="102870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3061" name="Text Box 2">
            <a:extLst>
              <a:ext uri="{FF2B5EF4-FFF2-40B4-BE49-F238E27FC236}">
                <a16:creationId xmlns:a16="http://schemas.microsoft.com/office/drawing/2014/main" id="{31B0C3F0-05E4-4A69-A25F-8440F8CE1B52}"/>
              </a:ext>
            </a:extLst>
          </p:cNvPr>
          <p:cNvSpPr txBox="1">
            <a:spLocks noChangeArrowheads="1"/>
          </p:cNvSpPr>
          <p:nvPr/>
        </p:nvSpPr>
        <p:spPr bwMode="auto">
          <a:xfrm>
            <a:off x="1258888" y="785813"/>
            <a:ext cx="669766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反链的概念</a:t>
            </a:r>
            <a:endParaRPr lang="en-US" altLang="zh-CN" sz="5400" b="1">
              <a:solidFill>
                <a:schemeClr val="bg1"/>
              </a:solidFill>
              <a:latin typeface="宋体" panose="02010600030101010101" pitchFamily="2" charset="-122"/>
              <a:ea typeface="宋体" panose="02010600030101010101" pitchFamily="2" charset="-122"/>
            </a:endParaRPr>
          </a:p>
        </p:txBody>
      </p:sp>
      <p:sp>
        <p:nvSpPr>
          <p:cNvPr id="2" name="矩形 1">
            <a:extLst>
              <a:ext uri="{FF2B5EF4-FFF2-40B4-BE49-F238E27FC236}">
                <a16:creationId xmlns:a16="http://schemas.microsoft.com/office/drawing/2014/main" id="{9E188EEB-61A9-4CE2-808B-8EF790909353}"/>
              </a:ext>
            </a:extLst>
          </p:cNvPr>
          <p:cNvSpPr>
            <a:spLocks noRot="1" noChangeAspect="1" noMove="1" noResize="1" noEditPoints="1" noAdjustHandles="1" noChangeArrowheads="1" noChangeShapeType="1" noTextEdit="1"/>
          </p:cNvSpPr>
          <p:nvPr/>
        </p:nvSpPr>
        <p:spPr>
          <a:xfrm>
            <a:off x="467258" y="1961837"/>
            <a:ext cx="8413513" cy="1137106"/>
          </a:xfrm>
          <a:prstGeom prst="rect">
            <a:avLst/>
          </a:prstGeom>
          <a:blipFill>
            <a:blip r:embed="rId4"/>
            <a:stretch>
              <a:fillRect l="-1159" r="-1087" b="-9677"/>
            </a:stretch>
          </a:blipFill>
        </p:spPr>
        <p:txBody>
          <a:bodyPr/>
          <a:lstStyle/>
          <a:p>
            <a:pPr>
              <a:defRPr/>
            </a:pPr>
            <a:r>
              <a:rPr lang="zh-CN" altLang="en-US">
                <a:noFill/>
              </a:rPr>
              <a:t> </a:t>
            </a:r>
          </a:p>
        </p:txBody>
      </p:sp>
      <p:sp>
        <p:nvSpPr>
          <p:cNvPr id="4" name="矩形 3">
            <a:extLst>
              <a:ext uri="{FF2B5EF4-FFF2-40B4-BE49-F238E27FC236}">
                <a16:creationId xmlns:a16="http://schemas.microsoft.com/office/drawing/2014/main" id="{87A29D5D-0E5B-4AF8-9CC4-3D444EBD3258}"/>
              </a:ext>
            </a:extLst>
          </p:cNvPr>
          <p:cNvSpPr>
            <a:spLocks noRot="1" noChangeAspect="1" noMove="1" noResize="1" noEditPoints="1" noAdjustHandles="1" noChangeArrowheads="1" noChangeShapeType="1" noTextEdit="1"/>
          </p:cNvSpPr>
          <p:nvPr/>
        </p:nvSpPr>
        <p:spPr>
          <a:xfrm>
            <a:off x="395536" y="3259913"/>
            <a:ext cx="8485236" cy="2799100"/>
          </a:xfrm>
          <a:prstGeom prst="rect">
            <a:avLst/>
          </a:prstGeom>
          <a:blipFill>
            <a:blip r:embed="rId5"/>
            <a:stretch>
              <a:fillRect l="-1149" r="-1078" b="-3268"/>
            </a:stretch>
          </a:blipFill>
        </p:spPr>
        <p:txBody>
          <a:bodyPr/>
          <a:lstStyle/>
          <a:p>
            <a:pPr>
              <a:defRPr/>
            </a:pPr>
            <a:r>
              <a:rPr lang="zh-CN" altLang="en-US">
                <a:noFill/>
              </a:rPr>
              <a:t> </a:t>
            </a:r>
          </a:p>
        </p:txBody>
      </p:sp>
    </p:spTree>
  </p:cSld>
  <p:clrMapOvr>
    <a:masterClrMapping/>
  </p:clrMapOvr>
  <p:transition spd="med">
    <p:wipe dir="r"/>
  </p:transition>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日期占位符 3">
            <a:extLst>
              <a:ext uri="{FF2B5EF4-FFF2-40B4-BE49-F238E27FC236}">
                <a16:creationId xmlns:a16="http://schemas.microsoft.com/office/drawing/2014/main" id="{1C948EFE-7FB7-4788-98E8-70A00565B2F1}"/>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3E9209F9-622D-4610-84C8-47A569DBB482}"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174083" name="Rectangle 186">
            <a:extLst>
              <a:ext uri="{FF2B5EF4-FFF2-40B4-BE49-F238E27FC236}">
                <a16:creationId xmlns:a16="http://schemas.microsoft.com/office/drawing/2014/main" id="{E25FE542-1067-4C33-B6A8-14E945B7DECA}"/>
              </a:ext>
            </a:extLst>
          </p:cNvPr>
          <p:cNvSpPr>
            <a:spLocks noChangeArrowheads="1"/>
          </p:cNvSpPr>
          <p:nvPr/>
        </p:nvSpPr>
        <p:spPr bwMode="auto">
          <a:xfrm>
            <a:off x="0" y="407670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endParaRPr lang="zh-CN" altLang="en-US">
              <a:latin typeface="Times New Roman" panose="02020603050405020304" pitchFamily="18" charset="0"/>
              <a:ea typeface="宋体" panose="02010600030101010101" pitchFamily="2" charset="-122"/>
            </a:endParaRPr>
          </a:p>
        </p:txBody>
      </p:sp>
      <p:pic>
        <p:nvPicPr>
          <p:cNvPr id="174084" name="Picture 6">
            <a:extLst>
              <a:ext uri="{FF2B5EF4-FFF2-40B4-BE49-F238E27FC236}">
                <a16:creationId xmlns:a16="http://schemas.microsoft.com/office/drawing/2014/main" id="{E4F1B703-2B64-47FF-A586-8ACF0D164A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1013" y="547688"/>
            <a:ext cx="102870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085" name="Text Box 2">
            <a:extLst>
              <a:ext uri="{FF2B5EF4-FFF2-40B4-BE49-F238E27FC236}">
                <a16:creationId xmlns:a16="http://schemas.microsoft.com/office/drawing/2014/main" id="{C0AD7271-4BC3-4E2A-ADD2-8E80EEFA4186}"/>
              </a:ext>
            </a:extLst>
          </p:cNvPr>
          <p:cNvSpPr txBox="1">
            <a:spLocks noChangeArrowheads="1"/>
          </p:cNvSpPr>
          <p:nvPr/>
        </p:nvSpPr>
        <p:spPr bwMode="auto">
          <a:xfrm>
            <a:off x="1258888" y="785813"/>
            <a:ext cx="669766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反链的概念</a:t>
            </a:r>
            <a:endParaRPr lang="en-US" altLang="zh-CN" sz="5400" b="1">
              <a:solidFill>
                <a:schemeClr val="bg1"/>
              </a:solidFill>
              <a:latin typeface="宋体" panose="02010600030101010101" pitchFamily="2" charset="-122"/>
              <a:ea typeface="宋体" panose="02010600030101010101" pitchFamily="2" charset="-122"/>
            </a:endParaRPr>
          </a:p>
        </p:txBody>
      </p:sp>
      <p:sp>
        <p:nvSpPr>
          <p:cNvPr id="3" name="矩形 2">
            <a:extLst>
              <a:ext uri="{FF2B5EF4-FFF2-40B4-BE49-F238E27FC236}">
                <a16:creationId xmlns:a16="http://schemas.microsoft.com/office/drawing/2014/main" id="{C6423318-1207-4FA5-9D37-B0C6A5AA6A28}"/>
              </a:ext>
            </a:extLst>
          </p:cNvPr>
          <p:cNvSpPr>
            <a:spLocks noRot="1" noChangeAspect="1" noMove="1" noResize="1" noEditPoints="1" noAdjustHandles="1" noChangeArrowheads="1" noChangeShapeType="1" noTextEdit="1"/>
          </p:cNvSpPr>
          <p:nvPr/>
        </p:nvSpPr>
        <p:spPr>
          <a:xfrm>
            <a:off x="467544" y="2215613"/>
            <a:ext cx="8424936" cy="3722173"/>
          </a:xfrm>
          <a:prstGeom prst="rect">
            <a:avLst/>
          </a:prstGeom>
          <a:blipFill>
            <a:blip r:embed="rId4"/>
            <a:stretch>
              <a:fillRect l="-1158" t="-655" r="-1085" b="-2619"/>
            </a:stretch>
          </a:blipFill>
        </p:spPr>
        <p:txBody>
          <a:bodyPr/>
          <a:lstStyle/>
          <a:p>
            <a:pPr>
              <a:defRPr/>
            </a:pPr>
            <a:r>
              <a:rPr lang="zh-CN" altLang="en-US">
                <a:noFill/>
              </a:rPr>
              <a:t> </a:t>
            </a:r>
          </a:p>
        </p:txBody>
      </p:sp>
    </p:spTree>
  </p:cSld>
  <p:clrMapOvr>
    <a:masterClrMapping/>
  </p:clrMapOvr>
  <p:transition spd="med">
    <p:wipe dir="r"/>
  </p:transition>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日期占位符 3">
            <a:extLst>
              <a:ext uri="{FF2B5EF4-FFF2-40B4-BE49-F238E27FC236}">
                <a16:creationId xmlns:a16="http://schemas.microsoft.com/office/drawing/2014/main" id="{964E654A-23E1-4A01-A824-CF43BBBDAA01}"/>
              </a:ext>
            </a:extLst>
          </p:cNvPr>
          <p:cNvSpPr txBox="1">
            <a:spLocks noGrp="1" noChangeArrowheads="1"/>
          </p:cNvSpPr>
          <p:nvPr/>
        </p:nvSpPr>
        <p:spPr bwMode="auto">
          <a:xfrm>
            <a:off x="684213" y="64008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6647918B-7D7A-492F-B158-6ED7AB4B47E7}"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175107" name="Text Box 2">
            <a:extLst>
              <a:ext uri="{FF2B5EF4-FFF2-40B4-BE49-F238E27FC236}">
                <a16:creationId xmlns:a16="http://schemas.microsoft.com/office/drawing/2014/main" id="{B082B5FE-9CD5-4F3D-B94B-71E951270838}"/>
              </a:ext>
            </a:extLst>
          </p:cNvPr>
          <p:cNvSpPr txBox="1">
            <a:spLocks noChangeArrowheads="1"/>
          </p:cNvSpPr>
          <p:nvPr/>
        </p:nvSpPr>
        <p:spPr bwMode="auto">
          <a:xfrm>
            <a:off x="1258888" y="692150"/>
            <a:ext cx="669766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良序关系的概念</a:t>
            </a:r>
            <a:endParaRPr lang="en-US" altLang="zh-CN" sz="5400" b="1">
              <a:solidFill>
                <a:schemeClr val="bg1"/>
              </a:solidFill>
              <a:latin typeface="宋体" panose="02010600030101010101" pitchFamily="2" charset="-122"/>
              <a:ea typeface="宋体" panose="02010600030101010101" pitchFamily="2" charset="-122"/>
            </a:endParaRPr>
          </a:p>
        </p:txBody>
      </p:sp>
      <p:pic>
        <p:nvPicPr>
          <p:cNvPr id="175108" name="Picture 6">
            <a:extLst>
              <a:ext uri="{FF2B5EF4-FFF2-40B4-BE49-F238E27FC236}">
                <a16:creationId xmlns:a16="http://schemas.microsoft.com/office/drawing/2014/main" id="{CB2B62F8-21EE-4098-AD2F-652A0BD21F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1013" y="547688"/>
            <a:ext cx="102870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50F1A609-7E4E-476D-8330-893CB0D0D10B}"/>
              </a:ext>
            </a:extLst>
          </p:cNvPr>
          <p:cNvSpPr>
            <a:spLocks noRot="1" noChangeAspect="1" noMove="1" noResize="1" noEditPoints="1" noAdjustHandles="1" noChangeArrowheads="1" noChangeShapeType="1" noTextEdit="1"/>
          </p:cNvSpPr>
          <p:nvPr/>
        </p:nvSpPr>
        <p:spPr>
          <a:xfrm>
            <a:off x="755291" y="2409337"/>
            <a:ext cx="7704856" cy="3250185"/>
          </a:xfrm>
          <a:prstGeom prst="rect">
            <a:avLst/>
          </a:prstGeom>
          <a:blipFill>
            <a:blip r:embed="rId4"/>
            <a:stretch>
              <a:fillRect l="-1661" r="-1582" b="-3565"/>
            </a:stretch>
          </a:blipFill>
        </p:spPr>
        <p:txBody>
          <a:bodyPr/>
          <a:lstStyle/>
          <a:p>
            <a:pPr>
              <a:defRPr/>
            </a:pPr>
            <a:r>
              <a:rPr lang="zh-CN" altLang="en-US">
                <a:noFill/>
              </a:rPr>
              <a:t> </a:t>
            </a:r>
          </a:p>
        </p:txBody>
      </p:sp>
    </p:spTree>
  </p:cSld>
  <p:clrMapOvr>
    <a:masterClrMapping/>
  </p:clrMapOvr>
  <p:transition spd="med">
    <p:wipe dir="r"/>
  </p:transition>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日期占位符 3">
            <a:extLst>
              <a:ext uri="{FF2B5EF4-FFF2-40B4-BE49-F238E27FC236}">
                <a16:creationId xmlns:a16="http://schemas.microsoft.com/office/drawing/2014/main" id="{A13C93AA-BC33-4E97-959E-EAAE53BEAD0F}"/>
              </a:ext>
            </a:extLst>
          </p:cNvPr>
          <p:cNvSpPr txBox="1">
            <a:spLocks noGrp="1" noChangeArrowheads="1"/>
          </p:cNvSpPr>
          <p:nvPr/>
        </p:nvSpPr>
        <p:spPr bwMode="auto">
          <a:xfrm>
            <a:off x="684213" y="64008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2849FD96-A8C3-48F3-9E7E-610751AAC55C}"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176131" name="Text Box 2">
            <a:extLst>
              <a:ext uri="{FF2B5EF4-FFF2-40B4-BE49-F238E27FC236}">
                <a16:creationId xmlns:a16="http://schemas.microsoft.com/office/drawing/2014/main" id="{23756EA0-5ADB-4BFE-B3DC-67166334363F}"/>
              </a:ext>
            </a:extLst>
          </p:cNvPr>
          <p:cNvSpPr txBox="1">
            <a:spLocks noChangeArrowheads="1"/>
          </p:cNvSpPr>
          <p:nvPr/>
        </p:nvSpPr>
        <p:spPr bwMode="auto">
          <a:xfrm>
            <a:off x="1258888" y="692150"/>
            <a:ext cx="669766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良序关系的概念</a:t>
            </a:r>
            <a:endParaRPr lang="en-US" altLang="zh-CN" sz="5400" b="1">
              <a:solidFill>
                <a:schemeClr val="bg1"/>
              </a:solidFill>
              <a:latin typeface="宋体" panose="02010600030101010101" pitchFamily="2" charset="-122"/>
              <a:ea typeface="宋体" panose="02010600030101010101" pitchFamily="2" charset="-122"/>
            </a:endParaRPr>
          </a:p>
        </p:txBody>
      </p:sp>
      <p:pic>
        <p:nvPicPr>
          <p:cNvPr id="176132" name="Picture 6">
            <a:extLst>
              <a:ext uri="{FF2B5EF4-FFF2-40B4-BE49-F238E27FC236}">
                <a16:creationId xmlns:a16="http://schemas.microsoft.com/office/drawing/2014/main" id="{299105D0-DE14-4C8D-93B8-FE97A55F6E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1013" y="547688"/>
            <a:ext cx="102870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6133" name="图片 1">
            <a:extLst>
              <a:ext uri="{FF2B5EF4-FFF2-40B4-BE49-F238E27FC236}">
                <a16:creationId xmlns:a16="http://schemas.microsoft.com/office/drawing/2014/main" id="{D0F09610-548B-4C66-9507-A21988FBAEA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550" y="4076700"/>
            <a:ext cx="7097713" cy="190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a:extLst>
              <a:ext uri="{FF2B5EF4-FFF2-40B4-BE49-F238E27FC236}">
                <a16:creationId xmlns:a16="http://schemas.microsoft.com/office/drawing/2014/main" id="{01A55E7D-9607-4D49-9A47-452483CC4190}"/>
              </a:ext>
            </a:extLst>
          </p:cNvPr>
          <p:cNvSpPr>
            <a:spLocks noRot="1" noChangeAspect="1" noMove="1" noResize="1" noEditPoints="1" noAdjustHandles="1" noChangeArrowheads="1" noChangeShapeType="1" noTextEdit="1"/>
          </p:cNvSpPr>
          <p:nvPr/>
        </p:nvSpPr>
        <p:spPr>
          <a:xfrm>
            <a:off x="755576" y="1996259"/>
            <a:ext cx="7776864" cy="1691104"/>
          </a:xfrm>
          <a:prstGeom prst="rect">
            <a:avLst/>
          </a:prstGeom>
          <a:blipFill>
            <a:blip r:embed="rId5"/>
            <a:stretch>
              <a:fillRect l="-1254" r="-1176" b="-5755"/>
            </a:stretch>
          </a:blipFill>
        </p:spPr>
        <p:txBody>
          <a:bodyPr/>
          <a:lstStyle/>
          <a:p>
            <a:pPr>
              <a:defRPr/>
            </a:pPr>
            <a:r>
              <a:rPr lang="zh-CN" altLang="en-US">
                <a:noFill/>
              </a:rPr>
              <a:t> </a:t>
            </a:r>
          </a:p>
        </p:txBody>
      </p:sp>
    </p:spTree>
  </p:cSld>
  <p:clrMapOvr>
    <a:masterClrMapping/>
  </p:clrMapOvr>
  <p:transition spd="med">
    <p:wipe dir="r"/>
  </p:transition>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日期占位符 3">
            <a:extLst>
              <a:ext uri="{FF2B5EF4-FFF2-40B4-BE49-F238E27FC236}">
                <a16:creationId xmlns:a16="http://schemas.microsoft.com/office/drawing/2014/main" id="{EB5E54A6-97E1-4F99-980A-8E57AA7E176A}"/>
              </a:ext>
            </a:extLst>
          </p:cNvPr>
          <p:cNvSpPr txBox="1">
            <a:spLocks noGrp="1" noChangeArrowheads="1"/>
          </p:cNvSpPr>
          <p:nvPr/>
        </p:nvSpPr>
        <p:spPr bwMode="auto">
          <a:xfrm>
            <a:off x="684213" y="64008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9D88DABB-2DCE-439E-B2F2-B0CCAD9DA09D}"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177155" name="Text Box 2">
            <a:extLst>
              <a:ext uri="{FF2B5EF4-FFF2-40B4-BE49-F238E27FC236}">
                <a16:creationId xmlns:a16="http://schemas.microsoft.com/office/drawing/2014/main" id="{F301D969-FE1A-48CD-BEAE-5E3EB0EE0D96}"/>
              </a:ext>
            </a:extLst>
          </p:cNvPr>
          <p:cNvSpPr txBox="1">
            <a:spLocks noChangeArrowheads="1"/>
          </p:cNvSpPr>
          <p:nvPr/>
        </p:nvSpPr>
        <p:spPr bwMode="auto">
          <a:xfrm>
            <a:off x="1258888" y="785813"/>
            <a:ext cx="669766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例 题</a:t>
            </a:r>
            <a:endParaRPr lang="en-US" altLang="zh-CN" sz="5400" b="1">
              <a:solidFill>
                <a:schemeClr val="bg1"/>
              </a:solidFill>
              <a:latin typeface="宋体" panose="02010600030101010101" pitchFamily="2" charset="-122"/>
              <a:ea typeface="宋体" panose="02010600030101010101" pitchFamily="2" charset="-122"/>
            </a:endParaRPr>
          </a:p>
        </p:txBody>
      </p:sp>
      <p:pic>
        <p:nvPicPr>
          <p:cNvPr id="177156" name="Picture 6">
            <a:extLst>
              <a:ext uri="{FF2B5EF4-FFF2-40B4-BE49-F238E27FC236}">
                <a16:creationId xmlns:a16="http://schemas.microsoft.com/office/drawing/2014/main" id="{149B930B-1CA5-44E4-8C98-2C7E7021E5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1013" y="547688"/>
            <a:ext cx="102870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7157" name="Picture 9" descr="无标题38">
            <a:extLst>
              <a:ext uri="{FF2B5EF4-FFF2-40B4-BE49-F238E27FC236}">
                <a16:creationId xmlns:a16="http://schemas.microsoft.com/office/drawing/2014/main" id="{6A3F7D77-8B0D-44EB-A244-2B2D5C633F7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088" y="2060575"/>
            <a:ext cx="8172450" cy="3967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日期占位符 3">
            <a:extLst>
              <a:ext uri="{FF2B5EF4-FFF2-40B4-BE49-F238E27FC236}">
                <a16:creationId xmlns:a16="http://schemas.microsoft.com/office/drawing/2014/main" id="{91120296-EEEE-48DE-A897-866BDC1EF57E}"/>
              </a:ext>
            </a:extLst>
          </p:cNvPr>
          <p:cNvSpPr txBox="1">
            <a:spLocks noGrp="1" noChangeArrowheads="1"/>
          </p:cNvSpPr>
          <p:nvPr/>
        </p:nvSpPr>
        <p:spPr bwMode="auto">
          <a:xfrm>
            <a:off x="684213" y="64008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CE82AC65-3562-4C63-AA9C-9EC018BB1FA8}"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178179" name="Text Box 2">
            <a:extLst>
              <a:ext uri="{FF2B5EF4-FFF2-40B4-BE49-F238E27FC236}">
                <a16:creationId xmlns:a16="http://schemas.microsoft.com/office/drawing/2014/main" id="{D6FBD0E0-D0AF-4AC6-9F6F-70AFB616419E}"/>
              </a:ext>
            </a:extLst>
          </p:cNvPr>
          <p:cNvSpPr txBox="1">
            <a:spLocks noChangeArrowheads="1"/>
          </p:cNvSpPr>
          <p:nvPr/>
        </p:nvSpPr>
        <p:spPr bwMode="auto">
          <a:xfrm>
            <a:off x="1258888" y="620713"/>
            <a:ext cx="669766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一些重要结论</a:t>
            </a:r>
            <a:endParaRPr lang="en-US" altLang="zh-CN" sz="5400" b="1">
              <a:solidFill>
                <a:schemeClr val="bg1"/>
              </a:solidFill>
              <a:latin typeface="宋体" panose="02010600030101010101" pitchFamily="2" charset="-122"/>
              <a:ea typeface="宋体" panose="02010600030101010101" pitchFamily="2" charset="-122"/>
            </a:endParaRPr>
          </a:p>
        </p:txBody>
      </p:sp>
      <p:pic>
        <p:nvPicPr>
          <p:cNvPr id="178180" name="Picture 6">
            <a:extLst>
              <a:ext uri="{FF2B5EF4-FFF2-40B4-BE49-F238E27FC236}">
                <a16:creationId xmlns:a16="http://schemas.microsoft.com/office/drawing/2014/main" id="{A8AB54A5-2DF2-4AE1-AFF8-CCE531FC66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1013" y="547688"/>
            <a:ext cx="102870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8181" name="Picture 8" descr="无标题39">
            <a:extLst>
              <a:ext uri="{FF2B5EF4-FFF2-40B4-BE49-F238E27FC236}">
                <a16:creationId xmlns:a16="http://schemas.microsoft.com/office/drawing/2014/main" id="{BC2D747E-941A-4034-B2F5-FCC749A87A3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2163" y="2133600"/>
            <a:ext cx="8172450" cy="363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日期占位符 3">
            <a:extLst>
              <a:ext uri="{FF2B5EF4-FFF2-40B4-BE49-F238E27FC236}">
                <a16:creationId xmlns:a16="http://schemas.microsoft.com/office/drawing/2014/main" id="{7502D56E-3F7E-46CF-B712-1884F84E05A1}"/>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66E6E280-08A7-4A46-B73E-CFA1E96F7595}"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179203" name="Text Box 2">
            <a:extLst>
              <a:ext uri="{FF2B5EF4-FFF2-40B4-BE49-F238E27FC236}">
                <a16:creationId xmlns:a16="http://schemas.microsoft.com/office/drawing/2014/main" id="{D41CA66A-CAD0-4BFA-8ADB-09E778C3C126}"/>
              </a:ext>
            </a:extLst>
          </p:cNvPr>
          <p:cNvSpPr txBox="1">
            <a:spLocks noChangeArrowheads="1"/>
          </p:cNvSpPr>
          <p:nvPr/>
        </p:nvSpPr>
        <p:spPr bwMode="auto">
          <a:xfrm>
            <a:off x="1676400" y="1524000"/>
            <a:ext cx="6335713"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50000"/>
              </a:spcBef>
              <a:buClr>
                <a:schemeClr val="bg1"/>
              </a:buClr>
              <a:buFontTx/>
              <a:buNone/>
            </a:pPr>
            <a:r>
              <a:rPr lang="zh-CN" altLang="en-US" sz="5400">
                <a:solidFill>
                  <a:schemeClr val="bg1"/>
                </a:solidFill>
                <a:latin typeface="宋体" panose="02010600030101010101" pitchFamily="2" charset="-122"/>
                <a:ea typeface="宋体" panose="02010600030101010101" pitchFamily="2" charset="-122"/>
              </a:rPr>
              <a:t>本节内容到此结束</a:t>
            </a:r>
            <a:endParaRPr lang="en-US" altLang="zh-CN" sz="5400">
              <a:solidFill>
                <a:schemeClr val="bg1"/>
              </a:solidFill>
              <a:latin typeface="宋体" panose="02010600030101010101" pitchFamily="2" charset="-122"/>
              <a:ea typeface="宋体" panose="02010600030101010101" pitchFamily="2" charset="-122"/>
            </a:endParaRPr>
          </a:p>
        </p:txBody>
      </p:sp>
      <p:sp>
        <p:nvSpPr>
          <p:cNvPr id="179204" name="WordArt 6">
            <a:extLst>
              <a:ext uri="{FF2B5EF4-FFF2-40B4-BE49-F238E27FC236}">
                <a16:creationId xmlns:a16="http://schemas.microsoft.com/office/drawing/2014/main" id="{85DCD024-6775-4E9C-AAD0-B1F30EEB81CF}"/>
              </a:ext>
            </a:extLst>
          </p:cNvPr>
          <p:cNvSpPr>
            <a:spLocks noChangeArrowheads="1" noChangeShapeType="1" noTextEdit="1"/>
          </p:cNvSpPr>
          <p:nvPr/>
        </p:nvSpPr>
        <p:spPr bwMode="auto">
          <a:xfrm>
            <a:off x="2590800" y="3048000"/>
            <a:ext cx="4419600" cy="2514600"/>
          </a:xfrm>
          <a:prstGeom prst="rect">
            <a:avLst/>
          </a:prstGeom>
        </p:spPr>
        <p:txBody>
          <a:bodyPr wrap="none" fromWordArt="1">
            <a:prstTxWarp prst="textCascadeUp">
              <a:avLst>
                <a:gd name="adj" fmla="val 44444"/>
              </a:avLst>
            </a:prstTxWarp>
            <a:scene3d>
              <a:camera prst="legacyPerspectiveFront">
                <a:rot lat="20519985" lon="1080000" rev="0"/>
              </a:camera>
              <a:lightRig rig="legacyHarsh2" dir="b"/>
            </a:scene3d>
            <a:sp3d extrusionH="430200" prstMaterial="legacyMatte">
              <a:extrusionClr>
                <a:srgbClr val="FF6600"/>
              </a:extrusionClr>
              <a:contourClr>
                <a:srgbClr val="FFE701"/>
              </a:contourClr>
            </a:sp3d>
          </a:bodyPr>
          <a:lstStyle/>
          <a:p>
            <a:r>
              <a:rPr lang="zh-CN" altLang="en-US" sz="3600" kern="10">
                <a:ln w="9525">
                  <a:round/>
                  <a:headEnd/>
                  <a:tailEnd/>
                </a:ln>
                <a:gradFill rotWithShape="1">
                  <a:gsLst>
                    <a:gs pos="0">
                      <a:srgbClr val="FFE701"/>
                    </a:gs>
                    <a:gs pos="100000">
                      <a:srgbClr val="FE3E02"/>
                    </a:gs>
                  </a:gsLst>
                  <a:lin ang="5400000" scaled="1"/>
                </a:gradFill>
                <a:latin typeface="宋体" panose="02010600030101010101" pitchFamily="2" charset="-122"/>
                <a:ea typeface="宋体" panose="02010600030101010101" pitchFamily="2" charset="-122"/>
              </a:rPr>
              <a:t>谢谢大家！</a:t>
            </a:r>
          </a:p>
        </p:txBody>
      </p:sp>
    </p:spTree>
  </p:cSld>
  <p:clrMapOvr>
    <a:masterClrMapping/>
  </p:clrMapOvr>
  <p:transition spd="med">
    <p:wipe dir="r"/>
  </p:transition>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日期占位符 3">
            <a:extLst>
              <a:ext uri="{FF2B5EF4-FFF2-40B4-BE49-F238E27FC236}">
                <a16:creationId xmlns:a16="http://schemas.microsoft.com/office/drawing/2014/main" id="{D548ACE8-65B8-4DD0-B2CE-32240ED3AF24}"/>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61EE02A8-3515-452A-A715-C4BAF862E1BB}" type="datetime1">
              <a:rPr lang="zh-CN" altLang="en-US" sz="1400" b="1">
                <a:solidFill>
                  <a:srgbClr val="FF0000"/>
                </a:solidFill>
                <a:latin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ndParaRPr>
          </a:p>
        </p:txBody>
      </p:sp>
      <p:sp>
        <p:nvSpPr>
          <p:cNvPr id="180227" name="Text Box 2">
            <a:extLst>
              <a:ext uri="{FF2B5EF4-FFF2-40B4-BE49-F238E27FC236}">
                <a16:creationId xmlns:a16="http://schemas.microsoft.com/office/drawing/2014/main" id="{CE5DAA7E-0F31-404B-BFBE-B18AC92A132E}"/>
              </a:ext>
            </a:extLst>
          </p:cNvPr>
          <p:cNvSpPr txBox="1">
            <a:spLocks noChangeArrowheads="1"/>
          </p:cNvSpPr>
          <p:nvPr/>
        </p:nvSpPr>
        <p:spPr bwMode="auto">
          <a:xfrm>
            <a:off x="1403350" y="858838"/>
            <a:ext cx="7086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宋体" panose="02010600030101010101" pitchFamily="2" charset="-122"/>
                <a:ea typeface="宋体" panose="02010600030101010101" pitchFamily="2" charset="-122"/>
              </a:rPr>
              <a:t> </a:t>
            </a:r>
            <a:r>
              <a:rPr lang="zh-CN" altLang="en-US" sz="5400" b="1">
                <a:solidFill>
                  <a:schemeClr val="bg1"/>
                </a:solidFill>
                <a:latin typeface="宋体" panose="02010600030101010101" pitchFamily="2" charset="-122"/>
                <a:ea typeface="宋体" panose="02010600030101010101" pitchFamily="2" charset="-122"/>
              </a:rPr>
              <a:t>本章学习内容</a:t>
            </a:r>
            <a:endParaRPr lang="zh-CN" altLang="en-US" sz="4800" b="1">
              <a:ea typeface="宋体" panose="02010600030101010101" pitchFamily="2" charset="-122"/>
            </a:endParaRPr>
          </a:p>
        </p:txBody>
      </p:sp>
      <p:grpSp>
        <p:nvGrpSpPr>
          <p:cNvPr id="180228" name="Group 4">
            <a:extLst>
              <a:ext uri="{FF2B5EF4-FFF2-40B4-BE49-F238E27FC236}">
                <a16:creationId xmlns:a16="http://schemas.microsoft.com/office/drawing/2014/main" id="{BDC3A49B-B287-4CE9-BE8A-7F7F7032B9FA}"/>
              </a:ext>
            </a:extLst>
          </p:cNvPr>
          <p:cNvGrpSpPr>
            <a:grpSpLocks/>
          </p:cNvGrpSpPr>
          <p:nvPr/>
        </p:nvGrpSpPr>
        <p:grpSpPr bwMode="auto">
          <a:xfrm>
            <a:off x="2339975" y="2349500"/>
            <a:ext cx="4724400" cy="3573463"/>
            <a:chOff x="1474" y="1480"/>
            <a:chExt cx="2976" cy="2251"/>
          </a:xfrm>
        </p:grpSpPr>
        <p:sp>
          <p:nvSpPr>
            <p:cNvPr id="1170441" name="AutoShape 9">
              <a:extLst>
                <a:ext uri="{FF2B5EF4-FFF2-40B4-BE49-F238E27FC236}">
                  <a16:creationId xmlns:a16="http://schemas.microsoft.com/office/drawing/2014/main" id="{0EB54DF6-6E30-4C17-A886-A4485A91EAF8}"/>
                </a:ext>
              </a:extLst>
            </p:cNvPr>
            <p:cNvSpPr>
              <a:spLocks noChangeArrowheads="1"/>
            </p:cNvSpPr>
            <p:nvPr/>
          </p:nvSpPr>
          <p:spPr bwMode="gray">
            <a:xfrm>
              <a:off x="1714" y="1579"/>
              <a:ext cx="2736" cy="382"/>
            </a:xfrm>
            <a:prstGeom prst="roundRect">
              <a:avLst>
                <a:gd name="adj" fmla="val 16667"/>
              </a:avLst>
            </a:prstGeom>
            <a:gradFill rotWithShape="1">
              <a:gsLst>
                <a:gs pos="0">
                  <a:schemeClr val="hlink"/>
                </a:gs>
                <a:gs pos="50000">
                  <a:schemeClr val="hlink">
                    <a:gamma/>
                    <a:tint val="21176"/>
                    <a:invGamma/>
                  </a:schemeClr>
                </a:gs>
                <a:gs pos="100000">
                  <a:schemeClr val="hlink"/>
                </a:gs>
              </a:gsLst>
              <a:lin ang="5400000" scaled="1"/>
            </a:gradFill>
            <a:ln w="12700" algn="ctr">
              <a:solidFill>
                <a:schemeClr val="bg1"/>
              </a:solidFill>
              <a:round/>
            </a:ln>
            <a:effectLst/>
          </p:spPr>
          <p:txBody>
            <a:bodyPr wrap="none" anchor="ctr"/>
            <a:lstStyle/>
            <a:p>
              <a:pPr eaLnBrk="1" hangingPunct="1">
                <a:defRPr/>
              </a:pPr>
              <a:endParaRPr lang="zh-CN" altLang="en-US"/>
            </a:p>
          </p:txBody>
        </p:sp>
        <p:sp>
          <p:nvSpPr>
            <p:cNvPr id="180230" name="AutoShape 10">
              <a:extLst>
                <a:ext uri="{FF2B5EF4-FFF2-40B4-BE49-F238E27FC236}">
                  <a16:creationId xmlns:a16="http://schemas.microsoft.com/office/drawing/2014/main" id="{1EC48674-FF56-4A84-ABD8-A70469637CBD}"/>
                </a:ext>
              </a:extLst>
            </p:cNvPr>
            <p:cNvSpPr>
              <a:spLocks noChangeArrowheads="1"/>
            </p:cNvSpPr>
            <p:nvPr/>
          </p:nvSpPr>
          <p:spPr bwMode="auto">
            <a:xfrm>
              <a:off x="1474" y="1480"/>
              <a:ext cx="432" cy="573"/>
            </a:xfrm>
            <a:prstGeom prst="diamond">
              <a:avLst/>
            </a:prstGeom>
            <a:solidFill>
              <a:schemeClr val="hlink"/>
            </a:solidFill>
            <a:ln w="25400">
              <a:solidFill>
                <a:schemeClr val="bg1"/>
              </a:solidFill>
              <a:miter lim="800000"/>
              <a:headEnd/>
              <a:tailEnd/>
            </a:ln>
          </p:spPr>
          <p:txBody>
            <a:bodyPr wrap="none" anchor="ct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endParaRPr lang="zh-CN" altLang="en-US" sz="3200">
                <a:solidFill>
                  <a:srgbClr val="FF0000"/>
                </a:solidFill>
                <a:latin typeface="黑体" panose="02010609060101010101" pitchFamily="49" charset="-122"/>
              </a:endParaRPr>
            </a:p>
          </p:txBody>
        </p:sp>
        <p:sp>
          <p:nvSpPr>
            <p:cNvPr id="180231" name="Text Box 11">
              <a:extLst>
                <a:ext uri="{FF2B5EF4-FFF2-40B4-BE49-F238E27FC236}">
                  <a16:creationId xmlns:a16="http://schemas.microsoft.com/office/drawing/2014/main" id="{C40BD946-F16F-4F0E-8883-7CE52000FD37}"/>
                </a:ext>
              </a:extLst>
            </p:cNvPr>
            <p:cNvSpPr txBox="1">
              <a:spLocks noChangeArrowheads="1"/>
            </p:cNvSpPr>
            <p:nvPr/>
          </p:nvSpPr>
          <p:spPr bwMode="auto">
            <a:xfrm>
              <a:off x="1858" y="1626"/>
              <a:ext cx="2519"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0"/>
                </a:spcBef>
                <a:buFontTx/>
                <a:buNone/>
              </a:pPr>
              <a:r>
                <a:rPr lang="zh-CN" altLang="en-US" sz="2800" b="1">
                  <a:latin typeface="黑体" panose="02010609060101010101" pitchFamily="49" charset="-122"/>
                </a:rPr>
                <a:t>  </a:t>
              </a:r>
              <a:r>
                <a:rPr lang="zh-CN" altLang="en-US" sz="2800" b="1">
                  <a:latin typeface="黑体" panose="02010609060101010101" pitchFamily="49" charset="-122"/>
                  <a:ea typeface="黑体" panose="02010609060101010101" pitchFamily="49" charset="-122"/>
                </a:rPr>
                <a:t>等价关系与元素分类</a:t>
              </a:r>
            </a:p>
          </p:txBody>
        </p:sp>
        <p:sp>
          <p:nvSpPr>
            <p:cNvPr id="180232" name="Text Box 12">
              <a:extLst>
                <a:ext uri="{FF2B5EF4-FFF2-40B4-BE49-F238E27FC236}">
                  <a16:creationId xmlns:a16="http://schemas.microsoft.com/office/drawing/2014/main" id="{D2F75DA6-E79A-480A-BDE6-441B11A6D5FE}"/>
                </a:ext>
              </a:extLst>
            </p:cNvPr>
            <p:cNvSpPr txBox="1">
              <a:spLocks noChangeArrowheads="1"/>
            </p:cNvSpPr>
            <p:nvPr/>
          </p:nvSpPr>
          <p:spPr bwMode="auto">
            <a:xfrm>
              <a:off x="1568" y="1562"/>
              <a:ext cx="228"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0"/>
                </a:spcBef>
                <a:buFontTx/>
                <a:buNone/>
              </a:pPr>
              <a:r>
                <a:rPr lang="en-US" altLang="zh-CN" sz="2800" b="1">
                  <a:solidFill>
                    <a:schemeClr val="bg1"/>
                  </a:solidFill>
                  <a:latin typeface="黑体" panose="02010609060101010101" pitchFamily="49" charset="-122"/>
                </a:rPr>
                <a:t>1</a:t>
              </a:r>
            </a:p>
          </p:txBody>
        </p:sp>
        <p:sp>
          <p:nvSpPr>
            <p:cNvPr id="1170446" name="AutoShape 14">
              <a:extLst>
                <a:ext uri="{FF2B5EF4-FFF2-40B4-BE49-F238E27FC236}">
                  <a16:creationId xmlns:a16="http://schemas.microsoft.com/office/drawing/2014/main" id="{4D5072B3-C4E0-4737-9D55-BD73DF66CBE3}"/>
                </a:ext>
              </a:extLst>
            </p:cNvPr>
            <p:cNvSpPr>
              <a:spLocks noChangeArrowheads="1"/>
            </p:cNvSpPr>
            <p:nvPr/>
          </p:nvSpPr>
          <p:spPr bwMode="gray">
            <a:xfrm>
              <a:off x="1714" y="2155"/>
              <a:ext cx="2736" cy="375"/>
            </a:xfrm>
            <a:prstGeom prst="roundRect">
              <a:avLst>
                <a:gd name="adj" fmla="val 16667"/>
              </a:avLst>
            </a:prstGeom>
            <a:gradFill rotWithShape="1">
              <a:gsLst>
                <a:gs pos="0">
                  <a:schemeClr val="folHlink"/>
                </a:gs>
                <a:gs pos="50000">
                  <a:schemeClr val="folHlink">
                    <a:gamma/>
                    <a:tint val="21176"/>
                    <a:invGamma/>
                  </a:schemeClr>
                </a:gs>
                <a:gs pos="100000">
                  <a:schemeClr val="folHlink"/>
                </a:gs>
              </a:gsLst>
              <a:lin ang="5400000" scaled="1"/>
            </a:gradFill>
            <a:ln w="12700" algn="ctr">
              <a:solidFill>
                <a:schemeClr val="bg1"/>
              </a:solidFill>
              <a:round/>
            </a:ln>
            <a:effectLst/>
          </p:spPr>
          <p:txBody>
            <a:bodyPr wrap="none" anchor="ctr"/>
            <a:lstStyle/>
            <a:p>
              <a:pPr eaLnBrk="1" hangingPunct="1">
                <a:defRPr/>
              </a:pPr>
              <a:endParaRPr lang="zh-CN" altLang="en-US"/>
            </a:p>
          </p:txBody>
        </p:sp>
        <p:sp>
          <p:nvSpPr>
            <p:cNvPr id="180234" name="AutoShape 15">
              <a:extLst>
                <a:ext uri="{FF2B5EF4-FFF2-40B4-BE49-F238E27FC236}">
                  <a16:creationId xmlns:a16="http://schemas.microsoft.com/office/drawing/2014/main" id="{4C9B6017-1035-4AAD-A17C-211DD9B8C369}"/>
                </a:ext>
              </a:extLst>
            </p:cNvPr>
            <p:cNvSpPr>
              <a:spLocks noChangeArrowheads="1"/>
            </p:cNvSpPr>
            <p:nvPr/>
          </p:nvSpPr>
          <p:spPr bwMode="auto">
            <a:xfrm>
              <a:off x="1474" y="2058"/>
              <a:ext cx="432" cy="560"/>
            </a:xfrm>
            <a:prstGeom prst="diamond">
              <a:avLst/>
            </a:prstGeom>
            <a:solidFill>
              <a:schemeClr val="folHlink"/>
            </a:solidFill>
            <a:ln w="25400">
              <a:solidFill>
                <a:schemeClr val="bg1"/>
              </a:solidFill>
              <a:miter lim="800000"/>
              <a:headEnd/>
              <a:tailEnd/>
            </a:ln>
          </p:spPr>
          <p:txBody>
            <a:bodyPr wrap="none" anchor="ct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endParaRPr lang="zh-CN" altLang="en-US" sz="3200">
                <a:solidFill>
                  <a:srgbClr val="FF0000"/>
                </a:solidFill>
                <a:latin typeface="黑体" panose="02010609060101010101" pitchFamily="49" charset="-122"/>
              </a:endParaRPr>
            </a:p>
          </p:txBody>
        </p:sp>
        <p:sp>
          <p:nvSpPr>
            <p:cNvPr id="180235" name="Text Box 16">
              <a:extLst>
                <a:ext uri="{FF2B5EF4-FFF2-40B4-BE49-F238E27FC236}">
                  <a16:creationId xmlns:a16="http://schemas.microsoft.com/office/drawing/2014/main" id="{030F179B-A539-4086-B712-1FB005FCE15B}"/>
                </a:ext>
              </a:extLst>
            </p:cNvPr>
            <p:cNvSpPr txBox="1">
              <a:spLocks noChangeArrowheads="1"/>
            </p:cNvSpPr>
            <p:nvPr/>
          </p:nvSpPr>
          <p:spPr bwMode="auto">
            <a:xfrm>
              <a:off x="1858" y="2148"/>
              <a:ext cx="2579"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0"/>
                </a:spcBef>
                <a:buFontTx/>
                <a:buNone/>
              </a:pPr>
              <a:r>
                <a:rPr lang="zh-CN" altLang="en-US" sz="3200" b="1">
                  <a:latin typeface="黑体" panose="02010609060101010101" pitchFamily="49" charset="-122"/>
                  <a:ea typeface="黑体" panose="02010609060101010101" pitchFamily="49" charset="-122"/>
                </a:rPr>
                <a:t> </a:t>
              </a:r>
              <a:r>
                <a:rPr lang="zh-CN" altLang="en-US" sz="2800" b="1">
                  <a:latin typeface="黑体" panose="02010609060101010101" pitchFamily="49" charset="-122"/>
                  <a:ea typeface="黑体" panose="02010609060101010101" pitchFamily="49" charset="-122"/>
                </a:rPr>
                <a:t>相容关系与元素聚类</a:t>
              </a:r>
            </a:p>
          </p:txBody>
        </p:sp>
        <p:sp>
          <p:nvSpPr>
            <p:cNvPr id="180236" name="Text Box 17">
              <a:extLst>
                <a:ext uri="{FF2B5EF4-FFF2-40B4-BE49-F238E27FC236}">
                  <a16:creationId xmlns:a16="http://schemas.microsoft.com/office/drawing/2014/main" id="{0E2CA737-09DB-4156-954C-1BD2C2070BD7}"/>
                </a:ext>
              </a:extLst>
            </p:cNvPr>
            <p:cNvSpPr txBox="1">
              <a:spLocks noChangeArrowheads="1"/>
            </p:cNvSpPr>
            <p:nvPr/>
          </p:nvSpPr>
          <p:spPr bwMode="auto">
            <a:xfrm>
              <a:off x="1568" y="2139"/>
              <a:ext cx="22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0"/>
                </a:spcBef>
                <a:buFontTx/>
                <a:buNone/>
              </a:pPr>
              <a:r>
                <a:rPr lang="en-US" altLang="zh-CN" sz="2800" b="1">
                  <a:solidFill>
                    <a:schemeClr val="bg1"/>
                  </a:solidFill>
                  <a:latin typeface="黑体" panose="02010609060101010101" pitchFamily="49" charset="-122"/>
                </a:rPr>
                <a:t>2</a:t>
              </a:r>
            </a:p>
          </p:txBody>
        </p:sp>
        <p:sp>
          <p:nvSpPr>
            <p:cNvPr id="180237" name="AutoShape 29">
              <a:extLst>
                <a:ext uri="{FF2B5EF4-FFF2-40B4-BE49-F238E27FC236}">
                  <a16:creationId xmlns:a16="http://schemas.microsoft.com/office/drawing/2014/main" id="{B4E30047-3853-4857-BECA-5A6C1BE176B9}"/>
                </a:ext>
              </a:extLst>
            </p:cNvPr>
            <p:cNvSpPr>
              <a:spLocks noChangeArrowheads="1"/>
            </p:cNvSpPr>
            <p:nvPr/>
          </p:nvSpPr>
          <p:spPr bwMode="auto">
            <a:xfrm>
              <a:off x="1714" y="2723"/>
              <a:ext cx="2736" cy="363"/>
            </a:xfrm>
            <a:prstGeom prst="roundRect">
              <a:avLst>
                <a:gd name="adj" fmla="val 16667"/>
              </a:avLst>
            </a:prstGeom>
            <a:gradFill rotWithShape="1">
              <a:gsLst>
                <a:gs pos="0">
                  <a:srgbClr val="3366FF"/>
                </a:gs>
                <a:gs pos="50000">
                  <a:srgbClr val="D4DFFF"/>
                </a:gs>
                <a:gs pos="100000">
                  <a:srgbClr val="3366FF"/>
                </a:gs>
              </a:gsLst>
              <a:lin ang="5400000" scaled="1"/>
            </a:gradFill>
            <a:ln w="12700">
              <a:solidFill>
                <a:schemeClr val="bg1"/>
              </a:solidFill>
              <a:round/>
              <a:headEnd/>
              <a:tailEnd/>
            </a:ln>
          </p:spPr>
          <p:txBody>
            <a:bodyPr wrap="none" anchor="ct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endParaRPr lang="zh-CN" altLang="en-US" sz="3200">
                <a:solidFill>
                  <a:srgbClr val="FF0000"/>
                </a:solidFill>
                <a:latin typeface="黑体" panose="02010609060101010101" pitchFamily="49" charset="-122"/>
              </a:endParaRPr>
            </a:p>
          </p:txBody>
        </p:sp>
        <p:sp>
          <p:nvSpPr>
            <p:cNvPr id="180238" name="AutoShape 30">
              <a:extLst>
                <a:ext uri="{FF2B5EF4-FFF2-40B4-BE49-F238E27FC236}">
                  <a16:creationId xmlns:a16="http://schemas.microsoft.com/office/drawing/2014/main" id="{54A1EEF8-61B7-4AEC-B05A-AFDD345F7BAC}"/>
                </a:ext>
              </a:extLst>
            </p:cNvPr>
            <p:cNvSpPr>
              <a:spLocks noChangeArrowheads="1"/>
            </p:cNvSpPr>
            <p:nvPr/>
          </p:nvSpPr>
          <p:spPr bwMode="auto">
            <a:xfrm>
              <a:off x="1474" y="2629"/>
              <a:ext cx="432" cy="544"/>
            </a:xfrm>
            <a:prstGeom prst="diamond">
              <a:avLst/>
            </a:prstGeom>
            <a:solidFill>
              <a:srgbClr val="3366FF"/>
            </a:solidFill>
            <a:ln w="25400">
              <a:solidFill>
                <a:schemeClr val="bg1"/>
              </a:solidFill>
              <a:miter lim="800000"/>
              <a:headEnd/>
              <a:tailEnd/>
            </a:ln>
          </p:spPr>
          <p:txBody>
            <a:bodyPr wrap="none" anchor="ct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endParaRPr lang="zh-CN" altLang="en-US" sz="3200">
                <a:solidFill>
                  <a:srgbClr val="FF0000"/>
                </a:solidFill>
                <a:latin typeface="黑体" panose="02010609060101010101" pitchFamily="49" charset="-122"/>
              </a:endParaRPr>
            </a:p>
          </p:txBody>
        </p:sp>
        <p:sp>
          <p:nvSpPr>
            <p:cNvPr id="180239" name="Text Box 31">
              <a:extLst>
                <a:ext uri="{FF2B5EF4-FFF2-40B4-BE49-F238E27FC236}">
                  <a16:creationId xmlns:a16="http://schemas.microsoft.com/office/drawing/2014/main" id="{44A1FBFD-4903-4D16-8F2A-17FC9AA98C73}"/>
                </a:ext>
              </a:extLst>
            </p:cNvPr>
            <p:cNvSpPr txBox="1">
              <a:spLocks noChangeArrowheads="1"/>
            </p:cNvSpPr>
            <p:nvPr/>
          </p:nvSpPr>
          <p:spPr bwMode="auto">
            <a:xfrm>
              <a:off x="1973" y="2765"/>
              <a:ext cx="2404"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0"/>
                </a:spcBef>
                <a:buFontTx/>
                <a:buNone/>
              </a:pPr>
              <a:r>
                <a:rPr lang="zh-CN" altLang="en-US" sz="2800" b="1">
                  <a:latin typeface="黑体" panose="02010609060101010101" pitchFamily="49" charset="-122"/>
                  <a:ea typeface="黑体" panose="02010609060101010101" pitchFamily="49" charset="-122"/>
                </a:rPr>
                <a:t> 偏序关系与元素比较</a:t>
              </a:r>
            </a:p>
          </p:txBody>
        </p:sp>
        <p:sp>
          <p:nvSpPr>
            <p:cNvPr id="180240" name="Text Box 32">
              <a:extLst>
                <a:ext uri="{FF2B5EF4-FFF2-40B4-BE49-F238E27FC236}">
                  <a16:creationId xmlns:a16="http://schemas.microsoft.com/office/drawing/2014/main" id="{7BEE7F2C-C9DA-4017-AB84-0B8FF31C31EE}"/>
                </a:ext>
              </a:extLst>
            </p:cNvPr>
            <p:cNvSpPr txBox="1">
              <a:spLocks noChangeArrowheads="1"/>
            </p:cNvSpPr>
            <p:nvPr/>
          </p:nvSpPr>
          <p:spPr bwMode="auto">
            <a:xfrm>
              <a:off x="1568" y="2710"/>
              <a:ext cx="22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0"/>
                </a:spcBef>
                <a:buFontTx/>
                <a:buNone/>
              </a:pPr>
              <a:r>
                <a:rPr lang="en-US" altLang="zh-CN" sz="2800" b="1">
                  <a:solidFill>
                    <a:schemeClr val="bg1"/>
                  </a:solidFill>
                  <a:latin typeface="黑体" panose="02010609060101010101" pitchFamily="49" charset="-122"/>
                </a:rPr>
                <a:t>3</a:t>
              </a:r>
            </a:p>
          </p:txBody>
        </p:sp>
        <p:sp>
          <p:nvSpPr>
            <p:cNvPr id="180241" name="AutoShape 19">
              <a:extLst>
                <a:ext uri="{FF2B5EF4-FFF2-40B4-BE49-F238E27FC236}">
                  <a16:creationId xmlns:a16="http://schemas.microsoft.com/office/drawing/2014/main" id="{EF8C6D13-17FC-49EB-A70D-63182779296C}"/>
                </a:ext>
              </a:extLst>
            </p:cNvPr>
            <p:cNvSpPr>
              <a:spLocks noChangeArrowheads="1"/>
            </p:cNvSpPr>
            <p:nvPr/>
          </p:nvSpPr>
          <p:spPr bwMode="auto">
            <a:xfrm>
              <a:off x="1701" y="3261"/>
              <a:ext cx="2736" cy="374"/>
            </a:xfrm>
            <a:prstGeom prst="roundRect">
              <a:avLst>
                <a:gd name="adj" fmla="val 16667"/>
              </a:avLst>
            </a:prstGeom>
            <a:gradFill rotWithShape="1">
              <a:gsLst>
                <a:gs pos="0">
                  <a:srgbClr val="765E00"/>
                </a:gs>
                <a:gs pos="50000">
                  <a:srgbClr val="FFCC00"/>
                </a:gs>
                <a:gs pos="100000">
                  <a:srgbClr val="765E00"/>
                </a:gs>
              </a:gsLst>
              <a:lin ang="5400000" scaled="1"/>
            </a:gradFill>
            <a:ln w="12700">
              <a:solidFill>
                <a:schemeClr val="bg1"/>
              </a:solidFill>
              <a:round/>
              <a:headEnd/>
              <a:tailEnd/>
            </a:ln>
          </p:spPr>
          <p:txBody>
            <a:bodyPr wrap="none" anchor="ct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endParaRPr lang="zh-CN" altLang="en-US" sz="3200">
                <a:solidFill>
                  <a:srgbClr val="FF0000"/>
                </a:solidFill>
                <a:latin typeface="黑体" panose="02010609060101010101" pitchFamily="49" charset="-122"/>
              </a:endParaRPr>
            </a:p>
          </p:txBody>
        </p:sp>
        <p:sp>
          <p:nvSpPr>
            <p:cNvPr id="180242" name="AutoShape 20">
              <a:extLst>
                <a:ext uri="{FF2B5EF4-FFF2-40B4-BE49-F238E27FC236}">
                  <a16:creationId xmlns:a16="http://schemas.microsoft.com/office/drawing/2014/main" id="{33B9D095-783A-49CC-A6B6-90518A0C22A8}"/>
                </a:ext>
              </a:extLst>
            </p:cNvPr>
            <p:cNvSpPr>
              <a:spLocks noChangeArrowheads="1"/>
            </p:cNvSpPr>
            <p:nvPr/>
          </p:nvSpPr>
          <p:spPr bwMode="auto">
            <a:xfrm>
              <a:off x="1474" y="3170"/>
              <a:ext cx="432" cy="561"/>
            </a:xfrm>
            <a:prstGeom prst="diamond">
              <a:avLst/>
            </a:prstGeom>
            <a:solidFill>
              <a:srgbClr val="CC9900"/>
            </a:solidFill>
            <a:ln w="25400">
              <a:solidFill>
                <a:schemeClr val="bg1"/>
              </a:solidFill>
              <a:miter lim="800000"/>
              <a:headEnd/>
              <a:tailEnd/>
            </a:ln>
          </p:spPr>
          <p:txBody>
            <a:bodyPr wrap="none" anchor="ct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endParaRPr lang="zh-CN" altLang="en-US" sz="3200">
                <a:solidFill>
                  <a:srgbClr val="FF0000"/>
                </a:solidFill>
                <a:latin typeface="黑体" panose="02010609060101010101" pitchFamily="49" charset="-122"/>
              </a:endParaRPr>
            </a:p>
          </p:txBody>
        </p:sp>
        <p:sp>
          <p:nvSpPr>
            <p:cNvPr id="180243" name="Text Box 21">
              <a:extLst>
                <a:ext uri="{FF2B5EF4-FFF2-40B4-BE49-F238E27FC236}">
                  <a16:creationId xmlns:a16="http://schemas.microsoft.com/office/drawing/2014/main" id="{2E9775BA-74F4-4ED6-9980-377015A1025C}"/>
                </a:ext>
              </a:extLst>
            </p:cNvPr>
            <p:cNvSpPr txBox="1">
              <a:spLocks noChangeArrowheads="1"/>
            </p:cNvSpPr>
            <p:nvPr/>
          </p:nvSpPr>
          <p:spPr bwMode="auto">
            <a:xfrm>
              <a:off x="2023" y="3240"/>
              <a:ext cx="2160"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0"/>
                </a:spcBef>
                <a:buFontTx/>
                <a:buNone/>
              </a:pPr>
              <a:r>
                <a:rPr lang="zh-CN" altLang="en-US" sz="3200" b="1">
                  <a:latin typeface="黑体" panose="02010609060101010101" pitchFamily="49" charset="-122"/>
                  <a:ea typeface="黑体" panose="02010609060101010101" pitchFamily="49" charset="-122"/>
                </a:rPr>
                <a:t>  </a:t>
              </a:r>
              <a:r>
                <a:rPr lang="zh-CN" altLang="en-US" sz="2800" b="1">
                  <a:latin typeface="黑体" panose="02010609060101010101" pitchFamily="49" charset="-122"/>
                  <a:ea typeface="黑体" panose="02010609060101010101" pitchFamily="49" charset="-122"/>
                </a:rPr>
                <a:t>特殊关系的应用</a:t>
              </a:r>
            </a:p>
          </p:txBody>
        </p:sp>
        <p:sp>
          <p:nvSpPr>
            <p:cNvPr id="180244" name="Text Box 22">
              <a:extLst>
                <a:ext uri="{FF2B5EF4-FFF2-40B4-BE49-F238E27FC236}">
                  <a16:creationId xmlns:a16="http://schemas.microsoft.com/office/drawing/2014/main" id="{DB0EBE7A-F46F-43BB-B933-8DCFF5C56BDF}"/>
                </a:ext>
              </a:extLst>
            </p:cNvPr>
            <p:cNvSpPr txBox="1">
              <a:spLocks noChangeArrowheads="1"/>
            </p:cNvSpPr>
            <p:nvPr/>
          </p:nvSpPr>
          <p:spPr bwMode="auto">
            <a:xfrm>
              <a:off x="1568" y="3250"/>
              <a:ext cx="228" cy="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0"/>
                </a:spcBef>
                <a:buFontTx/>
                <a:buNone/>
              </a:pPr>
              <a:r>
                <a:rPr lang="en-US" altLang="zh-CN" sz="2800" b="1">
                  <a:solidFill>
                    <a:schemeClr val="bg1"/>
                  </a:solidFill>
                  <a:latin typeface="黑体" panose="02010609060101010101" pitchFamily="49" charset="-122"/>
                </a:rPr>
                <a:t>4</a:t>
              </a:r>
            </a:p>
          </p:txBody>
        </p:sp>
      </p:grpSp>
    </p:spTree>
  </p:cSld>
  <p:clrMapOvr>
    <a:masterClrMapping/>
  </p:clrMapOvr>
  <p:transition spd="med">
    <p:wipe dir="r"/>
  </p:transition>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日期占位符 3">
            <a:extLst>
              <a:ext uri="{FF2B5EF4-FFF2-40B4-BE49-F238E27FC236}">
                <a16:creationId xmlns:a16="http://schemas.microsoft.com/office/drawing/2014/main" id="{9B4AD0F3-5243-4A8F-9824-029322BC6438}"/>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47A6C071-D5FE-454A-A233-1F51FE475B42}" type="datetime1">
              <a:rPr lang="zh-CN" altLang="en-US" sz="1400" b="1">
                <a:latin typeface="Times New Roman" panose="02020603050405020304" pitchFamily="18" charset="0"/>
                <a:ea typeface="宋体" panose="02010600030101010101" pitchFamily="2" charset="-122"/>
              </a:rPr>
              <a:pPr eaLnBrk="1" hangingPunct="1">
                <a:spcBef>
                  <a:spcPct val="0"/>
                </a:spcBef>
                <a:buFontTx/>
                <a:buNone/>
              </a:pPr>
              <a:t>2020/9/7</a:t>
            </a:fld>
            <a:endParaRPr lang="zh-CN" altLang="en-US" sz="1400" b="1">
              <a:latin typeface="Times New Roman" panose="02020603050405020304" pitchFamily="18" charset="0"/>
              <a:ea typeface="宋体" panose="02010600030101010101" pitchFamily="2" charset="-122"/>
            </a:endParaRPr>
          </a:p>
        </p:txBody>
      </p:sp>
      <p:sp>
        <p:nvSpPr>
          <p:cNvPr id="181251" name="页脚占位符 4">
            <a:extLst>
              <a:ext uri="{FF2B5EF4-FFF2-40B4-BE49-F238E27FC236}">
                <a16:creationId xmlns:a16="http://schemas.microsoft.com/office/drawing/2014/main" id="{4DFC7BD2-E227-45FF-92C4-A5F1388575F9}"/>
              </a:ext>
            </a:extLst>
          </p:cNvPr>
          <p:cNvSpPr txBox="1">
            <a:spLocks noGrp="1" noChangeArrowheads="1"/>
          </p:cNvSpPr>
          <p:nvPr/>
        </p:nvSpPr>
        <p:spPr bwMode="auto">
          <a:xfrm>
            <a:off x="3124200" y="635635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0"/>
              </a:spcBef>
              <a:buFontTx/>
              <a:buNone/>
            </a:pPr>
            <a:r>
              <a:rPr lang="zh-CN" altLang="en-US" sz="1400" b="1">
                <a:latin typeface="Times New Roman" panose="02020603050405020304" pitchFamily="18" charset="0"/>
                <a:ea typeface="宋体" panose="02010600030101010101" pitchFamily="2" charset="-122"/>
              </a:rPr>
              <a:t>计算机应用技术研究所</a:t>
            </a:r>
          </a:p>
        </p:txBody>
      </p:sp>
      <p:sp>
        <p:nvSpPr>
          <p:cNvPr id="181252" name="灯片编号占位符 5">
            <a:extLst>
              <a:ext uri="{FF2B5EF4-FFF2-40B4-BE49-F238E27FC236}">
                <a16:creationId xmlns:a16="http://schemas.microsoft.com/office/drawing/2014/main" id="{98CDE4EF-5BDA-487C-BE60-834B7703C1C1}"/>
              </a:ext>
            </a:extLst>
          </p:cNvPr>
          <p:cNvSpPr txBox="1">
            <a:spLocks noGrp="1" noChangeArrowheads="1"/>
          </p:cNvSpPr>
          <p:nvPr/>
        </p:nvSpPr>
        <p:spPr bwMode="auto">
          <a:xfrm>
            <a:off x="6553200" y="63563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r" eaLnBrk="1" hangingPunct="1">
              <a:spcBef>
                <a:spcPct val="0"/>
              </a:spcBef>
              <a:buFontTx/>
              <a:buNone/>
            </a:pPr>
            <a:fld id="{DD77A5E2-11A0-4A73-9754-A72C12871953}" type="slidenum">
              <a:rPr lang="en-US" altLang="zh-CN" sz="1400" b="1">
                <a:latin typeface="Times New Roman" panose="02020603050405020304" pitchFamily="18" charset="0"/>
                <a:ea typeface="宋体" panose="02010600030101010101" pitchFamily="2" charset="-122"/>
              </a:rPr>
              <a:pPr algn="r" eaLnBrk="1" hangingPunct="1">
                <a:spcBef>
                  <a:spcPct val="0"/>
                </a:spcBef>
                <a:buFontTx/>
                <a:buNone/>
              </a:pPr>
              <a:t>160</a:t>
            </a:fld>
            <a:endParaRPr lang="en-US" altLang="zh-CN" sz="1400" b="1">
              <a:latin typeface="Times New Roman" panose="02020603050405020304" pitchFamily="18" charset="0"/>
              <a:ea typeface="宋体" panose="02010600030101010101" pitchFamily="2" charset="-122"/>
            </a:endParaRPr>
          </a:p>
        </p:txBody>
      </p:sp>
      <p:sp>
        <p:nvSpPr>
          <p:cNvPr id="181253" name="Rectangle 4">
            <a:extLst>
              <a:ext uri="{FF2B5EF4-FFF2-40B4-BE49-F238E27FC236}">
                <a16:creationId xmlns:a16="http://schemas.microsoft.com/office/drawing/2014/main" id="{A4F14FD3-1ACD-44B5-8785-3160B57E3E10}"/>
              </a:ext>
            </a:extLst>
          </p:cNvPr>
          <p:cNvSpPr>
            <a:spLocks noGrp="1" noChangeArrowheads="1"/>
          </p:cNvSpPr>
          <p:nvPr>
            <p:ph type="ctrTitle" idx="4294967295"/>
          </p:nvPr>
        </p:nvSpPr>
        <p:spPr>
          <a:xfrm>
            <a:off x="1187450" y="2636838"/>
            <a:ext cx="7197725" cy="1439862"/>
          </a:xfrm>
          <a:solidFill>
            <a:srgbClr val="0000FF"/>
          </a:solidFill>
        </p:spPr>
        <p:txBody>
          <a:bodyPr/>
          <a:lstStyle/>
          <a:p>
            <a:pPr eaLnBrk="1" hangingPunct="1"/>
            <a:r>
              <a:rPr lang="zh-CN" altLang="en-US" sz="6600" b="1">
                <a:solidFill>
                  <a:schemeClr val="bg1"/>
                </a:solidFill>
              </a:rPr>
              <a:t>特殊关系的应用</a:t>
            </a:r>
          </a:p>
        </p:txBody>
      </p:sp>
      <p:pic>
        <p:nvPicPr>
          <p:cNvPr id="181254" name="Picture 7">
            <a:extLst>
              <a:ext uri="{FF2B5EF4-FFF2-40B4-BE49-F238E27FC236}">
                <a16:creationId xmlns:a16="http://schemas.microsoft.com/office/drawing/2014/main" id="{7B2D44BA-3B08-49A8-990B-E2F1363B38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21575" y="4738688"/>
            <a:ext cx="1371600" cy="135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日期占位符 3">
            <a:extLst>
              <a:ext uri="{FF2B5EF4-FFF2-40B4-BE49-F238E27FC236}">
                <a16:creationId xmlns:a16="http://schemas.microsoft.com/office/drawing/2014/main" id="{75F6273D-E461-4413-BC9A-36A3DF4F3208}"/>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129E65DE-AE8A-46B0-9BBF-448CCDA142F2}" type="datetime1">
              <a:rPr lang="zh-CN" altLang="en-US" sz="1400" b="1">
                <a:latin typeface="Times New Roman" panose="02020603050405020304" pitchFamily="18" charset="0"/>
                <a:ea typeface="宋体" panose="02010600030101010101" pitchFamily="2" charset="-122"/>
              </a:rPr>
              <a:pPr eaLnBrk="1" hangingPunct="1">
                <a:spcBef>
                  <a:spcPct val="0"/>
                </a:spcBef>
                <a:buFontTx/>
                <a:buNone/>
              </a:pPr>
              <a:t>2020/9/7</a:t>
            </a:fld>
            <a:endParaRPr lang="zh-CN" altLang="en-US" sz="1400" b="1">
              <a:latin typeface="Times New Roman" panose="02020603050405020304" pitchFamily="18" charset="0"/>
              <a:ea typeface="宋体" panose="02010600030101010101" pitchFamily="2" charset="-122"/>
            </a:endParaRPr>
          </a:p>
        </p:txBody>
      </p:sp>
      <p:sp>
        <p:nvSpPr>
          <p:cNvPr id="182275" name="页脚占位符 4">
            <a:extLst>
              <a:ext uri="{FF2B5EF4-FFF2-40B4-BE49-F238E27FC236}">
                <a16:creationId xmlns:a16="http://schemas.microsoft.com/office/drawing/2014/main" id="{C8A9306F-4111-4AE8-BD63-0A97C7879E88}"/>
              </a:ext>
            </a:extLst>
          </p:cNvPr>
          <p:cNvSpPr txBox="1">
            <a:spLocks noGrp="1" noChangeArrowheads="1"/>
          </p:cNvSpPr>
          <p:nvPr/>
        </p:nvSpPr>
        <p:spPr bwMode="auto">
          <a:xfrm>
            <a:off x="3124200" y="635635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0"/>
              </a:spcBef>
              <a:buFontTx/>
              <a:buNone/>
            </a:pPr>
            <a:r>
              <a:rPr lang="zh-CN" altLang="en-US" sz="1400" b="1">
                <a:latin typeface="Times New Roman" panose="02020603050405020304" pitchFamily="18" charset="0"/>
                <a:ea typeface="宋体" panose="02010600030101010101" pitchFamily="2" charset="-122"/>
              </a:rPr>
              <a:t>计算机应用技术研究所</a:t>
            </a:r>
          </a:p>
        </p:txBody>
      </p:sp>
      <p:sp>
        <p:nvSpPr>
          <p:cNvPr id="182276" name="灯片编号占位符 5">
            <a:extLst>
              <a:ext uri="{FF2B5EF4-FFF2-40B4-BE49-F238E27FC236}">
                <a16:creationId xmlns:a16="http://schemas.microsoft.com/office/drawing/2014/main" id="{351581B7-7ADA-453E-A6D0-7965A9D3F05E}"/>
              </a:ext>
            </a:extLst>
          </p:cNvPr>
          <p:cNvSpPr txBox="1">
            <a:spLocks noGrp="1" noChangeArrowheads="1"/>
          </p:cNvSpPr>
          <p:nvPr/>
        </p:nvSpPr>
        <p:spPr bwMode="auto">
          <a:xfrm>
            <a:off x="6553200" y="63563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r" eaLnBrk="1" hangingPunct="1">
              <a:spcBef>
                <a:spcPct val="0"/>
              </a:spcBef>
              <a:buFontTx/>
              <a:buNone/>
            </a:pPr>
            <a:fld id="{771FD527-051A-487C-B5A5-EC8581EB60D2}" type="slidenum">
              <a:rPr lang="en-US" altLang="zh-CN" sz="1400" b="1">
                <a:latin typeface="Times New Roman" panose="02020603050405020304" pitchFamily="18" charset="0"/>
                <a:ea typeface="宋体" panose="02010600030101010101" pitchFamily="2" charset="-122"/>
              </a:rPr>
              <a:pPr algn="r" eaLnBrk="1" hangingPunct="1">
                <a:spcBef>
                  <a:spcPct val="0"/>
                </a:spcBef>
                <a:buFontTx/>
                <a:buNone/>
              </a:pPr>
              <a:t>161</a:t>
            </a:fld>
            <a:endParaRPr lang="en-US" altLang="zh-CN" sz="1400" b="1">
              <a:latin typeface="Times New Roman" panose="02020603050405020304" pitchFamily="18" charset="0"/>
              <a:ea typeface="宋体" panose="02010600030101010101" pitchFamily="2" charset="-122"/>
            </a:endParaRPr>
          </a:p>
        </p:txBody>
      </p:sp>
      <p:sp>
        <p:nvSpPr>
          <p:cNvPr id="182277" name="Text Box 2">
            <a:extLst>
              <a:ext uri="{FF2B5EF4-FFF2-40B4-BE49-F238E27FC236}">
                <a16:creationId xmlns:a16="http://schemas.microsoft.com/office/drawing/2014/main" id="{7FC45FFA-8265-4D21-B6FE-00471872BDE1}"/>
              </a:ext>
            </a:extLst>
          </p:cNvPr>
          <p:cNvSpPr txBox="1">
            <a:spLocks noChangeArrowheads="1"/>
          </p:cNvSpPr>
          <p:nvPr/>
        </p:nvSpPr>
        <p:spPr bwMode="auto">
          <a:xfrm>
            <a:off x="1403350" y="836613"/>
            <a:ext cx="7086600" cy="923925"/>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宋体" panose="02010600030101010101" pitchFamily="2" charset="-122"/>
                <a:ea typeface="宋体" panose="02010600030101010101" pitchFamily="2" charset="-122"/>
              </a:rPr>
              <a:t> </a:t>
            </a:r>
            <a:r>
              <a:rPr lang="zh-CN" altLang="en-US" sz="4800" b="1">
                <a:solidFill>
                  <a:schemeClr val="bg1"/>
                </a:solidFill>
                <a:latin typeface="宋体" panose="02010600030101010101" pitchFamily="2" charset="-122"/>
                <a:ea typeface="宋体" panose="02010600030101010101" pitchFamily="2" charset="-122"/>
              </a:rPr>
              <a:t>特殊关系的应用</a:t>
            </a:r>
          </a:p>
        </p:txBody>
      </p:sp>
      <p:pic>
        <p:nvPicPr>
          <p:cNvPr id="182278" name="Picture 7">
            <a:extLst>
              <a:ext uri="{FF2B5EF4-FFF2-40B4-BE49-F238E27FC236}">
                <a16:creationId xmlns:a16="http://schemas.microsoft.com/office/drawing/2014/main" id="{7A58E827-7928-4180-AEC5-62BB2C7F5E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21575" y="4738688"/>
            <a:ext cx="1371600" cy="135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2279" name="矩形 2">
            <a:extLst>
              <a:ext uri="{FF2B5EF4-FFF2-40B4-BE49-F238E27FC236}">
                <a16:creationId xmlns:a16="http://schemas.microsoft.com/office/drawing/2014/main" id="{A8932CF7-5B0A-4E81-9D58-215E10821D35}"/>
              </a:ext>
            </a:extLst>
          </p:cNvPr>
          <p:cNvSpPr>
            <a:spLocks noChangeArrowheads="1"/>
          </p:cNvSpPr>
          <p:nvPr/>
        </p:nvSpPr>
        <p:spPr bwMode="auto">
          <a:xfrm>
            <a:off x="3203575" y="2852738"/>
            <a:ext cx="2895600" cy="167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lnSpc>
                <a:spcPct val="155000"/>
              </a:lnSpc>
              <a:spcBef>
                <a:spcPct val="0"/>
              </a:spcBef>
              <a:buFont typeface="Wingdings" panose="05000000000000000000" pitchFamily="2" charset="2"/>
              <a:buChar char="J"/>
            </a:pPr>
            <a:r>
              <a:rPr lang="en-US" altLang="zh-CN" sz="3600" b="1">
                <a:solidFill>
                  <a:srgbClr val="0000FF"/>
                </a:solidFill>
                <a:latin typeface="黑体" panose="02010609060101010101" pitchFamily="49" charset="-122"/>
                <a:ea typeface="黑体" panose="02010609060101010101" pitchFamily="49" charset="-122"/>
              </a:rPr>
              <a:t> </a:t>
            </a:r>
            <a:r>
              <a:rPr lang="zh-CN" altLang="en-US" sz="3600" b="1">
                <a:solidFill>
                  <a:srgbClr val="0000FF"/>
                </a:solidFill>
                <a:latin typeface="黑体" panose="02010609060101010101" pitchFamily="49" charset="-122"/>
                <a:ea typeface="黑体" panose="02010609060101010101" pitchFamily="49" charset="-122"/>
              </a:rPr>
              <a:t>粗集定义</a:t>
            </a:r>
          </a:p>
          <a:p>
            <a:pPr eaLnBrk="1" hangingPunct="1">
              <a:lnSpc>
                <a:spcPct val="155000"/>
              </a:lnSpc>
              <a:spcBef>
                <a:spcPct val="0"/>
              </a:spcBef>
              <a:buFont typeface="Wingdings" panose="05000000000000000000" pitchFamily="2" charset="2"/>
              <a:buChar char="4"/>
            </a:pPr>
            <a:r>
              <a:rPr lang="zh-CN" altLang="en-US" sz="3600" b="1">
                <a:latin typeface="黑体" panose="02010609060101010101" pitchFamily="49" charset="-122"/>
                <a:ea typeface="黑体" panose="02010609060101010101" pitchFamily="49" charset="-122"/>
              </a:rPr>
              <a:t> 得分评判</a:t>
            </a:r>
          </a:p>
        </p:txBody>
      </p:sp>
    </p:spTree>
  </p:cSld>
  <p:clrMapOvr>
    <a:masterClrMapping/>
  </p:clrMapOvr>
  <p:transition spd="med">
    <p:wipe dir="r"/>
  </p:transition>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日期占位符 3">
            <a:extLst>
              <a:ext uri="{FF2B5EF4-FFF2-40B4-BE49-F238E27FC236}">
                <a16:creationId xmlns:a16="http://schemas.microsoft.com/office/drawing/2014/main" id="{FA15F338-74C2-425F-B7F6-EE745578DBBB}"/>
              </a:ext>
            </a:extLst>
          </p:cNvPr>
          <p:cNvSpPr txBox="1">
            <a:spLocks noGrp="1" noChangeArrowheads="1"/>
          </p:cNvSpPr>
          <p:nvPr/>
        </p:nvSpPr>
        <p:spPr bwMode="auto">
          <a:xfrm>
            <a:off x="684213" y="64008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2F023F46-325E-4355-88DE-2213EEA6D857}"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183299" name="Text Box 2">
            <a:extLst>
              <a:ext uri="{FF2B5EF4-FFF2-40B4-BE49-F238E27FC236}">
                <a16:creationId xmlns:a16="http://schemas.microsoft.com/office/drawing/2014/main" id="{7A707490-70BF-4270-936F-96746A9B1663}"/>
              </a:ext>
            </a:extLst>
          </p:cNvPr>
          <p:cNvSpPr txBox="1">
            <a:spLocks noChangeArrowheads="1"/>
          </p:cNvSpPr>
          <p:nvPr/>
        </p:nvSpPr>
        <p:spPr bwMode="auto">
          <a:xfrm>
            <a:off x="1258888" y="569913"/>
            <a:ext cx="669766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粗集定义问题</a:t>
            </a:r>
          </a:p>
        </p:txBody>
      </p:sp>
      <p:pic>
        <p:nvPicPr>
          <p:cNvPr id="183300" name="Picture 6">
            <a:extLst>
              <a:ext uri="{FF2B5EF4-FFF2-40B4-BE49-F238E27FC236}">
                <a16:creationId xmlns:a16="http://schemas.microsoft.com/office/drawing/2014/main" id="{5BE28D42-1958-4D1F-909D-6C9E2852D3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1013" y="547688"/>
            <a:ext cx="102870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4FA49513-2E78-442A-AF43-F1F1FEAF3525}"/>
              </a:ext>
            </a:extLst>
          </p:cNvPr>
          <p:cNvSpPr txBox="1">
            <a:spLocks noRot="1" noChangeAspect="1" noMove="1" noResize="1" noEditPoints="1" noAdjustHandles="1" noChangeArrowheads="1" noChangeShapeType="1" noTextEdit="1"/>
          </p:cNvSpPr>
          <p:nvPr/>
        </p:nvSpPr>
        <p:spPr>
          <a:xfrm>
            <a:off x="107502" y="1979510"/>
            <a:ext cx="8928991" cy="3970318"/>
          </a:xfrm>
          <a:prstGeom prst="rect">
            <a:avLst/>
          </a:prstGeom>
          <a:blipFill>
            <a:blip r:embed="rId4"/>
            <a:stretch>
              <a:fillRect l="-1434" b="-922"/>
            </a:stretch>
          </a:blipFill>
        </p:spPr>
        <p:txBody>
          <a:bodyPr/>
          <a:lstStyle/>
          <a:p>
            <a:pPr>
              <a:defRPr/>
            </a:pPr>
            <a:r>
              <a:rPr lang="zh-CN" altLang="en-US">
                <a:noFill/>
              </a:rPr>
              <a:t> </a:t>
            </a:r>
          </a:p>
        </p:txBody>
      </p:sp>
    </p:spTree>
  </p:cSld>
  <p:clrMapOvr>
    <a:masterClrMapping/>
  </p:clrMapOvr>
  <p:transition spd="med">
    <p:wipe dir="r"/>
  </p:transition>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日期占位符 3">
            <a:extLst>
              <a:ext uri="{FF2B5EF4-FFF2-40B4-BE49-F238E27FC236}">
                <a16:creationId xmlns:a16="http://schemas.microsoft.com/office/drawing/2014/main" id="{24A58B0A-9F04-4BE5-959D-AF1F75FAE187}"/>
              </a:ext>
            </a:extLst>
          </p:cNvPr>
          <p:cNvSpPr txBox="1">
            <a:spLocks noGrp="1" noChangeArrowheads="1"/>
          </p:cNvSpPr>
          <p:nvPr/>
        </p:nvSpPr>
        <p:spPr bwMode="auto">
          <a:xfrm>
            <a:off x="684213" y="64008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680C6716-D5B5-404D-943A-3178A2378041}"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184323" name="Text Box 2">
            <a:extLst>
              <a:ext uri="{FF2B5EF4-FFF2-40B4-BE49-F238E27FC236}">
                <a16:creationId xmlns:a16="http://schemas.microsoft.com/office/drawing/2014/main" id="{42716827-E2C4-4DBF-BA41-F7C6AA1F1D82}"/>
              </a:ext>
            </a:extLst>
          </p:cNvPr>
          <p:cNvSpPr txBox="1">
            <a:spLocks noChangeArrowheads="1"/>
          </p:cNvSpPr>
          <p:nvPr/>
        </p:nvSpPr>
        <p:spPr bwMode="auto">
          <a:xfrm>
            <a:off x="1258888" y="569913"/>
            <a:ext cx="669766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粗集定义问题</a:t>
            </a:r>
          </a:p>
        </p:txBody>
      </p:sp>
      <p:pic>
        <p:nvPicPr>
          <p:cNvPr id="184324" name="Picture 6">
            <a:extLst>
              <a:ext uri="{FF2B5EF4-FFF2-40B4-BE49-F238E27FC236}">
                <a16:creationId xmlns:a16="http://schemas.microsoft.com/office/drawing/2014/main" id="{9D456041-F3DD-4B4F-AEF2-F7B1FCF4A2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1013" y="547688"/>
            <a:ext cx="102870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B21F1995-B237-4820-BAAC-D8068CCBBADE}"/>
              </a:ext>
            </a:extLst>
          </p:cNvPr>
          <p:cNvSpPr txBox="1">
            <a:spLocks noRot="1" noChangeAspect="1" noMove="1" noResize="1" noEditPoints="1" noAdjustHandles="1" noChangeArrowheads="1" noChangeShapeType="1" noTextEdit="1"/>
          </p:cNvSpPr>
          <p:nvPr/>
        </p:nvSpPr>
        <p:spPr>
          <a:xfrm>
            <a:off x="323529" y="1680399"/>
            <a:ext cx="8568952" cy="4524315"/>
          </a:xfrm>
          <a:prstGeom prst="rect">
            <a:avLst/>
          </a:prstGeom>
          <a:blipFill>
            <a:blip r:embed="rId4"/>
            <a:stretch>
              <a:fillRect l="-1422" r="-1209" b="-270"/>
            </a:stretch>
          </a:blipFill>
        </p:spPr>
        <p:txBody>
          <a:bodyPr/>
          <a:lstStyle/>
          <a:p>
            <a:pPr>
              <a:defRPr/>
            </a:pPr>
            <a:r>
              <a:rPr lang="zh-CN" altLang="en-US">
                <a:noFill/>
              </a:rPr>
              <a:t> </a:t>
            </a:r>
          </a:p>
        </p:txBody>
      </p:sp>
      <p:pic>
        <p:nvPicPr>
          <p:cNvPr id="184326" name="图片 2">
            <a:extLst>
              <a:ext uri="{FF2B5EF4-FFF2-40B4-BE49-F238E27FC236}">
                <a16:creationId xmlns:a16="http://schemas.microsoft.com/office/drawing/2014/main" id="{0D265C4B-B7C3-484F-9599-4242741EA39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92450" y="3716338"/>
            <a:ext cx="3030538" cy="177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日期占位符 3">
            <a:extLst>
              <a:ext uri="{FF2B5EF4-FFF2-40B4-BE49-F238E27FC236}">
                <a16:creationId xmlns:a16="http://schemas.microsoft.com/office/drawing/2014/main" id="{D4A72705-2BFD-4E2F-9C4D-0C99F2CECE31}"/>
              </a:ext>
            </a:extLst>
          </p:cNvPr>
          <p:cNvSpPr txBox="1">
            <a:spLocks noGrp="1" noChangeArrowheads="1"/>
          </p:cNvSpPr>
          <p:nvPr/>
        </p:nvSpPr>
        <p:spPr bwMode="auto">
          <a:xfrm>
            <a:off x="684213" y="64008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213B724D-2AC8-44DE-93C3-0D56093DC93F}"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185347" name="Text Box 2">
            <a:extLst>
              <a:ext uri="{FF2B5EF4-FFF2-40B4-BE49-F238E27FC236}">
                <a16:creationId xmlns:a16="http://schemas.microsoft.com/office/drawing/2014/main" id="{CA217AF0-5445-499D-A387-BE003886DD43}"/>
              </a:ext>
            </a:extLst>
          </p:cNvPr>
          <p:cNvSpPr txBox="1">
            <a:spLocks noChangeArrowheads="1"/>
          </p:cNvSpPr>
          <p:nvPr/>
        </p:nvSpPr>
        <p:spPr bwMode="auto">
          <a:xfrm>
            <a:off x="1258888" y="569913"/>
            <a:ext cx="669766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粗集定义问题</a:t>
            </a:r>
          </a:p>
        </p:txBody>
      </p:sp>
      <p:pic>
        <p:nvPicPr>
          <p:cNvPr id="185348" name="Picture 6">
            <a:extLst>
              <a:ext uri="{FF2B5EF4-FFF2-40B4-BE49-F238E27FC236}">
                <a16:creationId xmlns:a16="http://schemas.microsoft.com/office/drawing/2014/main" id="{8FF0A709-D3F9-4DB8-8180-47DE988013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1013" y="547688"/>
            <a:ext cx="102870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BE36964B-5FB1-4EAB-9D53-1CFE018B5F24}"/>
              </a:ext>
            </a:extLst>
          </p:cNvPr>
          <p:cNvSpPr txBox="1">
            <a:spLocks noRot="1" noChangeAspect="1" noMove="1" noResize="1" noEditPoints="1" noAdjustHandles="1" noChangeArrowheads="1" noChangeShapeType="1" noTextEdit="1"/>
          </p:cNvSpPr>
          <p:nvPr/>
        </p:nvSpPr>
        <p:spPr>
          <a:xfrm>
            <a:off x="395536" y="1700806"/>
            <a:ext cx="8352928" cy="4339650"/>
          </a:xfrm>
          <a:prstGeom prst="rect">
            <a:avLst/>
          </a:prstGeom>
          <a:blipFill>
            <a:blip r:embed="rId4"/>
            <a:stretch>
              <a:fillRect l="-1533" b="-2247"/>
            </a:stretch>
          </a:blipFill>
        </p:spPr>
        <p:txBody>
          <a:bodyPr/>
          <a:lstStyle/>
          <a:p>
            <a:pPr>
              <a:defRPr/>
            </a:pPr>
            <a:r>
              <a:rPr lang="zh-CN" altLang="en-US">
                <a:noFill/>
              </a:rPr>
              <a:t> </a:t>
            </a:r>
          </a:p>
        </p:txBody>
      </p:sp>
      <p:pic>
        <p:nvPicPr>
          <p:cNvPr id="185350" name="图片 2">
            <a:extLst>
              <a:ext uri="{FF2B5EF4-FFF2-40B4-BE49-F238E27FC236}">
                <a16:creationId xmlns:a16="http://schemas.microsoft.com/office/drawing/2014/main" id="{2F24D94E-96F3-42BA-AFA5-8383828CC87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95625" y="3644900"/>
            <a:ext cx="3024188" cy="1881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日期占位符 3">
            <a:extLst>
              <a:ext uri="{FF2B5EF4-FFF2-40B4-BE49-F238E27FC236}">
                <a16:creationId xmlns:a16="http://schemas.microsoft.com/office/drawing/2014/main" id="{2E5C0A50-CC84-4AA5-98A8-B9DC617AE7E9}"/>
              </a:ext>
            </a:extLst>
          </p:cNvPr>
          <p:cNvSpPr txBox="1">
            <a:spLocks noGrp="1" noChangeArrowheads="1"/>
          </p:cNvSpPr>
          <p:nvPr/>
        </p:nvSpPr>
        <p:spPr bwMode="auto">
          <a:xfrm>
            <a:off x="684213" y="64008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9428D777-1B52-4A3B-98CB-24AC859F4557}"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186371" name="Text Box 2">
            <a:extLst>
              <a:ext uri="{FF2B5EF4-FFF2-40B4-BE49-F238E27FC236}">
                <a16:creationId xmlns:a16="http://schemas.microsoft.com/office/drawing/2014/main" id="{DECFD7B3-4486-4F0B-A22E-6D2FDAAAEFC9}"/>
              </a:ext>
            </a:extLst>
          </p:cNvPr>
          <p:cNvSpPr txBox="1">
            <a:spLocks noChangeArrowheads="1"/>
          </p:cNvSpPr>
          <p:nvPr/>
        </p:nvSpPr>
        <p:spPr bwMode="auto">
          <a:xfrm>
            <a:off x="1258888" y="569913"/>
            <a:ext cx="669766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例题</a:t>
            </a:r>
          </a:p>
        </p:txBody>
      </p:sp>
      <p:pic>
        <p:nvPicPr>
          <p:cNvPr id="186372" name="Picture 6">
            <a:extLst>
              <a:ext uri="{FF2B5EF4-FFF2-40B4-BE49-F238E27FC236}">
                <a16:creationId xmlns:a16="http://schemas.microsoft.com/office/drawing/2014/main" id="{72F9CD18-BBB2-470F-9CBC-6D157257E6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1013" y="547688"/>
            <a:ext cx="102870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AB7EAC7F-57F8-4318-A88B-1D38D8DF7961}"/>
              </a:ext>
            </a:extLst>
          </p:cNvPr>
          <p:cNvSpPr txBox="1">
            <a:spLocks noRot="1" noChangeAspect="1" noMove="1" noResize="1" noEditPoints="1" noAdjustHandles="1" noChangeArrowheads="1" noChangeShapeType="1" noTextEdit="1"/>
          </p:cNvSpPr>
          <p:nvPr/>
        </p:nvSpPr>
        <p:spPr>
          <a:xfrm>
            <a:off x="322278" y="1844824"/>
            <a:ext cx="8496944" cy="3970316"/>
          </a:xfrm>
          <a:prstGeom prst="rect">
            <a:avLst/>
          </a:prstGeom>
          <a:blipFill>
            <a:blip r:embed="rId4"/>
            <a:stretch>
              <a:fillRect l="-1506" r="-933"/>
            </a:stretch>
          </a:blipFill>
        </p:spPr>
        <p:txBody>
          <a:bodyPr/>
          <a:lstStyle/>
          <a:p>
            <a:pPr>
              <a:defRPr/>
            </a:pPr>
            <a:r>
              <a:rPr lang="zh-CN" altLang="en-US">
                <a:noFill/>
              </a:rPr>
              <a:t> </a:t>
            </a:r>
          </a:p>
        </p:txBody>
      </p:sp>
      <p:graphicFrame>
        <p:nvGraphicFramePr>
          <p:cNvPr id="3" name="表格 2">
            <a:extLst>
              <a:ext uri="{FF2B5EF4-FFF2-40B4-BE49-F238E27FC236}">
                <a16:creationId xmlns:a16="http://schemas.microsoft.com/office/drawing/2014/main" id="{55CF1413-5CB0-457A-B567-03DDA10487D1}"/>
              </a:ext>
            </a:extLst>
          </p:cNvPr>
          <p:cNvGraphicFramePr>
            <a:graphicFrameLocks noGrp="1"/>
          </p:cNvGraphicFramePr>
          <p:nvPr/>
        </p:nvGraphicFramePr>
        <p:xfrm>
          <a:off x="1547813" y="4508500"/>
          <a:ext cx="6046787" cy="1098550"/>
        </p:xfrm>
        <a:graphic>
          <a:graphicData uri="http://schemas.openxmlformats.org/drawingml/2006/table">
            <a:tbl>
              <a:tblPr firstRow="1" bandRow="1">
                <a:tableStyleId>{5940675A-B579-460E-94D1-54222C63F5DA}</a:tableStyleId>
              </a:tblPr>
              <a:tblGrid>
                <a:gridCol w="863827">
                  <a:extLst>
                    <a:ext uri="{9D8B030D-6E8A-4147-A177-3AD203B41FA5}">
                      <a16:colId xmlns:a16="http://schemas.microsoft.com/office/drawing/2014/main" val="20000"/>
                    </a:ext>
                  </a:extLst>
                </a:gridCol>
                <a:gridCol w="863827">
                  <a:extLst>
                    <a:ext uri="{9D8B030D-6E8A-4147-A177-3AD203B41FA5}">
                      <a16:colId xmlns:a16="http://schemas.microsoft.com/office/drawing/2014/main" val="20001"/>
                    </a:ext>
                  </a:extLst>
                </a:gridCol>
                <a:gridCol w="863827">
                  <a:extLst>
                    <a:ext uri="{9D8B030D-6E8A-4147-A177-3AD203B41FA5}">
                      <a16:colId xmlns:a16="http://schemas.microsoft.com/office/drawing/2014/main" val="20002"/>
                    </a:ext>
                  </a:extLst>
                </a:gridCol>
                <a:gridCol w="863827">
                  <a:extLst>
                    <a:ext uri="{9D8B030D-6E8A-4147-A177-3AD203B41FA5}">
                      <a16:colId xmlns:a16="http://schemas.microsoft.com/office/drawing/2014/main" val="20003"/>
                    </a:ext>
                  </a:extLst>
                </a:gridCol>
                <a:gridCol w="863827">
                  <a:extLst>
                    <a:ext uri="{9D8B030D-6E8A-4147-A177-3AD203B41FA5}">
                      <a16:colId xmlns:a16="http://schemas.microsoft.com/office/drawing/2014/main" val="20004"/>
                    </a:ext>
                  </a:extLst>
                </a:gridCol>
                <a:gridCol w="863827">
                  <a:extLst>
                    <a:ext uri="{9D8B030D-6E8A-4147-A177-3AD203B41FA5}">
                      <a16:colId xmlns:a16="http://schemas.microsoft.com/office/drawing/2014/main" val="20005"/>
                    </a:ext>
                  </a:extLst>
                </a:gridCol>
                <a:gridCol w="863827">
                  <a:extLst>
                    <a:ext uri="{9D8B030D-6E8A-4147-A177-3AD203B41FA5}">
                      <a16:colId xmlns:a16="http://schemas.microsoft.com/office/drawing/2014/main" val="20006"/>
                    </a:ext>
                  </a:extLst>
                </a:gridCol>
              </a:tblGrid>
              <a:tr h="366183">
                <a:tc>
                  <a:txBody>
                    <a:bodyPr/>
                    <a:lstStyle/>
                    <a:p>
                      <a:r>
                        <a:rPr lang="en-US" altLang="zh-CN" sz="1800" b="1" dirty="0">
                          <a:solidFill>
                            <a:schemeClr val="accent2">
                              <a:lumMod val="75000"/>
                            </a:schemeClr>
                          </a:solidFill>
                          <a:latin typeface="黑体" panose="02010609060101010101" pitchFamily="49" charset="-122"/>
                          <a:ea typeface="黑体" panose="02010609060101010101" pitchFamily="49" charset="-122"/>
                        </a:rPr>
                        <a:t>U</a:t>
                      </a:r>
                      <a:endParaRPr lang="zh-CN" altLang="en-US" sz="1800" b="1" dirty="0">
                        <a:solidFill>
                          <a:schemeClr val="accent2">
                            <a:lumMod val="75000"/>
                          </a:schemeClr>
                        </a:solidFill>
                        <a:latin typeface="黑体" panose="02010609060101010101" pitchFamily="49" charset="-122"/>
                        <a:ea typeface="黑体" panose="02010609060101010101" pitchFamily="49" charset="-122"/>
                      </a:endParaRPr>
                    </a:p>
                  </a:txBody>
                  <a:tcPr marL="91449" marR="91449" marT="45773" marB="45773"/>
                </a:tc>
                <a:tc>
                  <a:txBody>
                    <a:bodyPr/>
                    <a:lstStyle/>
                    <a:p>
                      <a:r>
                        <a:rPr lang="en-US" altLang="zh-CN" sz="1800" b="1" dirty="0">
                          <a:solidFill>
                            <a:schemeClr val="accent2">
                              <a:lumMod val="75000"/>
                            </a:schemeClr>
                          </a:solidFill>
                          <a:latin typeface="黑体" panose="02010609060101010101" pitchFamily="49" charset="-122"/>
                          <a:ea typeface="黑体" panose="02010609060101010101" pitchFamily="49" charset="-122"/>
                        </a:rPr>
                        <a:t>1</a:t>
                      </a:r>
                      <a:endParaRPr lang="zh-CN" altLang="en-US" sz="1800" b="1" dirty="0">
                        <a:solidFill>
                          <a:schemeClr val="accent2">
                            <a:lumMod val="75000"/>
                          </a:schemeClr>
                        </a:solidFill>
                        <a:latin typeface="黑体" panose="02010609060101010101" pitchFamily="49" charset="-122"/>
                        <a:ea typeface="黑体" panose="02010609060101010101" pitchFamily="49" charset="-122"/>
                      </a:endParaRPr>
                    </a:p>
                  </a:txBody>
                  <a:tcPr marL="91449" marR="91449" marT="45773" marB="45773"/>
                </a:tc>
                <a:tc>
                  <a:txBody>
                    <a:bodyPr/>
                    <a:lstStyle/>
                    <a:p>
                      <a:r>
                        <a:rPr lang="en-US" altLang="zh-CN" sz="1800" b="1" dirty="0">
                          <a:solidFill>
                            <a:schemeClr val="accent2">
                              <a:lumMod val="75000"/>
                            </a:schemeClr>
                          </a:solidFill>
                          <a:latin typeface="黑体" panose="02010609060101010101" pitchFamily="49" charset="-122"/>
                          <a:ea typeface="黑体" panose="02010609060101010101" pitchFamily="49" charset="-122"/>
                        </a:rPr>
                        <a:t>2</a:t>
                      </a:r>
                      <a:endParaRPr lang="zh-CN" altLang="en-US" sz="1800" b="1" dirty="0">
                        <a:solidFill>
                          <a:schemeClr val="accent2">
                            <a:lumMod val="75000"/>
                          </a:schemeClr>
                        </a:solidFill>
                        <a:latin typeface="黑体" panose="02010609060101010101" pitchFamily="49" charset="-122"/>
                        <a:ea typeface="黑体" panose="02010609060101010101" pitchFamily="49" charset="-122"/>
                      </a:endParaRPr>
                    </a:p>
                  </a:txBody>
                  <a:tcPr marL="91449" marR="91449" marT="45773" marB="45773"/>
                </a:tc>
                <a:tc>
                  <a:txBody>
                    <a:bodyPr/>
                    <a:lstStyle/>
                    <a:p>
                      <a:r>
                        <a:rPr lang="en-US" altLang="zh-CN" sz="1800" b="1" dirty="0">
                          <a:solidFill>
                            <a:schemeClr val="accent2">
                              <a:lumMod val="75000"/>
                            </a:schemeClr>
                          </a:solidFill>
                          <a:latin typeface="黑体" panose="02010609060101010101" pitchFamily="49" charset="-122"/>
                          <a:ea typeface="黑体" panose="02010609060101010101" pitchFamily="49" charset="-122"/>
                        </a:rPr>
                        <a:t>3</a:t>
                      </a:r>
                      <a:endParaRPr lang="zh-CN" altLang="en-US" sz="1800" b="1" dirty="0">
                        <a:solidFill>
                          <a:schemeClr val="accent2">
                            <a:lumMod val="75000"/>
                          </a:schemeClr>
                        </a:solidFill>
                        <a:latin typeface="黑体" panose="02010609060101010101" pitchFamily="49" charset="-122"/>
                        <a:ea typeface="黑体" panose="02010609060101010101" pitchFamily="49" charset="-122"/>
                      </a:endParaRPr>
                    </a:p>
                  </a:txBody>
                  <a:tcPr marL="91449" marR="91449" marT="45773" marB="45773"/>
                </a:tc>
                <a:tc>
                  <a:txBody>
                    <a:bodyPr/>
                    <a:lstStyle/>
                    <a:p>
                      <a:r>
                        <a:rPr lang="en-US" altLang="zh-CN" sz="1800" b="1" dirty="0">
                          <a:solidFill>
                            <a:schemeClr val="accent2">
                              <a:lumMod val="75000"/>
                            </a:schemeClr>
                          </a:solidFill>
                          <a:latin typeface="黑体" panose="02010609060101010101" pitchFamily="49" charset="-122"/>
                          <a:ea typeface="黑体" panose="02010609060101010101" pitchFamily="49" charset="-122"/>
                        </a:rPr>
                        <a:t>4</a:t>
                      </a:r>
                      <a:endParaRPr lang="zh-CN" altLang="en-US" sz="1800" b="1" dirty="0">
                        <a:solidFill>
                          <a:schemeClr val="accent2">
                            <a:lumMod val="75000"/>
                          </a:schemeClr>
                        </a:solidFill>
                        <a:latin typeface="黑体" panose="02010609060101010101" pitchFamily="49" charset="-122"/>
                        <a:ea typeface="黑体" panose="02010609060101010101" pitchFamily="49" charset="-122"/>
                      </a:endParaRPr>
                    </a:p>
                  </a:txBody>
                  <a:tcPr marL="91449" marR="91449" marT="45773" marB="45773"/>
                </a:tc>
                <a:tc>
                  <a:txBody>
                    <a:bodyPr/>
                    <a:lstStyle/>
                    <a:p>
                      <a:r>
                        <a:rPr lang="en-US" altLang="zh-CN" sz="1800" b="1" dirty="0">
                          <a:solidFill>
                            <a:schemeClr val="accent2">
                              <a:lumMod val="75000"/>
                            </a:schemeClr>
                          </a:solidFill>
                          <a:latin typeface="黑体" panose="02010609060101010101" pitchFamily="49" charset="-122"/>
                          <a:ea typeface="黑体" panose="02010609060101010101" pitchFamily="49" charset="-122"/>
                        </a:rPr>
                        <a:t>5</a:t>
                      </a:r>
                      <a:endParaRPr lang="zh-CN" altLang="en-US" sz="1800" b="1" dirty="0">
                        <a:solidFill>
                          <a:schemeClr val="accent2">
                            <a:lumMod val="75000"/>
                          </a:schemeClr>
                        </a:solidFill>
                        <a:latin typeface="黑体" panose="02010609060101010101" pitchFamily="49" charset="-122"/>
                        <a:ea typeface="黑体" panose="02010609060101010101" pitchFamily="49" charset="-122"/>
                      </a:endParaRPr>
                    </a:p>
                  </a:txBody>
                  <a:tcPr marL="91449" marR="91449" marT="45773" marB="45773"/>
                </a:tc>
                <a:tc>
                  <a:txBody>
                    <a:bodyPr/>
                    <a:lstStyle/>
                    <a:p>
                      <a:r>
                        <a:rPr lang="en-US" altLang="zh-CN" sz="1800" b="1" dirty="0">
                          <a:solidFill>
                            <a:schemeClr val="accent2">
                              <a:lumMod val="75000"/>
                            </a:schemeClr>
                          </a:solidFill>
                          <a:latin typeface="黑体" panose="02010609060101010101" pitchFamily="49" charset="-122"/>
                          <a:ea typeface="黑体" panose="02010609060101010101" pitchFamily="49" charset="-122"/>
                        </a:rPr>
                        <a:t>6</a:t>
                      </a:r>
                      <a:endParaRPr lang="zh-CN" altLang="en-US" sz="1800" b="1" dirty="0">
                        <a:solidFill>
                          <a:schemeClr val="accent2">
                            <a:lumMod val="75000"/>
                          </a:schemeClr>
                        </a:solidFill>
                        <a:latin typeface="黑体" panose="02010609060101010101" pitchFamily="49" charset="-122"/>
                        <a:ea typeface="黑体" panose="02010609060101010101" pitchFamily="49" charset="-122"/>
                      </a:endParaRPr>
                    </a:p>
                  </a:txBody>
                  <a:tcPr marL="91449" marR="91449" marT="45773" marB="45773"/>
                </a:tc>
                <a:extLst>
                  <a:ext uri="{0D108BD9-81ED-4DB2-BD59-A6C34878D82A}">
                    <a16:rowId xmlns:a16="http://schemas.microsoft.com/office/drawing/2014/main" val="10000"/>
                  </a:ext>
                </a:extLst>
              </a:tr>
              <a:tr h="366183">
                <a:tc>
                  <a:txBody>
                    <a:bodyPr/>
                    <a:lstStyle/>
                    <a:p>
                      <a:r>
                        <a:rPr lang="en-US" altLang="zh-CN" sz="1800" b="1" dirty="0">
                          <a:solidFill>
                            <a:schemeClr val="accent2">
                              <a:lumMod val="75000"/>
                            </a:schemeClr>
                          </a:solidFill>
                          <a:latin typeface="黑体" panose="02010609060101010101" pitchFamily="49" charset="-122"/>
                          <a:ea typeface="黑体" panose="02010609060101010101" pitchFamily="49" charset="-122"/>
                        </a:rPr>
                        <a:t>R</a:t>
                      </a:r>
                      <a:endParaRPr lang="zh-CN" altLang="en-US" sz="1800" b="1" dirty="0">
                        <a:solidFill>
                          <a:schemeClr val="accent2">
                            <a:lumMod val="75000"/>
                          </a:schemeClr>
                        </a:solidFill>
                        <a:latin typeface="黑体" panose="02010609060101010101" pitchFamily="49" charset="-122"/>
                        <a:ea typeface="黑体" panose="02010609060101010101" pitchFamily="49" charset="-122"/>
                      </a:endParaRPr>
                    </a:p>
                  </a:txBody>
                  <a:tcPr marL="91449" marR="91449" marT="45773" marB="45773"/>
                </a:tc>
                <a:tc>
                  <a:txBody>
                    <a:bodyPr/>
                    <a:lstStyle/>
                    <a:p>
                      <a:r>
                        <a:rPr lang="en-US" altLang="zh-CN" sz="1800" b="1" dirty="0">
                          <a:solidFill>
                            <a:schemeClr val="accent2">
                              <a:lumMod val="75000"/>
                            </a:schemeClr>
                          </a:solidFill>
                          <a:latin typeface="黑体" panose="02010609060101010101" pitchFamily="49" charset="-122"/>
                          <a:ea typeface="黑体" panose="02010609060101010101" pitchFamily="49" charset="-122"/>
                        </a:rPr>
                        <a:t>C</a:t>
                      </a:r>
                      <a:endParaRPr lang="zh-CN" altLang="en-US" sz="1800" b="1" dirty="0">
                        <a:solidFill>
                          <a:schemeClr val="accent2">
                            <a:lumMod val="75000"/>
                          </a:schemeClr>
                        </a:solidFill>
                        <a:latin typeface="黑体" panose="02010609060101010101" pitchFamily="49" charset="-122"/>
                        <a:ea typeface="黑体" panose="02010609060101010101" pitchFamily="49" charset="-122"/>
                      </a:endParaRPr>
                    </a:p>
                  </a:txBody>
                  <a:tcPr marL="91449" marR="91449" marT="45773" marB="45773"/>
                </a:tc>
                <a:tc>
                  <a:txBody>
                    <a:bodyPr/>
                    <a:lstStyle/>
                    <a:p>
                      <a:r>
                        <a:rPr lang="en-US" altLang="zh-CN" sz="1800" b="1" dirty="0">
                          <a:solidFill>
                            <a:schemeClr val="accent2">
                              <a:lumMod val="75000"/>
                            </a:schemeClr>
                          </a:solidFill>
                          <a:latin typeface="黑体" panose="02010609060101010101" pitchFamily="49" charset="-122"/>
                          <a:ea typeface="黑体" panose="02010609060101010101" pitchFamily="49" charset="-122"/>
                        </a:rPr>
                        <a:t>B</a:t>
                      </a:r>
                      <a:endParaRPr lang="zh-CN" altLang="en-US" sz="1800" b="1" dirty="0">
                        <a:solidFill>
                          <a:schemeClr val="accent2">
                            <a:lumMod val="75000"/>
                          </a:schemeClr>
                        </a:solidFill>
                        <a:latin typeface="黑体" panose="02010609060101010101" pitchFamily="49" charset="-122"/>
                        <a:ea typeface="黑体" panose="02010609060101010101" pitchFamily="49" charset="-122"/>
                      </a:endParaRPr>
                    </a:p>
                  </a:txBody>
                  <a:tcPr marL="91449" marR="91449" marT="45773" marB="45773"/>
                </a:tc>
                <a:tc>
                  <a:txBody>
                    <a:bodyPr/>
                    <a:lstStyle/>
                    <a:p>
                      <a:r>
                        <a:rPr lang="en-US" altLang="zh-CN" sz="1800" b="1" dirty="0">
                          <a:solidFill>
                            <a:schemeClr val="accent2">
                              <a:lumMod val="75000"/>
                            </a:schemeClr>
                          </a:solidFill>
                          <a:latin typeface="黑体" panose="02010609060101010101" pitchFamily="49" charset="-122"/>
                          <a:ea typeface="黑体" panose="02010609060101010101" pitchFamily="49" charset="-122"/>
                        </a:rPr>
                        <a:t>A</a:t>
                      </a:r>
                      <a:endParaRPr lang="zh-CN" altLang="en-US" sz="1800" b="1" dirty="0">
                        <a:solidFill>
                          <a:schemeClr val="accent2">
                            <a:lumMod val="75000"/>
                          </a:schemeClr>
                        </a:solidFill>
                        <a:latin typeface="黑体" panose="02010609060101010101" pitchFamily="49" charset="-122"/>
                        <a:ea typeface="黑体" panose="02010609060101010101" pitchFamily="49" charset="-122"/>
                      </a:endParaRPr>
                    </a:p>
                  </a:txBody>
                  <a:tcPr marL="91449" marR="91449" marT="45773" marB="45773"/>
                </a:tc>
                <a:tc>
                  <a:txBody>
                    <a:bodyPr/>
                    <a:lstStyle/>
                    <a:p>
                      <a:r>
                        <a:rPr lang="en-US" altLang="zh-CN" sz="1800" b="1" dirty="0">
                          <a:solidFill>
                            <a:schemeClr val="accent2">
                              <a:lumMod val="75000"/>
                            </a:schemeClr>
                          </a:solidFill>
                          <a:latin typeface="黑体" panose="02010609060101010101" pitchFamily="49" charset="-122"/>
                          <a:ea typeface="黑体" panose="02010609060101010101" pitchFamily="49" charset="-122"/>
                        </a:rPr>
                        <a:t>D</a:t>
                      </a:r>
                      <a:endParaRPr lang="zh-CN" altLang="en-US" sz="1800" b="1" dirty="0">
                        <a:solidFill>
                          <a:schemeClr val="accent2">
                            <a:lumMod val="75000"/>
                          </a:schemeClr>
                        </a:solidFill>
                        <a:latin typeface="黑体" panose="02010609060101010101" pitchFamily="49" charset="-122"/>
                        <a:ea typeface="黑体" panose="02010609060101010101" pitchFamily="49" charset="-122"/>
                      </a:endParaRPr>
                    </a:p>
                  </a:txBody>
                  <a:tcPr marL="91449" marR="91449" marT="45773" marB="45773"/>
                </a:tc>
                <a:tc>
                  <a:txBody>
                    <a:bodyPr/>
                    <a:lstStyle/>
                    <a:p>
                      <a:r>
                        <a:rPr lang="en-US" altLang="zh-CN" sz="1800" b="1" dirty="0">
                          <a:solidFill>
                            <a:schemeClr val="accent2">
                              <a:lumMod val="75000"/>
                            </a:schemeClr>
                          </a:solidFill>
                          <a:latin typeface="黑体" panose="02010609060101010101" pitchFamily="49" charset="-122"/>
                          <a:ea typeface="黑体" panose="02010609060101010101" pitchFamily="49" charset="-122"/>
                        </a:rPr>
                        <a:t>A</a:t>
                      </a:r>
                      <a:endParaRPr lang="zh-CN" altLang="en-US" sz="1800" b="1" dirty="0">
                        <a:solidFill>
                          <a:schemeClr val="accent2">
                            <a:lumMod val="75000"/>
                          </a:schemeClr>
                        </a:solidFill>
                        <a:latin typeface="黑体" panose="02010609060101010101" pitchFamily="49" charset="-122"/>
                        <a:ea typeface="黑体" panose="02010609060101010101" pitchFamily="49" charset="-122"/>
                      </a:endParaRPr>
                    </a:p>
                  </a:txBody>
                  <a:tcPr marL="91449" marR="91449" marT="45773" marB="45773"/>
                </a:tc>
                <a:tc>
                  <a:txBody>
                    <a:bodyPr/>
                    <a:lstStyle/>
                    <a:p>
                      <a:r>
                        <a:rPr lang="en-US" altLang="zh-CN" sz="1800" b="1" dirty="0">
                          <a:solidFill>
                            <a:schemeClr val="accent2">
                              <a:lumMod val="75000"/>
                            </a:schemeClr>
                          </a:solidFill>
                          <a:latin typeface="黑体" panose="02010609060101010101" pitchFamily="49" charset="-122"/>
                          <a:ea typeface="黑体" panose="02010609060101010101" pitchFamily="49" charset="-122"/>
                        </a:rPr>
                        <a:t>C</a:t>
                      </a:r>
                      <a:endParaRPr lang="zh-CN" altLang="en-US" sz="1800" b="1" dirty="0">
                        <a:solidFill>
                          <a:schemeClr val="accent2">
                            <a:lumMod val="75000"/>
                          </a:schemeClr>
                        </a:solidFill>
                        <a:latin typeface="黑体" panose="02010609060101010101" pitchFamily="49" charset="-122"/>
                        <a:ea typeface="黑体" panose="02010609060101010101" pitchFamily="49" charset="-122"/>
                      </a:endParaRPr>
                    </a:p>
                  </a:txBody>
                  <a:tcPr marL="91449" marR="91449" marT="45773" marB="45773"/>
                </a:tc>
                <a:extLst>
                  <a:ext uri="{0D108BD9-81ED-4DB2-BD59-A6C34878D82A}">
                    <a16:rowId xmlns:a16="http://schemas.microsoft.com/office/drawing/2014/main" val="10001"/>
                  </a:ext>
                </a:extLst>
              </a:tr>
              <a:tr h="366183">
                <a:tc>
                  <a:txBody>
                    <a:bodyPr/>
                    <a:lstStyle/>
                    <a:p>
                      <a:r>
                        <a:rPr lang="en-US" altLang="zh-CN" sz="1800" b="1" dirty="0">
                          <a:solidFill>
                            <a:schemeClr val="accent2">
                              <a:lumMod val="75000"/>
                            </a:schemeClr>
                          </a:solidFill>
                          <a:latin typeface="黑体" panose="02010609060101010101" pitchFamily="49" charset="-122"/>
                          <a:ea typeface="黑体" panose="02010609060101010101" pitchFamily="49" charset="-122"/>
                        </a:rPr>
                        <a:t>X</a:t>
                      </a:r>
                      <a:endParaRPr lang="zh-CN" altLang="en-US" sz="1800" b="1" dirty="0">
                        <a:solidFill>
                          <a:schemeClr val="accent2">
                            <a:lumMod val="75000"/>
                          </a:schemeClr>
                        </a:solidFill>
                        <a:latin typeface="黑体" panose="02010609060101010101" pitchFamily="49" charset="-122"/>
                        <a:ea typeface="黑体" panose="02010609060101010101" pitchFamily="49" charset="-122"/>
                      </a:endParaRPr>
                    </a:p>
                  </a:txBody>
                  <a:tcPr marL="91449" marR="91449" marT="45773" marB="45773"/>
                </a:tc>
                <a:tc>
                  <a:txBody>
                    <a:bodyPr/>
                    <a:lstStyle/>
                    <a:p>
                      <a:r>
                        <a:rPr lang="en-US" altLang="zh-CN" sz="1800" b="1" dirty="0">
                          <a:solidFill>
                            <a:schemeClr val="accent2">
                              <a:lumMod val="75000"/>
                            </a:schemeClr>
                          </a:solidFill>
                          <a:latin typeface="黑体" panose="02010609060101010101" pitchFamily="49" charset="-122"/>
                          <a:ea typeface="黑体" panose="02010609060101010101" pitchFamily="49" charset="-122"/>
                        </a:rPr>
                        <a:t>/</a:t>
                      </a:r>
                      <a:endParaRPr lang="zh-CN" altLang="en-US" sz="1800" b="1" dirty="0">
                        <a:solidFill>
                          <a:schemeClr val="accent2">
                            <a:lumMod val="75000"/>
                          </a:schemeClr>
                        </a:solidFill>
                        <a:latin typeface="黑体" panose="02010609060101010101" pitchFamily="49" charset="-122"/>
                        <a:ea typeface="黑体" panose="02010609060101010101" pitchFamily="49" charset="-122"/>
                      </a:endParaRPr>
                    </a:p>
                  </a:txBody>
                  <a:tcPr marL="91449" marR="91449" marT="45773" marB="45773"/>
                </a:tc>
                <a:tc>
                  <a:txBody>
                    <a:bodyPr/>
                    <a:lstStyle/>
                    <a:p>
                      <a:r>
                        <a:rPr lang="en-US" altLang="zh-CN" sz="1800" b="1" dirty="0">
                          <a:solidFill>
                            <a:schemeClr val="accent2">
                              <a:lumMod val="75000"/>
                            </a:schemeClr>
                          </a:solidFill>
                          <a:latin typeface="黑体" panose="02010609060101010101" pitchFamily="49" charset="-122"/>
                          <a:ea typeface="黑体" panose="02010609060101010101" pitchFamily="49" charset="-122"/>
                        </a:rPr>
                        <a:t>+</a:t>
                      </a:r>
                      <a:endParaRPr lang="zh-CN" altLang="en-US" sz="1800" b="1" dirty="0">
                        <a:solidFill>
                          <a:schemeClr val="accent2">
                            <a:lumMod val="75000"/>
                          </a:schemeClr>
                        </a:solidFill>
                        <a:latin typeface="黑体" panose="02010609060101010101" pitchFamily="49" charset="-122"/>
                        <a:ea typeface="黑体" panose="02010609060101010101" pitchFamily="49" charset="-122"/>
                      </a:endParaRPr>
                    </a:p>
                  </a:txBody>
                  <a:tcPr marL="91449" marR="91449" marT="45773" marB="45773"/>
                </a:tc>
                <a:tc>
                  <a:txBody>
                    <a:bodyPr/>
                    <a:lstStyle/>
                    <a:p>
                      <a:r>
                        <a:rPr lang="en-US" altLang="zh-CN" sz="1800" b="1" dirty="0">
                          <a:solidFill>
                            <a:schemeClr val="accent2">
                              <a:lumMod val="75000"/>
                            </a:schemeClr>
                          </a:solidFill>
                          <a:latin typeface="黑体" panose="02010609060101010101" pitchFamily="49" charset="-122"/>
                          <a:ea typeface="黑体" panose="02010609060101010101" pitchFamily="49" charset="-122"/>
                        </a:rPr>
                        <a:t>+</a:t>
                      </a:r>
                      <a:endParaRPr lang="zh-CN" altLang="en-US" sz="1800" b="1" dirty="0">
                        <a:solidFill>
                          <a:schemeClr val="accent2">
                            <a:lumMod val="75000"/>
                          </a:schemeClr>
                        </a:solidFill>
                        <a:latin typeface="黑体" panose="02010609060101010101" pitchFamily="49" charset="-122"/>
                        <a:ea typeface="黑体" panose="02010609060101010101" pitchFamily="49" charset="-122"/>
                      </a:endParaRPr>
                    </a:p>
                  </a:txBody>
                  <a:tcPr marL="91449" marR="91449" marT="45773" marB="45773"/>
                </a:tc>
                <a:tc>
                  <a:txBody>
                    <a:bodyPr/>
                    <a:lstStyle/>
                    <a:p>
                      <a:r>
                        <a:rPr lang="en-US" altLang="zh-CN" sz="1800" b="1" dirty="0">
                          <a:solidFill>
                            <a:schemeClr val="accent2">
                              <a:lumMod val="75000"/>
                            </a:schemeClr>
                          </a:solidFill>
                          <a:latin typeface="黑体" panose="02010609060101010101" pitchFamily="49" charset="-122"/>
                          <a:ea typeface="黑体" panose="02010609060101010101" pitchFamily="49" charset="-122"/>
                        </a:rPr>
                        <a:t>/</a:t>
                      </a:r>
                      <a:endParaRPr lang="zh-CN" altLang="en-US" sz="1800" b="1" dirty="0">
                        <a:solidFill>
                          <a:schemeClr val="accent2">
                            <a:lumMod val="75000"/>
                          </a:schemeClr>
                        </a:solidFill>
                        <a:latin typeface="黑体" panose="02010609060101010101" pitchFamily="49" charset="-122"/>
                        <a:ea typeface="黑体" panose="02010609060101010101" pitchFamily="49" charset="-122"/>
                      </a:endParaRPr>
                    </a:p>
                  </a:txBody>
                  <a:tcPr marL="91449" marR="91449" marT="45773" marB="45773"/>
                </a:tc>
                <a:tc>
                  <a:txBody>
                    <a:bodyPr/>
                    <a:lstStyle/>
                    <a:p>
                      <a:r>
                        <a:rPr lang="en-US" altLang="zh-CN" sz="1800" b="1" dirty="0">
                          <a:solidFill>
                            <a:schemeClr val="accent2">
                              <a:lumMod val="75000"/>
                            </a:schemeClr>
                          </a:solidFill>
                          <a:latin typeface="黑体" panose="02010609060101010101" pitchFamily="49" charset="-122"/>
                          <a:ea typeface="黑体" panose="02010609060101010101" pitchFamily="49" charset="-122"/>
                        </a:rPr>
                        <a:t>+</a:t>
                      </a:r>
                      <a:endParaRPr lang="zh-CN" altLang="en-US" sz="1800" b="1" dirty="0">
                        <a:solidFill>
                          <a:schemeClr val="accent2">
                            <a:lumMod val="75000"/>
                          </a:schemeClr>
                        </a:solidFill>
                        <a:latin typeface="黑体" panose="02010609060101010101" pitchFamily="49" charset="-122"/>
                        <a:ea typeface="黑体" panose="02010609060101010101" pitchFamily="49" charset="-122"/>
                      </a:endParaRPr>
                    </a:p>
                  </a:txBody>
                  <a:tcPr marL="91449" marR="91449" marT="45773" marB="45773"/>
                </a:tc>
                <a:tc>
                  <a:txBody>
                    <a:bodyPr/>
                    <a:lstStyle/>
                    <a:p>
                      <a:r>
                        <a:rPr lang="en-US" altLang="zh-CN" sz="1800" b="1" dirty="0">
                          <a:solidFill>
                            <a:schemeClr val="accent2">
                              <a:lumMod val="75000"/>
                            </a:schemeClr>
                          </a:solidFill>
                          <a:latin typeface="黑体" panose="02010609060101010101" pitchFamily="49" charset="-122"/>
                          <a:ea typeface="黑体" panose="02010609060101010101" pitchFamily="49" charset="-122"/>
                        </a:rPr>
                        <a:t>+</a:t>
                      </a:r>
                      <a:endParaRPr lang="zh-CN" altLang="en-US" sz="1800" b="1" dirty="0">
                        <a:solidFill>
                          <a:schemeClr val="accent2">
                            <a:lumMod val="75000"/>
                          </a:schemeClr>
                        </a:solidFill>
                        <a:latin typeface="黑体" panose="02010609060101010101" pitchFamily="49" charset="-122"/>
                        <a:ea typeface="黑体" panose="02010609060101010101" pitchFamily="49" charset="-122"/>
                      </a:endParaRPr>
                    </a:p>
                  </a:txBody>
                  <a:tcPr marL="91449" marR="91449" marT="45773" marB="45773"/>
                </a:tc>
                <a:extLst>
                  <a:ext uri="{0D108BD9-81ED-4DB2-BD59-A6C34878D82A}">
                    <a16:rowId xmlns:a16="http://schemas.microsoft.com/office/drawing/2014/main" val="10002"/>
                  </a:ext>
                </a:extLst>
              </a:tr>
            </a:tbl>
          </a:graphicData>
        </a:graphic>
      </p:graphicFrame>
    </p:spTree>
  </p:cSld>
  <p:clrMapOvr>
    <a:masterClrMapping/>
  </p:clrMapOvr>
  <p:transition spd="med">
    <p:wipe dir="r"/>
  </p:transition>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日期占位符 3">
            <a:extLst>
              <a:ext uri="{FF2B5EF4-FFF2-40B4-BE49-F238E27FC236}">
                <a16:creationId xmlns:a16="http://schemas.microsoft.com/office/drawing/2014/main" id="{5691101F-DA6B-40C2-9985-6E84EFC60B6D}"/>
              </a:ext>
            </a:extLst>
          </p:cNvPr>
          <p:cNvSpPr txBox="1">
            <a:spLocks noGrp="1" noChangeArrowheads="1"/>
          </p:cNvSpPr>
          <p:nvPr/>
        </p:nvSpPr>
        <p:spPr bwMode="auto">
          <a:xfrm>
            <a:off x="684213" y="64008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E66947F8-3ACD-469F-B701-6E46E3D857C0}"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187395" name="Text Box 2">
            <a:extLst>
              <a:ext uri="{FF2B5EF4-FFF2-40B4-BE49-F238E27FC236}">
                <a16:creationId xmlns:a16="http://schemas.microsoft.com/office/drawing/2014/main" id="{3044DE50-4299-46C2-975A-210B366DDE49}"/>
              </a:ext>
            </a:extLst>
          </p:cNvPr>
          <p:cNvSpPr txBox="1">
            <a:spLocks noChangeArrowheads="1"/>
          </p:cNvSpPr>
          <p:nvPr/>
        </p:nvSpPr>
        <p:spPr bwMode="auto">
          <a:xfrm>
            <a:off x="1258888" y="569913"/>
            <a:ext cx="669766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例题</a:t>
            </a:r>
          </a:p>
        </p:txBody>
      </p:sp>
      <p:pic>
        <p:nvPicPr>
          <p:cNvPr id="187396" name="Picture 6">
            <a:extLst>
              <a:ext uri="{FF2B5EF4-FFF2-40B4-BE49-F238E27FC236}">
                <a16:creationId xmlns:a16="http://schemas.microsoft.com/office/drawing/2014/main" id="{47458C02-2635-413A-934F-3B69D736F6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1013" y="547688"/>
            <a:ext cx="102870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567FBB19-9FBD-483B-893E-89EACC7D5905}"/>
              </a:ext>
            </a:extLst>
          </p:cNvPr>
          <p:cNvSpPr txBox="1">
            <a:spLocks noRot="1" noChangeAspect="1" noMove="1" noResize="1" noEditPoints="1" noAdjustHandles="1" noChangeArrowheads="1" noChangeShapeType="1" noTextEdit="1"/>
          </p:cNvSpPr>
          <p:nvPr/>
        </p:nvSpPr>
        <p:spPr>
          <a:xfrm>
            <a:off x="251518" y="1637230"/>
            <a:ext cx="8640960" cy="4592926"/>
          </a:xfrm>
          <a:prstGeom prst="rect">
            <a:avLst/>
          </a:prstGeom>
          <a:blipFill>
            <a:blip r:embed="rId4"/>
            <a:stretch>
              <a:fillRect l="-1058" b="-266"/>
            </a:stretch>
          </a:blipFill>
        </p:spPr>
        <p:txBody>
          <a:bodyPr/>
          <a:lstStyle/>
          <a:p>
            <a:pPr>
              <a:defRPr/>
            </a:pPr>
            <a:r>
              <a:rPr lang="zh-CN" altLang="en-US">
                <a:noFill/>
              </a:rPr>
              <a:t> </a:t>
            </a:r>
          </a:p>
        </p:txBody>
      </p:sp>
    </p:spTree>
  </p:cSld>
  <p:clrMapOvr>
    <a:masterClrMapping/>
  </p:clrMapOvr>
  <p:transition spd="med">
    <p:wipe dir="r"/>
  </p:transition>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日期占位符 3">
            <a:extLst>
              <a:ext uri="{FF2B5EF4-FFF2-40B4-BE49-F238E27FC236}">
                <a16:creationId xmlns:a16="http://schemas.microsoft.com/office/drawing/2014/main" id="{D15417A3-347D-4F53-BD77-56E4EA6D1131}"/>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798C411E-6CC6-46B3-995E-9829E9ECB2EA}" type="datetime1">
              <a:rPr lang="zh-CN" altLang="en-US" sz="1400" b="1">
                <a:latin typeface="Times New Roman" panose="02020603050405020304" pitchFamily="18" charset="0"/>
                <a:ea typeface="宋体" panose="02010600030101010101" pitchFamily="2" charset="-122"/>
              </a:rPr>
              <a:pPr eaLnBrk="1" hangingPunct="1">
                <a:spcBef>
                  <a:spcPct val="0"/>
                </a:spcBef>
                <a:buFontTx/>
                <a:buNone/>
              </a:pPr>
              <a:t>2020/9/7</a:t>
            </a:fld>
            <a:endParaRPr lang="zh-CN" altLang="en-US" sz="1400" b="1">
              <a:latin typeface="Times New Roman" panose="02020603050405020304" pitchFamily="18" charset="0"/>
              <a:ea typeface="宋体" panose="02010600030101010101" pitchFamily="2" charset="-122"/>
            </a:endParaRPr>
          </a:p>
        </p:txBody>
      </p:sp>
      <p:sp>
        <p:nvSpPr>
          <p:cNvPr id="188419" name="页脚占位符 4">
            <a:extLst>
              <a:ext uri="{FF2B5EF4-FFF2-40B4-BE49-F238E27FC236}">
                <a16:creationId xmlns:a16="http://schemas.microsoft.com/office/drawing/2014/main" id="{E138CE96-28C8-4B9B-B4A0-B898CFE6DD53}"/>
              </a:ext>
            </a:extLst>
          </p:cNvPr>
          <p:cNvSpPr txBox="1">
            <a:spLocks noGrp="1" noChangeArrowheads="1"/>
          </p:cNvSpPr>
          <p:nvPr/>
        </p:nvSpPr>
        <p:spPr bwMode="auto">
          <a:xfrm>
            <a:off x="3124200" y="635635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0"/>
              </a:spcBef>
              <a:buFontTx/>
              <a:buNone/>
            </a:pPr>
            <a:r>
              <a:rPr lang="zh-CN" altLang="en-US" sz="1400" b="1">
                <a:latin typeface="Times New Roman" panose="02020603050405020304" pitchFamily="18" charset="0"/>
                <a:ea typeface="宋体" panose="02010600030101010101" pitchFamily="2" charset="-122"/>
              </a:rPr>
              <a:t>计算机应用技术研究所</a:t>
            </a:r>
          </a:p>
        </p:txBody>
      </p:sp>
      <p:sp>
        <p:nvSpPr>
          <p:cNvPr id="188420" name="灯片编号占位符 5">
            <a:extLst>
              <a:ext uri="{FF2B5EF4-FFF2-40B4-BE49-F238E27FC236}">
                <a16:creationId xmlns:a16="http://schemas.microsoft.com/office/drawing/2014/main" id="{3C1B1518-A717-42D2-B0B4-8B887BCE8ABC}"/>
              </a:ext>
            </a:extLst>
          </p:cNvPr>
          <p:cNvSpPr txBox="1">
            <a:spLocks noGrp="1" noChangeArrowheads="1"/>
          </p:cNvSpPr>
          <p:nvPr/>
        </p:nvSpPr>
        <p:spPr bwMode="auto">
          <a:xfrm>
            <a:off x="6553200" y="63563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r" eaLnBrk="1" hangingPunct="1">
              <a:spcBef>
                <a:spcPct val="0"/>
              </a:spcBef>
              <a:buFontTx/>
              <a:buNone/>
            </a:pPr>
            <a:fld id="{729970BA-9A15-439D-8BB0-5638AF38280E}" type="slidenum">
              <a:rPr lang="en-US" altLang="zh-CN" sz="1400" b="1">
                <a:latin typeface="Times New Roman" panose="02020603050405020304" pitchFamily="18" charset="0"/>
                <a:ea typeface="宋体" panose="02010600030101010101" pitchFamily="2" charset="-122"/>
              </a:rPr>
              <a:pPr algn="r" eaLnBrk="1" hangingPunct="1">
                <a:spcBef>
                  <a:spcPct val="0"/>
                </a:spcBef>
                <a:buFontTx/>
                <a:buNone/>
              </a:pPr>
              <a:t>167</a:t>
            </a:fld>
            <a:endParaRPr lang="en-US" altLang="zh-CN" sz="1400" b="1">
              <a:latin typeface="Times New Roman" panose="02020603050405020304" pitchFamily="18" charset="0"/>
              <a:ea typeface="宋体" panose="02010600030101010101" pitchFamily="2" charset="-122"/>
            </a:endParaRPr>
          </a:p>
        </p:txBody>
      </p:sp>
      <p:sp>
        <p:nvSpPr>
          <p:cNvPr id="188421" name="Text Box 2">
            <a:extLst>
              <a:ext uri="{FF2B5EF4-FFF2-40B4-BE49-F238E27FC236}">
                <a16:creationId xmlns:a16="http://schemas.microsoft.com/office/drawing/2014/main" id="{F028AD83-CC97-47B8-AE8D-7E971C414334}"/>
              </a:ext>
            </a:extLst>
          </p:cNvPr>
          <p:cNvSpPr txBox="1">
            <a:spLocks noChangeArrowheads="1"/>
          </p:cNvSpPr>
          <p:nvPr/>
        </p:nvSpPr>
        <p:spPr bwMode="auto">
          <a:xfrm>
            <a:off x="1403350" y="836613"/>
            <a:ext cx="7086600" cy="923925"/>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宋体" panose="02010600030101010101" pitchFamily="2" charset="-122"/>
                <a:ea typeface="宋体" panose="02010600030101010101" pitchFamily="2" charset="-122"/>
              </a:rPr>
              <a:t> </a:t>
            </a:r>
            <a:r>
              <a:rPr lang="zh-CN" altLang="en-US" sz="4800" b="1">
                <a:solidFill>
                  <a:schemeClr val="bg1"/>
                </a:solidFill>
                <a:latin typeface="宋体" panose="02010600030101010101" pitchFamily="2" charset="-122"/>
                <a:ea typeface="宋体" panose="02010600030101010101" pitchFamily="2" charset="-122"/>
              </a:rPr>
              <a:t>特殊关系的应用</a:t>
            </a:r>
          </a:p>
        </p:txBody>
      </p:sp>
      <p:pic>
        <p:nvPicPr>
          <p:cNvPr id="188422" name="Picture 7">
            <a:extLst>
              <a:ext uri="{FF2B5EF4-FFF2-40B4-BE49-F238E27FC236}">
                <a16:creationId xmlns:a16="http://schemas.microsoft.com/office/drawing/2014/main" id="{7B0BCF33-424C-42DF-8450-BDA4AF931E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21575" y="4738688"/>
            <a:ext cx="1371600" cy="135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8423" name="矩形 2">
            <a:extLst>
              <a:ext uri="{FF2B5EF4-FFF2-40B4-BE49-F238E27FC236}">
                <a16:creationId xmlns:a16="http://schemas.microsoft.com/office/drawing/2014/main" id="{F6AC46A6-D1D2-4C11-A359-50CBB480DCD8}"/>
              </a:ext>
            </a:extLst>
          </p:cNvPr>
          <p:cNvSpPr>
            <a:spLocks noChangeArrowheads="1"/>
          </p:cNvSpPr>
          <p:nvPr/>
        </p:nvSpPr>
        <p:spPr bwMode="auto">
          <a:xfrm>
            <a:off x="3238500" y="2997200"/>
            <a:ext cx="3349625" cy="167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lnSpc>
                <a:spcPct val="155000"/>
              </a:lnSpc>
              <a:spcBef>
                <a:spcPct val="0"/>
              </a:spcBef>
              <a:buFont typeface="Wingdings" panose="05000000000000000000" pitchFamily="2" charset="2"/>
              <a:buChar char="4"/>
            </a:pPr>
            <a:r>
              <a:rPr lang="zh-CN" altLang="en-US" sz="3600" b="1">
                <a:latin typeface="黑体" panose="02010609060101010101" pitchFamily="49" charset="-122"/>
                <a:ea typeface="黑体" panose="02010609060101010101" pitchFamily="49" charset="-122"/>
              </a:rPr>
              <a:t> 粗集定义</a:t>
            </a:r>
          </a:p>
          <a:p>
            <a:pPr eaLnBrk="1" hangingPunct="1">
              <a:lnSpc>
                <a:spcPct val="155000"/>
              </a:lnSpc>
              <a:spcBef>
                <a:spcPct val="0"/>
              </a:spcBef>
              <a:buFont typeface="Wingdings" panose="05000000000000000000" pitchFamily="2" charset="2"/>
              <a:buChar char="J"/>
            </a:pPr>
            <a:r>
              <a:rPr lang="en-US" altLang="zh-CN" sz="3600" b="1">
                <a:solidFill>
                  <a:srgbClr val="0000FF"/>
                </a:solidFill>
                <a:latin typeface="黑体" panose="02010609060101010101" pitchFamily="49" charset="-122"/>
                <a:ea typeface="黑体" panose="02010609060101010101" pitchFamily="49" charset="-122"/>
              </a:rPr>
              <a:t> </a:t>
            </a:r>
            <a:r>
              <a:rPr lang="zh-CN" altLang="en-US" sz="3600" b="1">
                <a:solidFill>
                  <a:srgbClr val="0000FF"/>
                </a:solidFill>
                <a:latin typeface="黑体" panose="02010609060101010101" pitchFamily="49" charset="-122"/>
                <a:ea typeface="黑体" panose="02010609060101010101" pitchFamily="49" charset="-122"/>
              </a:rPr>
              <a:t>得分评判</a:t>
            </a:r>
          </a:p>
        </p:txBody>
      </p:sp>
    </p:spTree>
  </p:cSld>
  <p:clrMapOvr>
    <a:masterClrMapping/>
  </p:clrMapOvr>
  <p:transition spd="med">
    <p:wipe dir="r"/>
  </p:transition>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日期占位符 3">
            <a:extLst>
              <a:ext uri="{FF2B5EF4-FFF2-40B4-BE49-F238E27FC236}">
                <a16:creationId xmlns:a16="http://schemas.microsoft.com/office/drawing/2014/main" id="{FE573C5B-2596-4BD3-882C-F329326F1811}"/>
              </a:ext>
            </a:extLst>
          </p:cNvPr>
          <p:cNvSpPr txBox="1">
            <a:spLocks noGrp="1" noChangeArrowheads="1"/>
          </p:cNvSpPr>
          <p:nvPr/>
        </p:nvSpPr>
        <p:spPr bwMode="auto">
          <a:xfrm>
            <a:off x="684213" y="64008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D5B4DB71-2FE4-46FC-9FDD-EDB07EC91FAB}"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189443" name="Text Box 2">
            <a:extLst>
              <a:ext uri="{FF2B5EF4-FFF2-40B4-BE49-F238E27FC236}">
                <a16:creationId xmlns:a16="http://schemas.microsoft.com/office/drawing/2014/main" id="{0F9176A5-DE9B-48DE-AB07-F0CCF34EDED3}"/>
              </a:ext>
            </a:extLst>
          </p:cNvPr>
          <p:cNvSpPr txBox="1">
            <a:spLocks noChangeArrowheads="1"/>
          </p:cNvSpPr>
          <p:nvPr/>
        </p:nvSpPr>
        <p:spPr bwMode="auto">
          <a:xfrm>
            <a:off x="1258888" y="569913"/>
            <a:ext cx="6697662" cy="923925"/>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得分评判问题</a:t>
            </a:r>
          </a:p>
        </p:txBody>
      </p:sp>
      <p:pic>
        <p:nvPicPr>
          <p:cNvPr id="189444" name="Picture 6">
            <a:extLst>
              <a:ext uri="{FF2B5EF4-FFF2-40B4-BE49-F238E27FC236}">
                <a16:creationId xmlns:a16="http://schemas.microsoft.com/office/drawing/2014/main" id="{B228180B-006D-4CAE-B58F-4A2FDC44B3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1013" y="547688"/>
            <a:ext cx="102870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95E63AD0-8D3B-40F5-AE6D-53B1F367A7A0}"/>
              </a:ext>
            </a:extLst>
          </p:cNvPr>
          <p:cNvSpPr txBox="1">
            <a:spLocks noRot="1" noChangeAspect="1" noMove="1" noResize="1" noEditPoints="1" noAdjustHandles="1" noChangeArrowheads="1" noChangeShapeType="1" noTextEdit="1"/>
          </p:cNvSpPr>
          <p:nvPr/>
        </p:nvSpPr>
        <p:spPr>
          <a:xfrm>
            <a:off x="374008" y="1665203"/>
            <a:ext cx="8590480" cy="4616646"/>
          </a:xfrm>
          <a:prstGeom prst="rect">
            <a:avLst/>
          </a:prstGeom>
          <a:blipFill>
            <a:blip r:embed="rId4"/>
            <a:stretch>
              <a:fillRect l="-1418" r="-142"/>
            </a:stretch>
          </a:blipFill>
        </p:spPr>
        <p:txBody>
          <a:bodyPr/>
          <a:lstStyle/>
          <a:p>
            <a:pPr>
              <a:defRPr/>
            </a:pPr>
            <a:r>
              <a:rPr lang="zh-CN" altLang="en-US">
                <a:noFill/>
              </a:rPr>
              <a:t> </a:t>
            </a:r>
          </a:p>
        </p:txBody>
      </p:sp>
      <p:pic>
        <p:nvPicPr>
          <p:cNvPr id="189446" name="图片 3">
            <a:extLst>
              <a:ext uri="{FF2B5EF4-FFF2-40B4-BE49-F238E27FC236}">
                <a16:creationId xmlns:a16="http://schemas.microsoft.com/office/drawing/2014/main" id="{7445259B-DFCD-4ACC-8BFB-88FC6612980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51000" y="3716338"/>
            <a:ext cx="6016625" cy="2325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日期占位符 3">
            <a:extLst>
              <a:ext uri="{FF2B5EF4-FFF2-40B4-BE49-F238E27FC236}">
                <a16:creationId xmlns:a16="http://schemas.microsoft.com/office/drawing/2014/main" id="{094C4B54-9B13-49A1-9109-E6C46079DEAC}"/>
              </a:ext>
            </a:extLst>
          </p:cNvPr>
          <p:cNvSpPr txBox="1">
            <a:spLocks noGrp="1" noChangeArrowheads="1"/>
          </p:cNvSpPr>
          <p:nvPr/>
        </p:nvSpPr>
        <p:spPr bwMode="auto">
          <a:xfrm>
            <a:off x="684213" y="64008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B59C3230-E496-4420-B4C7-7CE5AFBC8832}"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190467" name="Text Box 2">
            <a:extLst>
              <a:ext uri="{FF2B5EF4-FFF2-40B4-BE49-F238E27FC236}">
                <a16:creationId xmlns:a16="http://schemas.microsoft.com/office/drawing/2014/main" id="{DB35D6DA-DEAA-4189-9014-F59DC161A886}"/>
              </a:ext>
            </a:extLst>
          </p:cNvPr>
          <p:cNvSpPr txBox="1">
            <a:spLocks noChangeArrowheads="1"/>
          </p:cNvSpPr>
          <p:nvPr/>
        </p:nvSpPr>
        <p:spPr bwMode="auto">
          <a:xfrm>
            <a:off x="1258888" y="569913"/>
            <a:ext cx="6697662" cy="923925"/>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得分评判问题</a:t>
            </a:r>
          </a:p>
        </p:txBody>
      </p:sp>
      <p:pic>
        <p:nvPicPr>
          <p:cNvPr id="190468" name="Picture 6">
            <a:extLst>
              <a:ext uri="{FF2B5EF4-FFF2-40B4-BE49-F238E27FC236}">
                <a16:creationId xmlns:a16="http://schemas.microsoft.com/office/drawing/2014/main" id="{28D2738A-6F7F-44FA-BC26-1A5E7262E7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1013" y="547688"/>
            <a:ext cx="102870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63AB47F9-63C6-4BFC-940A-240F65FB6470}"/>
              </a:ext>
            </a:extLst>
          </p:cNvPr>
          <p:cNvSpPr txBox="1">
            <a:spLocks noRot="1" noChangeAspect="1" noMove="1" noResize="1" noEditPoints="1" noAdjustHandles="1" noChangeArrowheads="1" noChangeShapeType="1" noTextEdit="1"/>
          </p:cNvSpPr>
          <p:nvPr/>
        </p:nvSpPr>
        <p:spPr>
          <a:xfrm>
            <a:off x="179510" y="2204864"/>
            <a:ext cx="8712968" cy="3323987"/>
          </a:xfrm>
          <a:prstGeom prst="rect">
            <a:avLst/>
          </a:prstGeom>
          <a:blipFill>
            <a:blip r:embed="rId4"/>
            <a:stretch>
              <a:fillRect l="-1399" r="-909" b="-3853"/>
            </a:stretch>
          </a:blipFill>
        </p:spPr>
        <p:txBody>
          <a:bodyPr/>
          <a:lstStyle/>
          <a:p>
            <a:pPr>
              <a:defRPr/>
            </a:pPr>
            <a:r>
              <a:rPr lang="zh-CN" altLang="en-US">
                <a:noFill/>
              </a:rPr>
              <a:t> </a:t>
            </a:r>
          </a:p>
        </p:txBody>
      </p:sp>
    </p:spTree>
  </p:cSld>
  <p:clrMapOvr>
    <a:masterClrMapping/>
  </p:clrMapOvr>
  <p:transition spd="med">
    <p:wipe dir="r"/>
  </p:transition>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日期占位符 3">
            <a:extLst>
              <a:ext uri="{FF2B5EF4-FFF2-40B4-BE49-F238E27FC236}">
                <a16:creationId xmlns:a16="http://schemas.microsoft.com/office/drawing/2014/main" id="{69E017F0-0B23-45D5-9927-578BC5EE1B97}"/>
              </a:ext>
            </a:extLst>
          </p:cNvPr>
          <p:cNvSpPr txBox="1">
            <a:spLocks noGrp="1" noChangeArrowheads="1"/>
          </p:cNvSpPr>
          <p:nvPr/>
        </p:nvSpPr>
        <p:spPr bwMode="auto">
          <a:xfrm>
            <a:off x="684213" y="64008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803855D8-7614-4994-9705-521604B0A60C}"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191491" name="Text Box 2">
            <a:extLst>
              <a:ext uri="{FF2B5EF4-FFF2-40B4-BE49-F238E27FC236}">
                <a16:creationId xmlns:a16="http://schemas.microsoft.com/office/drawing/2014/main" id="{5F57BEC0-CDDC-430B-A79D-888D885FBA4E}"/>
              </a:ext>
            </a:extLst>
          </p:cNvPr>
          <p:cNvSpPr txBox="1">
            <a:spLocks noChangeArrowheads="1"/>
          </p:cNvSpPr>
          <p:nvPr/>
        </p:nvSpPr>
        <p:spPr bwMode="auto">
          <a:xfrm>
            <a:off x="1258888" y="569913"/>
            <a:ext cx="6697662" cy="923925"/>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得分评判问题</a:t>
            </a:r>
          </a:p>
        </p:txBody>
      </p:sp>
      <p:pic>
        <p:nvPicPr>
          <p:cNvPr id="191492" name="Picture 6">
            <a:extLst>
              <a:ext uri="{FF2B5EF4-FFF2-40B4-BE49-F238E27FC236}">
                <a16:creationId xmlns:a16="http://schemas.microsoft.com/office/drawing/2014/main" id="{AEE1F293-7F96-4942-8D53-42CB465AD0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1013" y="547688"/>
            <a:ext cx="102870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010DD025-46E1-4985-BEF0-7FC9E8221ABE}"/>
              </a:ext>
            </a:extLst>
          </p:cNvPr>
          <p:cNvSpPr txBox="1">
            <a:spLocks noRot="1" noChangeAspect="1" noMove="1" noResize="1" noEditPoints="1" noAdjustHandles="1" noChangeArrowheads="1" noChangeShapeType="1" noTextEdit="1"/>
          </p:cNvSpPr>
          <p:nvPr/>
        </p:nvSpPr>
        <p:spPr>
          <a:xfrm>
            <a:off x="215231" y="1844824"/>
            <a:ext cx="8784976" cy="4199161"/>
          </a:xfrm>
          <a:prstGeom prst="rect">
            <a:avLst/>
          </a:prstGeom>
          <a:blipFill>
            <a:blip r:embed="rId4"/>
            <a:stretch>
              <a:fillRect l="-1388" r="-1180" b="-872"/>
            </a:stretch>
          </a:blipFill>
        </p:spPr>
        <p:txBody>
          <a:bodyPr/>
          <a:lstStyle/>
          <a:p>
            <a:pPr>
              <a:defRPr/>
            </a:pPr>
            <a:r>
              <a:rPr lang="zh-CN" altLang="en-US">
                <a:noFill/>
              </a:rPr>
              <a:t> </a:t>
            </a:r>
          </a:p>
        </p:txBody>
      </p:sp>
    </p:spTree>
  </p:cSld>
  <p:clrMapOvr>
    <a:masterClrMapping/>
  </p:clrMapOvr>
  <p:transition spd="med">
    <p:wipe dir="r"/>
  </p:transition>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日期占位符 3">
            <a:extLst>
              <a:ext uri="{FF2B5EF4-FFF2-40B4-BE49-F238E27FC236}">
                <a16:creationId xmlns:a16="http://schemas.microsoft.com/office/drawing/2014/main" id="{B9754580-6855-49D9-B911-6EA930F8FA51}"/>
              </a:ext>
            </a:extLst>
          </p:cNvPr>
          <p:cNvSpPr txBox="1">
            <a:spLocks noGrp="1" noChangeArrowheads="1"/>
          </p:cNvSpPr>
          <p:nvPr/>
        </p:nvSpPr>
        <p:spPr bwMode="auto">
          <a:xfrm>
            <a:off x="684213" y="64008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713D5AC0-3826-4CB6-8409-A66A193FC076}"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192515" name="Text Box 2">
            <a:extLst>
              <a:ext uri="{FF2B5EF4-FFF2-40B4-BE49-F238E27FC236}">
                <a16:creationId xmlns:a16="http://schemas.microsoft.com/office/drawing/2014/main" id="{E09C42E7-4F80-4E85-B2E1-F48EABC6FD54}"/>
              </a:ext>
            </a:extLst>
          </p:cNvPr>
          <p:cNvSpPr txBox="1">
            <a:spLocks noChangeArrowheads="1"/>
          </p:cNvSpPr>
          <p:nvPr/>
        </p:nvSpPr>
        <p:spPr bwMode="auto">
          <a:xfrm>
            <a:off x="1258888" y="569913"/>
            <a:ext cx="6697662" cy="923925"/>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得分评判问题</a:t>
            </a:r>
          </a:p>
        </p:txBody>
      </p:sp>
      <p:pic>
        <p:nvPicPr>
          <p:cNvPr id="192516" name="Picture 6">
            <a:extLst>
              <a:ext uri="{FF2B5EF4-FFF2-40B4-BE49-F238E27FC236}">
                <a16:creationId xmlns:a16="http://schemas.microsoft.com/office/drawing/2014/main" id="{94A89A76-8053-45E5-8974-25EA2C3028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1013" y="547688"/>
            <a:ext cx="102870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B00138F6-438F-44A3-869E-927B1B1AEA42}"/>
              </a:ext>
            </a:extLst>
          </p:cNvPr>
          <p:cNvSpPr txBox="1">
            <a:spLocks noRot="1" noChangeAspect="1" noMove="1" noResize="1" noEditPoints="1" noAdjustHandles="1" noChangeArrowheads="1" noChangeShapeType="1" noTextEdit="1"/>
          </p:cNvSpPr>
          <p:nvPr/>
        </p:nvSpPr>
        <p:spPr>
          <a:xfrm>
            <a:off x="467544" y="2060848"/>
            <a:ext cx="7992888" cy="3970318"/>
          </a:xfrm>
          <a:prstGeom prst="rect">
            <a:avLst/>
          </a:prstGeom>
          <a:blipFill>
            <a:blip r:embed="rId4"/>
            <a:stretch>
              <a:fillRect l="-1602" t="-1536" r="-1068" b="-3072"/>
            </a:stretch>
          </a:blipFill>
        </p:spPr>
        <p:txBody>
          <a:bodyPr/>
          <a:lstStyle/>
          <a:p>
            <a:pPr>
              <a:defRPr/>
            </a:pPr>
            <a:r>
              <a:rPr lang="zh-CN" altLang="en-US">
                <a:noFill/>
              </a:rPr>
              <a:t> </a:t>
            </a:r>
          </a:p>
        </p:txBody>
      </p:sp>
      <p:pic>
        <p:nvPicPr>
          <p:cNvPr id="192518" name="图片 2">
            <a:extLst>
              <a:ext uri="{FF2B5EF4-FFF2-40B4-BE49-F238E27FC236}">
                <a16:creationId xmlns:a16="http://schemas.microsoft.com/office/drawing/2014/main" id="{7042EC91-AE84-4DF1-912C-7E7FD53E5D9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47775" y="2781300"/>
            <a:ext cx="6599238" cy="255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日期占位符 3">
            <a:extLst>
              <a:ext uri="{FF2B5EF4-FFF2-40B4-BE49-F238E27FC236}">
                <a16:creationId xmlns:a16="http://schemas.microsoft.com/office/drawing/2014/main" id="{E7046888-A2BB-4F8F-A3F0-A69FB72E2EBB}"/>
              </a:ext>
            </a:extLst>
          </p:cNvPr>
          <p:cNvSpPr txBox="1">
            <a:spLocks noGrp="1" noChangeArrowheads="1"/>
          </p:cNvSpPr>
          <p:nvPr/>
        </p:nvSpPr>
        <p:spPr bwMode="auto">
          <a:xfrm>
            <a:off x="684213" y="64008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4DBA926F-AE7A-4EC6-80A1-0555CE80995D}"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193539" name="Text Box 2">
            <a:extLst>
              <a:ext uri="{FF2B5EF4-FFF2-40B4-BE49-F238E27FC236}">
                <a16:creationId xmlns:a16="http://schemas.microsoft.com/office/drawing/2014/main" id="{45D03511-7AE8-449D-A624-E855F71DC2C1}"/>
              </a:ext>
            </a:extLst>
          </p:cNvPr>
          <p:cNvSpPr txBox="1">
            <a:spLocks noChangeArrowheads="1"/>
          </p:cNvSpPr>
          <p:nvPr/>
        </p:nvSpPr>
        <p:spPr bwMode="auto">
          <a:xfrm>
            <a:off x="1258888" y="569913"/>
            <a:ext cx="6697662" cy="923925"/>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得分评判问题</a:t>
            </a:r>
          </a:p>
        </p:txBody>
      </p:sp>
      <p:pic>
        <p:nvPicPr>
          <p:cNvPr id="193540" name="Picture 6">
            <a:extLst>
              <a:ext uri="{FF2B5EF4-FFF2-40B4-BE49-F238E27FC236}">
                <a16:creationId xmlns:a16="http://schemas.microsoft.com/office/drawing/2014/main" id="{4C516442-6179-454A-90CD-66F7E7F4EC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1013" y="547688"/>
            <a:ext cx="102870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3541" name="图片 10">
            <a:extLst>
              <a:ext uri="{FF2B5EF4-FFF2-40B4-BE49-F238E27FC236}">
                <a16:creationId xmlns:a16="http://schemas.microsoft.com/office/drawing/2014/main" id="{996C69B6-B33E-4C83-9AD0-B935CEB984B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850" y="1919288"/>
            <a:ext cx="8496300" cy="4103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日期占位符 3">
            <a:extLst>
              <a:ext uri="{FF2B5EF4-FFF2-40B4-BE49-F238E27FC236}">
                <a16:creationId xmlns:a16="http://schemas.microsoft.com/office/drawing/2014/main" id="{8EFA456D-B645-4020-B7CC-C1E01879B855}"/>
              </a:ext>
            </a:extLst>
          </p:cNvPr>
          <p:cNvSpPr txBox="1">
            <a:spLocks noGrp="1" noChangeArrowheads="1"/>
          </p:cNvSpPr>
          <p:nvPr/>
        </p:nvSpPr>
        <p:spPr bwMode="auto">
          <a:xfrm>
            <a:off x="684213" y="64008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00CA71EC-533D-459C-9499-792B48EEF53B}"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194563" name="Text Box 2">
            <a:extLst>
              <a:ext uri="{FF2B5EF4-FFF2-40B4-BE49-F238E27FC236}">
                <a16:creationId xmlns:a16="http://schemas.microsoft.com/office/drawing/2014/main" id="{6D3EE44D-1EC3-476B-A873-154CCA2EAEB4}"/>
              </a:ext>
            </a:extLst>
          </p:cNvPr>
          <p:cNvSpPr txBox="1">
            <a:spLocks noChangeArrowheads="1"/>
          </p:cNvSpPr>
          <p:nvPr/>
        </p:nvSpPr>
        <p:spPr bwMode="auto">
          <a:xfrm>
            <a:off x="1258888" y="569913"/>
            <a:ext cx="6697662" cy="923925"/>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得分评判问题</a:t>
            </a:r>
          </a:p>
        </p:txBody>
      </p:sp>
      <p:pic>
        <p:nvPicPr>
          <p:cNvPr id="194564" name="Picture 6">
            <a:extLst>
              <a:ext uri="{FF2B5EF4-FFF2-40B4-BE49-F238E27FC236}">
                <a16:creationId xmlns:a16="http://schemas.microsoft.com/office/drawing/2014/main" id="{B0C41483-DA33-49E6-A30B-9823DA7345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1013" y="547688"/>
            <a:ext cx="102870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565" name="图片 3">
            <a:extLst>
              <a:ext uri="{FF2B5EF4-FFF2-40B4-BE49-F238E27FC236}">
                <a16:creationId xmlns:a16="http://schemas.microsoft.com/office/drawing/2014/main" id="{AA1DA2F4-2FE3-44D2-B5B1-D32352B65CD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138" y="1757363"/>
            <a:ext cx="8753475" cy="4475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日期占位符 3">
            <a:extLst>
              <a:ext uri="{FF2B5EF4-FFF2-40B4-BE49-F238E27FC236}">
                <a16:creationId xmlns:a16="http://schemas.microsoft.com/office/drawing/2014/main" id="{D305F443-55AF-4610-A291-2DEA5C297C71}"/>
              </a:ext>
            </a:extLst>
          </p:cNvPr>
          <p:cNvSpPr txBox="1">
            <a:spLocks noGrp="1" noChangeArrowheads="1"/>
          </p:cNvSpPr>
          <p:nvPr/>
        </p:nvSpPr>
        <p:spPr bwMode="auto">
          <a:xfrm>
            <a:off x="684213" y="64008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4018A0DB-28E3-4810-952A-2C8D7A990027}"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195587" name="Text Box 2">
            <a:extLst>
              <a:ext uri="{FF2B5EF4-FFF2-40B4-BE49-F238E27FC236}">
                <a16:creationId xmlns:a16="http://schemas.microsoft.com/office/drawing/2014/main" id="{CEEA69C2-E323-45A7-B129-059174AD6BC6}"/>
              </a:ext>
            </a:extLst>
          </p:cNvPr>
          <p:cNvSpPr txBox="1">
            <a:spLocks noChangeArrowheads="1"/>
          </p:cNvSpPr>
          <p:nvPr/>
        </p:nvSpPr>
        <p:spPr bwMode="auto">
          <a:xfrm>
            <a:off x="1258888" y="569913"/>
            <a:ext cx="6697662" cy="923925"/>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得分评判问题</a:t>
            </a:r>
          </a:p>
        </p:txBody>
      </p:sp>
      <p:pic>
        <p:nvPicPr>
          <p:cNvPr id="195588" name="Picture 6">
            <a:extLst>
              <a:ext uri="{FF2B5EF4-FFF2-40B4-BE49-F238E27FC236}">
                <a16:creationId xmlns:a16="http://schemas.microsoft.com/office/drawing/2014/main" id="{6CC07611-C932-49FD-A246-870A17B728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1013" y="547688"/>
            <a:ext cx="102870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5589" name="图片 3">
            <a:extLst>
              <a:ext uri="{FF2B5EF4-FFF2-40B4-BE49-F238E27FC236}">
                <a16:creationId xmlns:a16="http://schemas.microsoft.com/office/drawing/2014/main" id="{DF612E59-1FB2-48CA-BA42-AE222882F82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963" y="1916113"/>
            <a:ext cx="9048750" cy="425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日期占位符 3">
            <a:extLst>
              <a:ext uri="{FF2B5EF4-FFF2-40B4-BE49-F238E27FC236}">
                <a16:creationId xmlns:a16="http://schemas.microsoft.com/office/drawing/2014/main" id="{00F25E7E-305A-4003-A94D-7A4C4DBB4930}"/>
              </a:ext>
            </a:extLst>
          </p:cNvPr>
          <p:cNvSpPr txBox="1">
            <a:spLocks noGrp="1" noChangeArrowheads="1"/>
          </p:cNvSpPr>
          <p:nvPr/>
        </p:nvSpPr>
        <p:spPr bwMode="auto">
          <a:xfrm>
            <a:off x="68421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ECB55C9C-0E8E-420E-834F-6BFC9E87AC32}" type="datetime1">
              <a:rPr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lang="zh-CN" altLang="en-US" sz="1400" b="1">
              <a:solidFill>
                <a:srgbClr val="FF0000"/>
              </a:solidFill>
              <a:latin typeface="黑体" panose="02010609060101010101" pitchFamily="49" charset="-122"/>
              <a:ea typeface="黑体" panose="02010609060101010101" pitchFamily="49" charset="-122"/>
            </a:endParaRPr>
          </a:p>
        </p:txBody>
      </p:sp>
      <p:sp>
        <p:nvSpPr>
          <p:cNvPr id="196611" name="Text Box 2">
            <a:extLst>
              <a:ext uri="{FF2B5EF4-FFF2-40B4-BE49-F238E27FC236}">
                <a16:creationId xmlns:a16="http://schemas.microsoft.com/office/drawing/2014/main" id="{7E5CD3AD-8891-4DC0-A278-A0CCE1AC6ED7}"/>
              </a:ext>
            </a:extLst>
          </p:cNvPr>
          <p:cNvSpPr txBox="1">
            <a:spLocks noChangeArrowheads="1"/>
          </p:cNvSpPr>
          <p:nvPr/>
        </p:nvSpPr>
        <p:spPr bwMode="auto">
          <a:xfrm>
            <a:off x="1676400" y="1524000"/>
            <a:ext cx="6335713"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sz="2400">
                <a:solidFill>
                  <a:schemeClr val="tx1"/>
                </a:solidFill>
                <a:latin typeface="楷体_GB2312"/>
                <a:ea typeface="楷体_GB2312"/>
                <a:cs typeface="楷体_GB2312"/>
              </a:defRPr>
            </a:lvl1pPr>
            <a:lvl2pPr marL="742950" indent="-285750">
              <a:spcBef>
                <a:spcPct val="20000"/>
              </a:spcBef>
              <a:buBlip>
                <a:blip r:embed="rId2"/>
              </a:buBlip>
              <a:defRPr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50000"/>
              </a:spcBef>
              <a:buClr>
                <a:schemeClr val="bg1"/>
              </a:buClr>
              <a:buFontTx/>
              <a:buNone/>
            </a:pPr>
            <a:r>
              <a:rPr lang="zh-CN" altLang="en-US" sz="5400">
                <a:solidFill>
                  <a:schemeClr val="bg1"/>
                </a:solidFill>
                <a:latin typeface="宋体" panose="02010600030101010101" pitchFamily="2" charset="-122"/>
                <a:ea typeface="宋体" panose="02010600030101010101" pitchFamily="2" charset="-122"/>
              </a:rPr>
              <a:t>本章内容到此结束</a:t>
            </a:r>
            <a:endParaRPr lang="en-US" altLang="zh-CN" sz="5400">
              <a:solidFill>
                <a:schemeClr val="bg1"/>
              </a:solidFill>
              <a:latin typeface="宋体" panose="02010600030101010101" pitchFamily="2" charset="-122"/>
              <a:ea typeface="宋体" panose="02010600030101010101" pitchFamily="2" charset="-122"/>
            </a:endParaRPr>
          </a:p>
        </p:txBody>
      </p:sp>
      <p:sp>
        <p:nvSpPr>
          <p:cNvPr id="196612" name="WordArt 6">
            <a:extLst>
              <a:ext uri="{FF2B5EF4-FFF2-40B4-BE49-F238E27FC236}">
                <a16:creationId xmlns:a16="http://schemas.microsoft.com/office/drawing/2014/main" id="{A1EFF3B8-8F2D-45DA-A89E-63692D35CAD7}"/>
              </a:ext>
            </a:extLst>
          </p:cNvPr>
          <p:cNvSpPr>
            <a:spLocks noChangeArrowheads="1" noChangeShapeType="1" noTextEdit="1"/>
          </p:cNvSpPr>
          <p:nvPr/>
        </p:nvSpPr>
        <p:spPr bwMode="auto">
          <a:xfrm>
            <a:off x="2590800" y="3048000"/>
            <a:ext cx="4419600" cy="2514600"/>
          </a:xfrm>
          <a:prstGeom prst="rect">
            <a:avLst/>
          </a:prstGeom>
        </p:spPr>
        <p:txBody>
          <a:bodyPr wrap="none" fromWordArt="1">
            <a:prstTxWarp prst="textCascadeUp">
              <a:avLst>
                <a:gd name="adj" fmla="val 44444"/>
              </a:avLst>
            </a:prstTxWarp>
            <a:scene3d>
              <a:camera prst="legacyPerspectiveFront">
                <a:rot lat="20519985" lon="1080000" rev="0"/>
              </a:camera>
              <a:lightRig rig="legacyHarsh2" dir="b"/>
            </a:scene3d>
            <a:sp3d extrusionH="430200" prstMaterial="legacyMatte">
              <a:extrusionClr>
                <a:srgbClr val="FF6600"/>
              </a:extrusionClr>
              <a:contourClr>
                <a:srgbClr val="FFE701"/>
              </a:contourClr>
            </a:sp3d>
          </a:bodyPr>
          <a:lstStyle/>
          <a:p>
            <a:r>
              <a:rPr lang="zh-CN" altLang="en-US" sz="3600" kern="10">
                <a:ln w="9525">
                  <a:round/>
                  <a:headEnd/>
                  <a:tailEnd/>
                </a:ln>
                <a:gradFill rotWithShape="1">
                  <a:gsLst>
                    <a:gs pos="0">
                      <a:srgbClr val="FFE701"/>
                    </a:gs>
                    <a:gs pos="100000">
                      <a:srgbClr val="FE3E02"/>
                    </a:gs>
                  </a:gsLst>
                  <a:lin ang="5400000" scaled="1"/>
                </a:gradFill>
                <a:latin typeface="宋体" panose="02010600030101010101" pitchFamily="2" charset="-122"/>
                <a:ea typeface="宋体" panose="02010600030101010101" pitchFamily="2" charset="-122"/>
              </a:rPr>
              <a:t>谢谢大家！</a:t>
            </a:r>
          </a:p>
        </p:txBody>
      </p:sp>
    </p:spTree>
  </p:cSld>
  <p:clrMapOvr>
    <a:masterClrMapping/>
  </p:clrMapOvr>
  <p:transition spd="med">
    <p:wipe dir="r"/>
  </p:transition>
</p:sld>
</file>

<file path=ppt/theme/theme1.xml><?xml version="1.0" encoding="utf-8"?>
<a:theme xmlns:a="http://schemas.openxmlformats.org/drawingml/2006/main" name="张勇-硕士答辩">
  <a:themeElements>
    <a:clrScheme name="张勇-硕士答辩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FF"/>
      </a:hlink>
      <a:folHlink>
        <a:srgbClr val="3399FF"/>
      </a:folHlink>
    </a:clrScheme>
    <a:fontScheme name="张勇-硕士答辩">
      <a:majorFont>
        <a:latin typeface="Times New Roman"/>
        <a:ea typeface="宋体"/>
        <a:cs typeface=""/>
      </a:majorFont>
      <a:minorFont>
        <a:latin typeface="楷体_GB2312"/>
        <a:ea typeface="楷体_GB2312"/>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a:noFill/>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20000"/>
          </a:spcBef>
          <a:spcAft>
            <a:spcPct val="0"/>
          </a:spcAft>
          <a:buClrTx/>
          <a:buSzTx/>
          <a:buFontTx/>
          <a:buNone/>
          <a:defRPr kumimoji="1"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noFill/>
        <a:ln>
          <a:noFill/>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20000"/>
          </a:spcBef>
          <a:spcAft>
            <a:spcPct val="0"/>
          </a:spcAft>
          <a:buClrTx/>
          <a:buSzTx/>
          <a:buFontTx/>
          <a:buNone/>
          <a:defRPr kumimoji="1"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张勇-硕士答辩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张勇-硕士答辩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张勇-硕士答辩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张勇-硕士答辩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张勇-硕士答辩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张勇-硕士答辩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张勇-硕士答辩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张勇-硕士答辩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FF"/>
        </a:hlink>
        <a:folHlink>
          <a:srgbClr val="33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张勇-硕士答辩">
  <a:themeElements>
    <a:clrScheme name="1_张勇-硕士答辩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FF"/>
      </a:hlink>
      <a:folHlink>
        <a:srgbClr val="3399FF"/>
      </a:folHlink>
    </a:clrScheme>
    <a:fontScheme name="1_张勇-硕士答辩">
      <a:majorFont>
        <a:latin typeface="Times New Roman"/>
        <a:ea typeface="宋体"/>
        <a:cs typeface=""/>
      </a:majorFont>
      <a:minorFont>
        <a:latin typeface="楷体_GB2312"/>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a:noFill/>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20000"/>
          </a:spcBef>
          <a:spcAft>
            <a:spcPct val="0"/>
          </a:spcAft>
          <a:buClrTx/>
          <a:buSzTx/>
          <a:buFontTx/>
          <a:buNone/>
          <a:defRPr kumimoji="1"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noFill/>
        <a:ln>
          <a:noFill/>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20000"/>
          </a:spcBef>
          <a:spcAft>
            <a:spcPct val="0"/>
          </a:spcAft>
          <a:buClrTx/>
          <a:buSzTx/>
          <a:buFontTx/>
          <a:buNone/>
          <a:defRPr kumimoji="1"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1_张勇-硕士答辩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张勇-硕士答辩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张勇-硕士答辩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张勇-硕士答辩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张勇-硕士答辩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张勇-硕士答辩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张勇-硕士答辩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1_张勇-硕士答辩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FF"/>
        </a:hlink>
        <a:folHlink>
          <a:srgbClr val="33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第6章_二元关系</Template>
  <TotalTime>460</TotalTime>
  <Words>2331</Words>
  <Application>Microsoft Office PowerPoint</Application>
  <PresentationFormat>全屏显示(4:3)</PresentationFormat>
  <Paragraphs>580</Paragraphs>
  <Slides>175</Slides>
  <Notes>2</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175</vt:i4>
      </vt:variant>
    </vt:vector>
  </HeadingPairs>
  <TitlesOfParts>
    <vt:vector size="186" baseType="lpstr">
      <vt:lpstr>黑体</vt:lpstr>
      <vt:lpstr>华文行楷</vt:lpstr>
      <vt:lpstr>楷体_GB2312</vt:lpstr>
      <vt:lpstr>隶书</vt:lpstr>
      <vt:lpstr>宋体</vt:lpstr>
      <vt:lpstr>Arial</vt:lpstr>
      <vt:lpstr>Calibri</vt:lpstr>
      <vt:lpstr>Times New Roman</vt:lpstr>
      <vt:lpstr>Wingdings</vt:lpstr>
      <vt:lpstr>张勇-硕士答辩</vt:lpstr>
      <vt:lpstr>1_张勇-硕士答辩</vt:lpstr>
      <vt:lpstr>PowerPoint 演示文稿</vt:lpstr>
      <vt:lpstr>第6章 特殊关系模型 </vt:lpstr>
      <vt:lpstr>PowerPoint 演示文稿</vt:lpstr>
      <vt:lpstr>等价关系与元素分类</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相容关系与元素聚类</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偏序关系与元素比较</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特殊关系的应用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UESTC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汪荣贵</dc:creator>
  <cp:lastModifiedBy>Windows 用户</cp:lastModifiedBy>
  <cp:revision>334</cp:revision>
  <dcterms:created xsi:type="dcterms:W3CDTF">2008-02-21T03:51:14Z</dcterms:created>
  <dcterms:modified xsi:type="dcterms:W3CDTF">2020-09-07T02:16:15Z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2052-11.1.0.9584</vt:lpwstr>
  </property>
</Properties>
</file>